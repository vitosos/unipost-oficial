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61" r:id="rId3"/>
    <p:sldId id="258" r:id="rId4"/>
    <p:sldId id="263" r:id="rId5"/>
    <p:sldId id="264" r:id="rId6"/>
    <p:sldId id="265" r:id="rId7"/>
    <p:sldId id="259" r:id="rId8"/>
    <p:sldId id="266" r:id="rId9"/>
    <p:sldId id="267" r:id="rId10"/>
    <p:sldId id="269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9" r:id="rId19"/>
    <p:sldId id="278" r:id="rId20"/>
    <p:sldId id="280" r:id="rId21"/>
    <p:sldId id="257" r:id="rId22"/>
    <p:sldId id="282" r:id="rId23"/>
    <p:sldId id="283" r:id="rId24"/>
    <p:sldId id="284" r:id="rId25"/>
    <p:sldId id="281" r:id="rId26"/>
    <p:sldId id="260" r:id="rId27"/>
    <p:sldId id="26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A4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674" y="18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327F25-93A5-437A-AB88-C82C3547ECF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A8EE0-F43B-4A73-BF23-FA25A0A49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852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A8EE0-F43B-4A73-BF23-FA25A0A499B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95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30E6A-CD7E-7F7A-5588-149421EDBD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656BF1-53DC-F310-5089-6541E49579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4D5B5-0050-D99A-2452-04A3E2F91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68F71-E77C-08C7-5CE1-DD8393E33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CC6B0-A8A2-699F-C2CB-6598FC309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671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B0942-59E3-4CF9-B17F-8112860E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75110-F140-DB8F-BB0E-8862F3C85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1D670-0803-D3DA-BF3E-2EF009B97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F53E2-F946-8475-6FD4-F18931D48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E7E23-9989-50A9-0232-0C8FF9546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536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1D7F2-4CE6-5AFF-0910-8E43A2C04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F3ADD-E8FA-8A37-2AFC-3440240B4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454C7-36D0-D34E-20B0-4AEEBBB8A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0BA88-BCFD-C03C-A454-7C13DAB17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E7BE7-2DFA-027C-84F4-C2E02B966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42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94678-1902-3455-1FD1-0A64B71B0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4A911-F54C-17E7-EADF-1AC02CEBD9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C75EA-66A4-572B-5274-62D551A6E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E3EFA-4B3B-9150-BB74-7BEF0AE0B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45131-11C9-43D7-E0B6-24DF1BC5C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E100D-E04E-E48E-9EC5-72C1DBF66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371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6932E-3065-D0CB-4C5C-5451F5B54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91CA9-4C87-72E1-19E5-9225D50BB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A83F4-FFE0-1567-A039-FDEA300F2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A2FA48-F39D-5B95-6FAF-9BEE5B9338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1210A5-E225-6BB0-6123-EDAE236FDB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BAEA7F-F29F-3B2E-880A-7FC592540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EB37E-C280-C252-4891-3BA5A617D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AAFB7E-4F35-889D-CE72-6255235E8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830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7C619-72C8-EC3F-6F9F-7A357EFEC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79C612-BB27-CE4D-BAC4-001920627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0F5C5-D39B-26F3-6D42-FB3E36EAF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3843A8-FE16-C1C4-28A9-D106D0F4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46FB4F-D29B-AFF0-72A0-F1C39C096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C47955-6F63-D022-0BB4-33543C5F5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23EEA-50AD-C9AE-0A01-25C04DCDD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375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89E2C-41AA-E592-8AAD-F9C774BEE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DEDB8-89D5-B492-B25C-495CF6B9F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59858-FB78-9D74-1BAF-D7079705C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DAE6D-27AC-D6ED-8487-B27F591B8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E0B289-68B5-06B9-2AEA-863A5BEF6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441F81-25E1-AA2B-F997-EF5B3EFB2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12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F3835-0018-D23F-0971-1AC7275A9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CD1003-E833-BB42-770A-AD322A9CD4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F68E1-74BF-F58C-3304-4FB0338AC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A34307-EE57-B00C-3EC7-B4523B63B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E266C-71C1-D88B-B6A9-C4E3A326D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87DE1-AA5B-71D2-585A-7B34F676F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948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5622A-417E-0FFA-3E3A-64890E47E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09F30A-DFD3-1076-64E1-0B21B10B8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A8C2D-E6C1-17C4-0845-F9C60805D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4E149-6A4F-7D0E-FC46-0D6E17043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6745B-EC56-7537-1CD4-3B2D437A5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853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80D63D-3793-D01A-6FC4-CC3253DE55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57470-BCCB-C4D7-03C3-F0E17CBF1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0F01-A5B7-FE79-3EE5-A776EE9DD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F83E-0B1B-EBD5-0C39-88F9263CF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6086B-9522-1FEC-7834-B6E3AF840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38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C7F4E4-8901-66E6-17DA-ED3F4DBFA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42860-974C-F409-D317-1164B5C22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61958-33EA-7B7E-CC00-7D1483F1C2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95A633-34A6-4BA6-9654-F1B0B78D730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1881E-0AD4-C2A3-1614-F870C257B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015F7-0EBE-E6C8-C063-4A9445AD1F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22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4.png"/><Relationship Id="rId5" Type="http://schemas.openxmlformats.org/officeDocument/2006/relationships/image" Target="../media/image6.png"/><Relationship Id="rId10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openxmlformats.org/officeDocument/2006/relationships/image" Target="../media/image8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4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10" Type="http://schemas.openxmlformats.org/officeDocument/2006/relationships/image" Target="../media/image22.png"/><Relationship Id="rId4" Type="http://schemas.openxmlformats.org/officeDocument/2006/relationships/image" Target="../media/image4.png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10" Type="http://schemas.openxmlformats.org/officeDocument/2006/relationships/image" Target="../media/image22.png"/><Relationship Id="rId4" Type="http://schemas.openxmlformats.org/officeDocument/2006/relationships/image" Target="../media/image4.png"/><Relationship Id="rId9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10" Type="http://schemas.openxmlformats.org/officeDocument/2006/relationships/image" Target="../media/image22.png"/><Relationship Id="rId4" Type="http://schemas.openxmlformats.org/officeDocument/2006/relationships/image" Target="../media/image4.png"/><Relationship Id="rId9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10" Type="http://schemas.openxmlformats.org/officeDocument/2006/relationships/image" Target="../media/image22.png"/><Relationship Id="rId4" Type="http://schemas.openxmlformats.org/officeDocument/2006/relationships/image" Target="../media/image1.png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6" Type="http://schemas.openxmlformats.org/officeDocument/2006/relationships/image" Target="../media/image20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unipost.cl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unipost.cl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4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.png"/><Relationship Id="rId10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34.png"/><Relationship Id="rId5" Type="http://schemas.openxmlformats.org/officeDocument/2006/relationships/image" Target="../media/image4.png"/><Relationship Id="rId10" Type="http://schemas.openxmlformats.org/officeDocument/2006/relationships/image" Target="../media/image33.png"/><Relationship Id="rId4" Type="http://schemas.openxmlformats.org/officeDocument/2006/relationships/image" Target="../media/image3.png"/><Relationship Id="rId9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D2978B74-55A1-2B64-17AD-10150CC4418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2714171" y="-18880"/>
            <a:ext cx="6745139" cy="6876880"/>
          </a:xfrm>
          <a:prstGeom prst="rect">
            <a:avLst/>
          </a:prstGeom>
        </p:spPr>
      </p:pic>
      <p:pic>
        <p:nvPicPr>
          <p:cNvPr id="4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B5E9538B-3F2F-7DBA-801C-3C61308BF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2062" y="-3340358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377C20A3-CD94-8FF5-B627-6BCAF37A9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9937" y="3519487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F2D00B-1B37-8FD4-5D0C-D18EF9E00789}"/>
              </a:ext>
            </a:extLst>
          </p:cNvPr>
          <p:cNvSpPr txBox="1"/>
          <p:nvPr/>
        </p:nvSpPr>
        <p:spPr>
          <a:xfrm>
            <a:off x="3047246" y="628706"/>
            <a:ext cx="6097508" cy="4839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CL" sz="4800" b="0" i="0" u="none" strike="noStrike" noProof="0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Proyecto</a:t>
            </a:r>
            <a:endParaRPr lang="es-CL" sz="4800" noProof="0" dirty="0">
              <a:solidFill>
                <a:srgbClr val="262626"/>
              </a:solidFill>
              <a:latin typeface="Calibri" panose="020F0502020204030204" pitchFamily="34" charset="0"/>
            </a:endParaRPr>
          </a:p>
          <a:p>
            <a:pPr algn="ctr">
              <a:buNone/>
            </a:pPr>
            <a:endParaRPr lang="es-CL" b="0" noProof="0" dirty="0">
              <a:effectLst/>
            </a:endParaRPr>
          </a:p>
          <a:p>
            <a:pPr>
              <a:buNone/>
            </a:pPr>
            <a:endParaRPr lang="es-CL" noProof="0" dirty="0"/>
          </a:p>
          <a:p>
            <a:pPr algn="r">
              <a:buNone/>
            </a:pPr>
            <a:endParaRPr lang="es-CL" noProof="0" dirty="0"/>
          </a:p>
          <a:p>
            <a:pPr algn="r">
              <a:buNone/>
            </a:pPr>
            <a:r>
              <a:rPr lang="es-CL" sz="7200" u="sng" noProof="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</a:p>
          <a:p>
            <a:pPr>
              <a:buNone/>
            </a:pPr>
            <a:endParaRPr lang="es-CL" b="0" noProof="0" dirty="0">
              <a:effectLst/>
            </a:endParaRPr>
          </a:p>
          <a:p>
            <a:pPr>
              <a:buNone/>
            </a:pPr>
            <a:endParaRPr lang="es-CL" b="0" noProof="0" dirty="0">
              <a:effectLst/>
            </a:endParaRPr>
          </a:p>
          <a:p>
            <a:pPr algn="ctr" rtl="0">
              <a:buNone/>
            </a:pPr>
            <a:r>
              <a:rPr lang="es-CL" sz="2400" b="0" i="0" u="none" strike="noStrike" noProof="0" dirty="0" err="1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Capstone</a:t>
            </a:r>
            <a:r>
              <a:rPr lang="es-CL" sz="2400" b="0" i="0" u="none" strike="noStrike" noProof="0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 APT122</a:t>
            </a:r>
          </a:p>
          <a:p>
            <a:pPr algn="ctr" rtl="0">
              <a:buNone/>
            </a:pPr>
            <a:r>
              <a:rPr lang="es-CL" sz="2400" dirty="0">
                <a:solidFill>
                  <a:srgbClr val="262626"/>
                </a:solidFill>
                <a:latin typeface="Calibri" panose="020F0502020204030204" pitchFamily="34" charset="0"/>
              </a:rPr>
              <a:t>Presentación Final</a:t>
            </a:r>
            <a:endParaRPr lang="es-CL" sz="2400" noProof="0" dirty="0"/>
          </a:p>
          <a:p>
            <a:pPr algn="ctr" rtl="0">
              <a:buNone/>
            </a:pPr>
            <a:r>
              <a:rPr lang="es-CL" sz="2400" b="0" i="0" u="none" strike="noStrike" noProof="0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Por: </a:t>
            </a:r>
            <a:r>
              <a:rPr lang="es-CL" sz="2400" i="0" strike="noStrike" noProof="0" dirty="0" err="1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Victor</a:t>
            </a:r>
            <a:r>
              <a:rPr lang="es-CL" sz="2400" i="0" strike="noStrike" noProof="0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 Nadal</a:t>
            </a:r>
            <a:endParaRPr lang="es-CL" sz="2400" noProof="0" dirty="0">
              <a:effectLst/>
            </a:endParaRPr>
          </a:p>
          <a:p>
            <a:pPr algn="ctr" rtl="0">
              <a:spcBef>
                <a:spcPts val="320"/>
              </a:spcBef>
              <a:buNone/>
            </a:pPr>
            <a:r>
              <a:rPr lang="es-CL" sz="2400" b="1" i="0" u="none" strike="noStrike" noProof="0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2025</a:t>
            </a:r>
            <a:endParaRPr lang="es-CL" sz="2400" b="1" noProof="0" dirty="0"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858B8B-1FFC-E275-E46B-706F0E5AB9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246" y="1776729"/>
            <a:ext cx="2004588" cy="200458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3F11E01-23B1-29C6-9A56-FEE1DA86B04F}"/>
              </a:ext>
            </a:extLst>
          </p:cNvPr>
          <p:cNvSpPr/>
          <p:nvPr/>
        </p:nvSpPr>
        <p:spPr>
          <a:xfrm>
            <a:off x="-99588" y="-69112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356F14A-085A-5798-AB0C-EB58AE50F984}"/>
              </a:ext>
            </a:extLst>
          </p:cNvPr>
          <p:cNvSpPr/>
          <p:nvPr/>
        </p:nvSpPr>
        <p:spPr>
          <a:xfrm rot="10800000">
            <a:off x="0" y="5887711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86D7FB-257D-977F-4AB4-6E0F70F170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5553" y="5376159"/>
            <a:ext cx="3440894" cy="5510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406BB7-4247-A282-5511-40E6135793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754" y="-922356"/>
            <a:ext cx="3440894" cy="551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561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83E703BE-B58E-9483-C9BD-993BEE49A90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2714171" y="-18880"/>
            <a:ext cx="6745139" cy="6876880"/>
          </a:xfrm>
          <a:prstGeom prst="rect">
            <a:avLst/>
          </a:prstGeom>
        </p:spPr>
      </p:pic>
      <p:pic>
        <p:nvPicPr>
          <p:cNvPr id="9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9BBDCD0B-B2B6-E5FF-0AA9-AAE428774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2062" y="-3340358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FA6EBCA0-488B-134D-B4C0-68D119549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9937" y="3519487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4C3684F-0669-4DFD-0132-35DCCAC7A0E3}"/>
              </a:ext>
            </a:extLst>
          </p:cNvPr>
          <p:cNvSpPr/>
          <p:nvPr/>
        </p:nvSpPr>
        <p:spPr>
          <a:xfrm>
            <a:off x="-99588" y="-1115374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B149757-12A9-E89A-EF88-AD1E50925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099" y="1828987"/>
            <a:ext cx="3169058" cy="316905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Parallelogram 5">
            <a:extLst>
              <a:ext uri="{FF2B5EF4-FFF2-40B4-BE49-F238E27FC236}">
                <a16:creationId xmlns:a16="http://schemas.microsoft.com/office/drawing/2014/main" id="{97322D93-A6FD-D5F7-F42F-F9B2831E096D}"/>
              </a:ext>
            </a:extLst>
          </p:cNvPr>
          <p:cNvSpPr/>
          <p:nvPr/>
        </p:nvSpPr>
        <p:spPr>
          <a:xfrm>
            <a:off x="5635944" y="1934957"/>
            <a:ext cx="5155916" cy="3169059"/>
          </a:xfrm>
          <a:prstGeom prst="parallelogram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3600" noProof="0" dirty="0">
                <a:solidFill>
                  <a:schemeClr val="tx1"/>
                </a:solidFill>
              </a:rPr>
              <a:t>Víctor Nadal Gajardo</a:t>
            </a:r>
          </a:p>
          <a:p>
            <a:pPr algn="ctr"/>
            <a:endParaRPr lang="es-CL" sz="2000" noProof="0" dirty="0">
              <a:solidFill>
                <a:schemeClr val="tx1"/>
              </a:solidFill>
            </a:endParaRPr>
          </a:p>
          <a:p>
            <a:pPr algn="ctr"/>
            <a:r>
              <a:rPr lang="es-CL" sz="2400" noProof="0" dirty="0" err="1">
                <a:solidFill>
                  <a:schemeClr val="tx1"/>
                </a:solidFill>
              </a:rPr>
              <a:t>Product</a:t>
            </a:r>
            <a:r>
              <a:rPr lang="es-CL" sz="2400" noProof="0" dirty="0">
                <a:solidFill>
                  <a:schemeClr val="tx1"/>
                </a:solidFill>
              </a:rPr>
              <a:t> </a:t>
            </a:r>
            <a:r>
              <a:rPr lang="es-CL" sz="2400" noProof="0" dirty="0" err="1">
                <a:solidFill>
                  <a:schemeClr val="tx1"/>
                </a:solidFill>
              </a:rPr>
              <a:t>Owner</a:t>
            </a:r>
            <a:endParaRPr lang="es-CL" sz="2400" noProof="0" dirty="0">
              <a:solidFill>
                <a:schemeClr val="tx1"/>
              </a:solidFill>
            </a:endParaRPr>
          </a:p>
          <a:p>
            <a:pPr algn="ctr"/>
            <a:r>
              <a:rPr lang="es-CL" sz="2400" noProof="0" dirty="0">
                <a:solidFill>
                  <a:schemeClr val="tx1"/>
                </a:solidFill>
              </a:rPr>
              <a:t>Gerente de Proyecto</a:t>
            </a:r>
          </a:p>
          <a:p>
            <a:pPr algn="ctr"/>
            <a:r>
              <a:rPr lang="es-CL" sz="2400" noProof="0" dirty="0">
                <a:solidFill>
                  <a:schemeClr val="tx1"/>
                </a:solidFill>
              </a:rPr>
              <a:t>Scrum-Master</a:t>
            </a:r>
          </a:p>
          <a:p>
            <a:pPr algn="ctr"/>
            <a:r>
              <a:rPr lang="es-CL" sz="2400" noProof="0" dirty="0">
                <a:solidFill>
                  <a:schemeClr val="tx1"/>
                </a:solidFill>
              </a:rPr>
              <a:t>Desarrollador Full-</a:t>
            </a:r>
            <a:r>
              <a:rPr lang="es-CL" sz="2400" noProof="0" dirty="0" err="1">
                <a:solidFill>
                  <a:schemeClr val="tx1"/>
                </a:solidFill>
              </a:rPr>
              <a:t>stack</a:t>
            </a:r>
            <a:endParaRPr lang="es-CL" sz="2400" noProof="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E09CFA-AC77-7BE2-5D43-C0E573BB91EF}"/>
              </a:ext>
            </a:extLst>
          </p:cNvPr>
          <p:cNvSpPr txBox="1"/>
          <p:nvPr/>
        </p:nvSpPr>
        <p:spPr>
          <a:xfrm>
            <a:off x="2994434" y="43526"/>
            <a:ext cx="60975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s-CL" sz="4800" b="0" i="0" u="none" strike="noStrike" noProof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Integrantes</a:t>
            </a:r>
            <a:endParaRPr lang="es-CL" sz="4800" b="0" noProof="0" dirty="0">
              <a:effectLst/>
            </a:endParaRPr>
          </a:p>
        </p:txBody>
      </p:sp>
      <p:pic>
        <p:nvPicPr>
          <p:cNvPr id="2" name="Picture 2" descr="Tiktok, logo, social media icon - Free download">
            <a:extLst>
              <a:ext uri="{FF2B5EF4-FFF2-40B4-BE49-F238E27FC236}">
                <a16:creationId xmlns:a16="http://schemas.microsoft.com/office/drawing/2014/main" id="{46A3AA84-10F7-C835-DB6F-BDF49297B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4389063" y="4271564"/>
            <a:ext cx="2013060" cy="2013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Twitter X icon - Free Download PNG &amp; SVG | Streamline">
            <a:extLst>
              <a:ext uri="{FF2B5EF4-FFF2-40B4-BE49-F238E27FC236}">
                <a16:creationId xmlns:a16="http://schemas.microsoft.com/office/drawing/2014/main" id="{F8C67D9F-1840-8908-2343-FD913A12E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2481069" y="3443008"/>
            <a:ext cx="1529422" cy="1529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Instagram - Wikipedia, la enciclopedia libre">
            <a:extLst>
              <a:ext uri="{FF2B5EF4-FFF2-40B4-BE49-F238E27FC236}">
                <a16:creationId xmlns:a16="http://schemas.microsoft.com/office/drawing/2014/main" id="{8806D8D0-09CF-0C14-9325-E5042DCBC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6558918" y="3175606"/>
            <a:ext cx="1839224" cy="183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Bluesky - Wikipedia">
            <a:extLst>
              <a:ext uri="{FF2B5EF4-FFF2-40B4-BE49-F238E27FC236}">
                <a16:creationId xmlns:a16="http://schemas.microsoft.com/office/drawing/2014/main" id="{92A10A3E-DA37-7126-9FCA-06B1DB326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5986481" y="874523"/>
            <a:ext cx="1938831" cy="1712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>
            <a:extLst>
              <a:ext uri="{FF2B5EF4-FFF2-40B4-BE49-F238E27FC236}">
                <a16:creationId xmlns:a16="http://schemas.microsoft.com/office/drawing/2014/main" id="{B92C6F8D-9BF4-7419-B74C-BC623A00C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3833075" y="1610033"/>
            <a:ext cx="1512483" cy="1512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2BED992-5086-C8E8-3514-2A044D318EC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1362" y="210071"/>
            <a:ext cx="589709" cy="5897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930612C-751C-7D83-D478-BAE9D9222617}"/>
              </a:ext>
            </a:extLst>
          </p:cNvPr>
          <p:cNvSpPr txBox="1"/>
          <p:nvPr/>
        </p:nvSpPr>
        <p:spPr>
          <a:xfrm>
            <a:off x="741071" y="293699"/>
            <a:ext cx="14706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2000" u="sng" noProof="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E37274F-A37B-7EB5-D2BD-29D51956825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51308" y="142728"/>
            <a:ext cx="3440894" cy="55108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E64FD21-9E95-CFB0-7F29-511336E5B7E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22741" y="7074671"/>
            <a:ext cx="3440894" cy="551081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352A797-720C-CF9B-D10F-A7789F60B3FB}"/>
              </a:ext>
            </a:extLst>
          </p:cNvPr>
          <p:cNvSpPr/>
          <p:nvPr/>
        </p:nvSpPr>
        <p:spPr>
          <a:xfrm rot="10800000">
            <a:off x="0" y="5887711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</p:spTree>
    <p:extLst>
      <p:ext uri="{BB962C8B-B14F-4D97-AF65-F5344CB8AC3E}">
        <p14:creationId xmlns:p14="http://schemas.microsoft.com/office/powerpoint/2010/main" val="42541493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0870BB08-BE49-6C4B-BF5F-12E085CD11E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2714171" y="-18880"/>
            <a:ext cx="6745139" cy="687688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51FF4D5-0343-13A4-A6ED-6E177F434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981" y="575809"/>
            <a:ext cx="10640754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s-CL" kern="1200" noProof="0" dirty="0">
                <a:latin typeface="Calibri" panose="020F0502020204030204" pitchFamily="34" charset="0"/>
                <a:cs typeface="Calibri" panose="020F0502020204030204" pitchFamily="34" charset="0"/>
              </a:rPr>
              <a:t>¿Que es UniPost?</a:t>
            </a:r>
            <a:endParaRPr lang="es-CL" sz="3600" kern="12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C9A61A5-6148-7B1D-9497-6102986A7073}"/>
              </a:ext>
            </a:extLst>
          </p:cNvPr>
          <p:cNvSpPr/>
          <p:nvPr/>
        </p:nvSpPr>
        <p:spPr>
          <a:xfrm>
            <a:off x="-90063" y="-74295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22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1134A55F-FDCE-2BF8-5E36-E7E6C0A57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5519737" y="588840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 descr="Introduction to Color Theory for Artists — Serena Archetti">
            <a:extLst>
              <a:ext uri="{FF2B5EF4-FFF2-40B4-BE49-F238E27FC236}">
                <a16:creationId xmlns:a16="http://schemas.microsoft.com/office/drawing/2014/main" id="{0DB60317-403E-5D79-5969-6DECCD6D9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1444799" y="-534058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156CB0-2A08-506F-844D-41AFF85DA4BB}"/>
              </a:ext>
            </a:extLst>
          </p:cNvPr>
          <p:cNvSpPr txBox="1"/>
          <p:nvPr/>
        </p:nvSpPr>
        <p:spPr>
          <a:xfrm>
            <a:off x="446216" y="2365930"/>
            <a:ext cx="483829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b="1" noProof="0" dirty="0"/>
              <a:t>Problemática</a:t>
            </a:r>
            <a:endParaRPr lang="es-CL" sz="2400" b="1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noProof="0" dirty="0"/>
              <a:t>Alto Consumo de Tiempo por gran variedad de redes.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noProof="0" dirty="0"/>
              <a:t>Estudio de Redes Sociales manual.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noProof="0" dirty="0"/>
              <a:t>Dificultad de centralizar análisis de marketing</a:t>
            </a:r>
          </a:p>
        </p:txBody>
      </p:sp>
      <p:pic>
        <p:nvPicPr>
          <p:cNvPr id="1026" name="Picture 2" descr="Tiktok, logo, social media icon - Free download">
            <a:extLst>
              <a:ext uri="{FF2B5EF4-FFF2-40B4-BE49-F238E27FC236}">
                <a16:creationId xmlns:a16="http://schemas.microsoft.com/office/drawing/2014/main" id="{BDD72E21-DCEC-3D27-550D-44CFF2F62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038" y="5301626"/>
            <a:ext cx="1529422" cy="1529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witter X icon - Free Download PNG &amp; SVG | Streamline">
            <a:extLst>
              <a:ext uri="{FF2B5EF4-FFF2-40B4-BE49-F238E27FC236}">
                <a16:creationId xmlns:a16="http://schemas.microsoft.com/office/drawing/2014/main" id="{A71D86C6-9257-BFAB-BBC5-42D4BA586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85" y="5272598"/>
            <a:ext cx="1529422" cy="1529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nstagram - Wikipedia, la enciclopedia libre">
            <a:extLst>
              <a:ext uri="{FF2B5EF4-FFF2-40B4-BE49-F238E27FC236}">
                <a16:creationId xmlns:a16="http://schemas.microsoft.com/office/drawing/2014/main" id="{3D8BBE97-0F6D-8AB2-A83D-460E2C623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7966" y="5229373"/>
            <a:ext cx="1529422" cy="1529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luesky - Wikipedia">
            <a:extLst>
              <a:ext uri="{FF2B5EF4-FFF2-40B4-BE49-F238E27FC236}">
                <a16:creationId xmlns:a16="http://schemas.microsoft.com/office/drawing/2014/main" id="{F8F7E812-E7CD-B092-735E-477603496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9510" y="5259388"/>
            <a:ext cx="1731575" cy="1529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926C64AC-D62C-D267-4AA1-CC9D7113C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8002" y="5243887"/>
            <a:ext cx="1529422" cy="1529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068239-1CAC-1F9F-973A-EEA1FF20FA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362" y="210071"/>
            <a:ext cx="589709" cy="5897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D70F2C6-DE2C-86DB-C275-815212BD80A4}"/>
              </a:ext>
            </a:extLst>
          </p:cNvPr>
          <p:cNvSpPr txBox="1"/>
          <p:nvPr/>
        </p:nvSpPr>
        <p:spPr>
          <a:xfrm>
            <a:off x="741071" y="293699"/>
            <a:ext cx="14706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2000" u="sng" noProof="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7446BC5-B979-DEB3-423C-A45C9A2F118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04833" y="-119064"/>
            <a:ext cx="7277101" cy="727710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D5BC84B-6A07-8932-E9D3-847B936AD15F}"/>
              </a:ext>
            </a:extLst>
          </p:cNvPr>
          <p:cNvSpPr/>
          <p:nvPr/>
        </p:nvSpPr>
        <p:spPr>
          <a:xfrm rot="10800000">
            <a:off x="0" y="6948487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BC1C21F-4B4D-E8DE-4D0C-D305CCA8AB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51308" y="142728"/>
            <a:ext cx="3440894" cy="55108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6F7202D-4A84-D9D2-D12D-24B27450148C}"/>
              </a:ext>
            </a:extLst>
          </p:cNvPr>
          <p:cNvSpPr txBox="1"/>
          <p:nvPr/>
        </p:nvSpPr>
        <p:spPr>
          <a:xfrm>
            <a:off x="6907488" y="2365930"/>
            <a:ext cx="4929276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b="1" noProof="0" dirty="0"/>
              <a:t>Solución</a:t>
            </a:r>
            <a:endParaRPr lang="es-CL" sz="2400" b="1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noProof="0" dirty="0"/>
              <a:t>Unificación de plataformas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noProof="0" dirty="0"/>
              <a:t>Generación de Analíticas para producir </a:t>
            </a:r>
            <a:r>
              <a:rPr lang="es-CL" sz="2400" noProof="0" dirty="0" err="1"/>
              <a:t>insights</a:t>
            </a:r>
            <a:r>
              <a:rPr lang="es-CL" sz="2400" noProof="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noProof="0" dirty="0"/>
              <a:t>Sistemas de gestión para empresas.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DF376A-9433-8262-AE7A-5D8C13F601EC}"/>
              </a:ext>
            </a:extLst>
          </p:cNvPr>
          <p:cNvSpPr txBox="1"/>
          <p:nvPr/>
        </p:nvSpPr>
        <p:spPr>
          <a:xfrm>
            <a:off x="1462413" y="1449098"/>
            <a:ext cx="918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noProof="0" dirty="0"/>
              <a:t>Una plataforma SaaS (software como servicio) disponible como una página web que ofrece una gestión centralizada de redes sociales para una variedad de usuarios y negocios.</a:t>
            </a:r>
          </a:p>
        </p:txBody>
      </p:sp>
    </p:spTree>
    <p:extLst>
      <p:ext uri="{BB962C8B-B14F-4D97-AF65-F5344CB8AC3E}">
        <p14:creationId xmlns:p14="http://schemas.microsoft.com/office/powerpoint/2010/main" val="32761206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14BBE6F6-A187-D90A-CFEB-43FA683109C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2714171" y="-18880"/>
            <a:ext cx="6745139" cy="687688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3C98090-3531-3173-61B7-F4A77B70CC91}"/>
              </a:ext>
            </a:extLst>
          </p:cNvPr>
          <p:cNvSpPr txBox="1">
            <a:spLocks/>
          </p:cNvSpPr>
          <p:nvPr/>
        </p:nvSpPr>
        <p:spPr>
          <a:xfrm>
            <a:off x="771981" y="575809"/>
            <a:ext cx="10640754" cy="7758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sz="3600" noProof="0" dirty="0">
                <a:latin typeface="Calibri" panose="020F0502020204030204" pitchFamily="34" charset="0"/>
                <a:cs typeface="Calibri" panose="020F0502020204030204" pitchFamily="34" charset="0"/>
              </a:rPr>
              <a:t>Objetivos de UniPost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B7A8BF9-4DAD-6C7A-D870-2A49531E1AAA}"/>
              </a:ext>
            </a:extLst>
          </p:cNvPr>
          <p:cNvSpPr/>
          <p:nvPr/>
        </p:nvSpPr>
        <p:spPr>
          <a:xfrm>
            <a:off x="-90063" y="-74295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11" name="Picture 2" descr="Tiktok, logo, social media icon - Free download">
            <a:extLst>
              <a:ext uri="{FF2B5EF4-FFF2-40B4-BE49-F238E27FC236}">
                <a16:creationId xmlns:a16="http://schemas.microsoft.com/office/drawing/2014/main" id="{A75EB842-6A6B-D9F8-7773-88F10F77C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2578038" y="7545866"/>
            <a:ext cx="1529422" cy="1529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Twitter X icon - Free Download PNG &amp; SVG | Streamline">
            <a:extLst>
              <a:ext uri="{FF2B5EF4-FFF2-40B4-BE49-F238E27FC236}">
                <a16:creationId xmlns:a16="http://schemas.microsoft.com/office/drawing/2014/main" id="{EED1D8FF-12A2-A3B8-C506-C1918F449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272685" y="7516838"/>
            <a:ext cx="1529422" cy="1529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Instagram - Wikipedia, la enciclopedia libre">
            <a:extLst>
              <a:ext uri="{FF2B5EF4-FFF2-40B4-BE49-F238E27FC236}">
                <a16:creationId xmlns:a16="http://schemas.microsoft.com/office/drawing/2014/main" id="{8FFC015D-E689-F895-BDBC-74195D7DB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997966" y="7473613"/>
            <a:ext cx="1529422" cy="1529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Bluesky - Wikipedia">
            <a:extLst>
              <a:ext uri="{FF2B5EF4-FFF2-40B4-BE49-F238E27FC236}">
                <a16:creationId xmlns:a16="http://schemas.microsoft.com/office/drawing/2014/main" id="{54312A1E-1CF7-C6AE-3B6B-E579110B4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0459510" y="7503628"/>
            <a:ext cx="1731575" cy="1529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>
            <a:extLst>
              <a:ext uri="{FF2B5EF4-FFF2-40B4-BE49-F238E27FC236}">
                <a16:creationId xmlns:a16="http://schemas.microsoft.com/office/drawing/2014/main" id="{F17E7096-84C0-6CB0-C323-6A4AF89B5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5288002" y="7488127"/>
            <a:ext cx="1529422" cy="1529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39678C3-615C-B082-E60D-8D81BD73CB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362" y="210071"/>
            <a:ext cx="589709" cy="5897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6F04E66-020E-BDC7-46FF-B661C2ED5A0D}"/>
              </a:ext>
            </a:extLst>
          </p:cNvPr>
          <p:cNvSpPr txBox="1"/>
          <p:nvPr/>
        </p:nvSpPr>
        <p:spPr>
          <a:xfrm>
            <a:off x="741071" y="293699"/>
            <a:ext cx="14706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2000" u="sng" noProof="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E8646AC-72C0-3BB5-894D-AF9271AB0DDE}"/>
              </a:ext>
            </a:extLst>
          </p:cNvPr>
          <p:cNvSpPr/>
          <p:nvPr/>
        </p:nvSpPr>
        <p:spPr>
          <a:xfrm rot="10800000">
            <a:off x="0" y="6948487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4C81FD3-C2A5-6D74-DF19-9A0BABA0A8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51308" y="142728"/>
            <a:ext cx="3440894" cy="55108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1EA0AF5-5A92-4172-7898-858041A072E7}"/>
              </a:ext>
            </a:extLst>
          </p:cNvPr>
          <p:cNvSpPr txBox="1"/>
          <p:nvPr/>
        </p:nvSpPr>
        <p:spPr>
          <a:xfrm>
            <a:off x="1462413" y="1449098"/>
            <a:ext cx="9180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noProof="0" dirty="0"/>
              <a:t>El enfoque de UniPost se encuentra en crear un servicio que permita unificar y optimizar el uso de redes sociales con fines de marketing, facilitando el flujo de trabajo de quienes trabajan en redes sociales y otorgarles un entendimiento de como llevan sus redes bajo un punto de vista estadístico.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2B45A9-EC91-F107-D411-63FB9AB3BBD3}"/>
              </a:ext>
            </a:extLst>
          </p:cNvPr>
          <p:cNvSpPr txBox="1"/>
          <p:nvPr/>
        </p:nvSpPr>
        <p:spPr>
          <a:xfrm>
            <a:off x="272684" y="3208729"/>
            <a:ext cx="5015317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b="1" noProof="0" dirty="0"/>
              <a:t>Publicaciones</a:t>
            </a:r>
            <a:endParaRPr lang="es-CL" sz="2400" b="1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/>
              <a:t>Creación de publicaciones en un solo lugar (5 redes, un solo lugar).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/>
              <a:t>Agendamiento de contenido.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/>
              <a:t>Optimización general del flujo de trabajo.</a:t>
            </a:r>
            <a:endParaRPr lang="es-CL" sz="2400" noProof="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42CDEC-C422-9ED3-05A1-8CA3E236622B}"/>
              </a:ext>
            </a:extLst>
          </p:cNvPr>
          <p:cNvSpPr txBox="1"/>
          <p:nvPr/>
        </p:nvSpPr>
        <p:spPr>
          <a:xfrm>
            <a:off x="6676610" y="3208728"/>
            <a:ext cx="5015317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b="1" noProof="0" dirty="0"/>
              <a:t>Analíticas</a:t>
            </a:r>
            <a:endParaRPr lang="es-CL" sz="2400" b="1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/>
              <a:t>Obtención de métricas de contenido publicado a través de la plataforma.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noProof="0" dirty="0"/>
              <a:t>Inspección de desempeño para gerentes de marketing.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4D7BD70-90D4-C789-42EA-D38A374CB0D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9900000">
            <a:off x="13127707" y="2027423"/>
            <a:ext cx="1841567" cy="188447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3E8E08E-7A21-C62F-9522-23219B96612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9900000">
            <a:off x="14902936" y="3200284"/>
            <a:ext cx="1767892" cy="180908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D939665-7E25-80D7-7884-C375D7B2443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9900000">
            <a:off x="13127707" y="4704891"/>
            <a:ext cx="1841567" cy="188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3111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A5625EFD-F0FE-58E4-C8C6-1E86746B671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2714171" y="-18880"/>
            <a:ext cx="6745139" cy="687688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3D9F558-85A1-A8C9-A0CA-7450DB340545}"/>
              </a:ext>
            </a:extLst>
          </p:cNvPr>
          <p:cNvSpPr txBox="1">
            <a:spLocks/>
          </p:cNvSpPr>
          <p:nvPr/>
        </p:nvSpPr>
        <p:spPr>
          <a:xfrm>
            <a:off x="771981" y="575809"/>
            <a:ext cx="10640754" cy="7758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sz="3600" noProof="0" dirty="0">
                <a:latin typeface="Calibri" panose="020F0502020204030204" pitchFamily="34" charset="0"/>
                <a:cs typeface="Calibri" panose="020F0502020204030204" pitchFamily="34" charset="0"/>
              </a:rPr>
              <a:t>Alcances y Limitaciones del Proyecto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A61E6AE-53E2-8834-43C6-31AA73E96E1B}"/>
              </a:ext>
            </a:extLst>
          </p:cNvPr>
          <p:cNvSpPr/>
          <p:nvPr/>
        </p:nvSpPr>
        <p:spPr>
          <a:xfrm>
            <a:off x="-90063" y="-74295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0D41625-51E7-A09C-A174-B3EB3A962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62" y="210071"/>
            <a:ext cx="589709" cy="5897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C517EE5-96D1-2C56-F27B-834288F8AA60}"/>
              </a:ext>
            </a:extLst>
          </p:cNvPr>
          <p:cNvSpPr txBox="1"/>
          <p:nvPr/>
        </p:nvSpPr>
        <p:spPr>
          <a:xfrm>
            <a:off x="741071" y="293699"/>
            <a:ext cx="14706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2000" u="sng" noProof="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1EAB2EF-AE82-2923-4AB6-E6DEEF10D8EC}"/>
              </a:ext>
            </a:extLst>
          </p:cNvPr>
          <p:cNvSpPr/>
          <p:nvPr/>
        </p:nvSpPr>
        <p:spPr>
          <a:xfrm rot="10800000">
            <a:off x="0" y="6948487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6CF77C-6B09-597A-B16B-F65E813247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1308" y="142728"/>
            <a:ext cx="3440894" cy="55108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381FFE5-DC9C-51A7-A370-F3DCB750F6D5}"/>
              </a:ext>
            </a:extLst>
          </p:cNvPr>
          <p:cNvSpPr txBox="1"/>
          <p:nvPr/>
        </p:nvSpPr>
        <p:spPr>
          <a:xfrm>
            <a:off x="1462413" y="1449098"/>
            <a:ext cx="918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noProof="0" dirty="0"/>
              <a:t>El proyecto UniPost </a:t>
            </a:r>
            <a:r>
              <a:rPr lang="es-CL" sz="2000" b="1" u="sng" noProof="0" dirty="0"/>
              <a:t>busca brindar</a:t>
            </a:r>
            <a:r>
              <a:rPr lang="es-CL" sz="2000" noProof="0" dirty="0"/>
              <a:t> las siguientes herramientas y componentes: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A20F15-5B77-957E-4E2E-24EEEA1A0286}"/>
              </a:ext>
            </a:extLst>
          </p:cNvPr>
          <p:cNvSpPr txBox="1"/>
          <p:nvPr/>
        </p:nvSpPr>
        <p:spPr>
          <a:xfrm>
            <a:off x="244819" y="2286390"/>
            <a:ext cx="772528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b="1" dirty="0"/>
              <a:t>Creación, distinción, agendamiento y publicación</a:t>
            </a:r>
            <a:r>
              <a:rPr lang="es-CL" sz="2400" dirty="0"/>
              <a:t> de contenido a través de “</a:t>
            </a:r>
            <a:r>
              <a:rPr lang="es-CL" sz="2400" dirty="0" err="1"/>
              <a:t>crossposting</a:t>
            </a:r>
            <a:r>
              <a:rPr lang="es-CL" sz="2400" dirty="0"/>
              <a:t>” a lo largo de 5 redes sociales.</a:t>
            </a:r>
          </a:p>
          <a:p>
            <a:endParaRPr lang="es-C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b="1" dirty="0" err="1"/>
              <a:t>Dashboard</a:t>
            </a:r>
            <a:r>
              <a:rPr lang="es-CL" sz="2400" b="1" dirty="0"/>
              <a:t> de Métricas </a:t>
            </a:r>
            <a:r>
              <a:rPr lang="es-CL" sz="2400" dirty="0"/>
              <a:t>para cada publicación realizada en la plataforma, contemplando </a:t>
            </a:r>
            <a:r>
              <a:rPr lang="es-CL" sz="2400" dirty="0" err="1"/>
              <a:t>likes</a:t>
            </a:r>
            <a:r>
              <a:rPr lang="es-CL" sz="2400" dirty="0"/>
              <a:t>, compartidos y comentarios.</a:t>
            </a:r>
          </a:p>
          <a:p>
            <a:endParaRPr lang="es-C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b="1" noProof="0" dirty="0"/>
              <a:t>Vista y Gestión para Organizaciones</a:t>
            </a:r>
            <a:r>
              <a:rPr lang="es-CL" sz="2400" dirty="0"/>
              <a:t> que permita a gerentes estudiar el desempeño del staff de </a:t>
            </a:r>
            <a:r>
              <a:rPr lang="es-CL" sz="2400" dirty="0" err="1"/>
              <a:t>Community</a:t>
            </a:r>
            <a:r>
              <a:rPr lang="es-CL" sz="2400" dirty="0"/>
              <a:t> Management y Marketing</a:t>
            </a:r>
            <a:endParaRPr lang="es-CL" sz="2400" noProof="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78B2D2B-5C8D-CB01-9197-6FE901EB6F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9246" y="2027423"/>
            <a:ext cx="1841567" cy="188447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737DEE5-8DCD-ACBD-2CD2-00BBC75B59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4475" y="3200284"/>
            <a:ext cx="1767892" cy="180908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D5E243E-102C-432A-40E0-94B690537C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9246" y="4704891"/>
            <a:ext cx="1841567" cy="188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4735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B2006-EF09-0FB9-4205-7D3340EA4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5ED25831-25B3-C636-2A71-4AC674A612E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2714171" y="-18880"/>
            <a:ext cx="6745139" cy="687688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8E1CA94-0755-3C5E-9B01-062AB00C2ECE}"/>
              </a:ext>
            </a:extLst>
          </p:cNvPr>
          <p:cNvSpPr txBox="1">
            <a:spLocks/>
          </p:cNvSpPr>
          <p:nvPr/>
        </p:nvSpPr>
        <p:spPr>
          <a:xfrm>
            <a:off x="771981" y="575809"/>
            <a:ext cx="10640754" cy="7758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sz="3600" noProof="0" dirty="0">
                <a:latin typeface="Calibri" panose="020F0502020204030204" pitchFamily="34" charset="0"/>
                <a:cs typeface="Calibri" panose="020F0502020204030204" pitchFamily="34" charset="0"/>
              </a:rPr>
              <a:t>Alcances y Limitaciones del Proyecto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5AA45B4-1C33-6C33-66CD-E932A1F6A5CA}"/>
              </a:ext>
            </a:extLst>
          </p:cNvPr>
          <p:cNvSpPr/>
          <p:nvPr/>
        </p:nvSpPr>
        <p:spPr>
          <a:xfrm>
            <a:off x="-90063" y="-74295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EC58F85-3689-33D1-C309-F6F6EA273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62" y="210071"/>
            <a:ext cx="589709" cy="5897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B924530-335F-497C-0FCB-AC92FFF47B68}"/>
              </a:ext>
            </a:extLst>
          </p:cNvPr>
          <p:cNvSpPr txBox="1"/>
          <p:nvPr/>
        </p:nvSpPr>
        <p:spPr>
          <a:xfrm>
            <a:off x="741071" y="293699"/>
            <a:ext cx="14706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2000" u="sng" noProof="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754D8C9-7B4B-FFAA-EE4A-7328F1412802}"/>
              </a:ext>
            </a:extLst>
          </p:cNvPr>
          <p:cNvSpPr/>
          <p:nvPr/>
        </p:nvSpPr>
        <p:spPr>
          <a:xfrm rot="10800000">
            <a:off x="0" y="6948487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DB90636-BCF6-B695-1A67-9EEB72888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1308" y="142728"/>
            <a:ext cx="3440894" cy="55108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E517A61-BD3A-12B4-C6E1-CE88F17C30F7}"/>
              </a:ext>
            </a:extLst>
          </p:cNvPr>
          <p:cNvSpPr txBox="1"/>
          <p:nvPr/>
        </p:nvSpPr>
        <p:spPr>
          <a:xfrm>
            <a:off x="1462413" y="1449098"/>
            <a:ext cx="9336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noProof="0" dirty="0"/>
              <a:t>El proyecto UniPost </a:t>
            </a:r>
            <a:r>
              <a:rPr lang="es-CL" sz="2000" b="1" u="sng" noProof="0" dirty="0"/>
              <a:t>NO</a:t>
            </a:r>
            <a:r>
              <a:rPr lang="es-CL" sz="2000" noProof="0" dirty="0"/>
              <a:t> </a:t>
            </a:r>
            <a:r>
              <a:rPr lang="es-CL" sz="2000" b="1" u="sng" noProof="0" dirty="0"/>
              <a:t>poseerá</a:t>
            </a:r>
            <a:r>
              <a:rPr lang="es-CL" sz="2000" noProof="0" dirty="0"/>
              <a:t> las siguientes características: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3ADFF9-1F06-F806-A628-BDD71555DF1C}"/>
              </a:ext>
            </a:extLst>
          </p:cNvPr>
          <p:cNvSpPr txBox="1"/>
          <p:nvPr/>
        </p:nvSpPr>
        <p:spPr>
          <a:xfrm>
            <a:off x="815453" y="2513210"/>
            <a:ext cx="1055381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b="1" noProof="0" dirty="0"/>
              <a:t>Herramientas de generación de contenido</a:t>
            </a:r>
            <a:r>
              <a:rPr lang="es-CL" sz="2400" dirty="0"/>
              <a:t>, referentes a editores de imágenes, generación con IA.</a:t>
            </a:r>
          </a:p>
          <a:p>
            <a:endParaRPr lang="es-C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b="1" dirty="0"/>
              <a:t>Métricas de Publicaciones existentes </a:t>
            </a:r>
            <a:r>
              <a:rPr lang="es-CL" sz="2400" dirty="0"/>
              <a:t>que se hayan publicado fuera de la plataforma.</a:t>
            </a:r>
          </a:p>
          <a:p>
            <a:endParaRPr lang="es-C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b="1" dirty="0"/>
              <a:t>Servicios de Publicidad y Gestión de Redes </a:t>
            </a:r>
            <a:r>
              <a:rPr lang="es-CL" sz="2400" dirty="0"/>
              <a:t>pues la plataforma busca ser una herramienta, no un reemplazo laboral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47FEFA1-E557-F704-651D-012B68E139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9900000">
            <a:off x="13127707" y="2027423"/>
            <a:ext cx="1841567" cy="18844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0038F6-F942-A746-311F-9C5F8D1AD5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9900000">
            <a:off x="14902936" y="3200284"/>
            <a:ext cx="1767892" cy="180908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6CF7FC0-54DF-64C8-6E36-0FEEA46F23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9900000">
            <a:off x="13127707" y="4704891"/>
            <a:ext cx="1841567" cy="188447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7CE7D0A-8876-1A36-7515-CB10F8C67C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616247">
            <a:off x="2978108" y="10230977"/>
            <a:ext cx="2769154" cy="28304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25136DD-F53A-F16F-8FE4-61579DF8FA4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616247">
            <a:off x="5851387" y="7792736"/>
            <a:ext cx="3345519" cy="343193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7AC2B25-1376-A4C9-5E1F-4EC84805C9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0616247">
            <a:off x="7331066" y="11485619"/>
            <a:ext cx="1903080" cy="194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9799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55228-3B30-B8C6-7288-363B18F0B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7FBA87FE-19C1-9512-CDA7-995EF82C317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2714171" y="-18880"/>
            <a:ext cx="6745139" cy="6876880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3532C69-5DFE-6588-E6E5-C59EE648F4D6}"/>
              </a:ext>
            </a:extLst>
          </p:cNvPr>
          <p:cNvSpPr/>
          <p:nvPr/>
        </p:nvSpPr>
        <p:spPr>
          <a:xfrm>
            <a:off x="-99588" y="-69112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8369ABD-58CA-F997-366B-E0D4A779638C}"/>
              </a:ext>
            </a:extLst>
          </p:cNvPr>
          <p:cNvSpPr/>
          <p:nvPr/>
        </p:nvSpPr>
        <p:spPr>
          <a:xfrm rot="10800000">
            <a:off x="0" y="7005311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8224AC-61AA-2C0F-8C23-9C579E2FA3F2}"/>
              </a:ext>
            </a:extLst>
          </p:cNvPr>
          <p:cNvSpPr txBox="1">
            <a:spLocks/>
          </p:cNvSpPr>
          <p:nvPr/>
        </p:nvSpPr>
        <p:spPr>
          <a:xfrm>
            <a:off x="775623" y="750232"/>
            <a:ext cx="10640754" cy="7758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4800" noProof="0" dirty="0">
                <a:latin typeface="Calibri" panose="020F0502020204030204" pitchFamily="34" charset="0"/>
                <a:cs typeface="Calibri" panose="020F0502020204030204" pitchFamily="34" charset="0"/>
              </a:rPr>
              <a:t>Usuarios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D630B2-6757-CAE2-DDC5-89AD1F999368}"/>
              </a:ext>
            </a:extLst>
          </p:cNvPr>
          <p:cNvSpPr txBox="1"/>
          <p:nvPr/>
        </p:nvSpPr>
        <p:spPr>
          <a:xfrm>
            <a:off x="570313" y="2648993"/>
            <a:ext cx="45803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800" noProof="0" dirty="0"/>
              <a:t>Creadores de Contenido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800" noProof="0" dirty="0"/>
              <a:t>Ilustradores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800" noProof="0" dirty="0" err="1"/>
              <a:t>Community</a:t>
            </a:r>
            <a:r>
              <a:rPr lang="es-CL" sz="2800" noProof="0" dirty="0"/>
              <a:t> Managers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800" noProof="0" dirty="0"/>
              <a:t>Emprendimientos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28F7FA-DA29-26EB-68B0-15AE06358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051" y="3366364"/>
            <a:ext cx="2769154" cy="28304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537EE60-5712-16F3-68D5-4D2479421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3330" y="928123"/>
            <a:ext cx="3345519" cy="343193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CCF5810-02F2-8181-E688-B7E1A5337D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215" y="4708321"/>
            <a:ext cx="1903080" cy="194872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4D71250-C32C-32F8-68E1-61E975F95A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362" y="210071"/>
            <a:ext cx="589709" cy="5897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1CEA762-3C5A-380D-F417-F9CC4BF8B528}"/>
              </a:ext>
            </a:extLst>
          </p:cNvPr>
          <p:cNvSpPr txBox="1"/>
          <p:nvPr/>
        </p:nvSpPr>
        <p:spPr>
          <a:xfrm>
            <a:off x="741071" y="293699"/>
            <a:ext cx="14706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2000" u="sng" noProof="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0CB1BB7-C2F0-585D-7AA8-F51BA7943C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1308" y="142728"/>
            <a:ext cx="3440894" cy="551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826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59DC0-3054-C0F9-6D9B-97EC479A5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73E6A2F9-71A5-BA87-E2FB-A2E3CD78153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2714171" y="-18880"/>
            <a:ext cx="6745139" cy="687688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1F223C0-9CF5-9651-C8CF-DE9EC949B073}"/>
              </a:ext>
            </a:extLst>
          </p:cNvPr>
          <p:cNvSpPr txBox="1">
            <a:spLocks/>
          </p:cNvSpPr>
          <p:nvPr/>
        </p:nvSpPr>
        <p:spPr>
          <a:xfrm>
            <a:off x="771981" y="575809"/>
            <a:ext cx="10640754" cy="7758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sz="36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Metodolo</a:t>
            </a:r>
            <a:r>
              <a:rPr lang="es-CL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gía</a:t>
            </a:r>
            <a:r>
              <a:rPr lang="es-CL" sz="3600" dirty="0">
                <a:latin typeface="Calibri" panose="020F0502020204030204" pitchFamily="34" charset="0"/>
                <a:cs typeface="Calibri" panose="020F0502020204030204" pitchFamily="34" charset="0"/>
              </a:rPr>
              <a:t> de Trabajo</a:t>
            </a:r>
            <a:endParaRPr lang="es-CL" sz="36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B3D6D02-E7C5-CF97-9F0E-680EC760B478}"/>
              </a:ext>
            </a:extLst>
          </p:cNvPr>
          <p:cNvSpPr/>
          <p:nvPr/>
        </p:nvSpPr>
        <p:spPr>
          <a:xfrm>
            <a:off x="-90063" y="-74295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166ADCA-8764-6F9D-CA70-73244303F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62" y="210071"/>
            <a:ext cx="589709" cy="5897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BF1C87A-04A8-5FB2-75D1-C39E02E8E0F9}"/>
              </a:ext>
            </a:extLst>
          </p:cNvPr>
          <p:cNvSpPr txBox="1"/>
          <p:nvPr/>
        </p:nvSpPr>
        <p:spPr>
          <a:xfrm>
            <a:off x="741071" y="293699"/>
            <a:ext cx="14706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2000" u="sng" noProof="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B9DFDEE-59B5-4BC4-9407-933851129172}"/>
              </a:ext>
            </a:extLst>
          </p:cNvPr>
          <p:cNvSpPr/>
          <p:nvPr/>
        </p:nvSpPr>
        <p:spPr>
          <a:xfrm rot="10800000">
            <a:off x="0" y="6948487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BABA073-2E40-45E9-576C-84EFC6CAE1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1308" y="142728"/>
            <a:ext cx="3440894" cy="55108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4A138D4-B1AA-EB79-5883-4A725CC34468}"/>
              </a:ext>
            </a:extLst>
          </p:cNvPr>
          <p:cNvSpPr txBox="1"/>
          <p:nvPr/>
        </p:nvSpPr>
        <p:spPr>
          <a:xfrm>
            <a:off x="1462413" y="1449098"/>
            <a:ext cx="9336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noProof="0" dirty="0"/>
              <a:t>El proyecto UniPost fue desarrollado a través de la </a:t>
            </a:r>
            <a:r>
              <a:rPr lang="es-CL" sz="2000" b="1" noProof="0" dirty="0"/>
              <a:t>metodología ágil</a:t>
            </a:r>
            <a:r>
              <a:rPr lang="es-CL" sz="2000" noProof="0" dirty="0"/>
              <a:t>, creando </a:t>
            </a:r>
            <a:r>
              <a:rPr lang="es-CL" sz="2000" noProof="0" dirty="0" err="1"/>
              <a:t>sprints</a:t>
            </a:r>
            <a:r>
              <a:rPr lang="es-CL" sz="2000" noProof="0" dirty="0"/>
              <a:t> que plantean objetivos y entregables por realizar.</a:t>
            </a:r>
          </a:p>
        </p:txBody>
      </p:sp>
      <p:sp>
        <p:nvSpPr>
          <p:cNvPr id="4" name="Flowchart: Data 3">
            <a:extLst>
              <a:ext uri="{FF2B5EF4-FFF2-40B4-BE49-F238E27FC236}">
                <a16:creationId xmlns:a16="http://schemas.microsoft.com/office/drawing/2014/main" id="{50BEDF52-FB13-C32E-73AB-E274903B54A1}"/>
              </a:ext>
            </a:extLst>
          </p:cNvPr>
          <p:cNvSpPr/>
          <p:nvPr/>
        </p:nvSpPr>
        <p:spPr>
          <a:xfrm>
            <a:off x="-634661" y="2854867"/>
            <a:ext cx="4866067" cy="2551937"/>
          </a:xfrm>
          <a:prstGeom prst="flowChartInputOutpu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b="1" dirty="0">
                <a:solidFill>
                  <a:schemeClr val="tx1"/>
                </a:solidFill>
              </a:rPr>
              <a:t>Sprint 1</a:t>
            </a:r>
            <a:r>
              <a:rPr lang="es-MX" dirty="0">
                <a:solidFill>
                  <a:schemeClr val="tx1"/>
                </a:solidFill>
              </a:rPr>
              <a:t> – 25 de Octubre</a:t>
            </a:r>
          </a:p>
          <a:p>
            <a:endParaRPr lang="es-MX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Diseño inicial de página de inicio.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Implementación básica de </a:t>
            </a:r>
            <a:r>
              <a:rPr lang="es-MX" dirty="0" err="1">
                <a:solidFill>
                  <a:schemeClr val="tx1"/>
                </a:solidFill>
              </a:rPr>
              <a:t>Composer</a:t>
            </a:r>
            <a:endParaRPr lang="es-MX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Implementación inicial de base de datos (Supabase)</a:t>
            </a:r>
          </a:p>
        </p:txBody>
      </p:sp>
      <p:sp>
        <p:nvSpPr>
          <p:cNvPr id="5" name="Flowchart: Data 4">
            <a:extLst>
              <a:ext uri="{FF2B5EF4-FFF2-40B4-BE49-F238E27FC236}">
                <a16:creationId xmlns:a16="http://schemas.microsoft.com/office/drawing/2014/main" id="{32979462-EF6E-D47D-6A75-944641B86C44}"/>
              </a:ext>
            </a:extLst>
          </p:cNvPr>
          <p:cNvSpPr/>
          <p:nvPr/>
        </p:nvSpPr>
        <p:spPr>
          <a:xfrm>
            <a:off x="3604797" y="2856965"/>
            <a:ext cx="4963886" cy="2551937"/>
          </a:xfrm>
          <a:prstGeom prst="flowChartInputOutpu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b="1" dirty="0">
                <a:solidFill>
                  <a:schemeClr val="tx1"/>
                </a:solidFill>
              </a:rPr>
              <a:t>Sprint 2</a:t>
            </a:r>
            <a:r>
              <a:rPr lang="es-MX" dirty="0">
                <a:solidFill>
                  <a:schemeClr val="tx1"/>
                </a:solidFill>
              </a:rPr>
              <a:t> – 11 de Noviembre</a:t>
            </a:r>
          </a:p>
          <a:p>
            <a:endParaRPr lang="es-MX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Expansión de </a:t>
            </a:r>
            <a:r>
              <a:rPr lang="es-MX" dirty="0" err="1">
                <a:solidFill>
                  <a:schemeClr val="tx1"/>
                </a:solidFill>
              </a:rPr>
              <a:t>Composer</a:t>
            </a:r>
            <a:r>
              <a:rPr lang="es-MX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Almacenamiento de Publicaciones.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Integración de Bluesky (Enlazado, Métricas y Publicación)</a:t>
            </a:r>
          </a:p>
        </p:txBody>
      </p:sp>
      <p:sp>
        <p:nvSpPr>
          <p:cNvPr id="11" name="Flowchart: Data 10">
            <a:extLst>
              <a:ext uri="{FF2B5EF4-FFF2-40B4-BE49-F238E27FC236}">
                <a16:creationId xmlns:a16="http://schemas.microsoft.com/office/drawing/2014/main" id="{12B1B104-C90F-7EC7-032C-1AEAD3069DB4}"/>
              </a:ext>
            </a:extLst>
          </p:cNvPr>
          <p:cNvSpPr/>
          <p:nvPr/>
        </p:nvSpPr>
        <p:spPr>
          <a:xfrm>
            <a:off x="7960596" y="2854867"/>
            <a:ext cx="4963886" cy="2551937"/>
          </a:xfrm>
          <a:prstGeom prst="flowChartInputOutpu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b="1" dirty="0">
                <a:solidFill>
                  <a:schemeClr val="tx1"/>
                </a:solidFill>
              </a:rPr>
              <a:t>Sprint 3 </a:t>
            </a:r>
            <a:r>
              <a:rPr lang="es-MX" dirty="0">
                <a:solidFill>
                  <a:schemeClr val="tx1"/>
                </a:solidFill>
              </a:rPr>
              <a:t>– 18 de Noviembre</a:t>
            </a:r>
          </a:p>
          <a:p>
            <a:endParaRPr lang="es-MX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err="1">
                <a:solidFill>
                  <a:schemeClr val="tx1"/>
                </a:solidFill>
              </a:rPr>
              <a:t>Feed</a:t>
            </a:r>
            <a:r>
              <a:rPr lang="es-MX" dirty="0">
                <a:solidFill>
                  <a:schemeClr val="tx1"/>
                </a:solidFill>
              </a:rPr>
              <a:t> de Publicaciones en inicio.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Integración de Instagram (Enlazado, Métricas y Publicación)</a:t>
            </a:r>
          </a:p>
        </p:txBody>
      </p:sp>
      <p:sp>
        <p:nvSpPr>
          <p:cNvPr id="12" name="Flowchart: Data 11">
            <a:extLst>
              <a:ext uri="{FF2B5EF4-FFF2-40B4-BE49-F238E27FC236}">
                <a16:creationId xmlns:a16="http://schemas.microsoft.com/office/drawing/2014/main" id="{902EF006-B0F1-01F5-83F9-E928CF93E077}"/>
              </a:ext>
            </a:extLst>
          </p:cNvPr>
          <p:cNvSpPr/>
          <p:nvPr/>
        </p:nvSpPr>
        <p:spPr>
          <a:xfrm>
            <a:off x="-1330270" y="7150456"/>
            <a:ext cx="8125919" cy="2551937"/>
          </a:xfrm>
          <a:prstGeom prst="flowChartInputOutpu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b="1" dirty="0">
                <a:solidFill>
                  <a:schemeClr val="tx1"/>
                </a:solidFill>
              </a:rPr>
              <a:t>Sprint 4</a:t>
            </a:r>
            <a:r>
              <a:rPr lang="es-MX" dirty="0">
                <a:solidFill>
                  <a:schemeClr val="tx1"/>
                </a:solidFill>
              </a:rPr>
              <a:t> – 27 de Noviembre</a:t>
            </a:r>
          </a:p>
          <a:p>
            <a:endParaRPr lang="es-MX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Implementación de Verificación de Correo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Expansión de Métricas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Integración de </a:t>
            </a:r>
            <a:r>
              <a:rPr lang="es-MX" dirty="0" err="1">
                <a:solidFill>
                  <a:schemeClr val="tx1"/>
                </a:solidFill>
              </a:rPr>
              <a:t>CronJobs</a:t>
            </a:r>
            <a:r>
              <a:rPr lang="es-MX" dirty="0">
                <a:solidFill>
                  <a:schemeClr val="tx1"/>
                </a:solidFill>
              </a:rPr>
              <a:t> para </a:t>
            </a:r>
            <a:r>
              <a:rPr lang="es-MX" dirty="0" err="1">
                <a:solidFill>
                  <a:schemeClr val="tx1"/>
                </a:solidFill>
              </a:rPr>
              <a:t>Scheduler</a:t>
            </a:r>
            <a:endParaRPr lang="es-MX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Mejora de </a:t>
            </a:r>
            <a:r>
              <a:rPr lang="es-MX" dirty="0" err="1">
                <a:solidFill>
                  <a:schemeClr val="tx1"/>
                </a:solidFill>
              </a:rPr>
              <a:t>Composer</a:t>
            </a:r>
            <a:endParaRPr lang="es-MX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Integración de Facebook (Enlazado, Métricas y Publicación)</a:t>
            </a:r>
          </a:p>
        </p:txBody>
      </p:sp>
      <p:sp>
        <p:nvSpPr>
          <p:cNvPr id="13" name="Flowchart: Data 12">
            <a:extLst>
              <a:ext uri="{FF2B5EF4-FFF2-40B4-BE49-F238E27FC236}">
                <a16:creationId xmlns:a16="http://schemas.microsoft.com/office/drawing/2014/main" id="{A5D39832-7D0B-C9D5-4682-4BEFACF71E41}"/>
              </a:ext>
            </a:extLst>
          </p:cNvPr>
          <p:cNvSpPr/>
          <p:nvPr/>
        </p:nvSpPr>
        <p:spPr>
          <a:xfrm>
            <a:off x="5221884" y="7140110"/>
            <a:ext cx="8125919" cy="2551937"/>
          </a:xfrm>
          <a:prstGeom prst="flowChartInputOutpu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b="1" dirty="0">
                <a:solidFill>
                  <a:schemeClr val="tx1"/>
                </a:solidFill>
              </a:rPr>
              <a:t>Sprint 5</a:t>
            </a:r>
            <a:r>
              <a:rPr lang="es-MX" dirty="0">
                <a:solidFill>
                  <a:schemeClr val="tx1"/>
                </a:solidFill>
              </a:rPr>
              <a:t> – 2 de Diciembre</a:t>
            </a:r>
          </a:p>
          <a:p>
            <a:endParaRPr lang="es-MX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Integración de TikTok y X (Enlazado, Métricas y Publicación).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Implementación de sistema para “Organizaciones”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Personalización y Cambios a perfil (Foto, Nombre y Contraseña)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192771D-5A39-13AC-1A44-D65E8ABF6EBB}"/>
              </a:ext>
            </a:extLst>
          </p:cNvPr>
          <p:cNvSpPr txBox="1">
            <a:spLocks/>
          </p:cNvSpPr>
          <p:nvPr/>
        </p:nvSpPr>
        <p:spPr>
          <a:xfrm>
            <a:off x="822398" y="-816274"/>
            <a:ext cx="10640754" cy="7758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Sprints</a:t>
            </a:r>
            <a:endParaRPr lang="es-CL" sz="36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5866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06CCD-6F30-55B6-D43E-30D621383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B46183BF-DFD4-5071-C52A-9C00C84D0BE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2714171" y="-18880"/>
            <a:ext cx="6745139" cy="687688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B0ED239-F060-CA11-6D58-C9CFCE72033D}"/>
              </a:ext>
            </a:extLst>
          </p:cNvPr>
          <p:cNvSpPr txBox="1">
            <a:spLocks/>
          </p:cNvSpPr>
          <p:nvPr/>
        </p:nvSpPr>
        <p:spPr>
          <a:xfrm>
            <a:off x="741071" y="-849513"/>
            <a:ext cx="10640754" cy="7758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sz="36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Metodolo</a:t>
            </a:r>
            <a:r>
              <a:rPr lang="es-CL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gía</a:t>
            </a:r>
            <a:r>
              <a:rPr lang="es-CL" sz="3600" dirty="0">
                <a:latin typeface="Calibri" panose="020F0502020204030204" pitchFamily="34" charset="0"/>
                <a:cs typeface="Calibri" panose="020F0502020204030204" pitchFamily="34" charset="0"/>
              </a:rPr>
              <a:t> de Trabajo</a:t>
            </a:r>
            <a:endParaRPr lang="es-CL" sz="36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8149327-EDBC-0C67-ACDF-06A4CA6CB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1308" y="142728"/>
            <a:ext cx="3440894" cy="55108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0138BAF-5466-AF17-06A9-1C7C2EE1E170}"/>
              </a:ext>
            </a:extLst>
          </p:cNvPr>
          <p:cNvSpPr txBox="1"/>
          <p:nvPr/>
        </p:nvSpPr>
        <p:spPr>
          <a:xfrm>
            <a:off x="1427892" y="-1065909"/>
            <a:ext cx="9336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noProof="0" dirty="0"/>
              <a:t>El proyecto UniPost fue desarrollado a través de la </a:t>
            </a:r>
            <a:r>
              <a:rPr lang="es-CL" sz="2000" b="1" noProof="0" dirty="0"/>
              <a:t>metodología ágil</a:t>
            </a:r>
            <a:r>
              <a:rPr lang="es-CL" sz="2000" noProof="0" dirty="0"/>
              <a:t>, creando </a:t>
            </a:r>
            <a:r>
              <a:rPr lang="es-CL" sz="2000" noProof="0" dirty="0" err="1"/>
              <a:t>sprints</a:t>
            </a:r>
            <a:r>
              <a:rPr lang="es-CL" sz="2000" noProof="0" dirty="0"/>
              <a:t> que plantean objetivos y entregables por realizar.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5F4F4BE-31F2-4A3A-6B69-F88EB1C8AB62}"/>
              </a:ext>
            </a:extLst>
          </p:cNvPr>
          <p:cNvSpPr/>
          <p:nvPr/>
        </p:nvSpPr>
        <p:spPr>
          <a:xfrm>
            <a:off x="-99588" y="-1115374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CC4E9D-D6DD-2131-7D44-05F75BEB3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362" y="210071"/>
            <a:ext cx="589709" cy="5897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BD0EE27-0017-FC5E-E441-F1B125BE3989}"/>
              </a:ext>
            </a:extLst>
          </p:cNvPr>
          <p:cNvSpPr txBox="1"/>
          <p:nvPr/>
        </p:nvSpPr>
        <p:spPr>
          <a:xfrm>
            <a:off x="741071" y="293699"/>
            <a:ext cx="14706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2000" u="sng" noProof="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</a:p>
        </p:txBody>
      </p:sp>
      <p:sp>
        <p:nvSpPr>
          <p:cNvPr id="33" name="Flowchart: Data 32">
            <a:extLst>
              <a:ext uri="{FF2B5EF4-FFF2-40B4-BE49-F238E27FC236}">
                <a16:creationId xmlns:a16="http://schemas.microsoft.com/office/drawing/2014/main" id="{AFCF5D34-88A3-4EE9-86DB-FD9FA0A79F0D}"/>
              </a:ext>
            </a:extLst>
          </p:cNvPr>
          <p:cNvSpPr/>
          <p:nvPr/>
        </p:nvSpPr>
        <p:spPr>
          <a:xfrm>
            <a:off x="-625401" y="941749"/>
            <a:ext cx="4866067" cy="2551937"/>
          </a:xfrm>
          <a:prstGeom prst="flowChartInputOutpu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b="1" dirty="0">
                <a:solidFill>
                  <a:schemeClr val="tx1"/>
                </a:solidFill>
              </a:rPr>
              <a:t>Sprint 1</a:t>
            </a:r>
            <a:r>
              <a:rPr lang="es-MX" dirty="0">
                <a:solidFill>
                  <a:schemeClr val="tx1"/>
                </a:solidFill>
              </a:rPr>
              <a:t> – 25 de Octubre</a:t>
            </a:r>
          </a:p>
          <a:p>
            <a:endParaRPr lang="es-MX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Diseño inicial de página de inicio.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Implementación básica de </a:t>
            </a:r>
            <a:r>
              <a:rPr lang="es-MX" dirty="0" err="1">
                <a:solidFill>
                  <a:schemeClr val="tx1"/>
                </a:solidFill>
              </a:rPr>
              <a:t>Composer</a:t>
            </a:r>
            <a:endParaRPr lang="es-MX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Implementación inicial de base de datos (Supabase)</a:t>
            </a:r>
          </a:p>
        </p:txBody>
      </p:sp>
      <p:sp>
        <p:nvSpPr>
          <p:cNvPr id="34" name="Flowchart: Data 33">
            <a:extLst>
              <a:ext uri="{FF2B5EF4-FFF2-40B4-BE49-F238E27FC236}">
                <a16:creationId xmlns:a16="http://schemas.microsoft.com/office/drawing/2014/main" id="{5FD55F1A-1764-35C4-78FA-76932BF43BA0}"/>
              </a:ext>
            </a:extLst>
          </p:cNvPr>
          <p:cNvSpPr/>
          <p:nvPr/>
        </p:nvSpPr>
        <p:spPr>
          <a:xfrm>
            <a:off x="3614057" y="943847"/>
            <a:ext cx="4963886" cy="2551937"/>
          </a:xfrm>
          <a:prstGeom prst="flowChartInputOutpu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b="1" dirty="0">
                <a:solidFill>
                  <a:schemeClr val="tx1"/>
                </a:solidFill>
              </a:rPr>
              <a:t>Sprint 2</a:t>
            </a:r>
            <a:r>
              <a:rPr lang="es-MX" dirty="0">
                <a:solidFill>
                  <a:schemeClr val="tx1"/>
                </a:solidFill>
              </a:rPr>
              <a:t> – 11 de Noviembre</a:t>
            </a:r>
          </a:p>
          <a:p>
            <a:endParaRPr lang="es-MX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Expansión de </a:t>
            </a:r>
            <a:r>
              <a:rPr lang="es-MX" dirty="0" err="1">
                <a:solidFill>
                  <a:schemeClr val="tx1"/>
                </a:solidFill>
              </a:rPr>
              <a:t>Composer</a:t>
            </a:r>
            <a:r>
              <a:rPr lang="es-MX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Almacenamiento de Publicaciones.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Integración de Bluesky (Enlazado, Métricas y Publicación)</a:t>
            </a:r>
          </a:p>
        </p:txBody>
      </p:sp>
      <p:sp>
        <p:nvSpPr>
          <p:cNvPr id="35" name="Flowchart: Data 34">
            <a:extLst>
              <a:ext uri="{FF2B5EF4-FFF2-40B4-BE49-F238E27FC236}">
                <a16:creationId xmlns:a16="http://schemas.microsoft.com/office/drawing/2014/main" id="{FE947D4E-020A-8F29-8082-13D8B2CBA39F}"/>
              </a:ext>
            </a:extLst>
          </p:cNvPr>
          <p:cNvSpPr/>
          <p:nvPr/>
        </p:nvSpPr>
        <p:spPr>
          <a:xfrm>
            <a:off x="7969856" y="941749"/>
            <a:ext cx="4963886" cy="2551937"/>
          </a:xfrm>
          <a:prstGeom prst="flowChartInputOutpu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b="1" dirty="0">
                <a:solidFill>
                  <a:schemeClr val="tx1"/>
                </a:solidFill>
              </a:rPr>
              <a:t>Sprint 3 </a:t>
            </a:r>
            <a:r>
              <a:rPr lang="es-MX" dirty="0">
                <a:solidFill>
                  <a:schemeClr val="tx1"/>
                </a:solidFill>
              </a:rPr>
              <a:t>– 18 de Noviembre</a:t>
            </a:r>
          </a:p>
          <a:p>
            <a:endParaRPr lang="es-MX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err="1">
                <a:solidFill>
                  <a:schemeClr val="tx1"/>
                </a:solidFill>
              </a:rPr>
              <a:t>Feed</a:t>
            </a:r>
            <a:r>
              <a:rPr lang="es-MX" dirty="0">
                <a:solidFill>
                  <a:schemeClr val="tx1"/>
                </a:solidFill>
              </a:rPr>
              <a:t> de Publicaciones en inicio.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Integración de Instagram (Enlazado, Métricas y Publicación)</a:t>
            </a:r>
          </a:p>
        </p:txBody>
      </p:sp>
      <p:sp>
        <p:nvSpPr>
          <p:cNvPr id="36" name="Flowchart: Data 35">
            <a:extLst>
              <a:ext uri="{FF2B5EF4-FFF2-40B4-BE49-F238E27FC236}">
                <a16:creationId xmlns:a16="http://schemas.microsoft.com/office/drawing/2014/main" id="{D0DFEE06-3097-7381-F3B8-E870E610C603}"/>
              </a:ext>
            </a:extLst>
          </p:cNvPr>
          <p:cNvSpPr/>
          <p:nvPr/>
        </p:nvSpPr>
        <p:spPr>
          <a:xfrm>
            <a:off x="-1330270" y="3884601"/>
            <a:ext cx="8125919" cy="2551937"/>
          </a:xfrm>
          <a:prstGeom prst="flowChartInputOutpu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b="1" dirty="0">
                <a:solidFill>
                  <a:schemeClr val="tx1"/>
                </a:solidFill>
              </a:rPr>
              <a:t>Sprint 4</a:t>
            </a:r>
            <a:r>
              <a:rPr lang="es-MX" dirty="0">
                <a:solidFill>
                  <a:schemeClr val="tx1"/>
                </a:solidFill>
              </a:rPr>
              <a:t> – 27 de Noviembre</a:t>
            </a:r>
          </a:p>
          <a:p>
            <a:endParaRPr lang="es-MX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Implementación de Verificación de Correo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Expansión de Métricas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Integración de </a:t>
            </a:r>
            <a:r>
              <a:rPr lang="es-MX" dirty="0" err="1">
                <a:solidFill>
                  <a:schemeClr val="tx1"/>
                </a:solidFill>
              </a:rPr>
              <a:t>CronJobs</a:t>
            </a:r>
            <a:r>
              <a:rPr lang="es-MX" dirty="0">
                <a:solidFill>
                  <a:schemeClr val="tx1"/>
                </a:solidFill>
              </a:rPr>
              <a:t> para </a:t>
            </a:r>
            <a:r>
              <a:rPr lang="es-MX" dirty="0" err="1">
                <a:solidFill>
                  <a:schemeClr val="tx1"/>
                </a:solidFill>
              </a:rPr>
              <a:t>Scheduler</a:t>
            </a:r>
            <a:endParaRPr lang="es-MX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Mejora de </a:t>
            </a:r>
            <a:r>
              <a:rPr lang="es-MX" dirty="0" err="1">
                <a:solidFill>
                  <a:schemeClr val="tx1"/>
                </a:solidFill>
              </a:rPr>
              <a:t>Composer</a:t>
            </a:r>
            <a:endParaRPr lang="es-MX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Integración de Facebook (Enlazado, Métricas y Publicación)</a:t>
            </a:r>
          </a:p>
        </p:txBody>
      </p:sp>
      <p:sp>
        <p:nvSpPr>
          <p:cNvPr id="39" name="Flowchart: Data 38">
            <a:extLst>
              <a:ext uri="{FF2B5EF4-FFF2-40B4-BE49-F238E27FC236}">
                <a16:creationId xmlns:a16="http://schemas.microsoft.com/office/drawing/2014/main" id="{5C77980A-CE2D-7EF7-D6DD-5F35FE263AF8}"/>
              </a:ext>
            </a:extLst>
          </p:cNvPr>
          <p:cNvSpPr/>
          <p:nvPr/>
        </p:nvSpPr>
        <p:spPr>
          <a:xfrm>
            <a:off x="5231210" y="3891440"/>
            <a:ext cx="8125919" cy="2551937"/>
          </a:xfrm>
          <a:prstGeom prst="flowChartInputOutpu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b="1" dirty="0">
                <a:solidFill>
                  <a:schemeClr val="tx1"/>
                </a:solidFill>
              </a:rPr>
              <a:t>Sprint 5</a:t>
            </a:r>
            <a:r>
              <a:rPr lang="es-MX" dirty="0">
                <a:solidFill>
                  <a:schemeClr val="tx1"/>
                </a:solidFill>
              </a:rPr>
              <a:t> – 2 de Diciembre</a:t>
            </a:r>
          </a:p>
          <a:p>
            <a:endParaRPr lang="es-MX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Integración de TikTok y X (Enlazado, Métricas y Publicación).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Implementación de sistema para “Organizaciones”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Personalización y Cambios a perfil (Foto, Nombre y Contraseña)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2AB4C63A-8AB9-D04E-2907-6317AE1A2108}"/>
              </a:ext>
            </a:extLst>
          </p:cNvPr>
          <p:cNvSpPr txBox="1">
            <a:spLocks/>
          </p:cNvSpPr>
          <p:nvPr/>
        </p:nvSpPr>
        <p:spPr>
          <a:xfrm>
            <a:off x="775470" y="-63322"/>
            <a:ext cx="10640754" cy="7758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Sprints</a:t>
            </a:r>
            <a:endParaRPr lang="es-CL" sz="36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2129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92">
            <a:extLst>
              <a:ext uri="{FF2B5EF4-FFF2-40B4-BE49-F238E27FC236}">
                <a16:creationId xmlns:a16="http://schemas.microsoft.com/office/drawing/2014/main" id="{80AFB0FD-9A98-D8E0-91BE-1D46D5BAB30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2714171" y="-18880"/>
            <a:ext cx="6745139" cy="6876880"/>
          </a:xfrm>
          <a:prstGeom prst="rect">
            <a:avLst/>
          </a:prstGeom>
        </p:spPr>
      </p:pic>
      <p:sp>
        <p:nvSpPr>
          <p:cNvPr id="94" name="Title 1">
            <a:extLst>
              <a:ext uri="{FF2B5EF4-FFF2-40B4-BE49-F238E27FC236}">
                <a16:creationId xmlns:a16="http://schemas.microsoft.com/office/drawing/2014/main" id="{EA891D3A-AC27-C485-7B48-82788E5EA716}"/>
              </a:ext>
            </a:extLst>
          </p:cNvPr>
          <p:cNvSpPr txBox="1">
            <a:spLocks/>
          </p:cNvSpPr>
          <p:nvPr/>
        </p:nvSpPr>
        <p:spPr>
          <a:xfrm>
            <a:off x="771981" y="575809"/>
            <a:ext cx="10640754" cy="7758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sz="3600" noProof="0" dirty="0">
                <a:latin typeface="Calibri" panose="020F0502020204030204" pitchFamily="34" charset="0"/>
                <a:cs typeface="Calibri" panose="020F0502020204030204" pitchFamily="34" charset="0"/>
              </a:rPr>
              <a:t>Cronograma Final</a:t>
            </a:r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83C983AE-D9F5-0CAA-E992-AEC64A31E5F9}"/>
              </a:ext>
            </a:extLst>
          </p:cNvPr>
          <p:cNvSpPr/>
          <p:nvPr/>
        </p:nvSpPr>
        <p:spPr>
          <a:xfrm rot="10800000">
            <a:off x="0" y="6948487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3682DEBE-6BB0-6153-5FF5-19EE4648C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1308" y="142728"/>
            <a:ext cx="3440894" cy="551081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DFA31B33-E3F1-7942-6D88-E72D9157CD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362" y="210071"/>
            <a:ext cx="589709" cy="5897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367A5186-E533-CC25-C5BF-CD077AD60886}"/>
              </a:ext>
            </a:extLst>
          </p:cNvPr>
          <p:cNvSpPr txBox="1"/>
          <p:nvPr/>
        </p:nvSpPr>
        <p:spPr>
          <a:xfrm>
            <a:off x="741071" y="293699"/>
            <a:ext cx="14706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2000" u="sng" noProof="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B52479F5-1834-0382-48AD-559DD0174A99}"/>
              </a:ext>
            </a:extLst>
          </p:cNvPr>
          <p:cNvSpPr/>
          <p:nvPr/>
        </p:nvSpPr>
        <p:spPr>
          <a:xfrm>
            <a:off x="-99588" y="-1115374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113" name="Picture 1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B09058-8C8F-727F-A776-5FA6DD164C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5231"/>
            <a:ext cx="12192000" cy="50118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798051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EB80D-C2C2-CD33-2128-8AFBF2578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92">
            <a:extLst>
              <a:ext uri="{FF2B5EF4-FFF2-40B4-BE49-F238E27FC236}">
                <a16:creationId xmlns:a16="http://schemas.microsoft.com/office/drawing/2014/main" id="{478FFEF1-AD9C-252A-4BE8-55FF1665973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2714171" y="-18880"/>
            <a:ext cx="6745139" cy="6876880"/>
          </a:xfrm>
          <a:prstGeom prst="rect">
            <a:avLst/>
          </a:prstGeom>
        </p:spPr>
      </p:pic>
      <p:sp>
        <p:nvSpPr>
          <p:cNvPr id="94" name="Title 1">
            <a:extLst>
              <a:ext uri="{FF2B5EF4-FFF2-40B4-BE49-F238E27FC236}">
                <a16:creationId xmlns:a16="http://schemas.microsoft.com/office/drawing/2014/main" id="{A254CDB0-E5BC-E9B9-922A-6FC4287249AB}"/>
              </a:ext>
            </a:extLst>
          </p:cNvPr>
          <p:cNvSpPr txBox="1">
            <a:spLocks/>
          </p:cNvSpPr>
          <p:nvPr/>
        </p:nvSpPr>
        <p:spPr>
          <a:xfrm>
            <a:off x="766363" y="30345"/>
            <a:ext cx="10640754" cy="7758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sz="3600" noProof="0" dirty="0">
                <a:latin typeface="Calibri" panose="020F0502020204030204" pitchFamily="34" charset="0"/>
                <a:cs typeface="Calibri" panose="020F0502020204030204" pitchFamily="34" charset="0"/>
              </a:rPr>
              <a:t>Arquitectura</a:t>
            </a: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0F40BBBB-5642-D1F5-6309-2213F3B8D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1308" y="142728"/>
            <a:ext cx="3440894" cy="551081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0ADA802A-CEA4-E71B-A94A-62F80E9EF2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362" y="210071"/>
            <a:ext cx="589709" cy="5897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4137F330-1681-79A2-DA7C-8B5EDFADF61D}"/>
              </a:ext>
            </a:extLst>
          </p:cNvPr>
          <p:cNvSpPr txBox="1"/>
          <p:nvPr/>
        </p:nvSpPr>
        <p:spPr>
          <a:xfrm>
            <a:off x="741071" y="293699"/>
            <a:ext cx="14706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2000" u="sng" noProof="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</a:p>
        </p:txBody>
      </p:sp>
      <p:pic>
        <p:nvPicPr>
          <p:cNvPr id="134" name="Picture 133">
            <a:extLst>
              <a:ext uri="{FF2B5EF4-FFF2-40B4-BE49-F238E27FC236}">
                <a16:creationId xmlns:a16="http://schemas.microsoft.com/office/drawing/2014/main" id="{D7AF649D-6DEF-4D65-6C82-700D505727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362" y="1063134"/>
            <a:ext cx="3886200" cy="2671763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C0139DA6-3033-58D3-D7D2-F6DAD3E4F0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9132" y="1063134"/>
            <a:ext cx="3481388" cy="2671763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D54FEEA6-1395-6315-A855-B5C36C05DA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830" y="3894122"/>
            <a:ext cx="3243263" cy="2671763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2B2DE720-E99C-7387-514A-17F53E8659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2888" y="1665739"/>
            <a:ext cx="3866998" cy="4453597"/>
          </a:xfrm>
          <a:prstGeom prst="rect">
            <a:avLst/>
          </a:prstGeom>
        </p:spPr>
      </p:pic>
      <p:pic>
        <p:nvPicPr>
          <p:cNvPr id="141" name="Picture 14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B20E49-73E7-6764-5328-CF1B44EDE27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0230" y="3895708"/>
            <a:ext cx="2331539" cy="266859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752055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50DA6-1F87-6989-C487-AA18510D4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92">
            <a:extLst>
              <a:ext uri="{FF2B5EF4-FFF2-40B4-BE49-F238E27FC236}">
                <a16:creationId xmlns:a16="http://schemas.microsoft.com/office/drawing/2014/main" id="{6C94703D-8668-C1A5-B077-64FB31CD82C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2714171" y="-18880"/>
            <a:ext cx="6745139" cy="6876880"/>
          </a:xfrm>
          <a:prstGeom prst="rect">
            <a:avLst/>
          </a:prstGeom>
        </p:spPr>
      </p:pic>
      <p:sp>
        <p:nvSpPr>
          <p:cNvPr id="94" name="Title 1">
            <a:extLst>
              <a:ext uri="{FF2B5EF4-FFF2-40B4-BE49-F238E27FC236}">
                <a16:creationId xmlns:a16="http://schemas.microsoft.com/office/drawing/2014/main" id="{F6A69EEB-F848-419C-9F30-10345E5ACECA}"/>
              </a:ext>
            </a:extLst>
          </p:cNvPr>
          <p:cNvSpPr txBox="1">
            <a:spLocks/>
          </p:cNvSpPr>
          <p:nvPr/>
        </p:nvSpPr>
        <p:spPr>
          <a:xfrm>
            <a:off x="766363" y="30345"/>
            <a:ext cx="10640754" cy="7758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sz="3600" noProof="0" dirty="0">
                <a:latin typeface="Calibri" panose="020F0502020204030204" pitchFamily="34" charset="0"/>
                <a:cs typeface="Calibri" panose="020F0502020204030204" pitchFamily="34" charset="0"/>
              </a:rPr>
              <a:t>Arquitectura</a:t>
            </a: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C9FFD7AD-7700-D032-4836-754F38362E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1308" y="142728"/>
            <a:ext cx="3440894" cy="551081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0B03989B-4015-87E9-66E7-BD59ED87D2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362" y="210071"/>
            <a:ext cx="589709" cy="5897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650BF2A3-2C72-84A3-BE24-4AA59A44F615}"/>
              </a:ext>
            </a:extLst>
          </p:cNvPr>
          <p:cNvSpPr txBox="1"/>
          <p:nvPr/>
        </p:nvSpPr>
        <p:spPr>
          <a:xfrm>
            <a:off x="741071" y="293699"/>
            <a:ext cx="14706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2000" u="sng" noProof="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</a:p>
        </p:txBody>
      </p:sp>
      <p:pic>
        <p:nvPicPr>
          <p:cNvPr id="134" name="Picture 133">
            <a:extLst>
              <a:ext uri="{FF2B5EF4-FFF2-40B4-BE49-F238E27FC236}">
                <a16:creationId xmlns:a16="http://schemas.microsoft.com/office/drawing/2014/main" id="{2664AE98-7AE1-1728-91C8-62DCE1AD7C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1585" y="918573"/>
            <a:ext cx="7648829" cy="5258571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BE1CA3FB-92BD-D52D-C4D5-2CB9AF3959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86732" y="1063134"/>
            <a:ext cx="3481388" cy="2671763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F145E69C-E466-8367-6735-25810561C6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20430" y="3894122"/>
            <a:ext cx="3243263" cy="2671763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5AD2241C-F271-FE07-4F4D-72FEE44E17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50488" y="1665739"/>
            <a:ext cx="3866998" cy="4453597"/>
          </a:xfrm>
          <a:prstGeom prst="rect">
            <a:avLst/>
          </a:prstGeom>
        </p:spPr>
      </p:pic>
      <p:pic>
        <p:nvPicPr>
          <p:cNvPr id="141" name="Picture 14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7984D3-C2A0-890B-BB8E-27C62881B62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7830" y="3895708"/>
            <a:ext cx="2331539" cy="266859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158202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0ED80-6E38-CB0E-946B-655B54033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92">
            <a:extLst>
              <a:ext uri="{FF2B5EF4-FFF2-40B4-BE49-F238E27FC236}">
                <a16:creationId xmlns:a16="http://schemas.microsoft.com/office/drawing/2014/main" id="{ABDDF5C7-2A77-35F7-9497-AEE3360B3FD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2714171" y="-18880"/>
            <a:ext cx="6745139" cy="6876880"/>
          </a:xfrm>
          <a:prstGeom prst="rect">
            <a:avLst/>
          </a:prstGeom>
        </p:spPr>
      </p:pic>
      <p:sp>
        <p:nvSpPr>
          <p:cNvPr id="94" name="Title 1">
            <a:extLst>
              <a:ext uri="{FF2B5EF4-FFF2-40B4-BE49-F238E27FC236}">
                <a16:creationId xmlns:a16="http://schemas.microsoft.com/office/drawing/2014/main" id="{EEE21C80-5C99-7748-20BF-C6F6F60A91D2}"/>
              </a:ext>
            </a:extLst>
          </p:cNvPr>
          <p:cNvSpPr txBox="1">
            <a:spLocks/>
          </p:cNvSpPr>
          <p:nvPr/>
        </p:nvSpPr>
        <p:spPr>
          <a:xfrm>
            <a:off x="766363" y="30345"/>
            <a:ext cx="10640754" cy="7758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sz="3600" noProof="0" dirty="0">
                <a:latin typeface="Calibri" panose="020F0502020204030204" pitchFamily="34" charset="0"/>
                <a:cs typeface="Calibri" panose="020F0502020204030204" pitchFamily="34" charset="0"/>
              </a:rPr>
              <a:t>Arquitectura</a:t>
            </a: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40DACDE8-7613-E1E6-69E2-B8E6FD3C41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1308" y="142728"/>
            <a:ext cx="3440894" cy="551081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E7BCEE25-2035-60D5-A056-CC3A65B0BD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362" y="210071"/>
            <a:ext cx="589709" cy="5897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7C29083C-A1D1-4C3F-44D2-FAF65AFE9E4C}"/>
              </a:ext>
            </a:extLst>
          </p:cNvPr>
          <p:cNvSpPr txBox="1"/>
          <p:nvPr/>
        </p:nvSpPr>
        <p:spPr>
          <a:xfrm>
            <a:off x="741071" y="293699"/>
            <a:ext cx="14706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2000" u="sng" noProof="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</a:p>
        </p:txBody>
      </p:sp>
      <p:pic>
        <p:nvPicPr>
          <p:cNvPr id="134" name="Picture 133">
            <a:extLst>
              <a:ext uri="{FF2B5EF4-FFF2-40B4-BE49-F238E27FC236}">
                <a16:creationId xmlns:a16="http://schemas.microsoft.com/office/drawing/2014/main" id="{6DA1D3F0-2E7A-3D00-1FE2-4C264C9F68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65662" y="1063134"/>
            <a:ext cx="3886200" cy="2671763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BCC5D901-0B4F-924E-3977-B58FBA08FD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9808" y="1063133"/>
            <a:ext cx="7132384" cy="5473691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0269AD21-7D02-E450-C378-353AB5C4EB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87130" y="3894122"/>
            <a:ext cx="3243263" cy="2671763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CB24A39A-3E9E-8D4D-D03D-937865617C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717188" y="1665739"/>
            <a:ext cx="3866998" cy="4453597"/>
          </a:xfrm>
          <a:prstGeom prst="rect">
            <a:avLst/>
          </a:prstGeom>
        </p:spPr>
      </p:pic>
      <p:pic>
        <p:nvPicPr>
          <p:cNvPr id="141" name="Picture 14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0B50F2-6C3F-6394-AB5E-308D94DE76E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4530" y="3895708"/>
            <a:ext cx="2331539" cy="266859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505854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5F14C-040A-EAD0-A7B8-9532E2B45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92">
            <a:extLst>
              <a:ext uri="{FF2B5EF4-FFF2-40B4-BE49-F238E27FC236}">
                <a16:creationId xmlns:a16="http://schemas.microsoft.com/office/drawing/2014/main" id="{F68C87E0-1428-85E8-F620-1ABB851741E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2714171" y="-18880"/>
            <a:ext cx="6745139" cy="6876880"/>
          </a:xfrm>
          <a:prstGeom prst="rect">
            <a:avLst/>
          </a:prstGeom>
        </p:spPr>
      </p:pic>
      <p:sp>
        <p:nvSpPr>
          <p:cNvPr id="94" name="Title 1">
            <a:extLst>
              <a:ext uri="{FF2B5EF4-FFF2-40B4-BE49-F238E27FC236}">
                <a16:creationId xmlns:a16="http://schemas.microsoft.com/office/drawing/2014/main" id="{E8B03BD0-59DE-8A54-7DAB-0FF7CD13F1D1}"/>
              </a:ext>
            </a:extLst>
          </p:cNvPr>
          <p:cNvSpPr txBox="1">
            <a:spLocks/>
          </p:cNvSpPr>
          <p:nvPr/>
        </p:nvSpPr>
        <p:spPr>
          <a:xfrm>
            <a:off x="766363" y="30345"/>
            <a:ext cx="10640754" cy="7758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sz="3600" noProof="0" dirty="0">
                <a:latin typeface="Calibri" panose="020F0502020204030204" pitchFamily="34" charset="0"/>
                <a:cs typeface="Calibri" panose="020F0502020204030204" pitchFamily="34" charset="0"/>
              </a:rPr>
              <a:t>Arquitectura</a:t>
            </a: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0E24E6FA-8B81-6DE7-4F07-55A3FBD94A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1308" y="142728"/>
            <a:ext cx="3440894" cy="551081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668C7899-8B6B-11B3-F5D1-55B8590A08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362" y="210071"/>
            <a:ext cx="589709" cy="5897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F58DBADD-7A46-2B81-3A6A-5B54F570BB33}"/>
              </a:ext>
            </a:extLst>
          </p:cNvPr>
          <p:cNvSpPr txBox="1"/>
          <p:nvPr/>
        </p:nvSpPr>
        <p:spPr>
          <a:xfrm>
            <a:off x="741071" y="293699"/>
            <a:ext cx="14706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2000" u="sng" noProof="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</a:p>
        </p:txBody>
      </p:sp>
      <p:pic>
        <p:nvPicPr>
          <p:cNvPr id="135" name="Picture 134">
            <a:extLst>
              <a:ext uri="{FF2B5EF4-FFF2-40B4-BE49-F238E27FC236}">
                <a16:creationId xmlns:a16="http://schemas.microsoft.com/office/drawing/2014/main" id="{BAB02BFD-D227-6B40-14E5-BF91CCDD80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75632" y="1063134"/>
            <a:ext cx="3481388" cy="2671763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83615375-0172-2A42-31CF-7FEE1A333D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23430" y="918573"/>
            <a:ext cx="6745139" cy="5556568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5BB9C536-E8AE-C4F0-8E9B-D25C205D0C2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539388" y="1665739"/>
            <a:ext cx="3866998" cy="4453597"/>
          </a:xfrm>
          <a:prstGeom prst="rect">
            <a:avLst/>
          </a:prstGeom>
        </p:spPr>
      </p:pic>
      <p:pic>
        <p:nvPicPr>
          <p:cNvPr id="141" name="Picture 14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C6B9EA-F0AE-69E8-647E-D4C439C7223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6730" y="3895708"/>
            <a:ext cx="2331539" cy="266859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092463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B045-27BF-F2A3-395A-26BE47DD1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92">
            <a:extLst>
              <a:ext uri="{FF2B5EF4-FFF2-40B4-BE49-F238E27FC236}">
                <a16:creationId xmlns:a16="http://schemas.microsoft.com/office/drawing/2014/main" id="{EB93E649-3ADD-7B33-3415-D82C868430F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2714171" y="-18880"/>
            <a:ext cx="6745139" cy="6876880"/>
          </a:xfrm>
          <a:prstGeom prst="rect">
            <a:avLst/>
          </a:prstGeom>
        </p:spPr>
      </p:pic>
      <p:sp>
        <p:nvSpPr>
          <p:cNvPr id="94" name="Title 1">
            <a:extLst>
              <a:ext uri="{FF2B5EF4-FFF2-40B4-BE49-F238E27FC236}">
                <a16:creationId xmlns:a16="http://schemas.microsoft.com/office/drawing/2014/main" id="{3705AC6C-3113-0AC8-DC9D-AAD827402CD6}"/>
              </a:ext>
            </a:extLst>
          </p:cNvPr>
          <p:cNvSpPr txBox="1">
            <a:spLocks/>
          </p:cNvSpPr>
          <p:nvPr/>
        </p:nvSpPr>
        <p:spPr>
          <a:xfrm>
            <a:off x="766363" y="30345"/>
            <a:ext cx="10640754" cy="7758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sz="3600" noProof="0" dirty="0">
                <a:latin typeface="Calibri" panose="020F0502020204030204" pitchFamily="34" charset="0"/>
                <a:cs typeface="Calibri" panose="020F0502020204030204" pitchFamily="34" charset="0"/>
              </a:rPr>
              <a:t>Arquitectura</a:t>
            </a: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A6C5A1EF-3893-5450-0335-1FEBEB60B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1308" y="142728"/>
            <a:ext cx="3440894" cy="551081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E83C8452-1A80-D531-9A7A-F5FB458C93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362" y="210071"/>
            <a:ext cx="589709" cy="5897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377EBC24-10A3-31E1-E854-77BF3CB809F1}"/>
              </a:ext>
            </a:extLst>
          </p:cNvPr>
          <p:cNvSpPr txBox="1"/>
          <p:nvPr/>
        </p:nvSpPr>
        <p:spPr>
          <a:xfrm>
            <a:off x="741071" y="293699"/>
            <a:ext cx="14706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2000" u="sng" noProof="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</a:p>
        </p:txBody>
      </p:sp>
      <p:pic>
        <p:nvPicPr>
          <p:cNvPr id="137" name="Picture 136">
            <a:extLst>
              <a:ext uri="{FF2B5EF4-FFF2-40B4-BE49-F238E27FC236}">
                <a16:creationId xmlns:a16="http://schemas.microsoft.com/office/drawing/2014/main" id="{7B110741-89BB-C27D-C493-BEEFE7F282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93871" y="3894122"/>
            <a:ext cx="3243263" cy="2671763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2E18D4AD-C643-89C3-F702-454D192BB4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4142" y="972903"/>
            <a:ext cx="4965195" cy="5718383"/>
          </a:xfrm>
          <a:prstGeom prst="rect">
            <a:avLst/>
          </a:prstGeom>
        </p:spPr>
      </p:pic>
      <p:pic>
        <p:nvPicPr>
          <p:cNvPr id="141" name="Picture 14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F26442-A34B-8249-A7B2-F69D1184986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1271" y="3895708"/>
            <a:ext cx="2331539" cy="266859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263063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24AC7-5DB3-D98F-4291-801C3B7BF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92">
            <a:extLst>
              <a:ext uri="{FF2B5EF4-FFF2-40B4-BE49-F238E27FC236}">
                <a16:creationId xmlns:a16="http://schemas.microsoft.com/office/drawing/2014/main" id="{03A9727E-945C-7F6F-9521-C0C7BCB3C6D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2714171" y="-18880"/>
            <a:ext cx="6745139" cy="6876880"/>
          </a:xfrm>
          <a:prstGeom prst="rect">
            <a:avLst/>
          </a:prstGeom>
        </p:spPr>
      </p:pic>
      <p:sp>
        <p:nvSpPr>
          <p:cNvPr id="94" name="Title 1">
            <a:extLst>
              <a:ext uri="{FF2B5EF4-FFF2-40B4-BE49-F238E27FC236}">
                <a16:creationId xmlns:a16="http://schemas.microsoft.com/office/drawing/2014/main" id="{76EE029A-6A62-8F35-FDAE-566516EB420F}"/>
              </a:ext>
            </a:extLst>
          </p:cNvPr>
          <p:cNvSpPr txBox="1">
            <a:spLocks/>
          </p:cNvSpPr>
          <p:nvPr/>
        </p:nvSpPr>
        <p:spPr>
          <a:xfrm>
            <a:off x="766363" y="-874102"/>
            <a:ext cx="10640754" cy="7758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sz="3600" noProof="0" dirty="0">
                <a:latin typeface="Calibri" panose="020F0502020204030204" pitchFamily="34" charset="0"/>
                <a:cs typeface="Calibri" panose="020F0502020204030204" pitchFamily="34" charset="0"/>
              </a:rPr>
              <a:t>Arquitectura</a:t>
            </a: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0EF794D5-46BF-13AB-35E2-87CE3753C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362" y="210071"/>
            <a:ext cx="589709" cy="5897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50F3C25D-8302-372E-151D-2CD8B87A903C}"/>
              </a:ext>
            </a:extLst>
          </p:cNvPr>
          <p:cNvSpPr txBox="1"/>
          <p:nvPr/>
        </p:nvSpPr>
        <p:spPr>
          <a:xfrm>
            <a:off x="741071" y="293699"/>
            <a:ext cx="14706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2000" u="sng" noProof="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</a:p>
        </p:txBody>
      </p:sp>
      <p:pic>
        <p:nvPicPr>
          <p:cNvPr id="139" name="Picture 138">
            <a:extLst>
              <a:ext uri="{FF2B5EF4-FFF2-40B4-BE49-F238E27FC236}">
                <a16:creationId xmlns:a16="http://schemas.microsoft.com/office/drawing/2014/main" id="{D1FF2380-4508-0E13-A7CA-3B036B2EC6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17188" y="1665739"/>
            <a:ext cx="3866998" cy="4453597"/>
          </a:xfrm>
          <a:prstGeom prst="rect">
            <a:avLst/>
          </a:prstGeom>
        </p:spPr>
      </p:pic>
      <p:pic>
        <p:nvPicPr>
          <p:cNvPr id="141" name="Picture 14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75B75F-99D1-7F87-A25E-CEFE89E8CB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4115" y="287783"/>
            <a:ext cx="5483770" cy="6276517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3F9F5A60-956B-C660-8BC9-0420562414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1308" y="142728"/>
            <a:ext cx="3440894" cy="5510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459665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D799B-DD25-CAEA-3FEC-3E92CA7EE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92">
            <a:extLst>
              <a:ext uri="{FF2B5EF4-FFF2-40B4-BE49-F238E27FC236}">
                <a16:creationId xmlns:a16="http://schemas.microsoft.com/office/drawing/2014/main" id="{EB768ECE-F275-970A-44FF-F9C163863C0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2714171" y="-18880"/>
            <a:ext cx="6745139" cy="6876880"/>
          </a:xfrm>
          <a:prstGeom prst="rect">
            <a:avLst/>
          </a:prstGeom>
        </p:spPr>
      </p:pic>
      <p:pic>
        <p:nvPicPr>
          <p:cNvPr id="141" name="Picture 14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74A88E-FCD1-C8DB-1F46-E4C4CEEB46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6" y="0"/>
            <a:ext cx="12192456" cy="13955027"/>
          </a:xfrm>
          <a:prstGeom prst="rect">
            <a:avLst/>
          </a:prstGeom>
        </p:spPr>
      </p:pic>
      <p:sp>
        <p:nvSpPr>
          <p:cNvPr id="94" name="Title 1">
            <a:extLst>
              <a:ext uri="{FF2B5EF4-FFF2-40B4-BE49-F238E27FC236}">
                <a16:creationId xmlns:a16="http://schemas.microsoft.com/office/drawing/2014/main" id="{9BBBCE75-45C3-6B2D-7313-7FFA92E7E845}"/>
              </a:ext>
            </a:extLst>
          </p:cNvPr>
          <p:cNvSpPr txBox="1">
            <a:spLocks/>
          </p:cNvSpPr>
          <p:nvPr/>
        </p:nvSpPr>
        <p:spPr>
          <a:xfrm>
            <a:off x="766363" y="-874102"/>
            <a:ext cx="10640754" cy="7758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sz="3600" noProof="0" dirty="0">
                <a:latin typeface="Calibri" panose="020F0502020204030204" pitchFamily="34" charset="0"/>
                <a:cs typeface="Calibri" panose="020F0502020204030204" pitchFamily="34" charset="0"/>
              </a:rPr>
              <a:t>Arquitectura</a:t>
            </a: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C0453606-4690-56F8-1982-64C1FB776B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1308" y="142728"/>
            <a:ext cx="3440894" cy="551081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D3F38885-8F0A-E36F-167C-B99100094D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362" y="210071"/>
            <a:ext cx="589709" cy="5897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A6B47D06-DC39-061C-8ACE-F03A9B9ED41E}"/>
              </a:ext>
            </a:extLst>
          </p:cNvPr>
          <p:cNvSpPr txBox="1"/>
          <p:nvPr/>
        </p:nvSpPr>
        <p:spPr>
          <a:xfrm>
            <a:off x="741071" y="293699"/>
            <a:ext cx="14706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2000" u="sng" noProof="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02098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249E7-91EE-B216-A874-4B978F5D0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92">
            <a:extLst>
              <a:ext uri="{FF2B5EF4-FFF2-40B4-BE49-F238E27FC236}">
                <a16:creationId xmlns:a16="http://schemas.microsoft.com/office/drawing/2014/main" id="{1BD2F194-2519-D15A-7602-D41BF883979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2714171" y="-18880"/>
            <a:ext cx="6745139" cy="6876880"/>
          </a:xfrm>
          <a:prstGeom prst="rect">
            <a:avLst/>
          </a:prstGeom>
        </p:spPr>
      </p:pic>
      <p:pic>
        <p:nvPicPr>
          <p:cNvPr id="141" name="Picture 14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3D7A82-5920-FDD7-7B06-FDB00FCE9E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6" y="-1747511"/>
            <a:ext cx="12192456" cy="13955027"/>
          </a:xfrm>
          <a:prstGeom prst="rect">
            <a:avLst/>
          </a:prstGeom>
        </p:spPr>
      </p:pic>
      <p:sp>
        <p:nvSpPr>
          <p:cNvPr id="94" name="Title 1">
            <a:extLst>
              <a:ext uri="{FF2B5EF4-FFF2-40B4-BE49-F238E27FC236}">
                <a16:creationId xmlns:a16="http://schemas.microsoft.com/office/drawing/2014/main" id="{7FC25B2F-B4D9-8DA3-0A7A-747CEE6FB28E}"/>
              </a:ext>
            </a:extLst>
          </p:cNvPr>
          <p:cNvSpPr txBox="1">
            <a:spLocks/>
          </p:cNvSpPr>
          <p:nvPr/>
        </p:nvSpPr>
        <p:spPr>
          <a:xfrm>
            <a:off x="766363" y="-874102"/>
            <a:ext cx="10640754" cy="7758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sz="3600" noProof="0" dirty="0">
                <a:latin typeface="Calibri" panose="020F0502020204030204" pitchFamily="34" charset="0"/>
                <a:cs typeface="Calibri" panose="020F0502020204030204" pitchFamily="34" charset="0"/>
              </a:rPr>
              <a:t>Arquitectura</a:t>
            </a: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BF2A8687-5B10-3EBF-DA5A-C3CB59468C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1308" y="142728"/>
            <a:ext cx="3440894" cy="551081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418CFF5B-4F98-E483-4121-6D18DA0C4D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362" y="210071"/>
            <a:ext cx="589709" cy="5897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D68D0695-C149-5CB3-812B-A24F05CF4339}"/>
              </a:ext>
            </a:extLst>
          </p:cNvPr>
          <p:cNvSpPr txBox="1"/>
          <p:nvPr/>
        </p:nvSpPr>
        <p:spPr>
          <a:xfrm>
            <a:off x="741071" y="293699"/>
            <a:ext cx="14706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2000" u="sng" noProof="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28881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DD4A7-1179-F79C-3929-A325AD76F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92">
            <a:extLst>
              <a:ext uri="{FF2B5EF4-FFF2-40B4-BE49-F238E27FC236}">
                <a16:creationId xmlns:a16="http://schemas.microsoft.com/office/drawing/2014/main" id="{6F4FF5A7-83D1-80ED-DD8E-3A6A558DA82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2714171" y="-18880"/>
            <a:ext cx="6745139" cy="6876880"/>
          </a:xfrm>
          <a:prstGeom prst="rect">
            <a:avLst/>
          </a:prstGeom>
        </p:spPr>
      </p:pic>
      <p:pic>
        <p:nvPicPr>
          <p:cNvPr id="141" name="Picture 14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B142AB-0883-66F3-4F62-D3C14B0490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6" y="-7097027"/>
            <a:ext cx="12192456" cy="13955027"/>
          </a:xfrm>
          <a:prstGeom prst="rect">
            <a:avLst/>
          </a:prstGeom>
        </p:spPr>
      </p:pic>
      <p:sp>
        <p:nvSpPr>
          <p:cNvPr id="94" name="Title 1">
            <a:extLst>
              <a:ext uri="{FF2B5EF4-FFF2-40B4-BE49-F238E27FC236}">
                <a16:creationId xmlns:a16="http://schemas.microsoft.com/office/drawing/2014/main" id="{092C6A3A-0C56-F6A0-63A9-BF4044B26CA6}"/>
              </a:ext>
            </a:extLst>
          </p:cNvPr>
          <p:cNvSpPr txBox="1">
            <a:spLocks/>
          </p:cNvSpPr>
          <p:nvPr/>
        </p:nvSpPr>
        <p:spPr>
          <a:xfrm>
            <a:off x="766363" y="-874102"/>
            <a:ext cx="10640754" cy="7758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sz="3600" noProof="0" dirty="0">
                <a:latin typeface="Calibri" panose="020F0502020204030204" pitchFamily="34" charset="0"/>
                <a:cs typeface="Calibri" panose="020F0502020204030204" pitchFamily="34" charset="0"/>
              </a:rPr>
              <a:t>Arquitectura</a:t>
            </a: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1A0EFB2C-07A9-9498-8446-29C021BED9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1308" y="142728"/>
            <a:ext cx="3440894" cy="551081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798036CD-FE39-1786-C98D-44204FED2F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362" y="210071"/>
            <a:ext cx="589709" cy="5897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E18ADACE-3331-BDA1-E19A-E917746C15DF}"/>
              </a:ext>
            </a:extLst>
          </p:cNvPr>
          <p:cNvSpPr txBox="1"/>
          <p:nvPr/>
        </p:nvSpPr>
        <p:spPr>
          <a:xfrm>
            <a:off x="741071" y="293699"/>
            <a:ext cx="14706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2000" u="sng" noProof="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</a:p>
        </p:txBody>
      </p:sp>
      <p:pic>
        <p:nvPicPr>
          <p:cNvPr id="3" name="Picture 2" descr="Introduction to Color Theory for Artists — Serena Archetti">
            <a:extLst>
              <a:ext uri="{FF2B5EF4-FFF2-40B4-BE49-F238E27FC236}">
                <a16:creationId xmlns:a16="http://schemas.microsoft.com/office/drawing/2014/main" id="{687A33BB-F113-E3BA-65B8-7BD25B194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1444799" y="-534058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780789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BA0DC-8CF0-D280-E006-96A3272F5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3824BEB4-1A3B-73DC-C1A0-36316A4A1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2062" y="-3340358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5FFA257-4ADC-7056-A470-E556A5D7FBF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2714171" y="-18880"/>
            <a:ext cx="6745139" cy="687688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F968783-22CD-673F-BE00-78194A9FCED2}"/>
              </a:ext>
            </a:extLst>
          </p:cNvPr>
          <p:cNvSpPr txBox="1">
            <a:spLocks/>
          </p:cNvSpPr>
          <p:nvPr/>
        </p:nvSpPr>
        <p:spPr>
          <a:xfrm>
            <a:off x="771981" y="575809"/>
            <a:ext cx="10640754" cy="7758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sz="3600" noProof="0" dirty="0">
                <a:latin typeface="Calibri" panose="020F0502020204030204" pitchFamily="34" charset="0"/>
                <a:cs typeface="Calibri" panose="020F0502020204030204" pitchFamily="34" charset="0"/>
              </a:rPr>
              <a:t>Tecnologías Utilizadas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BD2A8CF-0152-DC39-5CDB-42A15CC5E3ED}"/>
              </a:ext>
            </a:extLst>
          </p:cNvPr>
          <p:cNvSpPr/>
          <p:nvPr/>
        </p:nvSpPr>
        <p:spPr>
          <a:xfrm>
            <a:off x="-90063" y="-74295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33D05FC-0781-E4D4-701D-122482447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362" y="210071"/>
            <a:ext cx="589709" cy="5897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9EC085E-6442-D8AE-028B-33B6606AD8AF}"/>
              </a:ext>
            </a:extLst>
          </p:cNvPr>
          <p:cNvSpPr txBox="1"/>
          <p:nvPr/>
        </p:nvSpPr>
        <p:spPr>
          <a:xfrm>
            <a:off x="741071" y="293699"/>
            <a:ext cx="14706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2000" u="sng" noProof="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AAC31B8-618E-9706-79CC-1F1F35785C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1308" y="142728"/>
            <a:ext cx="3440894" cy="55108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66AD48F-6923-E2F1-46F3-419849F6267D}"/>
              </a:ext>
            </a:extLst>
          </p:cNvPr>
          <p:cNvSpPr txBox="1"/>
          <p:nvPr/>
        </p:nvSpPr>
        <p:spPr>
          <a:xfrm>
            <a:off x="518166" y="2094110"/>
            <a:ext cx="553454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/>
              <a:t>Framework: Next.js 15 (App </a:t>
            </a:r>
            <a:r>
              <a:rPr lang="es-CL" sz="2400" dirty="0" err="1"/>
              <a:t>Router</a:t>
            </a:r>
            <a:r>
              <a:rPr lang="es-CL" sz="2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/>
              <a:t>Base de Datos: </a:t>
            </a:r>
            <a:r>
              <a:rPr lang="es-CL" sz="2400" b="1" dirty="0"/>
              <a:t>PostgreSQL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/>
              <a:t>ORM: </a:t>
            </a:r>
            <a:r>
              <a:rPr lang="es-CL" sz="2400" b="1" dirty="0"/>
              <a:t>Prisma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/>
              <a:t>Autenticación: </a:t>
            </a:r>
            <a:r>
              <a:rPr lang="es-CL" sz="2400" b="1" dirty="0"/>
              <a:t>NextAuth.js (v4)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/>
              <a:t>Estilos: </a:t>
            </a:r>
            <a:r>
              <a:rPr lang="es-CL" sz="2400" b="1" dirty="0" err="1"/>
              <a:t>Tailwind</a:t>
            </a:r>
            <a:r>
              <a:rPr lang="es-CL" sz="2400" b="1" dirty="0"/>
              <a:t> CSS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/>
              <a:t>Notificaciones: </a:t>
            </a:r>
            <a:r>
              <a:rPr lang="es-CL" sz="2400" b="1" dirty="0" err="1"/>
              <a:t>react-hot-toast</a:t>
            </a:r>
            <a:endParaRPr lang="es-CL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/>
              <a:t>Gráficos para Métricas: </a:t>
            </a:r>
            <a:r>
              <a:rPr lang="es-CL" sz="2400" b="1" dirty="0" err="1"/>
              <a:t>Recharts</a:t>
            </a:r>
            <a:endParaRPr lang="es-CL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/>
              <a:t>Utilidades: </a:t>
            </a:r>
            <a:r>
              <a:rPr lang="es-CL" sz="2400" b="1" dirty="0" err="1"/>
              <a:t>bcrypt</a:t>
            </a:r>
            <a:r>
              <a:rPr lang="es-CL" sz="2400" b="1" dirty="0"/>
              <a:t> (</a:t>
            </a:r>
            <a:r>
              <a:rPr lang="es-CL" sz="2400" b="1" dirty="0" err="1"/>
              <a:t>hashing</a:t>
            </a:r>
            <a:r>
              <a:rPr lang="es-CL" sz="2400" b="1" dirty="0"/>
              <a:t>), </a:t>
            </a:r>
            <a:r>
              <a:rPr lang="es-CL" sz="2400" b="1" dirty="0" err="1"/>
              <a:t>crypto</a:t>
            </a:r>
            <a:r>
              <a:rPr lang="es-CL" sz="2400" b="1" dirty="0"/>
              <a:t> (encriptación), </a:t>
            </a:r>
            <a:r>
              <a:rPr lang="es-CL" sz="2400" b="1" dirty="0" err="1"/>
              <a:t>sharp</a:t>
            </a:r>
            <a:r>
              <a:rPr lang="es-CL" sz="2400" b="1" dirty="0"/>
              <a:t> (imágenes)</a:t>
            </a:r>
            <a:r>
              <a:rPr lang="es-CL" sz="24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84D46B-EFED-51F1-EC02-4BCD46121B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4833" y="-119064"/>
            <a:ext cx="7277101" cy="727710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455BB0F7-D2FE-5378-D16C-6C9ED81D6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5519737" y="588840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459520-D9D9-4F75-1C1F-148F909B52E8}"/>
              </a:ext>
            </a:extLst>
          </p:cNvPr>
          <p:cNvSpPr txBox="1"/>
          <p:nvPr/>
        </p:nvSpPr>
        <p:spPr>
          <a:xfrm>
            <a:off x="6555183" y="2463442"/>
            <a:ext cx="553454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/>
              <a:t>Meta </a:t>
            </a:r>
            <a:r>
              <a:rPr lang="es-CL" sz="2400" dirty="0" err="1"/>
              <a:t>Graph</a:t>
            </a:r>
            <a:r>
              <a:rPr lang="es-CL" sz="2400" dirty="0"/>
              <a:t> API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sz="2400" dirty="0"/>
              <a:t>Instagram, Facebook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/>
              <a:t>TikTok </a:t>
            </a:r>
            <a:r>
              <a:rPr lang="es-CL" sz="2400" dirty="0" err="1"/>
              <a:t>for</a:t>
            </a:r>
            <a:r>
              <a:rPr lang="es-CL" sz="2400" dirty="0"/>
              <a:t> </a:t>
            </a:r>
            <a:r>
              <a:rPr lang="es-CL" sz="2400" dirty="0" err="1"/>
              <a:t>Developers</a:t>
            </a:r>
            <a:endParaRPr lang="es-C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 err="1"/>
              <a:t>Bluesky</a:t>
            </a:r>
            <a:r>
              <a:rPr lang="es-CL" sz="2400" dirty="0"/>
              <a:t> (ATP)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/>
              <a:t>X </a:t>
            </a:r>
            <a:r>
              <a:rPr lang="es-CL" sz="2400" dirty="0" err="1"/>
              <a:t>for</a:t>
            </a:r>
            <a:r>
              <a:rPr lang="es-CL" sz="2400" dirty="0"/>
              <a:t> </a:t>
            </a:r>
            <a:r>
              <a:rPr lang="es-CL" sz="2400" dirty="0" err="1"/>
              <a:t>Developers</a:t>
            </a:r>
            <a:endParaRPr lang="es-CL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sz="2400" dirty="0"/>
              <a:t>OAuth 1.0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sz="2400" dirty="0"/>
              <a:t>X API v2 - Free</a:t>
            </a:r>
          </a:p>
        </p:txBody>
      </p:sp>
    </p:spTree>
    <p:extLst>
      <p:ext uri="{BB962C8B-B14F-4D97-AF65-F5344CB8AC3E}">
        <p14:creationId xmlns:p14="http://schemas.microsoft.com/office/powerpoint/2010/main" val="7601160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437C0B1-CD5C-7B00-D24D-53FCF60B04E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2714171" y="-18880"/>
            <a:ext cx="6745139" cy="6876880"/>
          </a:xfrm>
          <a:prstGeom prst="rect">
            <a:avLst/>
          </a:prstGeom>
        </p:spPr>
      </p:pic>
      <p:pic>
        <p:nvPicPr>
          <p:cNvPr id="16" name="Picture 15">
            <a:hlinkClick r:id="rId3"/>
            <a:extLst>
              <a:ext uri="{FF2B5EF4-FFF2-40B4-BE49-F238E27FC236}">
                <a16:creationId xmlns:a16="http://schemas.microsoft.com/office/drawing/2014/main" id="{579C5874-C2B2-E18F-F8D1-310F393BB2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2776" y="-119064"/>
            <a:ext cx="7277101" cy="727710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570D0C6B-08FC-E616-2A81-B18AB0756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9937" y="3519487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84297EA-EDD3-894F-2B9B-7E0E4FDF0C30}"/>
              </a:ext>
            </a:extLst>
          </p:cNvPr>
          <p:cNvSpPr/>
          <p:nvPr/>
        </p:nvSpPr>
        <p:spPr>
          <a:xfrm>
            <a:off x="-99588" y="-5459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2A97D04-7556-EF1D-34EC-125E925B54D2}"/>
              </a:ext>
            </a:extLst>
          </p:cNvPr>
          <p:cNvSpPr/>
          <p:nvPr/>
        </p:nvSpPr>
        <p:spPr>
          <a:xfrm rot="10800000">
            <a:off x="0" y="5887711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BDABA0-3956-BBFB-1626-D037D7837C90}"/>
              </a:ext>
            </a:extLst>
          </p:cNvPr>
          <p:cNvSpPr txBox="1"/>
          <p:nvPr/>
        </p:nvSpPr>
        <p:spPr>
          <a:xfrm>
            <a:off x="1178294" y="1520690"/>
            <a:ext cx="422275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4400" u="sng" noProof="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Demostración del Proyecto</a:t>
            </a:r>
            <a:endParaRPr lang="es-CL" sz="4400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DC3208-8F0B-6D45-D4BF-15DCA9682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60339" y="210071"/>
            <a:ext cx="589709" cy="5897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7B7280-0C60-DBF4-F037-D59E2588E5A4}"/>
              </a:ext>
            </a:extLst>
          </p:cNvPr>
          <p:cNvSpPr txBox="1"/>
          <p:nvPr/>
        </p:nvSpPr>
        <p:spPr>
          <a:xfrm>
            <a:off x="-1470630" y="293699"/>
            <a:ext cx="14706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2000" u="sng" noProof="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6B9121-A514-D4A1-17E0-03EF8E9927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1308" y="-882386"/>
            <a:ext cx="3440894" cy="5510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EFDDD3-C3CD-15E4-431C-E3665FA2C4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9222" y="3257823"/>
            <a:ext cx="3440894" cy="551081"/>
          </a:xfrm>
          <a:prstGeom prst="rect">
            <a:avLst/>
          </a:prstGeom>
        </p:spPr>
      </p:pic>
      <p:pic>
        <p:nvPicPr>
          <p:cNvPr id="2" name="Picture 1" descr="Introduction to Color Theory for Artists — Serena Archetti">
            <a:extLst>
              <a:ext uri="{FF2B5EF4-FFF2-40B4-BE49-F238E27FC236}">
                <a16:creationId xmlns:a16="http://schemas.microsoft.com/office/drawing/2014/main" id="{94C3B121-BEA7-C74F-04D7-B3B4AEADE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1444799" y="-534058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80759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9C47-6B59-9473-F2C8-E742D3ED8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9F38C71-5FE4-57A3-CDAA-5923F55A23C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2714171" y="-18880"/>
            <a:ext cx="6745139" cy="6876880"/>
          </a:xfrm>
          <a:prstGeom prst="rect">
            <a:avLst/>
          </a:prstGeom>
        </p:spPr>
      </p:pic>
      <p:pic>
        <p:nvPicPr>
          <p:cNvPr id="16" name="Picture 15">
            <a:hlinkClick r:id="rId3"/>
            <a:extLst>
              <a:ext uri="{FF2B5EF4-FFF2-40B4-BE49-F238E27FC236}">
                <a16:creationId xmlns:a16="http://schemas.microsoft.com/office/drawing/2014/main" id="{FFD3888C-05D8-D674-5219-1F69C72BB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89676" y="-119064"/>
            <a:ext cx="7277101" cy="727710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316F57F9-D7A6-0BC8-1776-6F6355527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9937" y="3519487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38DE711-BFBF-A541-FAB1-0D46C5BB044B}"/>
              </a:ext>
            </a:extLst>
          </p:cNvPr>
          <p:cNvSpPr/>
          <p:nvPr/>
        </p:nvSpPr>
        <p:spPr>
          <a:xfrm>
            <a:off x="-99588" y="-5459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03574BC-3FA7-7A6A-2848-4918E273F1EF}"/>
              </a:ext>
            </a:extLst>
          </p:cNvPr>
          <p:cNvSpPr/>
          <p:nvPr/>
        </p:nvSpPr>
        <p:spPr>
          <a:xfrm rot="10800000">
            <a:off x="0" y="5887711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AA2C02-C0B6-6CEC-B991-9F8C8FB5C99A}"/>
              </a:ext>
            </a:extLst>
          </p:cNvPr>
          <p:cNvSpPr txBox="1"/>
          <p:nvPr/>
        </p:nvSpPr>
        <p:spPr>
          <a:xfrm>
            <a:off x="1178294" y="1520690"/>
            <a:ext cx="422275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4400" u="sng" noProof="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Resultados Obtenidos</a:t>
            </a:r>
            <a:endParaRPr lang="es-CL" sz="4400" noProof="0" dirty="0"/>
          </a:p>
        </p:txBody>
      </p:sp>
      <p:pic>
        <p:nvPicPr>
          <p:cNvPr id="2" name="Picture 1" descr="Introduction to Color Theory for Artists — Serena Archetti">
            <a:extLst>
              <a:ext uri="{FF2B5EF4-FFF2-40B4-BE49-F238E27FC236}">
                <a16:creationId xmlns:a16="http://schemas.microsoft.com/office/drawing/2014/main" id="{D7FCDA1E-1715-251E-C799-B886B9DEF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1444799" y="-534058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BDC127-C29E-FEDF-F3D2-44FE4224EBCB}"/>
              </a:ext>
            </a:extLst>
          </p:cNvPr>
          <p:cNvSpPr txBox="1"/>
          <p:nvPr/>
        </p:nvSpPr>
        <p:spPr>
          <a:xfrm>
            <a:off x="5913828" y="2450064"/>
            <a:ext cx="594333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b="1" noProof="0" dirty="0"/>
              <a:t>Publicación Multi-Plataforma exitosa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sz="2400" b="1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b="1" dirty="0"/>
              <a:t>Consulta de Métricas exitosa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b="1" noProof="0" dirty="0"/>
              <a:t>Inspección de Usuarios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575871-7D9F-3D21-431F-A877E67247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1308" y="142728"/>
            <a:ext cx="3440894" cy="5510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4CE32D-1B6F-64E8-BE3F-19045F3F0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362" y="210071"/>
            <a:ext cx="589709" cy="5897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BA4E25A-71FC-DCDF-05F9-3D8334D7CF15}"/>
              </a:ext>
            </a:extLst>
          </p:cNvPr>
          <p:cNvSpPr txBox="1"/>
          <p:nvPr/>
        </p:nvSpPr>
        <p:spPr>
          <a:xfrm>
            <a:off x="741071" y="293699"/>
            <a:ext cx="14706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2000" u="sng" noProof="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</a:p>
        </p:txBody>
      </p:sp>
    </p:spTree>
    <p:extLst>
      <p:ext uri="{BB962C8B-B14F-4D97-AF65-F5344CB8AC3E}">
        <p14:creationId xmlns:p14="http://schemas.microsoft.com/office/powerpoint/2010/main" val="30911345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995D7-2A45-72E8-A2B8-EF8BCAF44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B327F132-9568-3D93-2991-D3A13D98419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2714171" y="-18880"/>
            <a:ext cx="6745139" cy="68768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EF2C9CD-B5AA-78EB-A135-6651972F5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1308" y="142728"/>
            <a:ext cx="3440894" cy="55108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3B5ED67-A75F-89CA-E3DF-65130534D847}"/>
              </a:ext>
            </a:extLst>
          </p:cNvPr>
          <p:cNvSpPr txBox="1"/>
          <p:nvPr/>
        </p:nvSpPr>
        <p:spPr>
          <a:xfrm>
            <a:off x="1427892" y="-1065909"/>
            <a:ext cx="9336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noProof="0" dirty="0"/>
              <a:t>El proyecto UniPost fue desarrollado a través de la </a:t>
            </a:r>
            <a:r>
              <a:rPr lang="es-CL" sz="2000" b="1" noProof="0" dirty="0"/>
              <a:t>metodología ágil</a:t>
            </a:r>
            <a:r>
              <a:rPr lang="es-CL" sz="2000" noProof="0" dirty="0"/>
              <a:t>, creando </a:t>
            </a:r>
            <a:r>
              <a:rPr lang="es-CL" sz="2000" noProof="0" dirty="0" err="1"/>
              <a:t>sprints</a:t>
            </a:r>
            <a:r>
              <a:rPr lang="es-CL" sz="2000" noProof="0" dirty="0"/>
              <a:t> que plantean objetivos y entregables por realizar.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00F28EB-A840-432D-6132-744083349A1B}"/>
              </a:ext>
            </a:extLst>
          </p:cNvPr>
          <p:cNvSpPr/>
          <p:nvPr/>
        </p:nvSpPr>
        <p:spPr>
          <a:xfrm>
            <a:off x="-99588" y="-1115374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64D10D-7D68-2D11-E461-6FBD5586B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362" y="210071"/>
            <a:ext cx="589709" cy="5897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CA5CF5-9DBC-E6EA-C2C3-3B14A82BF45B}"/>
              </a:ext>
            </a:extLst>
          </p:cNvPr>
          <p:cNvSpPr txBox="1"/>
          <p:nvPr/>
        </p:nvSpPr>
        <p:spPr>
          <a:xfrm>
            <a:off x="741071" y="293699"/>
            <a:ext cx="14706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2000" u="sng" noProof="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75364F6-97F1-C2DD-EC5F-F09AFA4FD121}"/>
              </a:ext>
            </a:extLst>
          </p:cNvPr>
          <p:cNvSpPr txBox="1">
            <a:spLocks/>
          </p:cNvSpPr>
          <p:nvPr/>
        </p:nvSpPr>
        <p:spPr>
          <a:xfrm>
            <a:off x="775623" y="310815"/>
            <a:ext cx="10640754" cy="7758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sz="3600" dirty="0">
                <a:latin typeface="Calibri" panose="020F0502020204030204" pitchFamily="34" charset="0"/>
                <a:cs typeface="Calibri" panose="020F0502020204030204" pitchFamily="34" charset="0"/>
              </a:rPr>
              <a:t>UniPost a Futuro</a:t>
            </a:r>
            <a:endParaRPr lang="es-CL" sz="36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3EB80F-FBA4-3916-2E54-8130804754FA}"/>
              </a:ext>
            </a:extLst>
          </p:cNvPr>
          <p:cNvSpPr txBox="1"/>
          <p:nvPr/>
        </p:nvSpPr>
        <p:spPr>
          <a:xfrm>
            <a:off x="446216" y="1814693"/>
            <a:ext cx="501531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b="1" u="sng" noProof="0" dirty="0"/>
              <a:t>Desarrollo</a:t>
            </a:r>
            <a:endParaRPr lang="es-CL" sz="2400" b="1" u="sng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/>
              <a:t>Expandir redes sociales.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sz="2400" dirty="0"/>
              <a:t>LinkedIn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sz="2400" dirty="0"/>
              <a:t>YouTube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sz="2400" dirty="0" err="1"/>
              <a:t>Threads</a:t>
            </a:r>
            <a:endParaRPr lang="es-CL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C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noProof="0" dirty="0"/>
              <a:t>Formalizar equipo y proyecto.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sz="2400" dirty="0"/>
              <a:t>Mejoras de Herramientas.</a:t>
            </a:r>
            <a:endParaRPr lang="es-CL" sz="24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sz="24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8C5DF4-4C4E-113C-EA31-3EFED975E956}"/>
              </a:ext>
            </a:extLst>
          </p:cNvPr>
          <p:cNvSpPr txBox="1"/>
          <p:nvPr/>
        </p:nvSpPr>
        <p:spPr>
          <a:xfrm>
            <a:off x="6850142" y="1814692"/>
            <a:ext cx="501531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b="1" u="sng" noProof="0" dirty="0"/>
              <a:t>Despliegue</a:t>
            </a:r>
            <a:endParaRPr lang="es-CL" sz="2400" b="1" u="sng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/>
              <a:t>Transición a Hosting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sz="2400" noProof="0" dirty="0"/>
              <a:t>Disponibilidad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sz="2400" dirty="0"/>
              <a:t>Fiabilidad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sz="2400" dirty="0"/>
              <a:t>Capacidad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C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/>
              <a:t>Inversión en </a:t>
            </a:r>
            <a:r>
              <a:rPr lang="es-CL" sz="2400" dirty="0" err="1"/>
              <a:t>APIs</a:t>
            </a:r>
            <a:endParaRPr lang="es-C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noProof="0" dirty="0"/>
              <a:t>Migración a </a:t>
            </a:r>
            <a:r>
              <a:rPr lang="es-CL" sz="2400" noProof="0" dirty="0" err="1"/>
              <a:t>Vercel</a:t>
            </a:r>
            <a:endParaRPr lang="es-CL" sz="2400" noProof="0" dirty="0"/>
          </a:p>
        </p:txBody>
      </p:sp>
      <p:pic>
        <p:nvPicPr>
          <p:cNvPr id="5" name="Picture 4" descr="Introduction to Color Theory for Artists — Serena Archetti">
            <a:extLst>
              <a:ext uri="{FF2B5EF4-FFF2-40B4-BE49-F238E27FC236}">
                <a16:creationId xmlns:a16="http://schemas.microsoft.com/office/drawing/2014/main" id="{007B8F0C-AAC3-9330-233F-D52542475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1444799" y="-534058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2DC16276-2108-CA1F-B10A-0C40D2BD8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5519737" y="588840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Threads (social network) - Wikipedia">
            <a:extLst>
              <a:ext uri="{FF2B5EF4-FFF2-40B4-BE49-F238E27FC236}">
                <a16:creationId xmlns:a16="http://schemas.microsoft.com/office/drawing/2014/main" id="{0029234C-6FD8-C6DB-D290-ECB9976EB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39450">
            <a:off x="4631359" y="2631368"/>
            <a:ext cx="922580" cy="922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3741D947-9F9A-9A6F-FF1D-04D27F7BB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85307">
            <a:off x="5183700" y="3030632"/>
            <a:ext cx="1061214" cy="734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LinkedIn: Jobs &amp; Business News - Apps on Google Play">
            <a:extLst>
              <a:ext uri="{FF2B5EF4-FFF2-40B4-BE49-F238E27FC236}">
                <a16:creationId xmlns:a16="http://schemas.microsoft.com/office/drawing/2014/main" id="{529471F5-1698-7940-8A18-90DB5A078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660687">
            <a:off x="4693725" y="3248921"/>
            <a:ext cx="769257" cy="769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31517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5C620-D1CD-2912-E8B3-CB6ACC650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E3D4E9DC-7F2B-94D1-C515-002453B7197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2714171" y="-18880"/>
            <a:ext cx="6745139" cy="68768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25E4119-1FC8-9DDD-9743-848D8405F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1308" y="142728"/>
            <a:ext cx="3440894" cy="55108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405B54C-5564-A0AC-5BA6-64DCEA38A2AD}"/>
              </a:ext>
            </a:extLst>
          </p:cNvPr>
          <p:cNvSpPr txBox="1"/>
          <p:nvPr/>
        </p:nvSpPr>
        <p:spPr>
          <a:xfrm>
            <a:off x="1427892" y="-1065909"/>
            <a:ext cx="9336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noProof="0" dirty="0"/>
              <a:t>El proyecto UniPost fue desarrollado a través de la </a:t>
            </a:r>
            <a:r>
              <a:rPr lang="es-CL" sz="2000" b="1" noProof="0" dirty="0"/>
              <a:t>metodología ágil</a:t>
            </a:r>
            <a:r>
              <a:rPr lang="es-CL" sz="2000" noProof="0" dirty="0"/>
              <a:t>, creando </a:t>
            </a:r>
            <a:r>
              <a:rPr lang="es-CL" sz="2000" noProof="0" dirty="0" err="1"/>
              <a:t>sprints</a:t>
            </a:r>
            <a:r>
              <a:rPr lang="es-CL" sz="2000" noProof="0" dirty="0"/>
              <a:t> que plantean objetivos y entregables por realizar.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ACF7C93-BB27-F24E-E0DD-DC9FCF0515CA}"/>
              </a:ext>
            </a:extLst>
          </p:cNvPr>
          <p:cNvSpPr/>
          <p:nvPr/>
        </p:nvSpPr>
        <p:spPr>
          <a:xfrm>
            <a:off x="-99588" y="-1115374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C816F7-A476-E2BC-FC65-67340884C8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362" y="210071"/>
            <a:ext cx="589709" cy="5897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91C2691-2754-8915-222C-36B527BF9BCA}"/>
              </a:ext>
            </a:extLst>
          </p:cNvPr>
          <p:cNvSpPr txBox="1"/>
          <p:nvPr/>
        </p:nvSpPr>
        <p:spPr>
          <a:xfrm>
            <a:off x="741071" y="293699"/>
            <a:ext cx="14706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2000" u="sng" noProof="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0B0802CE-E3A6-FED7-7202-4BAC6CB15602}"/>
              </a:ext>
            </a:extLst>
          </p:cNvPr>
          <p:cNvSpPr txBox="1">
            <a:spLocks/>
          </p:cNvSpPr>
          <p:nvPr/>
        </p:nvSpPr>
        <p:spPr>
          <a:xfrm>
            <a:off x="775623" y="228158"/>
            <a:ext cx="10640754" cy="7758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sz="3600" dirty="0">
                <a:latin typeface="Calibri" panose="020F0502020204030204" pitchFamily="34" charset="0"/>
                <a:cs typeface="Calibri" panose="020F0502020204030204" pitchFamily="34" charset="0"/>
              </a:rPr>
              <a:t>Costos para Producción</a:t>
            </a:r>
            <a:endParaRPr lang="es-CL" sz="36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C102FB-733C-794C-C2CA-271391F105BC}"/>
              </a:ext>
            </a:extLst>
          </p:cNvPr>
          <p:cNvSpPr txBox="1"/>
          <p:nvPr/>
        </p:nvSpPr>
        <p:spPr>
          <a:xfrm>
            <a:off x="3541031" y="958653"/>
            <a:ext cx="5015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b="1" noProof="0" dirty="0"/>
              <a:t>Cálculo Anual</a:t>
            </a:r>
            <a:endParaRPr lang="es-CL" sz="2400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D64EA1-8D9A-9345-4D92-F1D1E06E9441}"/>
              </a:ext>
            </a:extLst>
          </p:cNvPr>
          <p:cNvSpPr txBox="1"/>
          <p:nvPr/>
        </p:nvSpPr>
        <p:spPr>
          <a:xfrm>
            <a:off x="2885794" y="1472238"/>
            <a:ext cx="63257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noProof="0" dirty="0"/>
              <a:t>Dominio (NIC Chile) - CLP$9.990</a:t>
            </a:r>
          </a:p>
          <a:p>
            <a:pPr algn="ctr"/>
            <a:r>
              <a:rPr lang="es-CL" sz="2400" dirty="0"/>
              <a:t>X API v2 (Basic) – CLP$2.000.000</a:t>
            </a:r>
          </a:p>
        </p:txBody>
      </p:sp>
      <p:pic>
        <p:nvPicPr>
          <p:cNvPr id="5" name="Picture 4" descr="Introduction to Color Theory for Artists — Serena Archetti">
            <a:extLst>
              <a:ext uri="{FF2B5EF4-FFF2-40B4-BE49-F238E27FC236}">
                <a16:creationId xmlns:a16="http://schemas.microsoft.com/office/drawing/2014/main" id="{A04C1F96-D1F8-52FB-57F9-089F6F621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1444799" y="-534058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Introduction to Color Theory for Artists — Serena Archetti">
            <a:extLst>
              <a:ext uri="{FF2B5EF4-FFF2-40B4-BE49-F238E27FC236}">
                <a16:creationId xmlns:a16="http://schemas.microsoft.com/office/drawing/2014/main" id="{812675AE-80C9-A4C6-2976-06CA76481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5519737" y="588840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68E155-FCC8-C3F1-4EC1-C7C12EA928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8614" y="4434376"/>
            <a:ext cx="2291115" cy="5138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1FABCE1-6EE3-64E2-BA60-E8B1587F43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2876" y="5001172"/>
            <a:ext cx="2922590" cy="580534"/>
          </a:xfrm>
          <a:prstGeom prst="rect">
            <a:avLst/>
          </a:prstGeom>
        </p:spPr>
      </p:pic>
      <p:pic>
        <p:nvPicPr>
          <p:cNvPr id="2052" name="Picture 4" descr="Amazon Web Services - Wikipedia, la enciclopedia libre">
            <a:extLst>
              <a:ext uri="{FF2B5EF4-FFF2-40B4-BE49-F238E27FC236}">
                <a16:creationId xmlns:a16="http://schemas.microsoft.com/office/drawing/2014/main" id="{76EA7FCB-A85D-DD21-3085-5390A862C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5629" y="5634686"/>
            <a:ext cx="1197083" cy="801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07379A1-9A48-3FFF-2A89-3A7B7C57D76D}"/>
              </a:ext>
            </a:extLst>
          </p:cNvPr>
          <p:cNvSpPr txBox="1"/>
          <p:nvPr/>
        </p:nvSpPr>
        <p:spPr>
          <a:xfrm>
            <a:off x="0" y="2573550"/>
            <a:ext cx="58414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2400" b="1" u="sng" noProof="0" dirty="0"/>
              <a:t>Económico </a:t>
            </a:r>
            <a:r>
              <a:rPr lang="es-CL" sz="2400" b="1" u="sng" noProof="0" dirty="0" err="1"/>
              <a:t>Serverless</a:t>
            </a:r>
            <a:endParaRPr lang="es-CL" sz="2400" b="1" u="sng" noProof="0" dirty="0"/>
          </a:p>
          <a:p>
            <a:pPr algn="ctr"/>
            <a:r>
              <a:rPr lang="es-CL" sz="2400" noProof="0" dirty="0" err="1"/>
              <a:t>Vercel</a:t>
            </a:r>
            <a:r>
              <a:rPr lang="es-CL" sz="2400" noProof="0" dirty="0"/>
              <a:t> – CLP$0 (sin fines de lucro)</a:t>
            </a:r>
          </a:p>
          <a:p>
            <a:pPr algn="ctr"/>
            <a:r>
              <a:rPr lang="es-CL" sz="2400" dirty="0"/>
              <a:t>Base de Datos </a:t>
            </a:r>
            <a:r>
              <a:rPr lang="es-CL" sz="2400" dirty="0" err="1"/>
              <a:t>SupaBase</a:t>
            </a:r>
            <a:r>
              <a:rPr lang="es-CL" sz="2400" dirty="0"/>
              <a:t> – CLP$0</a:t>
            </a:r>
          </a:p>
          <a:p>
            <a:pPr algn="ctr"/>
            <a:r>
              <a:rPr lang="es-CL" sz="2400" noProof="0" dirty="0"/>
              <a:t>Almacenamiento (AWS) – </a:t>
            </a:r>
            <a:r>
              <a:rPr lang="es-CL" sz="2400" dirty="0"/>
              <a:t>CLP$10.000~</a:t>
            </a:r>
            <a:endParaRPr lang="en-US" sz="2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F2CE9D-EDAA-6249-1D69-7AADA9F0E62A}"/>
              </a:ext>
            </a:extLst>
          </p:cNvPr>
          <p:cNvSpPr txBox="1"/>
          <p:nvPr/>
        </p:nvSpPr>
        <p:spPr>
          <a:xfrm>
            <a:off x="6418053" y="2568094"/>
            <a:ext cx="577394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2400" b="1" u="sng" dirty="0"/>
              <a:t>Hosting por </a:t>
            </a:r>
            <a:r>
              <a:rPr lang="es-CL" sz="2400" b="1" u="sng" dirty="0" err="1"/>
              <a:t>DigitalOcean</a:t>
            </a:r>
            <a:endParaRPr lang="es-CL" sz="2400" b="1" u="sng" noProof="0" dirty="0"/>
          </a:p>
          <a:p>
            <a:pPr algn="ctr"/>
            <a:r>
              <a:rPr lang="es-CL" sz="2400" dirty="0"/>
              <a:t>VPS – CLP$90.000~</a:t>
            </a:r>
          </a:p>
          <a:p>
            <a:pPr algn="ctr"/>
            <a:r>
              <a:rPr lang="es-CL" sz="2400" noProof="0" dirty="0"/>
              <a:t>Base de Datos (</a:t>
            </a:r>
            <a:r>
              <a:rPr lang="es-CL" sz="2400" noProof="0" dirty="0" err="1"/>
              <a:t>Postgre</a:t>
            </a:r>
            <a:r>
              <a:rPr lang="es-CL" sz="2400" noProof="0" dirty="0"/>
              <a:t>) – CLP$1</a:t>
            </a:r>
            <a:r>
              <a:rPr lang="es-CL" sz="2400" dirty="0"/>
              <a:t>10.000~</a:t>
            </a:r>
          </a:p>
          <a:p>
            <a:pPr algn="ctr"/>
            <a:r>
              <a:rPr lang="es-CL" sz="2400" noProof="0" dirty="0"/>
              <a:t>Almacenamiento (256GB) –</a:t>
            </a:r>
            <a:r>
              <a:rPr lang="es-CL" sz="2400" dirty="0"/>
              <a:t> CLP$75.000~</a:t>
            </a:r>
            <a:endParaRPr lang="en-US" sz="24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A39F461-1B2B-ED29-87F0-8BF5EC4754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9637" y="4458635"/>
            <a:ext cx="4258269" cy="7144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BC36C63-0C06-D211-5595-1B74ADBE145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1483" y="5317069"/>
            <a:ext cx="3127085" cy="105221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9CA40A7-7D1A-9DEF-84AC-DE39FEB24CE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55718" y="4428815"/>
            <a:ext cx="2844192" cy="242918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3020515-3CB7-673F-D828-2C0C0750405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970618" y="1715812"/>
            <a:ext cx="3523074" cy="727990"/>
          </a:xfrm>
          <a:prstGeom prst="rect">
            <a:avLst/>
          </a:prstGeom>
        </p:spPr>
      </p:pic>
      <p:pic>
        <p:nvPicPr>
          <p:cNvPr id="32" name="Picture 4" descr="Twitter - Wikipedia">
            <a:extLst>
              <a:ext uri="{FF2B5EF4-FFF2-40B4-BE49-F238E27FC236}">
                <a16:creationId xmlns:a16="http://schemas.microsoft.com/office/drawing/2014/main" id="{A5B0EEC6-4006-2922-CCB4-FB98483CD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6029" y="3055802"/>
            <a:ext cx="1177273" cy="1177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A419731-8BB3-B0E9-EA09-8D0BC9E12B78}"/>
              </a:ext>
            </a:extLst>
          </p:cNvPr>
          <p:cNvSpPr txBox="1"/>
          <p:nvPr/>
        </p:nvSpPr>
        <p:spPr>
          <a:xfrm>
            <a:off x="16735312" y="3321272"/>
            <a:ext cx="33524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 err="1"/>
              <a:t>For</a:t>
            </a:r>
            <a:r>
              <a:rPr lang="es-MX" sz="3600" b="1" dirty="0"/>
              <a:t> </a:t>
            </a:r>
            <a:r>
              <a:rPr lang="es-MX" sz="3600" b="1" dirty="0" err="1"/>
              <a:t>Developers</a:t>
            </a:r>
            <a:endParaRPr lang="en-US" sz="3600" b="1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CB91533-51B3-7009-7BFE-2C362CA3FC5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997071" y="4640334"/>
            <a:ext cx="4562106" cy="76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1421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69B95-8352-1BDA-8E5C-FF9ABC50F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1FCBF634-FFEC-5209-0A80-01EA2BE5B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2062" y="-3340358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5A9DF855-7067-F4EC-8E66-987A26D4A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9937" y="3519487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65EFA1D-DD10-13ED-54E8-947D07DAA25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2757252" y="-1846"/>
            <a:ext cx="6745139" cy="687688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F543A79-74F4-429A-1D0A-E8E1FE2A0B8C}"/>
              </a:ext>
            </a:extLst>
          </p:cNvPr>
          <p:cNvSpPr txBox="1">
            <a:spLocks/>
          </p:cNvSpPr>
          <p:nvPr/>
        </p:nvSpPr>
        <p:spPr>
          <a:xfrm>
            <a:off x="771981" y="575809"/>
            <a:ext cx="10640754" cy="7758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sz="3600" noProof="0" dirty="0">
                <a:latin typeface="Calibri" panose="020F0502020204030204" pitchFamily="34" charset="0"/>
                <a:cs typeface="Calibri" panose="020F0502020204030204" pitchFamily="34" charset="0"/>
              </a:rPr>
              <a:t>Obstáculos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59F2DCC-36A7-CC57-9874-3BD484B89E20}"/>
              </a:ext>
            </a:extLst>
          </p:cNvPr>
          <p:cNvSpPr/>
          <p:nvPr/>
        </p:nvSpPr>
        <p:spPr>
          <a:xfrm>
            <a:off x="-90063" y="-74295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B8F708-74A4-D1DC-2C83-4D7BE51EFE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362" y="210071"/>
            <a:ext cx="589709" cy="5897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CEC5F9C-D436-1E14-3FFE-BD26DC25C806}"/>
              </a:ext>
            </a:extLst>
          </p:cNvPr>
          <p:cNvSpPr txBox="1"/>
          <p:nvPr/>
        </p:nvSpPr>
        <p:spPr>
          <a:xfrm>
            <a:off x="741071" y="293699"/>
            <a:ext cx="14706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2000" u="sng" noProof="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7C691E0-002B-E365-8681-4172F94C2A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1308" y="142728"/>
            <a:ext cx="3440894" cy="55108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F76FB0E-2881-3AD8-F82C-201E225E9291}"/>
              </a:ext>
            </a:extLst>
          </p:cNvPr>
          <p:cNvSpPr txBox="1"/>
          <p:nvPr/>
        </p:nvSpPr>
        <p:spPr>
          <a:xfrm>
            <a:off x="809835" y="1381827"/>
            <a:ext cx="674513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b="1" noProof="0" dirty="0"/>
              <a:t>Limitaciones por API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sz="2400" dirty="0"/>
              <a:t>Meta (Instagram, Facebook) a menor escala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sz="2400" dirty="0"/>
              <a:t>X (Twitter) con cuotas limitadas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sz="2400" dirty="0"/>
              <a:t>TikTok con restricciones a cuentas</a:t>
            </a:r>
          </a:p>
          <a:p>
            <a:pPr lvl="1"/>
            <a:endParaRPr lang="es-C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b="1" dirty="0"/>
              <a:t>Organización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sz="2400" dirty="0"/>
              <a:t>Comunicación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sz="2400" dirty="0"/>
              <a:t>Trabajo en Equipo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C0590A-3A39-86D3-72BB-6C4E59A02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4833" y="-119064"/>
            <a:ext cx="7277101" cy="727710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3228CB7-0081-D189-7B50-F46BD60F79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191999" y="-259996"/>
            <a:ext cx="7377992" cy="737799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F85FEC0-E824-0358-466B-213E5D2674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7808" y="4428815"/>
            <a:ext cx="2844192" cy="24291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CA2C75F-9A56-92BF-D066-48928C0ABD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9323" y="1715812"/>
            <a:ext cx="3523074" cy="727990"/>
          </a:xfrm>
          <a:prstGeom prst="rect">
            <a:avLst/>
          </a:prstGeom>
        </p:spPr>
      </p:pic>
      <p:pic>
        <p:nvPicPr>
          <p:cNvPr id="15364" name="Picture 4" descr="Twitter - Wikipedia">
            <a:extLst>
              <a:ext uri="{FF2B5EF4-FFF2-40B4-BE49-F238E27FC236}">
                <a16:creationId xmlns:a16="http://schemas.microsoft.com/office/drawing/2014/main" id="{E7810B3E-F649-3A76-66E7-B870A2A84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4734" y="3055802"/>
            <a:ext cx="1177273" cy="1177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A9B2F58-2185-C42F-3F80-E84B6B4B99FF}"/>
              </a:ext>
            </a:extLst>
          </p:cNvPr>
          <p:cNvSpPr txBox="1"/>
          <p:nvPr/>
        </p:nvSpPr>
        <p:spPr>
          <a:xfrm>
            <a:off x="7864017" y="3321272"/>
            <a:ext cx="33524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 err="1"/>
              <a:t>For</a:t>
            </a:r>
            <a:r>
              <a:rPr lang="es-MX" sz="3600" b="1" dirty="0"/>
              <a:t> </a:t>
            </a:r>
            <a:r>
              <a:rPr lang="es-MX" sz="3600" b="1" dirty="0" err="1"/>
              <a:t>Developers</a:t>
            </a:r>
            <a:endParaRPr lang="en-US" sz="3600" b="1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B4C9FA5-3DED-F8F0-F975-891F21CC6C0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25776" y="4640334"/>
            <a:ext cx="4562106" cy="76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0294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F9276-32D5-9C58-F9EA-177C59762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0B2BCEC-A583-EC25-935C-0B1DCF2605FE}"/>
              </a:ext>
            </a:extLst>
          </p:cNvPr>
          <p:cNvSpPr/>
          <p:nvPr/>
        </p:nvSpPr>
        <p:spPr>
          <a:xfrm>
            <a:off x="-46776" y="7258928"/>
            <a:ext cx="12285552" cy="599139"/>
          </a:xfrm>
          <a:prstGeom prst="rect">
            <a:avLst/>
          </a:prstGeom>
          <a:solidFill>
            <a:srgbClr val="F8A43B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E71C4F-E33C-5F2E-6602-5A6E900816EE}"/>
              </a:ext>
            </a:extLst>
          </p:cNvPr>
          <p:cNvSpPr/>
          <p:nvPr/>
        </p:nvSpPr>
        <p:spPr>
          <a:xfrm>
            <a:off x="-93552" y="-119064"/>
            <a:ext cx="12285552" cy="70298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C88BDB-CA23-94DC-1534-98B94F85E8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07004" y="-259996"/>
            <a:ext cx="7377992" cy="737799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62C701-4C05-D227-96B6-04D2D31B15D2}"/>
              </a:ext>
            </a:extLst>
          </p:cNvPr>
          <p:cNvSpPr txBox="1">
            <a:spLocks/>
          </p:cNvSpPr>
          <p:nvPr/>
        </p:nvSpPr>
        <p:spPr>
          <a:xfrm>
            <a:off x="728847" y="988621"/>
            <a:ext cx="10640754" cy="7758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sz="3600" b="1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Preguntas de la Comisión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6400BB-8350-40CE-FD1F-38767615CA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777" y="7467357"/>
            <a:ext cx="3440894" cy="5510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788AC1-0BAC-E312-642D-7063CD0E34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060339" y="210071"/>
            <a:ext cx="589709" cy="5897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42BC91-239A-9825-3DA5-B34C80459071}"/>
              </a:ext>
            </a:extLst>
          </p:cNvPr>
          <p:cNvSpPr txBox="1"/>
          <p:nvPr/>
        </p:nvSpPr>
        <p:spPr>
          <a:xfrm>
            <a:off x="-1470630" y="293699"/>
            <a:ext cx="14706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2000" u="sng" noProof="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14F9DA-7E63-04DD-6B67-663CF13D92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1308" y="-948447"/>
            <a:ext cx="3440894" cy="551081"/>
          </a:xfrm>
          <a:prstGeom prst="rect">
            <a:avLst/>
          </a:prstGeom>
        </p:spPr>
      </p:pic>
      <p:pic>
        <p:nvPicPr>
          <p:cNvPr id="12" name="Picture 11" descr="Introduction to Color Theory for Artists — Serena Archetti">
            <a:extLst>
              <a:ext uri="{FF2B5EF4-FFF2-40B4-BE49-F238E27FC236}">
                <a16:creationId xmlns:a16="http://schemas.microsoft.com/office/drawing/2014/main" id="{07210C3E-C729-018D-DFD2-4086ACC9E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1444799" y="-534058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Introduction to Color Theory for Artists — Serena Archetti">
            <a:extLst>
              <a:ext uri="{FF2B5EF4-FFF2-40B4-BE49-F238E27FC236}">
                <a16:creationId xmlns:a16="http://schemas.microsoft.com/office/drawing/2014/main" id="{ED180757-4A29-ADB2-27EC-60CB90F41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5519737" y="588840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96529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3CDF8-DB60-C57B-818F-38DE16685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FFB21F0-C549-E351-2FC1-393045C4F18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2714171" y="-18880"/>
            <a:ext cx="6745139" cy="68768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7A005F0-2EA9-8A92-DB59-17595E99A91E}"/>
              </a:ext>
            </a:extLst>
          </p:cNvPr>
          <p:cNvSpPr/>
          <p:nvPr/>
        </p:nvSpPr>
        <p:spPr>
          <a:xfrm>
            <a:off x="-93552" y="-119063"/>
            <a:ext cx="12285552" cy="4983164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40F2A0-4305-A7FD-CB71-E4E9DB6B95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07004" y="-7727596"/>
            <a:ext cx="7377992" cy="737799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50878BB-1910-7C93-B118-91572B5A989C}"/>
              </a:ext>
            </a:extLst>
          </p:cNvPr>
          <p:cNvSpPr txBox="1"/>
          <p:nvPr/>
        </p:nvSpPr>
        <p:spPr>
          <a:xfrm>
            <a:off x="3634821" y="1649244"/>
            <a:ext cx="482880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4400" u="sng" noProof="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Muchas Gracias por su atención.</a:t>
            </a:r>
            <a:endParaRPr lang="es-CL" sz="4400" noProof="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051BEF-CA47-900C-3AE1-A4B20C8AED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5553" y="5336032"/>
            <a:ext cx="3440894" cy="55108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1DE0C7F-B3BB-8B74-FAE4-F37CFF1151FA}"/>
              </a:ext>
            </a:extLst>
          </p:cNvPr>
          <p:cNvSpPr/>
          <p:nvPr/>
        </p:nvSpPr>
        <p:spPr>
          <a:xfrm>
            <a:off x="-46776" y="6359044"/>
            <a:ext cx="12285552" cy="599139"/>
          </a:xfrm>
          <a:prstGeom prst="rect">
            <a:avLst/>
          </a:prstGeom>
          <a:solidFill>
            <a:srgbClr val="F8A43B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</p:spTree>
    <p:extLst>
      <p:ext uri="{BB962C8B-B14F-4D97-AF65-F5344CB8AC3E}">
        <p14:creationId xmlns:p14="http://schemas.microsoft.com/office/powerpoint/2010/main" val="35154644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XSwiSGFzQmFzZWxpbmVzIjpmYWxzZSwiQ3VsdHVyZUluZm9OYW1lIjoiZW4tVVMiLCJTdHlsZU5hbWUiOm51bGwsIlZlcnNpb24iOnsiJGlkIjoiMiIsIlZlcnNpb24iOiI1LjYuMCIsIk9yaWdpbmFsQXNzZW1ibHlWZXJzaW9uIjpudWxsLCJFZGl0aW9uIjpudWxsLCJMYXN0U2F2ZWRFZGl0aW9uIjowLCJJc1BsdXNFZGl0aW9uIjpmYWxzZSwiSXNQcm9FZGl0aW9uIjpmYWxzZX0sIkVmZmVjdCI6MCwiU3R5bGUiOnsiJGlkIjoiMyIsIkRlZmF1bHREZXBlbmRlbmN5U3R5bGUiOnsiJGlkIjoiNCIsIkxpbmVTdHlsZSI6eyIkaWQiOiI1IiwiTGluZUNvbG9yIjp7IiRpZCI6IjYiLCIkdHlwZSI6Ik5MUkUuQ29tbW9uLkRvbS5Tb2xpZENvbG9yQnJ1c2gsIE5MUkUuQ29tbW9uIiwiQ29sb3IiOnsiJGlkIjoiNyIsIkEiOjI1NSwiUiI6MCwiRyI6MCwiQiI6MH19LCJMaW5lV2VpZ2h0IjoxLjAsIkxpbmVUeXBlIjowLCJQYXJlbnRTdHlsZSI6bnVsbH0sIkVuZEFycm93aGVhZExpbmVTdHlsZSI6eyIkaWQiOiI4IiwiS2luZCI6MSwiV2lkdGgiOjEsIkxlbmd0aCI6MCwiUGFyZW50U3R5bGUiOm51bGx9LCJCcmluZ1RvRnJvbnQiOmZhbHNlLCJFbGJvd1JhZGl1cyI6My4wLCJNYXJnaW4iOnsiJGlkIjoiOSIsIlRvcCI6MC4wLCJMZWZ0IjowLjAsIlJpZ2h0IjowLjAsIkJvdHRvbSI6MC4wfSwiUGFkZGluZyI6eyIkaWQiOiIxMCIsIlRvcCI6MC4wLCJMZWZ0IjowLjAsIlJpZ2h0IjowLjAsIkJvdHRvbSI6MC4wfSwiQmFja2dyb3VuZCI6bnVsbCwiSXNWaXNpYmxlIjp0cnVlLCJXaWR0aCI6MC4wLCJIZWlnaHQiOjAuMCwiQm9yZGVyU3R5bGUiOm51bGwsIlBhcmVudFN0eWxlIjpudWxsfSwiQ3JpdGljYWxQYXRoU3R5bGUiOnsiJGlkIjoiMTEiLCJDcml0aWNhbFBhdGhTdHlsZU9wdGlvbnMiOjMwLCJMaW5lU3R5bGUiOnsiJGlkIjoiMTIiLCJMaW5lQ29sb3IiOnsiJGlkIjoiMTMiLCIkdHlwZSI6Ik5MUkUuQ29tbW9uLkRvbS5Tb2xpZENvbG9yQnJ1c2gsIE5MUkUuQ29tbW9uIiwiQ29sb3IiOnsiJGlkIjoiMTQiLCJBIjoyNTUsIlIiOjIyMiwiRyI6NTAsIkIiOjUwfX0sIkxpbmVXZWlnaHQiOjEuMCwiTGluZVR5cGUiOjAsIlBhcmVudFN0eWxlIjpudWxsfSwiVGl0bGVGb3JlZ3JvdW5kIjp7IiRpZCI6IjE1IiwiQ29sb3IiOnsiJGlkIjoiMTYiLCJBIjoyNTUsIlIiOjE3NiwiRyI6MTksIkIiOjI1fX0sIlNoYXBlc0JhY2tncm91bmQiOnsiJGlkIjoiMTciLCJDb2xvciI6eyIkaWQiOiIxOCIsIkEiOjI1NSwiUiI6MjUzLCJHIjoyMDMsIkIiOjIwOH19LCJTaGFwZXNCb3JkZXJTdHlsZSI6eyIkaWQiOiIxOSIsIkxpbmVDb2xvciI6eyIkaWQiOiIyMCIsIiR0eXBlIjoiTkxSRS5Db21tb24uRG9tLlNvbGlkQ29sb3JCcnVzaCwgTkxSRS5Db21tb24iLCJDb2xvciI6eyIkaWQiOiIyMSIsIkEiOjI1NSwiUiI6MjM0LCJHIjoyMiwiQiI6MzB9fSwiTGluZVdlaWdodCI6Mi4wLCJMaW5lVHlwZSI6MCwiUGFyZW50U3R5bGUiOm51bGx9LCJNYXJnaW4iOnsiJGlkIjoiMjIiLCJUb3AiOjAuMCwiTGVmdCI6MC4wLCJSaWdodCI6MC4wLCJCb3R0b20iOjAuMH0sIlBhZGRpbmciOnsiJGlkIjoiMjMiLCJUb3AiOjAuMCwiTGVmdCI6MC4wLCJSaWdodCI6MC4wLCJCb3R0b20iOjAuMH0sIkJhY2tncm91bmQiOm51bGwsIklzVmlzaWJsZSI6ZmFsc2UsIldpZHRoIjowLjAsIkhlaWdodCI6MC4wLCJCb3JkZXJTdHlsZSI6eyIkaWQiOiIyNCIsIkxpbmVDb2xvciI6bnVsbCwiTGluZVdlaWdodCI6MC4wLCJMaW5lVHlwZSI6MCwiUGFyZW50U3R5bGUiOm51bGx9LCJQYXJlbnRTdHlsZSI6bnVsbH0sIlBhbmVsc1NwYWNpbmdEZWZpbml0aW9uIjp7IiRpZCI6IjI1IiwiU3BhY2luZ0Fib3ZlVGltZWJhbmQiOjMsIlNwYWNpbmdCZWxvd1RpbWViYW5kIjozLCJTcGFjaW5nQWJvdmVCZXR3ZWVuU3dpbWxhbmVzQW5kVGFza3MiOjUsIlNwYWNpbmdCZWxvd0JldHdlZW5Td2ltbGFuZXNBbmRUYXNrcyI6NX0sIlRpbWViYW5kU3R5bGUiOnsiJGlkIjoiMjYiLCJTY2FsZU1hcmtpbmciOjAsIlNoYXBlIjowLCJTaGFwZVN0eWxlIjp7IiRpZCI6IjI3IiwiTWFyZ2luIjp7IiRpZCI6IjI4IiwiVG9wIjowLjAsIkxlZnQiOjEwLjAsIlJpZ2h0IjoxMC4wLCJCb3R0b20iOjAuMH0sIlBhZGRpbmciOnsiJGlkIjoiMjkiLCJUb3AiOjAuMCwiTGVmdCI6MC4wLCJSaWdodCI6MC4wLCJCb3R0b20iOjAuMH0sIkJhY2tncm91bmQiOnsiJGlkIjoiMzAiLCJDb2xvciI6eyIkaWQiOiIzMSIsIkEiOjI1NSwiUiI6MTQsIkciOjQwLCJCIjo2NX19LCJJc1Zpc2libGUiOnRydWUsIldpZHRoIjowLjAsIkhlaWdodCI6MjAuMCwiQm9yZGVyU3R5bGUiOnsiJGlkIjoiMzIiLCJMaW5lQ29sb3IiOnsiJGlkIjoiMzMiLCIkdHlwZSI6Ik5MUkUuQ29tbW9uLkRvbS5Tb2xpZENvbG9yQnJ1c2gsIE5MUkUuQ29tbW9uIiwiQ29sb3IiOnsiJGlkIjoiMzQiLCJBIjoyNTUsIlIiOjI1NSwiRyI6MCwiQiI6MH19LCJMaW5lV2VpZ2h0IjowLjAsIkxpbmVUeXBlIjowLCJQYXJlbnRTdHlsZSI6bnVsbH0sIlBhcmVudFN0eWxlIjpudWxsfSwiTWlkZGxlVGllclNoYXBlU3R5bGUiOnsiJGlkIjoiMzUiLCJNYXJnaW4iOnsiJGlkIjoiMzYiLCJUb3AiOjAuMCwiTGVmdCI6MTAuMCwiUmlnaHQiOjEwLjAsIkJvdHRvbSI6MC4wfSwiUGFkZGluZyI6eyIkaWQiOiIzNyIsIlRvcCI6MC4wLCJMZWZ0IjowLjAsIlJpZ2h0IjowLjAsIkJvdHRvbSI6MC4wfSwiQmFja2dyb3VuZCI6eyIkaWQiOiIzOCIsIkNvbG9yIjp7IiRpZCI6IjM5IiwiQSI6MjU1LCJSIjoxNCwiRyI6NDAsIkIiOjY1fX0sIklzVmlzaWJsZSI6dHJ1ZSwiV2lkdGgiOjAuMCwiSGVpZ2h0IjoyMC4wLCJCb3JkZXJTdHlsZSI6eyIkaWQiOiI0MCIsIkxpbmVDb2xvciI6eyIkcmVmIjoiMzMifSwiTGluZVdlaWdodCI6MC4wLCJMaW5lVHlwZSI6MCwiUGFyZW50U3R5bGUiOm51bGx9LCJQYXJlbnRTdHlsZSI6bnVsbH0sIkJvdHRvbVRpZXJTaGFwZVN0eWxlIjp7IiRpZCI6IjQxIiwiTWFyZ2luIjp7IiRpZCI6IjQyIiwiVG9wIjowLjAsIkxlZnQiOjEwLjAsIlJpZ2h0IjoxMC4wLCJCb3R0b20iOjAuMH0sIlBhZGRpbmciOnsiJGlkIjoiNDMiLCJUb3AiOjAuMCwiTGVmdCI6MC4wLCJSaWdodCI6MC4wLCJCb3R0b20iOjAuMH0sIkJhY2tncm91bmQiOnsiJGlkIjoiNDQiLCJDb2xvciI6eyIkaWQiOiI0NSIsIkEiOjI1NSwiUiI6MTQsIkciOjQwLCJCIjo2NX19LCJJc1Zpc2libGUiOnRydWUsIldpZHRoIjowLjAsIkhlaWdodCI6MjAuMCwiQm9yZGVyU3R5bGUiOnsiJGlkIjoiNDYiLCJMaW5lQ29sb3IiOnsiJHJlZiI6IjMzIn0sIkxpbmVXZWlnaHQiOjAuMCwiTGluZVR5cGUiOjAsIlBhcmVudFN0eWxlIjpudWxsfSwiUGFyZW50U3R5bGUiOm51bGx9LCJSaWdodEVuZENhcHNTdHlsZSI6eyIkaWQiOiI0NyIsIkZvbnRTZXR0aW5ncyI6eyIkaWQiOiI0OCIsIkZvbnRTaXplIjoxOCwiRm9udE5hbWUiOiJDYWxpYnJpIiwiSXNCb2xkIjp0cnVlLCJJc0l0YWxpYyI6ZmFsc2UsIklzVW5kZXJsaW5lZCI6ZmFsc2UsIlBhcmVudFN0eWxlIjpudWxsfSwiQXV0b1NpemUiOjAsIkZvcmVncm91bmQiOnsiJGlkIjoiNDkiLCJDb2xvciI6eyIkaWQiOiI1MCIsIkEiOjI1NSwiUiI6MjMzLCJHIjoxMTMsIkIiOjUwfX0sIk1heFdpZHRoIjoyMDAuMCwiTWF4SGVpZ2h0IjoiSW5maW5pdHkiLCJTbWFydEZvcmVncm91bmRJc0FjdGl2ZSI6ZmFsc2UsIkhvcml6b250YWxBbGlnbm1lbnQiOjAsIlZlcnRpY2FsQWxpZ25tZW50IjoxLCJTbWFydEZvcmVncm91bmQiOm51bGwsIkJhY2tncm91bmRGaWxsVHlwZSI6MCwiTWFyZ2luIjp7IiRpZCI6IjUxIiwiVG9wIjowLjAsIkxlZnQiOjAuMCwiUmlnaHQiOjIwLjAsIkJvdHRvbSI6MC4wfSwiUGFkZGluZyI6eyIkaWQiOiI1MiIsIlRvcCI6MC4wLCJMZWZ0IjowLjAsIlJpZ2h0IjowLjAsIkJvdHRvbSI6MC4wfSwiQmFja2dyb3VuZCI6eyIkaWQiOiI1MyIsIkNvbG9yIjp7IiRpZCI6IjU0IiwiQSI6MjU1LCJSIjoyMzMsIkciOjExMywiQiI6NTB9fSwiSXNWaXNpYmxlIjpmYWxzZSwiV2lkdGgiOjAuMCwiSGVpZ2h0IjowLjAsIkJvcmRlclN0eWxlIjp7IiRpZCI6IjU1IiwiTGluZUNvbG9yIjpudWxsLCJMaW5lV2VpZ2h0IjowLjAsIkxpbmVUeXBlIjowLCJQYXJlbnRTdHlsZSI6bnVsbH0sIlBhcmVudFN0eWxlIjpudWxsfSwiTGVmdEVuZENhcHNTdHlsZSI6eyIkaWQiOiI1NiIsIkZvbnRTZXR0aW5ncyI6eyIkaWQiOiI1NyIsIkZvbnRTaXplIjoxOCwiRm9udE5hbWUiOiJDYWxpYnJpIiwiSXNCb2xkIjp0cnVlLCJJc0l0YWxpYyI6ZmFsc2UsIklzVW5kZXJsaW5lZCI6ZmFsc2UsIlBhcmVudFN0eWxlIjpudWxsfSwiQXV0b1NpemUiOjAsIkZvcmVncm91bmQiOnsiJGlkIjoiNTgiLCJDb2xvciI6eyIkaWQiOiI1OS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YwIiwiVG9wIjowLjAsIkxlZnQiOjIwLjAsIlJpZ2h0IjowLjAsIkJvdHRvbSI6MC4wfSwiUGFkZGluZyI6eyIkaWQiOiI2MSIsIlRvcCI6MC4wLCJMZWZ0IjowLjAsIlJpZ2h0IjowLjAsIkJvdHRvbSI6MC4wfSwiQmFja2dyb3VuZCI6eyIkaWQiOiI2MiIsIkNvbG9yIjp7IiRpZCI6IjYzIiwiQSI6MjU1LCJSIjoyMzcsIkciOjEyNSwiQiI6NDl9fSwiSXNWaXNpYmxlIjpmYWxzZSwiV2lkdGgiOjAuMCwiSGVpZ2h0IjowLjAsIkJvcmRlclN0eWxlIjp7IiRpZCI6IjY0IiwiTGluZUNvbG9yIjpudWxsLCJMaW5lV2VpZ2h0IjowLjAsIkxpbmVUeXBlIjowLCJQYXJlbnRTdHlsZSI6bnVsbH0sIlBhcmVudFN0eWxlIjpudWxsfSwiVG9kYXlUZXh0U3R5bGUiOnsiJGlkIjoiNjUiLCJGb250U2V0dGluZ3MiOnsiJGlkIjoiNjYiLCJGb250U2l6ZSI6MTIsIkZvbnROYW1lIjoiQ2FsaWJyaSIsIklzQm9sZCI6ZmFsc2UsIklzSXRhbGljIjpmYWxzZSwiSXNVbmRlcmxpbmVkIjpmYWxzZSwiUGFyZW50U3R5bGUiOm51bGx9LCJBdXRvU2l6ZSI6MCwiRm9yZWdyb3VuZCI6eyIkaWQiOiI2NyIsIkNvbG9yIjp7IiRpZCI6IjY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5IiwiVG9wIjowLjAsIkxlZnQiOjAuMCwiUmlnaHQiOjAuMCwiQm90dG9tIjowLjB9LCJQYWRkaW5nIjp7IiRpZCI6IjcwIiwiVG9wIjowLjAsIkxlZnQiOjAuMCwiUmlnaHQiOjAuMCwiQm90dG9tIjowLjB9LCJCYWNrZ3JvdW5kIjp7IiRpZCI6IjcxIiwiQ29sb3IiOnsiJGlkIjoiNzIiLCJBIjoyNTUsIlIiOjAsIkciOjAsIkIiOjB9fSwiSXNWaXNpYmxlIjpmYWxzZSwiV2lkdGgiOjAuMCwiSGVpZ2h0IjowLjAsIkJvcmRlclN0eWxlIjp7IiRpZCI6IjczIiwiTGluZUNvbG9yIjpudWxsLCJMaW5lV2VpZ2h0IjowLjAsIkxpbmVUeXBlIjowLCJQYXJlbnRTdHlsZSI6bnVsbH0sIlBhcmVudFN0eWxlIjpudWxsfSwiVG9kYXlNYXJrZXJTdHlsZSI6eyIkaWQiOiI3NCIsIk1hcmdpbiI6eyIkaWQiOiI3NSIsIlRvcCI6MC4wLCJMZWZ0IjowLjAsIlJpZ2h0IjowLjAsIkJvdHRvbSI6MC4wfSwiUGFkZGluZyI6eyIkaWQiOiI3NiIsIlRvcCI6MC4wLCJMZWZ0IjowLjAsIlJpZ2h0IjowLjAsIkJvdHRvbSI6MC4wfSwiQmFja2dyb3VuZCI6eyIkaWQiOiI3NyIsIkNvbG9yIjp7IiRpZCI6Ijc4IiwiQSI6MjU1LCJSIjoyNTUsIkciOjAsIkIiOjB9fSwiSXNWaXNpYmxlIjp0cnVlLCJXaWR0aCI6MC4wLCJIZWlnaHQiOjAuMCwiQm9yZGVyU3R5bGUiOm51bGwsIlBhcmVudFN0eWxlIjpudWxsfSwiU2NhbGVTdHlsZSI6eyIkaWQiOiI3OSIsIlNoYXBlIjozLCJTaG93U2VnbWVudFNlcGFyYXRvcnMiOnRydWUsIlNlZ21lbnRTZXBhcmF0b3JPcGFjaXR5IjozMCwiSGFzQmVlblZpc2libGVCZWZvcmUiOmZhbHNlLCJGb250U2V0dGluZ3MiOnsiJGlkIjoiODAiLCJGb250U2l6ZSI6MTIsIkZvbnROYW1lIjoiQ2FsaWJyaSIsIklzQm9sZCI6ZmFsc2UsIklzSXRhbGljIjpmYWxzZSwiSXNVbmRlcmxpbmVkIjpmYWxzZSwiUGFyZW50U3R5bGUiOm51bGx9LCJBdXRvU2l6ZSI6MCwiRm9yZWdyb3VuZCI6eyIkaWQiOiI4MSIsIkNvbG9yIjp7IiRpZCI6IjgyIiwiQSI6MjU1LCJSIjoyMzIsIkciOjIzMiwiQiI6MjMyfX0sIk1heFdpZHRoIjoyMDAuMCwiTWF4SGVpZ2h0IjoiSW5maW5pdHkiLCJTbWFydEZvcmVncm91bmRJc0FjdGl2ZSI6ZmFsc2UsIkhvcml6b250YWxBbGlnbm1lbnQiOjAsIlZlcnRpY2FsQWxpZ25tZW50IjoxLCJTbWFydEZvcmVncm91bmQiOm51bGwsIkJhY2tncm91bmRGaWxsVHlwZSI6MCwiTWFyZ2luIjp7IiRpZCI6IjgzIiwiVG9wIjowLjAsIkxlZnQiOjQuMCwiUmlnaHQiOjQuMCwiQm90dG9tIjowLjB9LCJQYWRkaW5nIjp7IiRpZCI6Ijg0IiwiVG9wIjowLjAsIkxlZnQiOjAuMCwiUmlnaHQiOjAuMCwiQm90dG9tIjowLjB9LCJCYWNrZ3JvdW5kIjp7IiRpZCI6Ijg1IiwiQ29sb3IiOnsiJGlkIjoiODYiLCJBIjoyNTUsIlIiOjE0LCJHIjo0MCwiQiI6NjV9fSwiSXNWaXNpYmxlIjp0cnVlLCJXaWR0aCI6MC4wLCJIZWlnaHQiOjAuMCwiQm9yZGVyU3R5bGUiOnsiJGlkIjoiODciLCJMaW5lQ29sb3IiOm51bGwsIkxpbmVXZWlnaHQiOjAuMCwiTGluZVR5cGUiOjAsIlBhcmVudFN0eWxlIjpudWxsfSwiUGFyZW50U3R5bGUiOm51bGx9LCJTaW5nbGVTY2FsZVNoYXBlU3R5bGUiOnsiJGlkIjoiODgiLCJTaGFwZSI6MCwiSGVpZ2h0IjowLjB9LCJNaWRkbGVUaWVyU2NhbGVTdHlsZSI6eyIkaWQiOiI4OSIsIlNoYXBlIjozLCJTaG93U2VnbWVudFNlcGFyYXRvcnMiOnRydWUsIlNlZ21lbnRTZXBhcmF0b3JPcGFjaXR5IjozMCwiSGFzQmVlblZpc2libGVCZWZvcmUiOmZhbHNlLCJGb250U2V0dGluZ3MiOnsiJGlkIjoiOTAiLCJGb250U2l6ZSI6MTIsIkZvbnROYW1lIjoiQ2FsaWJyaSIsIklzQm9sZCI6ZmFsc2UsIklzSXRhbGljIjpmYWxzZSwiSXNVbmRlcmxpbmVkIjpmYWxzZSwiUGFyZW50U3R5bGUiOm51bGx9LCJBdXRvU2l6ZSI6MCwiRm9yZWdyb3VuZCI6eyIkaWQiOiI5MSIsIkNvbG9yIjp7IiRpZCI6IjkyIiwiQSI6MjU1LCJSIjoyMzIsIkciOjIzMiwiQiI6MjMyfX0sIk1heFdpZHRoIjoyMDAuMCwiTWF4SGVpZ2h0IjoiSW5maW5pdHkiLCJTbWFydEZvcmVncm91bmRJc0FjdGl2ZSI6ZmFsc2UsIkhvcml6b250YWxBbGlnbm1lbnQiOjAsIlZlcnRpY2FsQWxpZ25tZW50IjoxLCJTbWFydEZvcmVncm91bmQiOm51bGwsIkJhY2tncm91bmRGaWxsVHlwZSI6MCwiTWFyZ2luIjp7IiRpZCI6IjkzIiwiVG9wIjowLjAsIkxlZnQiOjQuMCwiUmlnaHQiOjQuMCwiQm90dG9tIjowLjB9LCJQYWRkaW5nIjp7IiRpZCI6Ijk0IiwiVG9wIjowLjAsIkxlZnQiOjAuMCwiUmlnaHQiOjAuMCwiQm90dG9tIjowLjB9LCJCYWNrZ3JvdW5kIjp7IiRpZCI6Ijk1IiwiQ29sb3IiOnsiJGlkIjoiOTYiLCJBIjoyNTUsIlIiOjE0LCJHIjo0MCwiQiI6NjV9fSwiSXNWaXNpYmxlIjpmYWxzZSwiV2lkdGgiOjAuMCwiSGVpZ2h0IjowLjAsIkJvcmRlclN0eWxlIjp7IiRpZCI6Ijk3IiwiTGluZUNvbG9yIjpudWxsLCJMaW5lV2VpZ2h0IjowLjAsIkxpbmVUeXBlIjowLCJQYXJlbnRTdHlsZSI6bnVsbH0sIlBhcmVudFN0eWxlIjpudWxsfSwiQm90dG9tVGllclNjYWxlU3R5bGUiOnsiJGlkIjoiOTgiLCJTaGFwZSI6MywiU2hvd1NlZ21lbnRTZXBhcmF0b3JzIjp0cnVlLCJTZWdtZW50U2VwYXJhdG9yT3BhY2l0eSI6MzAsIkhhc0JlZW5WaXNpYmxlQmVmb3JlIjpmYWxzZSwiRm9udFNldHRpbmdzIjp7IiRpZCI6Ijk5IiwiRm9udFNpemUiOjEyLCJGb250TmFtZSI6IkNhbGlicmkiLCJJc0JvbGQiOmZhbHNlLCJJc0l0YWxpYyI6ZmFsc2UsIklzVW5kZXJsaW5lZCI6ZmFsc2UsIlBhcmVudFN0eWxlIjpudWxsfSwiQXV0b1NpemUiOjAsIkZvcmVncm91bmQiOnsiJGlkIjoiMTAwIiwiQ29sb3IiOnsiJGlkIjoiMTAxIiwiQSI6MjU1LCJSIjoyMzIsIkciOjIzMiwiQiI6MjMyfX0sIk1heFdpZHRoIjoyMDAuMCwiTWF4SGVpZ2h0IjoiSW5maW5pdHkiLCJTbWFydEZvcmVncm91bmRJc0FjdGl2ZSI6ZmFsc2UsIkhvcml6b250YWxBbGlnbm1lbnQiOjAsIlZlcnRpY2FsQWxpZ25tZW50IjoxLCJTbWFydEZvcmVncm91bmQiOm51bGwsIkJhY2tncm91bmRGaWxsVHlwZSI6MCwiTWFyZ2luIjp7IiRpZCI6IjEwMiIsIlRvcCI6MC4wLCJMZWZ0Ijo0LjAsIlJpZ2h0Ijo0LjAsIkJvdHRvbSI6MC4wfSwiUGFkZGluZyI6eyIkaWQiOiIxMDMiLCJUb3AiOjAuMCwiTGVmdCI6MC4wLCJSaWdodCI6MC4wLCJCb3R0b20iOjAuMH0sIkJhY2tncm91bmQiOnsiJGlkIjoiMTA0IiwiQ29sb3IiOnsiJGlkIjoiMTA1IiwiQSI6MjU1LCJSIjoxNCwiRyI6NDAsIkIiOjY1fX0sIklzVmlzaWJsZSI6ZmFsc2UsIldpZHRoIjowLjAsIkhlaWdodCI6MC4wLCJCb3JkZXJTdHlsZSI6eyIkaWQiOiIxMDYiLCJMaW5lQ29sb3IiOm51bGwsIkxpbmVXZWlnaHQiOjAuMCwiTGluZVR5cGUiOjAsIlBhcmVudFN0eWxlIjpudWxsfSwiUGFyZW50U3R5bGUiOm51bGx9LCJFbGFwc2VkVGltZUJhY2tncm91bmQiOnsiJGlkIjoiMTA3IiwiQ29sb3IiOnsiJGlkIjoiMTA4IiwiQSI6MTkxLCJSIjoyNTUsIkciOjAsIkIiOjB9fSwiQXBwZW5kWWVhck9uWWVhckNoYW5nZSI6ZmFsc2UsIkVsYXBzZWRUaW1lRm9ybWF0IjowLCJUb2RheU1hcmtlclBvc2l0aW9uIjowLCJRdWlja1Bvc2l0aW9uIjozLCJBYnNvbHV0ZVBvc2l0aW9uIjoxMzUuMCwiTWFyZ2luIjp7IiRpZCI6IjEwOSIsIlRvcCI6MC4wLCJMZWZ0IjoxMC4wLCJSaWdodCI6MTAuMCwiQm90dG9tIjowLjB9LCJQYWRkaW5nIjp7IiRpZCI6IjExMCIsIlRvcCI6MC4wLCJMZWZ0IjowLjAsIlJpZ2h0IjowLjAsIkJvdHRvbSI6MC4wfSwiQmFja2dyb3VuZCI6eyIkaWQiOiIxMTEiLCJDb2xvciI6eyIkaWQiOiIxMTIiLCJBIjoyNTUsIlIiOjQ3LCJHIjo1NCwiQiI6MTUzfX0sIklzVmlzaWJsZSI6ZmFsc2UsIldpZHRoIjowLjAsIkhlaWdodCI6MC4wLCJCb3JkZXJTdHlsZSI6bnVsbCwiUGFyZW50U3R5bGUiOm51bGx9LCJEZWZhdWx0TWlsZXN0b25lU3R5bGUiOnsiJGlkIjoiMTEzIiwiU2hhcGUiOjIsIkNvbm5lY3Rvck1hcmdpbiI6eyIkaWQiOiIxMTQiLCJUb3AiOjAuMCwiTGVmdCI6Mi4wLCJSaWdodCI6Mi4wLCJCb3R0b20iOjAuMH0sIkNvbm5lY3RvclN0eWxlIjp7IiRpZCI6IjExNSIsIkxpbmVDb2xvciI6eyIkaWQiOiIxMTYiLCIkdHlwZSI6Ik5MUkUuQ29tbW9uLkRvbS5Tb2xpZENvbG9yQnJ1c2gsIE5MUkUuQ29tbW9uIiwiQ29sb3IiOnsiJGlkIjoiMTE3IiwiQSI6MTI3LCJSIjoyMzMsIkciOjExMywiQiI6NTB9fSwiTGluZVdlaWdodCI6MS4wLCJMaW5lVHlwZSI6MCwiUGFyZW50U3R5bGUiOm51bGx9LCJJc0JlbG93VGltZWJhbmQiOmZhbHNlLCJQb3NpdGlvbk9uVGFzayI6MCwiSGlkZURhdGUiOmZhbHNlLCJTaGFwZVNpemUiOjEsIlNwYWNpbmciOjAuMCwiUGFkZGluZyI6eyIkaWQiOiIxMTgiLCJUb3AiOjUuMCwiTGVmdCI6My4wLCJSaWdodCI6MC4wLCJCb3R0b20iOjIuMH0sIlNoYXBlU3R5bGUiOnsiJGlkIjoiMTE5IiwiTWFyZ2luIjp7IiRpZCI6IjEyMCIsIlRvcCI6MC4wLCJMZWZ0IjowLjAsIlJpZ2h0IjowLjAsIkJvdHRvbSI6MC4wfSwiUGFkZGluZyI6eyIkaWQiOiIxMjEiLCJUb3AiOjAuMCwiTGVmdCI6MC4wLCJSaWdodCI6MC4wLCJCb3R0b20iOjAuMH0sIkJhY2tncm91bmQiOnsiJGlkIjoiMTIyIiwiQ29sb3IiOnsiJGlkIjoiMTIzIiwiQSI6MjU1LCJSIjoyMzMsIkciOjExMywiQiI6NTB9fSwiSXNWaXNpYmxlIjp0cnVlLCJXaWR0aCI6MTguMCwiSGVpZ2h0IjoyMC4wLCJCb3JkZXJTdHlsZSI6eyIkaWQiOiIxMjQiLCJMaW5lQ29sb3IiOnsiJGlkIjoiMTI1IiwiJHR5cGUiOiJOTFJFLkNvbW1vbi5Eb20uU29saWRDb2xvckJydXNoLCBOTFJFLkNvbW1vbiIsIkNvbG9yIjp7IiRpZCI6IjEyNiIsIkEiOjI1NSwiUiI6MjM0LCJHIjoyMiwiQiI6MzB9fSwiTGluZVdlaWdodCI6MC4wLCJMaW5lVHlwZSI6MCwiUGFyZW50U3R5bGUiOm51bGx9LCJQYXJlbnRTdHlsZSI6bnVsbH0sIlRpdGxlU3R5bGUiOnsiJGlkIjoiMTI3IiwiRm9udFNldHRpbmdzIjp7IiRpZCI6IjEyOCIsIkZvbnRTaXplIjoxMSwiRm9udE5hbWUiOiJDYWxpYnJpIiwiSXNCb2xkIjp0cnVlLCJJc0l0YWxpYyI6ZmFsc2UsIklzVW5kZXJsaW5lZCI6ZmFsc2UsIlBhcmVudFN0eWxlIjpudWxsfSwiQXV0b1NpemUiOjAsIkZvcmVncm91bmQiOnsiJGlkIjoiMTI5IiwiQ29sb3IiOnsiJGlkIjoiMTM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zMSIsIlRvcCI6MC4wLCJMZWZ0IjowLjAsIlJpZ2h0IjowLjAsIkJvdHRvbSI6MC4wfSwiUGFkZGluZyI6eyIkaWQiOiIxMzIiLCJUb3AiOjAuMCwiTGVmdCI6MC4wLCJSaWdodCI6MC4wLCJCb3R0b20iOjAuMH0sIkJhY2tncm91bmQiOnsiJGlkIjoiMTMzIiwiQ29sb3IiOnsiJGlkIjoiMTM0IiwiQSI6MjU1LCJSIjowLCJHIjowLCJCIjowfX0sIklzVmlzaWJsZSI6dHJ1ZSwiV2lkdGgiOjAuMCwiSGVpZ2h0IjowLjAsIkJvcmRlclN0eWxlIjp7IiRpZCI6IjEzNSIsIkxpbmVDb2xvciI6bnVsbCwiTGluZVdlaWdodCI6MC4wLCJMaW5lVHlwZSI6MCwiUGFyZW50U3R5bGUiOm51bGx9LCJQYXJlbnRTdHlsZSI6bnVsbH0sIkRhdGVTdHlsZSI6eyIkaWQiOiIxMzYiLCJGb250U2V0dGluZ3MiOnsiJGlkIjoiMTM3IiwiRm9udFNpemUiOjEwLCJGb250TmFtZSI6IkNhbGlicmkiLCJJc0JvbGQiOmZhbHNlLCJJc0l0YWxpYyI6ZmFsc2UsIklzVW5kZXJsaW5lZCI6ZmFsc2UsIlBhcmVudFN0eWxlIjpudWxsfSwiQXV0b1NpemUiOjAsIkZvcmVncm91bmQiOnsiJGlkIjoiMTM4IiwiQ29sb3IiOnsiJGlkIjoiMTM5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0MCIsIlRvcCI6MC4wLCJMZWZ0IjowLjAsIlJpZ2h0IjowLjAsIkJvdHRvbSI6MC4wfSwiUGFkZGluZyI6eyIkaWQiOiIxNDEiLCJUb3AiOjAuMCwiTGVmdCI6MC4wLCJSaWdodCI6MC4wLCJCb3R0b20iOjAuMH0sIkJhY2tncm91bmQiOnsiJGlkIjoiMTQyIiwiQ29sb3IiOnsiJGlkIjoiMTQzIiwiQSI6MjU1LCJSIjoxNCwiRyI6NDAsIkIiOjY1fX0sIklzVmlzaWJsZSI6dHJ1ZSwiV2lkdGgiOjAuMCwiSGVpZ2h0IjowLjAsIkJvcmRlclN0eWxlIjp7IiRpZCI6IjE0NCIsIkxpbmVDb2xvciI6bnVsbCwiTGluZVdlaWdodCI6MC4wLCJMaW5lVHlwZSI6MCwiUGFyZW50U3R5bGUiOm51bGx9LCJQYXJlbnRTdHlsZSI6bnVsbH0sIkRhdGVGb3JtYXQiOnsiJGlkIjoiMTQ1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0NiIsIkZvcm1hdCI6MCwiSXNWaXNpYmxlIjpmYWxzZSwiTGFzdEtub3duVmlzaWJpbGl0eVN0YXRlIjpmYWxzZX0sIklzVmlzaWJsZSI6dHJ1ZSwiVmFyaWFuY2VTdHlsZSI6eyIkaWQiOiIxNDciLCJUZXh0U3R5bGUiOnsiJGlkIjoiMTQ4IiwiRm9udFNldHRpbmdzIjp7IiRpZCI6IjE0OSIsIkZvbnRTaXplIjoxMCwiRm9udE5hbWUiOiJDYWxpYnJpIiwiSXNCb2xkIjpmYWxzZSwiSXNJdGFsaWMiOmZhbHNlLCJJc1VuZGVybGluZWQiOmZhbHNlLCJQYXJlbnRTdHlsZSI6bnVsbH0sIkF1dG9TaXplIjowLCJGb3JlZ3JvdW5kIjp7IiRpZCI6IjE1MCIsIkNvbG9yIjp7IiRpZCI6IjE1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TIiLCJUb3AiOjAuMCwiTGVmdCI6MC4wLCJSaWdodCI6MC4wLCJCb3R0b20iOjAuMH0sIlBhZGRpbmciOnsiJGlkIjoiMTUzIiwiVG9wIjowLjAsIkxlZnQiOjAuMCwiUmlnaHQiOjAuMCwiQm90dG9tIjowLjB9LCJCYWNrZ3JvdW5kIjp7IiRpZCI6IjE1NCIsIkNvbG9yIjp7IiRpZCI6IjE1NSIsIkEiOjI1NSwiUiI6MCwiRyI6MCwiQiI6MH19LCJJc1Zpc2libGUiOnRydWUsIldpZHRoIjowLjAsIkhlaWdodCI6MC4wLCJCb3JkZXJTdHlsZSI6eyIkaWQiOiIxNTYiLCJMaW5lQ29sb3IiOm51bGwsIkxpbmVXZWlnaHQiOjAuMCwiTGluZVR5cGUiOjAsIlBhcmVudFN0eWxlIjpudWxsfSwiUGFyZW50U3R5bGUiOm51bGx9LCJQYXJlbnRTdHlsZSI6bnVsbH0sIlBhcmVudFN0eWxlIjpudWxsfSwiRGVmYXVsdE1vdFN0eWxlIjp7IiRpZCI6IjE1NyIsIlNoYXBlIjoyLCJDb25uZWN0b3JNYXJnaW4iOnsiJGlkIjoiMTU4IiwiVG9wIjowLjAsIkxlZnQiOjIuMCwiUmlnaHQiOjIuMCwiQm90dG9tIjowLjB9LCJDb25uZWN0b3JTdHlsZSI6eyIkaWQiOiIxNTkiLCJMaW5lQ29sb3IiOnsiJGlkIjoiMTYwIiwiJHR5cGUiOiJOTFJFLkNvbW1vbi5Eb20uU29saWRDb2xvckJydXNoLCBOTFJFLkNvbW1vbiIsIkNvbG9yIjp7IiRpZCI6IjE2MSIsIkEiOjEyNywiUiI6MjMzLCJHIjoxMTMsIkIiOjUwfX0sIkxpbmVXZWlnaHQiOjEuMCwiTGluZVR5cGUiOjAsIlBhcmVudFN0eWxlIjpudWxsfSwiSXNCZWxvd1RpbWViYW5kIjpmYWxzZSwiUG9zaXRpb25PblRhc2siOjEsIkhpZGVEYXRlIjpmYWxzZSwiU2hhcGVTaXplIjoxLCJTcGFjaW5nIjowLjAsIlBhZGRpbmciOnsiJGlkIjoiMTYyIiwiVG9wIjo1LjAsIkxlZnQiOjMuMCwiUmlnaHQiOjAuMCwiQm90dG9tIjoyLjB9LCJTaGFwZVN0eWxlIjp7IiRpZCI6IjE2MyIsIk1hcmdpbiI6eyIkaWQiOiIxNjQiLCJUb3AiOjAuMCwiTGVmdCI6MC4wLCJSaWdodCI6MC4wLCJCb3R0b20iOjAuMH0sIlBhZGRpbmciOnsiJGlkIjoiMTY1IiwiVG9wIjowLjAsIkxlZnQiOjAuMCwiUmlnaHQiOjAuMCwiQm90dG9tIjowLjB9LCJCYWNrZ3JvdW5kIjp7IiRpZCI6IjE2NiIsIkNvbG9yIjp7IiRpZCI6IjE2NyIsIkEiOjI1NSwiUiI6MjMzLCJHIjoxMTMsIkIiOjUwfX0sIklzVmlzaWJsZSI6dHJ1ZSwiV2lkdGgiOjEzLjAsIkhlaWdodCI6MTMuMCwiQm9yZGVyU3R5bGUiOnsiJGlkIjoiMTY4IiwiTGluZUNvbG9yIjp7IiRpZCI6IjE2OSIsIiR0eXBlIjoiTkxSRS5Db21tb24uRG9tLlNvbGlkQ29sb3JCcnVzaCwgTkxSRS5Db21tb24iLCJDb2xvciI6eyIkaWQiOiIxNzAiLCJBIjoyNTUsIlIiOjIzNCwiRyI6MjIsIkIiOjMwfX0sIkxpbmVXZWlnaHQiOjAuMCwiTGluZVR5cGUiOjAsIlBhcmVudFN0eWxlIjpudWxsfSwiUGFyZW50U3R5bGUiOm51bGx9LCJUaXRsZVN0eWxlIjp7IiRpZCI6IjE3MSIsIkZvbnRTZXR0aW5ncyI6eyIkaWQiOiIxNzIiLCJGb250U2l6ZSI6MTEsIkZvbnROYW1lIjoiQ2FsaWJyaSIsIklzQm9sZCI6dHJ1ZSwiSXNJdGFsaWMiOmZhbHNlLCJJc1VuZGVybGluZWQiOmZhbHNlLCJQYXJlbnRTdHlsZSI6bnVsbH0sIkF1dG9TaXplIjowLCJGb3JlZ3JvdW5kIjp7IiRpZCI6IjE3MyIsIkNvbG9yIjp7IiRpZCI6IjE3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zUiLCJUb3AiOjAuMCwiTGVmdCI6MC4wLCJSaWdodCI6MC4wLCJCb3R0b20iOjAuMH0sIlBhZGRpbmciOnsiJGlkIjoiMTc2IiwiVG9wIjowLjAsIkxlZnQiOjAuMCwiUmlnaHQiOjAuMCwiQm90dG9tIjowLjB9LCJCYWNrZ3JvdW5kIjp7IiRpZCI6IjE3NyIsIkNvbG9yIjp7IiRpZCI6IjE3OCIsIkEiOjI1NSwiUiI6MCwiRyI6MCwiQiI6MH19LCJJc1Zpc2libGUiOnRydWUsIldpZHRoIjowLjAsIkhlaWdodCI6MC4wLCJCb3JkZXJTdHlsZSI6eyIkaWQiOiIxNzkiLCJMaW5lQ29sb3IiOm51bGwsIkxpbmVXZWlnaHQiOjAuMCwiTGluZVR5cGUiOjAsIlBhcmVudFN0eWxlIjpudWxsfSwiUGFyZW50U3R5bGUiOm51bGx9LCJEYXRlU3R5bGUiOnsiJGlkIjoiMTgwIiwiRm9udFNldHRpbmdzIjp7IiRpZCI6IjE4MSIsIkZvbnRTaXplIjoxMCwiRm9udE5hbWUiOiJDYWxpYnJpIiwiSXNCb2xkIjpmYWxzZSwiSXNJdGFsaWMiOmZhbHNlLCJJc1VuZGVybGluZWQiOmZhbHNlLCJQYXJlbnRTdHlsZSI6bnVsbH0sIkF1dG9TaXplIjowLCJGb3JlZ3JvdW5kIjp7IiRpZCI6IjE4MiIsIkNvbG9yIjp7IiRpZCI6IjE4My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xODQiLCJUb3AiOjAuMCwiTGVmdCI6MC4wLCJSaWdodCI6MC4wLCJCb3R0b20iOjAuMH0sIlBhZGRpbmciOnsiJGlkIjoiMTg1IiwiVG9wIjowLjAsIkxlZnQiOjAuMCwiUmlnaHQiOjAuMCwiQm90dG9tIjowLjB9LCJCYWNrZ3JvdW5kIjp7IiRpZCI6IjE4NiIsIkNvbG9yIjp7IiRpZCI6IjE4NyIsIkEiOjI1NSwiUiI6MTQsIkciOjQwLCJCIjo2NX19LCJJc1Zpc2libGUiOnRydWUsIldpZHRoIjowLjAsIkhlaWdodCI6MC4wLCJCb3JkZXJTdHlsZSI6eyIkaWQiOiIxODgiLCJMaW5lQ29sb3IiOm51bGwsIkxpbmVXZWlnaHQiOjAuMCwiTGluZVR5cGUiOjAsIlBhcmVudFN0eWxlIjpudWxsfSwiUGFyZW50U3R5bGUiOm51bGx9LCJEYXRlRm9ybWF0Ijp7IiRpZCI6IjE4O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TAiLCJGb3JtYXQiOjAsIklzVmlzaWJsZSI6ZmFsc2UsIkxhc3RLbm93blZpc2liaWxpdHlTdGF0ZSI6ZmFsc2V9LCJJc1Zpc2libGUiOnRydWUsIlZhcmlhbmNlU3R5bGUiOnsiJGlkIjoiMTkxIiwiVGV4dFN0eWxlIjp7IiRpZCI6IjE5MiIsIkZvbnRTZXR0aW5ncyI6eyIkaWQiOiIxOTMiLCJGb250U2l6ZSI6MTAsIkZvbnROYW1lIjoiQ2FsaWJyaSIsIklzQm9sZCI6ZmFsc2UsIklzSXRhbGljIjpmYWxzZSwiSXNVbmRlcmxpbmVkIjpmYWxzZSwiUGFyZW50U3R5bGUiOm51bGx9LCJBdXRvU2l6ZSI6MCwiRm9yZWdyb3VuZCI6eyIkaWQiOiIxOTQiLCJDb2xvciI6eyIkaWQiOiIxOT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k2IiwiVG9wIjowLjAsIkxlZnQiOjAuMCwiUmlnaHQiOjAuMCwiQm90dG9tIjowLjB9LCJQYWRkaW5nIjp7IiRpZCI6IjE5NyIsIlRvcCI6MC4wLCJMZWZ0IjowLjAsIlJpZ2h0IjowLjAsIkJvdHRvbSI6MC4wfSwiQmFja2dyb3VuZCI6eyIkaWQiOiIxOTgiLCJDb2xvciI6eyIkaWQiOiIxOTkiLCJBIjoyNTUsIlIiOjAsIkciOjAsIkIiOjB9fSwiSXNWaXNpYmxlIjp0cnVlLCJXaWR0aCI6MC4wLCJIZWlnaHQiOjAuMCwiQm9yZGVyU3R5bGUiOnsiJGlkIjoiMjAwIiwiTGluZUNvbG9yIjpudWxsLCJMaW5lV2VpZ2h0IjowLjAsIkxpbmVUeXBlIjowLCJQYXJlbnRTdHlsZSI6bnVsbH0sIlBhcmVudFN0eWxlIjpudWxsfSwiUGFyZW50U3R5bGUiOm51bGx9LCJQYXJlbnRTdHlsZSI6bnVsbH0sIkRlZmF1bHRUYXNrU3R5bGUiOnsiJGlkIjoiMjAxIiwiU2hhcGUiOjMsIlNoYXBlVGhpY2tuZXNzIjowLCJEdXJhdGlvbkZvcm1hdCI6MCwiSW5jbHVkZU5vbldvcmtpbmdEYXlzSW5EdXJhdGlvbiI6ZmFsc2UsIlBlcmNlbnRhZ2VDb21wbGV0ZVN0eWxlIjp7IiRpZCI6IjIwMiIsIkZvbnRTZXR0aW5ncyI6eyIkaWQiOiIyMDMiLCJGb250U2l6ZSI6MTAsIkZvbnROYW1lIjoiQ2FsaWJyaSIsIklzQm9sZCI6ZmFsc2UsIklzSXRhbGljIjpmYWxzZSwiSXNVbmRlcmxpbmVkIjpmYWxzZSwiUGFyZW50U3R5bGUiOm51bGx9LCJBdXRvU2l6ZSI6MCwiRm9yZWdyb3VuZCI6eyIkaWQiOiIyMDQiLCJDb2xvciI6eyIkaWQiOiIyMDU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jA2IiwiVG9wIjowLjAsIkxlZnQiOjAuMCwiUmlnaHQiOjAuMCwiQm90dG9tIjowLjB9LCJQYWRkaW5nIjp7IiRpZCI6IjIwNyIsIlRvcCI6MC4wLCJMZWZ0IjowLjAsIlJpZ2h0IjowLjAsIkJvdHRvbSI6MC4wfSwiQmFja2dyb3VuZCI6eyIkaWQiOiIyMDgiLCJDb2xvciI6eyIkaWQiOiIyMDkiLCJBIjo4OSwiUiI6MCwiRyI6MCwiQiI6MH19LCJJc1Zpc2libGUiOnRydWUsIldpZHRoIjowLjAsIkhlaWdodCI6MC4wLCJCb3JkZXJTdHlsZSI6eyIkaWQiOiIyMTAiLCJMaW5lQ29sb3IiOm51bGwsIkxpbmVXZWlnaHQiOjAuMCwiTGluZVR5cGUiOjAsIlBhcmVudFN0eWxlIjpudWxsfSwiUGFyZW50U3R5bGUiOm51bGx9LCJEdXJhdGlvblN0eWxlIjp7IiRpZCI6IjIxMSIsIkZvbnRTZXR0aW5ncyI6eyIkaWQiOiIyMTIiLCJGb250U2l6ZSI6MTAsIkZvbnROYW1lIjoiQ2FsaWJyaSIsIklzQm9sZCI6ZmFsc2UsIklzSXRhbGljIjpmYWxzZSwiSXNVbmRlcmxpbmVkIjpmYWxzZSwiUGFyZW50U3R5bGUiOm51bGx9LCJBdXRvU2l6ZSI6MCwiRm9yZWdyb3VuZCI6eyIkaWQiOiIyMTMiLCJDb2xvciI6eyIkaWQiOiIyMTQ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yMTUiLCJUb3AiOjAuMCwiTGVmdCI6MC4wLCJSaWdodCI6MC4wLCJCb3R0b20iOjAuMH0sIlBhZGRpbmciOnsiJGlkIjoiMjE2IiwiVG9wIjowLjAsIkxlZnQiOjAuMCwiUmlnaHQiOjAuMCwiQm90dG9tIjowLjB9LCJCYWNrZ3JvdW5kIjp7IiRpZCI6IjIxNyIsIkNvbG9yIjp7IiRpZCI6IjIxOCIsIkEiOjI1NSwiUiI6MjM3LCJHIjoxMjUsIkIiOjQ5fX0sIklzVmlzaWJsZSI6dHJ1ZSwiV2lkdGgiOjAuMCwiSGVpZ2h0IjowLjAsIkJvcmRlclN0eWxlIjp7IiRpZCI6IjIxOSIsIkxpbmVDb2xvciI6bnVsbCwiTGluZVdlaWdodCI6MC4wLCJMaW5lVHlwZSI6MCwiUGFyZW50U3R5bGUiOm51bGx9LCJQYXJlbnRTdHlsZSI6bnVsbH0sIkhvcml6b250YWxDb25uZWN0b3JTdHlsZSI6eyIkaWQiOiIyMjAiLCJMaW5lQ29sb3IiOnsiJGlkIjoiMjIxIiwiJHR5cGUiOiJOTFJFLkNvbW1vbi5Eb20uU29saWRDb2xvckJydXNoLCBOTFJFLkNvbW1vbiIsIkNvbG9yIjp7IiRpZCI6IjIyMiIsIkEiOjUxLCJSIjoyMSwiRyI6OTYsIkIiOjEzMH19LCJMaW5lV2VpZ2h0IjoxLjAsIkxpbmVUeXBlIjowLCJQYXJlbnRTdHlsZSI6bnVsbH0sIlZlcnRpY2FsQ29ubmVjdG9yU3R5bGUiOnsiJGlkIjoiMjIzIiwiTGluZUNvbG9yIjp7IiRpZCI6IjIyNCIsIiR0eXBlIjoiTkxSRS5Db21tb24uRG9tLlNvbGlkQ29sb3JCcnVzaCwgTkxSRS5Db21tb24iLCJDb2xvciI6eyIkaWQiOiIyMjU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MiwiU3BhY2luZyI6MywiSXNCZWxvd1RpbWViYW5kIjpmYWxzZSwiUGVyY2VudGFnZUNvbXBsZXRlU2hhcGVPcGFjaXR5IjozNSwiQmFzZWxpbmVTdHlsZSI6eyIkaWQiOiIyMjYiLCJTaGFwZVN0eWxlIjp7IiRpZCI6IjIyNyIsIk1hcmdpbiI6eyIkaWQiOiIyMjgiLCJUb3AiOjAuMCwiTGVmdCI6MC4wLCJSaWdodCI6MC4wLCJCb3R0b20iOjAuMH0sIlBhZGRpbmciOnsiJGlkIjoiMjI5IiwiVG9wIjowLjAsIkxlZnQiOjAuMCwiUmlnaHQiOjAuMCwiQm90dG9tIjowLjB9LCJCYWNrZ3JvdW5kIjp7IiRpZCI6IjIzMCIsIkNvbG9yIjp7IiRpZCI6IjIzMSIsIkEiOjE1MywiUiI6MCwiRyI6MCwiQiI6MH19LCJJc1Zpc2libGUiOnRydWUsIldpZHRoIjowLjAsIkhlaWdodCI6MC4wLCJCb3JkZXJTdHlsZSI6eyIkaWQiOiIyMzIiLCJMaW5lQ29sb3IiOnsiJGlkIjoiMjMzIiwiJHR5cGUiOiJOTFJFLkNvbW1vbi5Eb20uU29saWRDb2xvckJydXNoLCBOTFJFLkNvbW1vbiIsIkNvbG9yIjp7IiRpZCI6IjIzNCIsIkEiOjI1NSwiUiI6MjU1LCJHIjowLCJCIjowfX0sIkxpbmVXZWlnaHQiOjAuMCwiTGluZVR5cGUiOjAsIlBhcmVudFN0eWxlIjpudWxsfSwiUGFyZW50U3R5bGUiOm51bGx9LCJNYXJnaW4iOnsiJGlkIjoiMjM1IiwiVG9wIjowLjAsIkxlZnQiOjAuMCwiUmlnaHQiOjAuMCwiQm90dG9tIjowLjB9LCJQYWRkaW5nIjp7IiRpZCI6IjIzNiIsIlRvcCI6MC4wLCJMZWZ0IjowLjAsIlJpZ2h0IjowLjAsIkJvdHRvbSI6MC4wfSwiQmFja2dyb3VuZCI6bnVsbCwiSXNWaXNpYmxlIjp0cnVlLCJXaWR0aCI6MC4wLCJIZWlnaHQiOjAuMCwiQm9yZGVyU3R5bGUiOm51bGwsIlBhcmVudFN0eWxlIjpudWxsfSwiU2hhcGVTdHlsZSI6eyIkaWQiOiIyMzciLCJNYXJnaW4iOnsiJGlkIjoiMjM4IiwiVG9wIjowLjAsIkxlZnQiOjQuMCwiUmlnaHQiOjQuMCwiQm90dG9tIjowLjB9LCJQYWRkaW5nIjp7IiRpZCI6IjIzOSIsIlRvcCI6MC4wLCJMZWZ0IjowLjAsIlJpZ2h0IjowLjAsIkJvdHRvbSI6MC4wfSwiQmFja2dyb3VuZCI6eyIkaWQiOiIyNDAiLCJDb2xvciI6eyIkaWQiOiIyNDEiLCJBIjoyNTUsIlIiOjIxLCJHIjo5NiwiQiI6MTMwfX0sIklzVmlzaWJsZSI6dHJ1ZSwiV2lkdGgiOjAuMCwiSGVpZ2h0IjoxMC4wLCJCb3JkZXJTdHlsZSI6eyIkaWQiOiIyNDIiLCJMaW5lQ29sb3IiOnsiJGlkIjoiMjQzIiwiJHR5cGUiOiJOTFJFLkNvbW1vbi5Eb20uU29saWRDb2xvckJydXNoLCBOTFJFLkNvbW1vbiIsIkNvbG9yIjp7IiRpZCI6IjI0NCIsIkEiOjI1NSwiUiI6MjM0LCJHIjoyMiwiQiI6MzB9fSwiTGluZVdlaWdodCI6MC4wLCJMaW5lVHlwZSI6MCwiUGFyZW50U3R5bGUiOm51bGx9LCJQYXJlbnRTdHlsZSI6bnVsbH0sIlRpdGxlU3R5bGUiOnsiJGlkIjoiMjQ1IiwiRm9udFNldHRpbmdzIjp7IiRpZCI6IjI0NiIsIkZvbnRTaXplIjoxMSwiRm9udE5hbWUiOiJDYWxpYnJpIiwiSXNCb2xkIjpmYWxzZSwiSXNJdGFsaWMiOmZhbHNlLCJJc1VuZGVybGluZWQiOmZhbHNlLCJQYXJlbnRTdHlsZSI6bnVsbH0sIkF1dG9TaXplIjowLCJGb3JlZ3JvdW5kIjp7IiRpZCI6IjI0NyIsIkNvbG9yIjp7IiRpZCI6IjI0OC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yNDkiLCJUb3AiOjAuMCwiTGVmdCI6MC4wLCJSaWdodCI6MC4wLCJCb3R0b20iOjAuMH0sIlBhZGRpbmciOnsiJGlkIjoiMjUwIiwiVG9wIjowLjAsIkxlZnQiOjAuMCwiUmlnaHQiOjAuMCwiQm90dG9tIjowLjB9LCJCYWNrZ3JvdW5kIjp7IiRpZCI6IjI1MSIsIkNvbG9yIjp7IiRpZCI6IjI1MiIsIkEiOjI1NSwiUiI6MCwiRyI6MCwiQiI6MH19LCJJc1Zpc2libGUiOnRydWUsIldpZHRoIjowLjAsIkhlaWdodCI6MC4wLCJCb3JkZXJTdHlsZSI6eyIkaWQiOiIyNTMiLCJMaW5lQ29sb3IiOm51bGwsIkxpbmVXZWlnaHQiOjAuMCwiTGluZVR5cGUiOjAsIlBhcmVudFN0eWxlIjpudWxsfSwiUGFyZW50U3R5bGUiOm51bGx9LCJEYXRlU3R5bGUiOnsiJGlkIjoiMjU0IiwiRm9udFNldHRpbmdzIjp7IiRpZCI6IjI1NSIsIkZvbnRTaXplIjoxMCwiRm9udE5hbWUiOiJDYWxpYnJpIiwiSXNCb2xkIjpmYWxzZSwiSXNJdGFsaWMiOmZhbHNlLCJJc1VuZGVybGluZWQiOmZhbHNlLCJQYXJlbnRTdHlsZSI6bnVsbH0sIkF1dG9TaXplIjowLCJGb3JlZ3JvdW5kIjp7IiRpZCI6IjI1NiIsIkNvbG9yIjp7IiRpZCI6IjI1Ny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yNTgiLCJUb3AiOjAuMCwiTGVmdCI6MC4wLCJSaWdodCI6MC4wLCJCb3R0b20iOjAuMH0sIlBhZGRpbmciOnsiJGlkIjoiMjU5IiwiVG9wIjowLjAsIkxlZnQiOjAuMCwiUmlnaHQiOjAuMCwiQm90dG9tIjowLjB9LCJCYWNrZ3JvdW5kIjp7IiRpZCI6IjI2MCIsIkNvbG9yIjp7IiRpZCI6IjI2MSIsIkEiOjI1NSwiUiI6MTQsIkciOjQwLCJCIjo2NX19LCJJc1Zpc2libGUiOnRydWUsIldpZHRoIjowLjAsIkhlaWdodCI6MC4wLCJCb3JkZXJTdHlsZSI6eyIkaWQiOiIyNjIiLCJMaW5lQ29sb3IiOm51bGwsIkxpbmVXZWlnaHQiOjAuMCwiTGluZVR5cGUiOjAsIlBhcmVudFN0eWxlIjpudWxsfSwiUGFyZW50U3R5bGUiOm51bGx9LCJEYXRlRm9ybWF0Ijp7IiRpZCI6IjI2M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NjQiLCJGb3JtYXQiOjAsIklzVmlzaWJsZSI6ZmFsc2UsIkxhc3RLbm93blZpc2liaWxpdHlTdGF0ZSI6ZmFsc2V9LCJJc1Zpc2libGUiOnRydWUsIlZhcmlhbmNlU3R5bGUiOnsiJGlkIjoiMjY1IiwiVGV4dFN0eWxlIjp7IiRpZCI6IjI2NiIsIkZvbnRTZXR0aW5ncyI6eyIkaWQiOiIyNjciLCJGb250U2l6ZSI6MTAsIkZvbnROYW1lIjoiQ2FsaWJyaSIsIklzQm9sZCI6ZmFsc2UsIklzSXRhbGljIjpmYWxzZSwiSXNVbmRlcmxpbmVkIjpmYWxzZSwiUGFyZW50U3R5bGUiOm51bGx9LCJBdXRvU2l6ZSI6MCwiRm9yZWdyb3VuZCI6eyIkaWQiOiIyNjgiLCJDb2xvciI6eyIkaWQiOiIyNj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cwIiwiVG9wIjowLjAsIkxlZnQiOjAuMCwiUmlnaHQiOjAuMCwiQm90dG9tIjowLjB9LCJQYWRkaW5nIjp7IiRpZCI6IjI3MSIsIlRvcCI6MC4wLCJMZWZ0IjowLjAsIlJpZ2h0IjowLjAsIkJvdHRvbSI6MC4wfSwiQmFja2dyb3VuZCI6eyIkaWQiOiIyNzIiLCJDb2xvciI6eyIkaWQiOiIyNzMiLCJBIjoyNTUsIlIiOjAsIkciOjAsIkIiOjB9fSwiSXNWaXNpYmxlIjp0cnVlLCJXaWR0aCI6MC4wLCJIZWlnaHQiOjAuMCwiQm9yZGVyU3R5bGUiOnsiJGlkIjoiMjc0IiwiTGluZUNvbG9yIjpudWxsLCJMaW5lV2VpZ2h0IjowLjAsIkxpbmVUeXBlIjowLCJQYXJlbnRTdHlsZSI6bnVsbH0sIlBhcmVudFN0eWxlIjpudWxsfSwiUGFyZW50U3R5bGUiOm51bGx9LCJQYXJlbnRTdHlsZSI6bnVsbCwiX2V4cGxpY2l0bHlTZXQiOnsiJGlkIjoiMjc1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lsZXN0b25lU3R5bGUiOm51bGwsIkdyaWRsaW5lUGFuZWxTdHlsZSI6eyIkaWQiOiIyNzYiLCJHcmlkbGluZVN0eWxlIjp7IiRpZCI6IjI3NyIsIkxpbmVDb2xvciI6eyIkaWQiOiIyNzgiLCIkdHlwZSI6Ik5MUkUuQ29tbW9uLkRvbS5Tb2xpZENvbG9yQnJ1c2gsIE5MUkUuQ29tbW9uIiwiQ29sb3IiOnsiJGlkIjoiMjc5IiwiQSI6MzgsIlIiOjkxLCJHIjoxNTUsIkIiOjIxM319LCJMaW5lV2VpZ2h0IjoxLjAsIkxpbmVUeXBlIjowLCJQYXJlbnRTdHlsZSI6bnVsbH0sIk1hcmdpbiI6eyIkaWQiOiIyODAiLCJUb3AiOjAuMCwiTGVmdCI6MC4wLCJSaWdodCI6MC4wLCJCb3R0b20iOjAuMH0sIlBhZGRpbmciOnsiJGlkIjoiMjgxIiwiVG9wIjowLjAsIkxlZnQiOjAuMCwiUmlnaHQiOjAuMCwiQm90dG9tIjowLjB9LCJCYWNrZ3JvdW5kIjpudWxsLCJJc1Zpc2libGUiOnRydWUsIldpZHRoIjowLjAsIkhlaWdodCI6MC4wLCJCb3JkZXJTdHlsZSI6eyIkaWQiOiIyODIiLCJMaW5lQ29sb3IiOm51bGwsIkxpbmVXZWlnaHQiOjAuMCwiTGluZVR5cGUiOjAsIlBhcmVudFN0eWxlIjpudWxsfSwiUGFyZW50U3R5bGUiOm51bGx9LCJBY3Rpdml0eUxpbmVQYW5lbFN0eWxlIjp7IiRpZCI6IjI4MyIsIkFjdGl2aXR5TGluZVN0eWxlIjp7IiRpZCI6IjI4NCIsIkxpbmVDb2xvciI6eyIkaWQiOiIyODUiLCIkdHlwZSI6Ik5MUkUuQ29tbW9uLkRvbS5Tb2xpZENvbG9yQnJ1c2gsIE5MUkUuQ29tbW9uIiwiQ29sb3IiOnsiJGlkIjoiMjg2IiwiQSI6MzgsIlIiOjY4LCJHIjoxMTQsIkIiOjE5Nn19LCJMaW5lV2VpZ2h0IjoxLjAsIkxpbmVUeXBlIjowLCJQYXJlbnRTdHlsZSI6bnVsbH0sIk1hcmdpbiI6eyIkaWQiOiIyODciLCJUb3AiOjAuMCwiTGVmdCI6MC4wLCJSaWdodCI6MC4wLCJCb3R0b20iOjAuMH0sIlBhZGRpbmciOnsiJGlkIjoiMjg4IiwiVG9wIjowLjAsIkxlZnQiOjAuMCwiUmlnaHQiOjAuMCwiQm90dG9tIjowLjB9LCJCYWNrZ3JvdW5kIjpudWxsLCJJc1Zpc2libGUiOnRydWUsIldpZHRoIjowLjAsIkhlaWdodCI6MC4wLCJCb3JkZXJTdHlsZSI6eyIkaWQiOiIyODkiLCJMaW5lQ29sb3IiOm51bGwsIkxpbmVXZWlnaHQiOjAuMCwiTGluZVR5cGUiOjAsIlBhcmVudFN0eWxlIjpudWxsfSwiUGFyZW50U3R5bGUiOm51bGx9LCJfc2VsZWN0ZWRUaGVtZVByZXNldENvbG9ycyI6eyIkaWQiOiIyOTAiLCJUZXh0TGlnaHQiOnsiJGlkIjoiMjkxIiwiQSI6MjU1LCJSIjoyNTUsIkciOjI1NSwiQiI6MjU1fSwiVGV4dERhcmsiOnsiJGlkIjoiMjkyIiwiQSI6MjU1LCJSIjowLCJHIjowLCJCIjowfSwiQWNjZW50MSI6eyIkaWQiOiIyOTMiLCJBIjoyNTUsIlIiOjIzMiwiRyI6MjMyLCJCIjoyMzJ9LCJBY2NlbnQyIjp7IiRpZCI6IjI5NCIsIkEiOjI1NSwiUiI6MTQsIkciOjQwLCJCIjo2NX0sIkFjY2VudDMiOnsiJGlkIjoiMjk1IiwiQSI6MjU1LCJSIjoyMSwiRyI6OTYsIkIiOjEzMH0sIkFjY2VudDQiOnsiJGlkIjoiMjk2IiwiQSI6MjU1LCJSIjoyMzMsIkciOjExMywiQiI6NTB9LCJBY2NlbnQ1Ijp7IiRpZCI6IjI5NyIsIkEiOjI1NSwiUiI6MjUsIkciOjEwNywiQiI6MzZ9LCJBY2NlbnQ2Ijp7IiRpZCI6IjI5OCIsIkEiOjI1NSwiUiI6MTUsIkciOjE1OCwiQiI6MjEzfSwiQWNjZW50NyI6eyIkaWQiOiIyOTkiLCJBIjoyNTUsIlIiOjE2MCwiRyI6NDMsIkIiOjE0N30sIkFjY2VudDgiOnsiJGlkIjoiMzAwIiwiQSI6MjU1LCJSIjo3OCwiRyI6MTY3LCJCIjo0Nn19LCJTaG93RWxhcHNlZFRpbWVHcmFkaWVudFN0eWxlIjpmYWxzZSwiVGltZWJhbmRSZXNlcnZlZExlZnRBcmVhU3R5bGUiOnsiJGlkIjoiMzAxIiwiQWN0aXZpdHlIZWFkZXJXaWR0aCI6MC4wLCJJc1NldCI6ZmFsc2V9LCJEZWZhdWx0U3dpbWxhbmVTdHlsZSI6bnVsbCwiRGVmYXVsdFN3aW1sYW5lVjJTdHlsZSI6eyIkaWQiOiIzMDIiLCJTdHlsZUlkIjoiMzMyY2ZiMTMtYjQwMS00ZWMzLWI2NTUtNzM5NjhkMDRkNzQ5IiwiSGVhZGVyU3R5bGUiOnsiJGlkIjoiMzAzIiwiVGV4dElzVmVydGljYWwiOmZhbHNlLCJUZXh0U3R5bGUiOnsiJGlkIjoiMzA0IiwiRm9udFNldHRpbmdzIjp7IiRpZCI6IjMwNSIsIkZvbnRTaXplIjoxMSwiRm9udE5hbWUiOiJDYWxpYnJpIiwiSXNCb2xkIjpmYWxzZSwiSXNJdGFsaWMiOmZhbHNlLCJJc1VuZGVybGluZWQiOmZhbHNlLCJQYXJlbnRTdHlsZSI6bnVsbH0sIkF1dG9TaXplIjoyLCJGb3JlZ3JvdW5kIjp7IiRpZCI6IjMwNiIsIkNvbG9yIjp7IiRpZCI6IjMwNy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MwOCIsIlRvcCI6MC4wLCJMZWZ0IjowLjAsIlJpZ2h0IjowLjAsIkJvdHRvbSI6MC4wfSwiUGFkZGluZyI6eyIkaWQiOiIzMDkiLCJUb3AiOjAuMCwiTGVmdCI6MC4wLCJSaWdodCI6MC4wLCJCb3R0b20iOjAuMH0sIkJhY2tncm91bmQiOnsiJGlkIjoiMzEwIiwiQ29sb3IiOnsiJGlkIjoiMzExIiwiQSI6MjU1LCJSIjoyNTUsIkciOjI1NSwiQiI6MjU1fX0sIklzVmlzaWJsZSI6dHJ1ZSwiV2lkdGgiOjAuMCwiSGVpZ2h0IjowLjAsIkJvcmRlclN0eWxlIjpudWxsLCJQYXJlbnRTdHlsZSI6bnVsbH0sIlJlY3RhbmdsZVN0eWxlIjp7IiRpZCI6IjMxMiIsIk1hcmdpbiI6eyIkaWQiOiIzMTMiLCJUb3AiOjAuMCwiTGVmdCI6MC4wLCJSaWdodCI6MC4wLCJCb3R0b20iOjAuMH0sIlBhZGRpbmciOnsiJGlkIjoiMzE0IiwiVG9wIjowLjAsIkxlZnQiOjAuMCwiUmlnaHQiOjAuMCwiQm90dG9tIjowLjB9LCJCYWNrZ3JvdW5kIjp7IiRpZCI6IjMxNSIsIkNvbG9yIjp7IiRpZCI6IjMxNiIsIkEiOjI1NSwiUiI6MjEsIkciOjk2LCJCIjoxMzB9fSwiSXNWaXNpYmxlIjp0cnVlLCJXaWR0aCI6MC4wLCJIZWlnaHQiOjAuMCwiQm9yZGVyU3R5bGUiOnsiJGlkIjoiMzE3IiwiTGluZUNvbG9yIjp7IiRpZCI6IjMxOCIsIiR0eXBlIjoiTkxSRS5Db21tb24uRG9tLlNvbGlkQ29sb3JCcnVzaCwgTkxSRS5Db21tb24iLCJDb2xvciI6eyIkaWQiOiIzMTkiLCJBIjoyNTUsIlIiOjI1NSwiRyI6MjU1LCJCIjoyNTV9fSwiTGluZVdlaWdodCI6MC4wLCJMaW5lVHlwZSI6MCwiUGFyZW50U3R5bGUiOm51bGx9LCJQYXJlbnRTdHlsZSI6bnVsbH0sIk1hcmdpbiI6eyIkaWQiOiIzMjAiLCJUb3AiOjAuMCwiTGVmdCI6MC4wLCJSaWdodCI6MC4wLCJCb3R0b20iOjAuMH0sIlBhZGRpbmciOnsiJGlkIjoiMzIxIiwiVG9wIjowLjAsIkxlZnQiOjAuMCwiUmlnaHQiOjAuMCwiQm90dG9tIjowLjB9LCJCYWNrZ3JvdW5kIjpudWxsLCJJc1Zpc2libGUiOnRydWUsIldpZHRoIjowLjAsIkhlaWdodCI6MC4wLCJCb3JkZXJTdHlsZSI6bnVsbCwiUGFyZW50U3R5bGUiOm51bGx9LCJCYWNrZ3JvdW5kU3R5bGUiOnsiJGlkIjoiMzIyIiwiTWFyZ2luIjp7IiRpZCI6IjMyMyIsIlRvcCI6MC4wLCJMZWZ0IjowLjAsIlJpZ2h0IjowLjAsIkJvdHRvbSI6MC4wfSwiUGFkZGluZyI6eyIkaWQiOiIzMjQiLCJUb3AiOjAuMCwiTGVmdCI6MC4wLCJSaWdodCI6MC4wLCJCb3R0b20iOjAuMH0sIkJhY2tncm91bmQiOnsiJGlkIjoiMzI1IiwiQ29sb3IiOnsiJGlkIjoiMzI2IiwiQSI6NTEsIlIiOjIwMCwiRyI6MjAwLCJCIjoyMDB9fSwiSXNWaXNpYmxlIjp0cnVlLCJXaWR0aCI6MC4wLCJIZWlnaHQiOjAuMCwiQm9yZGVyU3R5bGUiOnsiJGlkIjoiMzI3IiwiTGluZUNvbG9yIjp7IiRpZCI6IjMyOCIsIiR0eXBlIjoiTkxSRS5Db21tb24uRG9tLlNvbGlkQ29sb3JCcnVzaCwgTkxSRS5Db21tb24iLCJDb2xvciI6eyIkaWQiOiIzMjkiLCJBIjoyNTUsIlIiOjIzNCwiRyI6MjIsIkIiOjMwfX0sIkxpbmVXZWlnaHQiOjAuMCwiTGluZVR5cGUiOjAsIlBhcmVudFN0eWxlIjpudWxsfSwiUGFyZW50U3R5bGUiOm51bGx9LCJJc0Fib3ZlVGltZWJhbmQiOmZhbHNlLCJTcGFjaW5nIjozLCJEZWZhdWx0U3dpbWxhbmVUYXNrU3R5bGUiOnsiJGlkIjoiMzMwIiwiJHR5cGUiOiJOTFJFLkNvbW1vbi5Eb20uU3R5bGVzLkV4cGxpY2l0U2V0YWJsZVRhc2tTdHlsZSwgTkxSRS5Db21tb24iLCJTaGFwZSI6MSwiU2hhcGVUaGlja25lc3MiOjAsIkR1cmF0aW9uRm9ybWF0IjowLCJJbmNsdWRlTm9uV29ya2luZ0RheXNJbkR1cmF0aW9uIjpmYWxzZSwiUGVyY2VudGFnZUNvbXBsZXRlU3R5bGUiOnsiJGlkIjoiMzMxIiwiRm9udFNldHRpbmdzIjp7IiRpZCI6IjMzMiIsIkZvbnRTaXplIjoxMCwiRm9udE5hbWUiOiJDYWxpYnJpIiwiSXNCb2xkIjpmYWxzZSwiSXNJdGFsaWMiOmZhbHNlLCJJc1VuZGVybGluZWQiOmZhbHNlLCJQYXJlbnRTdHlsZSI6bnVsbH0sIkF1dG9TaXplIjowLCJGb3JlZ3JvdW5kIjp7IiRpZCI6IjMzMyIsIkNvbG9yIjp7IiRpZCI6IjMzNC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zMzUiLCJUb3AiOjAuMCwiTGVmdCI6MC4wLCJSaWdodCI6MC4wLCJCb3R0b20iOjAuMH0sIlBhZGRpbmciOnsiJGlkIjoiMzM2IiwiVG9wIjowLjAsIkxlZnQiOjAuMCwiUmlnaHQiOjAuMCwiQm90dG9tIjowLjB9LCJCYWNrZ3JvdW5kIjp7IiRpZCI6IjMzNyIsIkNvbG9yIjp7IiRpZCI6IjMzOCIsIkEiOjg5LCJSIjowLCJHIjowLCJCIjowfX0sIklzVmlzaWJsZSI6dHJ1ZSwiV2lkdGgiOjAuMCwiSGVpZ2h0IjowLjAsIkJvcmRlclN0eWxlIjp7IiRpZCI6IjMzOSIsIkxpbmVDb2xvciI6bnVsbCwiTGluZVdlaWdodCI6MC4wLCJMaW5lVHlwZSI6MCwiUGFyZW50U3R5bGUiOm51bGx9LCJQYXJlbnRTdHlsZSI6bnVsbH0sIkR1cmF0aW9uU3R5bGUiOnsiJGlkIjoiMzQwIiwiRm9udFNldHRpbmdzIjp7IiRpZCI6IjM0MSIsIkZvbnRTaXplIjoxMCwiRm9udE5hbWUiOiJDYWxpYnJpIiwiSXNCb2xkIjpmYWxzZSwiSXNJdGFsaWMiOmZhbHNlLCJJc1VuZGVybGluZWQiOmZhbHNlLCJQYXJlbnRTdHlsZSI6bnVsbH0sIkF1dG9TaXplIjowLCJGb3JlZ3JvdW5kIjp7IiRpZCI6IjM0MiIsIkNvbG9yIjp7IiRpZCI6IjM0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M0NCIsIlRvcCI6MC4wLCJMZWZ0IjowLjAsIlJpZ2h0IjowLjAsIkJvdHRvbSI6MC4wfSwiUGFkZGluZyI6eyIkaWQiOiIzNDUiLCJUb3AiOjAuMCwiTGVmdCI6MC4wLCJSaWdodCI6MC4wLCJCb3R0b20iOjAuMH0sIkJhY2tncm91bmQiOnsiJGlkIjoiMzQ2IiwiQ29sb3IiOnsiJGlkIjoiMzQ3IiwiQSI6MjU1LCJSIjoyMzcsIkciOjEyNSwiQiI6NDl9fSwiSXNWaXNpYmxlIjp0cnVlLCJXaWR0aCI6MC4wLCJIZWlnaHQiOjAuMCwiQm9yZGVyU3R5bGUiOnsiJGlkIjoiMzQ4IiwiTGluZUNvbG9yIjpudWxsLCJMaW5lV2VpZ2h0IjowLjAsIkxpbmVUeXBlIjowLCJQYXJlbnRTdHlsZSI6bnVsbH0sIlBhcmVudFN0eWxlIjpudWxsfSwiSG9yaXpvbnRhbENvbm5lY3RvclN0eWxlIjp7IiRpZCI6IjM0OSIsIkxpbmVDb2xvciI6eyIkaWQiOiIzNTAiLCIkdHlwZSI6Ik5MUkUuQ29tbW9uLkRvbS5Tb2xpZENvbG9yQnJ1c2gsIE5MUkUuQ29tbW9uIiwiQ29sb3IiOnsiJGlkIjoiMzUxIiwiQSI6MjU1LCJSIjowLCJHIjowLCJCIjowfX0sIkxpbmVXZWlnaHQiOjAuMCwiTGluZVR5cGUiOjAsIlBhcmVudFN0eWxlIjpudWxsfSwiVmVydGljYWxDb25uZWN0b3JTdHlsZSI6eyIkaWQiOiIzNTIiLCJMaW5lQ29sb3IiOnsiJGlkIjoiMzUzIiwiJHR5cGUiOiJOTFJFLkNvbW1vbi5Eb20uU29saWRDb2xvckJydXNoLCBOTFJFLkNvbW1vbiIsIkNvbG9yIjp7IiRpZCI6IjM1NC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yLCJTcGFjaW5nIjozLCJJc0JlbG93VGltZWJhbmQiOmZhbHNlLCJQZXJjZW50YWdlQ29tcGxldGVTaGFwZU9wYWNpdHkiOjM1LCJCYXNlbGluZVN0eWxlIjp7IiRpZCI6IjM1NSIsIlNoYXBlU3R5bGUiOnsiJGlkIjoiMzU2IiwiTWFyZ2luIjp7IiRpZCI6IjM1NyIsIlRvcCI6MC4wLCJMZWZ0IjowLjAsIlJpZ2h0IjowLjAsIkJvdHRvbSI6MC4wfSwiUGFkZGluZyI6eyIkaWQiOiIzNTgiLCJUb3AiOjAuMCwiTGVmdCI6MC4wLCJSaWdodCI6MC4wLCJCb3R0b20iOjAuMH0sIkJhY2tncm91bmQiOnsiJGlkIjoiMzU5IiwiQ29sb3IiOnsiJGlkIjoiMzYwIiwiQSI6MTUzLCJSIjowLCJHIjowLCJCIjowfX0sIklzVmlzaWJsZSI6dHJ1ZSwiV2lkdGgiOjAuMCwiSGVpZ2h0IjowLjAsIkJvcmRlclN0eWxlIjp7IiRpZCI6IjM2MSIsIkxpbmVDb2xvciI6eyIkaWQiOiIzNjIiLCIkdHlwZSI6Ik5MUkUuQ29tbW9uLkRvbS5Tb2xpZENvbG9yQnJ1c2gsIE5MUkUuQ29tbW9uIiwiQ29sb3IiOnsiJGlkIjoiMzYzIiwiQSI6MjU1LCJSIjoyNTUsIkciOjAsIkIiOjB9fSwiTGluZVdlaWdodCI6MC4wLCJMaW5lVHlwZSI6MCwiUGFyZW50U3R5bGUiOm51bGx9LCJQYXJlbnRTdHlsZSI6bnVsbH0sIk1hcmdpbiI6eyIkaWQiOiIzNjQiLCJUb3AiOjAuMCwiTGVmdCI6MC4wLCJSaWdodCI6MC4wLCJCb3R0b20iOjAuMH0sIlBhZGRpbmciOnsiJGlkIjoiMzY1IiwiVG9wIjowLjAsIkxlZnQiOjAuMCwiUmlnaHQiOjAuMCwiQm90dG9tIjowLjB9LCJCYWNrZ3JvdW5kIjpudWxsLCJJc1Zpc2libGUiOnRydWUsIldpZHRoIjowLjAsIkhlaWdodCI6MC4wLCJCb3JkZXJTdHlsZSI6bnVsbCwiUGFyZW50U3R5bGUiOm51bGx9LCJTaGFwZVN0eWxlIjp7IiRpZCI6IjM2NiIsIk1hcmdpbiI6eyIkaWQiOiIzNjciLCJUb3AiOjAuMCwiTGVmdCI6NC4wLCJSaWdodCI6NC4wLCJCb3R0b20iOjAuMH0sIlBhZGRpbmciOnsiJGlkIjoiMzY4IiwiVG9wIjowLjAsIkxlZnQiOjAuMCwiUmlnaHQiOjAuMCwiQm90dG9tIjowLjB9LCJCYWNrZ3JvdW5kIjp7IiRpZCI6IjM2OSIsIkNvbG9yIjp7IiRpZCI6IjM3MCIsIkEiOjI1NSwiUiI6MjEsIkciOjk2LCJCIjoxMzB9fSwiSXNWaXNpYmxlIjp0cnVlLCJXaWR0aCI6MC4wLCJIZWlnaHQiOjEwLjAsIkJvcmRlclN0eWxlIjp7IiRpZCI6IjM3MSIsIkxpbmVDb2xvciI6eyIkaWQiOiIzNzIiLCIkdHlwZSI6Ik5MUkUuQ29tbW9uLkRvbS5Tb2xpZENvbG9yQnJ1c2gsIE5MUkUuQ29tbW9uIiwiQ29sb3IiOnsiJGlkIjoiMzczIiwiQSI6MjU1LCJSIjoyMzQsIkciOjIyLCJCIjozMH19LCJMaW5lV2VpZ2h0IjowLjAsIkxpbmVUeXBlIjowLCJQYXJlbnRTdHlsZSI6bnVsbH0sIlBhcmVudFN0eWxlIjpudWxsfSwiVGl0bGVTdHlsZSI6eyIkaWQiOiIzNzQiLCJGb250U2V0dGluZ3MiOnsiJGlkIjoiMzc1IiwiRm9udFNpemUiOjExLCJGb250TmFtZSI6IkNhbGlicmkiLCJJc0JvbGQiOmZhbHNlLCJJc0l0YWxpYyI6ZmFsc2UsIklzVW5kZXJsaW5lZCI6ZmFsc2UsIlBhcmVudFN0eWxlIjpudWxsfSwiQXV0b1NpemUiOjAsIkZvcmVncm91bmQiOnsiJGlkIjoiMzc2IiwiQ29sb3IiOnsiJGlkIjoiMzc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3OCIsIlRvcCI6MC4wLCJMZWZ0IjowLjAsIlJpZ2h0IjowLjAsIkJvdHRvbSI6MC4wfSwiUGFkZGluZyI6eyIkaWQiOiIzNzkiLCJUb3AiOjAuMCwiTGVmdCI6MC4wLCJSaWdodCI6MC4wLCJCb3R0b20iOjAuMH0sIkJhY2tncm91bmQiOnsiJGlkIjoiMzgwIiwiQ29sb3IiOnsiJGlkIjoiMzgxIiwiQSI6MjU1LCJSIjowLCJHIjowLCJCIjowfX0sIklzVmlzaWJsZSI6dHJ1ZSwiV2lkdGgiOjAuMCwiSGVpZ2h0IjowLjAsIkJvcmRlclN0eWxlIjp7IiRpZCI6IjM4MiIsIkxpbmVDb2xvciI6bnVsbCwiTGluZVdlaWdodCI6MC4wLCJMaW5lVHlwZSI6MCwiUGFyZW50U3R5bGUiOm51bGx9LCJQYXJlbnRTdHlsZSI6bnVsbH0sIkRhdGVTdHlsZSI6eyIkaWQiOiIzODMiLCJGb250U2V0dGluZ3MiOnsiJGlkIjoiMzg0IiwiRm9udFNpemUiOjEwLCJGb250TmFtZSI6IkNhbGlicmkiLCJJc0JvbGQiOmZhbHNlLCJJc0l0YWxpYyI6ZmFsc2UsIklzVW5kZXJsaW5lZCI6ZmFsc2UsIlBhcmVudFN0eWxlIjpudWxsfSwiQXV0b1NpemUiOjAsIkZvcmVncm91bmQiOnsiJGlkIjoiMzg1IiwiQ29sb3IiOnsiJGlkIjoiMzg2IiwiQSI6MjU1LCJSIjoxNCwiRyI6NDAsIkIiOjY1fX0sIk1heFdpZHRoIjoyMDAuMCwiTWF4SGVpZ2h0IjoiSW5maW5pdHkiLCJTbWFydEZvcmVncm91bmRJc0FjdGl2ZSI6ZmFsc2UsIkhvcml6b250YWxBbGlnbm1lbnQiOjIsIlZlcnRpY2FsQWxpZ25tZW50IjoxLCJTbWFydEZvcmVncm91bmQiOm51bGwsIkJhY2tncm91bmRGaWxsVHlwZSI6MCwiTWFyZ2luIjp7IiRpZCI6IjM4NyIsIlRvcCI6MC4wLCJMZWZ0IjowLjAsIlJpZ2h0IjowLjAsIkJvdHRvbSI6MC4wfSwiUGFkZGluZyI6eyIkaWQiOiIzODgiLCJUb3AiOjAuMCwiTGVmdCI6MC4wLCJSaWdodCI6MC4wLCJCb3R0b20iOjAuMH0sIkJhY2tncm91bmQiOnsiJGlkIjoiMzg5IiwiQ29sb3IiOnsiJGlkIjoiMzkwIiwiQSI6MjU1LCJSIjoxNCwiRyI6NDAsIkIiOjY1fX0sIklzVmlzaWJsZSI6dHJ1ZSwiV2lkdGgiOjAuMCwiSGVpZ2h0IjowLjAsIkJvcmRlclN0eWxlIjp7IiRpZCI6IjM5MSIsIkxpbmVDb2xvciI6bnVsbCwiTGluZVdlaWdodCI6MC4wLCJMaW5lVHlwZSI6MCwiUGFyZW50U3R5bGUiOm51bGx9LCJQYXJlbnRTdHlsZSI6bnVsbH0sIkRhdGVGb3JtYXQiOnsiJGlkIjoiMzk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5MyIsIkZvcm1hdCI6MCwiSXNWaXNpYmxlIjpmYWxzZSwiTGFzdEtub3duVmlzaWJpbGl0eVN0YXRlIjpmYWxzZX0sIklzVmlzaWJsZSI6dHJ1ZSwiVmFyaWFuY2VTdHlsZSI6eyIkaWQiOiIzOTQiLCJUZXh0U3R5bGUiOnsiJGlkIjoiMzk1IiwiRm9udFNldHRpbmdzIjp7IiRpZCI6IjM5NiIsIkZvbnRTaXplIjoxMCwiRm9udE5hbWUiOiJDYWxpYnJpIiwiSXNCb2xkIjpmYWxzZSwiSXNJdGFsaWMiOmZhbHNlLCJJc1VuZGVybGluZWQiOmZhbHNlLCJQYXJlbnRTdHlsZSI6bnVsbH0sIkF1dG9TaXplIjowLCJGb3JlZ3JvdW5kIjp7IiRpZCI6IjM5NyIsIkNvbG9yIjp7IiRpZCI6IjM5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OTkiLCJUb3AiOjAuMCwiTGVmdCI6MC4wLCJSaWdodCI6MC4wLCJCb3R0b20iOjAuMH0sIlBhZGRpbmciOnsiJGlkIjoiNDAwIiwiVG9wIjowLjAsIkxlZnQiOjAuMCwiUmlnaHQiOjAuMCwiQm90dG9tIjowLjB9LCJCYWNrZ3JvdW5kIjp7IiRpZCI6IjQwMSIsIkNvbG9yIjp7IiRpZCI6IjQwMiIsIkEiOjI1NSwiUiI6MCwiRyI6MCwiQiI6MH19LCJJc1Zpc2libGUiOnRydWUsIldpZHRoIjowLjAsIkhlaWdodCI6MC4wLCJCb3JkZXJTdHlsZSI6eyIkaWQiOiI0MDMiLCJMaW5lQ29sb3IiOm51bGwsIkxpbmVXZWlnaHQiOjAuMCwiTGluZVR5cGUiOjAsIlBhcmVudFN0eWxlIjpudWxsfSwiUGFyZW50U3R5bGUiOm51bGx9LCJQYXJlbnRTdHlsZSI6bnVsbH0sIlBhcmVudFN0eWxlIjpudWxsLCJfZXhwbGljaXRseVNldCI6eyIkaWQiOiI0MDQ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0MDUiLCJTaGFwZSI6MSwiQ29ubmVjdG9yTWFyZ2luIjp7IiRpZCI6IjQwNiIsIlRvcCI6MC4wLCJMZWZ0IjoyLjAsIlJpZ2h0IjoyLjAsIkJvdHRvbSI6MC4wfSwiQ29ubmVjdG9yU3R5bGUiOnsiJGlkIjoiNDA3IiwiTGluZUNvbG9yIjp7IiRpZCI6IjQwOCIsIiR0eXBlIjoiTkxSRS5Db21tb24uRG9tLlNvbGlkQ29sb3JCcnVzaCwgTkxSRS5Db21tb24iLCJDb2xvciI6eyIkaWQiOiI0MDkiLCJBIjoxMjcsIlIiOjExLCJHIjo0OCwiQiI6NjV9fSwiTGluZVdlaWdodCI6MS4wLCJMaW5lVHlwZSI6MCwiUGFyZW50U3R5bGUiOm51bGx9LCJJc0JlbG93VGltZWJhbmQiOmZhbHNlLCJQb3NpdGlvbk9uVGFzayI6MSwiSGlkZURhdGUiOmZhbHNlLCJTaGFwZVNpemUiOjAsIlNwYWNpbmciOjAuMCwiUGFkZGluZyI6eyIkaWQiOiI0MTAiLCJUb3AiOjUuMCwiTGVmdCI6My4wLCJSaWdodCI6MC4wLCJCb3R0b20iOjIuMH0sIlNoYXBlU3R5bGUiOnsiJGlkIjoiNDExIiwiTWFyZ2luIjp7IiRpZCI6IjQxMiIsIlRvcCI6MC4wLCJMZWZ0IjowLjAsIlJpZ2h0IjowLjAsIkJvdHRvbSI6MC4wfSwiUGFkZGluZyI6eyIkaWQiOiI0MTMiLCJUb3AiOjAuMCwiTGVmdCI6MC4wLCJSaWdodCI6MC4wLCJCb3R0b20iOjAuMH0sIkJhY2tncm91bmQiOnsiJGlkIjoiNDE0IiwiQ29sb3IiOnsiJGlkIjoiNDE1IiwiQSI6MjU1LCJSIjoxMSwiRyI6NDgsIkIiOjY1fX0sIklzVmlzaWJsZSI6dHJ1ZSwiV2lkdGgiOjEyLjAsIkhlaWdodCI6MTQuMCwiQm9yZGVyU3R5bGUiOnsiJGlkIjoiNDE2IiwiTGluZUNvbG9yIjp7IiRpZCI6IjQxNyIsIiR0eXBlIjoiTkxSRS5Db21tb24uRG9tLlNvbGlkQ29sb3JCcnVzaCwgTkxSRS5Db21tb24iLCJDb2xvciI6eyIkaWQiOiI0MTgiLCJBIjoyNTUsIlIiOjI1NSwiRyI6MCwiQiI6MH19LCJMaW5lV2VpZ2h0IjowLjAsIkxpbmVUeXBlIjowLCJQYXJlbnRTdHlsZSI6bnVsbH0sIlBhcmVudFN0eWxlIjpudWxsfSwiVGl0bGVTdHlsZSI6eyIkaWQiOiI0MTkiLCJGb250U2V0dGluZ3MiOnsiJGlkIjoiNDIwIiwiRm9udFNpemUiOjExLCJGb250TmFtZSI6IkNhbGlicmkiLCJJc0JvbGQiOmZhbHNlLCJJc0l0YWxpYyI6ZmFsc2UsIklzVW5kZXJsaW5lZCI6ZmFsc2UsIlBhcmVudFN0eWxlIjpudWxsfSwiQXV0b1NpemUiOjAsIkZvcmVncm91bmQiOnsiJGlkIjoiNDIxIiwiQ29sb3IiOnsiJGlkIjoiNDI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QyMyIsIlRvcCI6MC4wLCJMZWZ0IjowLjAsIlJpZ2h0IjowLjAsIkJvdHRvbSI6MC4wfSwiUGFkZGluZyI6eyIkaWQiOiI0MjQiLCJUb3AiOjAuMCwiTGVmdCI6MC4wLCJSaWdodCI6MC4wLCJCb3R0b20iOjAuMH0sIkJhY2tncm91bmQiOnsiJGlkIjoiNDI1IiwiQ29sb3IiOnsiJGlkIjoiNDI2IiwiQSI6MjU1LCJSIjowLCJHIjowLCJCIjowfX0sIklzVmlzaWJsZSI6dHJ1ZSwiV2lkdGgiOjAuMCwiSGVpZ2h0IjowLjAsIkJvcmRlclN0eWxlIjp7IiRpZCI6IjQyNyIsIkxpbmVDb2xvciI6bnVsbCwiTGluZVdlaWdodCI6MC4wLCJMaW5lVHlwZSI6MCwiUGFyZW50U3R5bGUiOm51bGx9LCJQYXJlbnRTdHlsZSI6bnVsbH0sIkRhdGVTdHlsZSI6eyIkaWQiOiI0MjgiLCJGb250U2V0dGluZ3MiOnsiJGlkIjoiNDI5IiwiRm9udFNpemUiOjEwLCJGb250TmFtZSI6IkNhbGlicmkiLCJJc0JvbGQiOmZhbHNlLCJJc0l0YWxpYyI6ZmFsc2UsIklzVW5kZXJsaW5lZCI6ZmFsc2UsIlBhcmVudFN0eWxlIjpudWxsfSwiQXV0b1NpemUiOjAsIkZvcmVncm91bmQiOnsiJGlkIjoiNDMwIiwiQ29sb3IiOnsiJGlkIjoiNDM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QzMiIsIlRvcCI6MC4wLCJMZWZ0IjowLjAsIlJpZ2h0IjowLjAsIkJvdHRvbSI6MC4wfSwiUGFkZGluZyI6eyIkaWQiOiI0MzMiLCJUb3AiOjAuMCwiTGVmdCI6MC4wLCJSaWdodCI6MC4wLCJCb3R0b20iOjAuMH0sIkJhY2tncm91bmQiOnsiJGlkIjoiNDM0IiwiQ29sb3IiOnsiJGlkIjoiNDM1IiwiQSI6MjU1LCJSIjoxNCwiRyI6NDAsIkIiOjY1fX0sIklzVmlzaWJsZSI6dHJ1ZSwiV2lkdGgiOjAuMCwiSGVpZ2h0IjowLjAsIkJvcmRlclN0eWxlIjp7IiRpZCI6IjQzNiIsIkxpbmVDb2xvciI6bnVsbCwiTGluZVdlaWdodCI6MC4wLCJMaW5lVHlwZSI6MCwiUGFyZW50U3R5bGUiOm51bGx9LCJQYXJlbnRTdHlsZSI6bnVsbH0sIkRhdGVGb3JtYXQiOnsiJGlkIjoiNDM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zOCIsIkZvcm1hdCI6MCwiSXNWaXNpYmxlIjpmYWxzZSwiTGFzdEtub3duVmlzaWJpbGl0eVN0YXRlIjpmYWxzZX0sIklzVmlzaWJsZSI6dHJ1ZSwiVmFyaWFuY2VTdHlsZSI6eyIkaWQiOiI0MzkiLCJUZXh0U3R5bGUiOnsiJGlkIjoiNDQwIiwiRm9udFNldHRpbmdzIjp7IiRpZCI6IjQ0MSIsIkZvbnRTaXplIjoxMCwiRm9udE5hbWUiOiJDYWxpYnJpIiwiSXNCb2xkIjpmYWxzZSwiSXNJdGFsaWMiOmZhbHNlLCJJc1VuZGVybGluZWQiOmZhbHNlLCJQYXJlbnRTdHlsZSI6bnVsbH0sIkF1dG9TaXplIjowLCJGb3JlZ3JvdW5kIjp7IiRpZCI6IjQ0MiIsIkNvbG9yIjp7IiRpZCI6IjQ0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DQiLCJUb3AiOjAuMCwiTGVmdCI6MC4wLCJSaWdodCI6MC4wLCJCb3R0b20iOjAuMH0sIlBhZGRpbmciOnsiJGlkIjoiNDQ1IiwiVG9wIjowLjAsIkxlZnQiOjAuMCwiUmlnaHQiOjAuMCwiQm90dG9tIjowLjB9LCJCYWNrZ3JvdW5kIjp7IiRpZCI6IjQ0NiIsIkNvbG9yIjp7IiRpZCI6IjQ0NyIsIkEiOjI1NSwiUiI6MCwiRyI6MCwiQiI6MH19LCJJc1Zpc2libGUiOnRydWUsIldpZHRoIjowLjAsIkhlaWdodCI6MC4wLCJCb3JkZXJTdHlsZSI6eyIkaWQiOiI0NDgiLCJMaW5lQ29sb3IiOm51bGwsIkxpbmVXZWlnaHQiOjAuMCwiTGluZVR5cGUiOjAsIlBhcmVudFN0eWxlIjpudWxsfSwiUGFyZW50U3R5bGUiOm51bGx9LCJQYXJlbnRTdHlsZSI6bnVsbH0sIlBhcmVudFN0eWxlIjpudWxsfSwiRGVmYXVsdFN3aW1sYW5lTWlsZXN0b25lU3R5bGUiOnsiJGlkIjoiNDQ5IiwiVGl0bGVQb3NpdGlvbiI6IkxlZnQiLCJEYXRlUG9zaXRpb24iOiJSaWdodCIsIlZhcmlhbmNlUG9zaXRpb24iOiJSaWdodCIsIlNoYXBlVHlwZSI6MSwiU2hhcGVTaXplIjowLCJTcGFjaW5nIjo1LCJTaGFwZVN0eWxlIjp7IiRpZCI6IjQ1MCIsIk1hcmdpbiI6eyIkaWQiOiI0NTEiLCJUb3AiOjAuMCwiTGVmdCI6MC4wLCJSaWdodCI6MC4wLCJCb3R0b20iOjAuMH0sIlBhZGRpbmciOnsiJGlkIjoiNDUyIiwiVG9wIjowLjAsIkxlZnQiOjAuMCwiUmlnaHQiOjAuMCwiQm90dG9tIjowLjB9LCJCYWNrZ3JvdW5kIjp7IiRpZCI6IjQ1MyIsIkNvbG9yIjp7IiRpZCI6IjQ1NCIsIkEiOjI1NSwiUiI6MjEsIkciOjk2LCJCIjoxMzB9fSwiSXNWaXNpYmxlIjp0cnVlLCJXaWR0aCI6MTIuMCwiSGVpZ2h0IjoxNC4wLCJCb3JkZXJTdHlsZSI6eyIkaWQiOiI0NTUiLCJMaW5lQ29sb3IiOnsiJGlkIjoiNDU2IiwiJHR5cGUiOiJOTFJFLkNvbW1vbi5Eb20uU29saWRDb2xvckJydXNoLCBOTFJFLkNvbW1vbiIsIkNvbG9yIjp7IiRpZCI6IjQ1NyIsIkEiOjI1NSwiUiI6MjM0LCJHIjoyMiwiQiI6MzB9fSwiTGluZVdlaWdodCI6MC4wLCJMaW5lVHlwZSI6MCwiUGFyZW50U3R5bGUiOm51bGx9LCJQYXJlbnRTdHlsZSI6bnVsbH0sIlRpdGxlU3R5bGUiOnsiJGlkIjoiNDU4IiwiRm9udFNldHRpbmdzIjp7IiRpZCI6IjQ1OSIsIkZvbnRTaXplIjoxMSwiRm9udE5hbWUiOiJDYWxpYnJpIiwiSXNCb2xkIjpmYWxzZSwiSXNJdGFsaWMiOmZhbHNlLCJJc1VuZGVybGluZWQiOmZhbHNlLCJQYXJlbnRTdHlsZSI6bnVsbH0sIkF1dG9TaXplIjowLCJGb3JlZ3JvdW5kIjp7IiRpZCI6IjQ2MCIsIkNvbG9yIjp7IiRpZCI6IjQ2MS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0NjIiLCJUb3AiOjAuMCwiTGVmdCI6MC4wLCJSaWdodCI6MC4wLCJCb3R0b20iOjAuMH0sIlBhZGRpbmciOnsiJGlkIjoiNDYzIiwiVG9wIjowLjAsIkxlZnQiOjAuMCwiUmlnaHQiOjAuMCwiQm90dG9tIjowLjB9LCJCYWNrZ3JvdW5kIjp7IiRpZCI6IjQ2NCIsIkNvbG9yIjp7IiRpZCI6IjQ2NSIsIkEiOjI1NSwiUiI6MCwiRyI6MCwiQiI6MH19LCJJc1Zpc2libGUiOnRydWUsIldpZHRoIjowLjAsIkhlaWdodCI6MC4wLCJCb3JkZXJTdHlsZSI6eyIkaWQiOiI0NjYiLCJMaW5lQ29sb3IiOm51bGwsIkxpbmVXZWlnaHQiOjAuMCwiTGluZVR5cGUiOjAsIlBhcmVudFN0eWxlIjpudWxsfSwiUGFyZW50U3R5bGUiOm51bGx9LCJEYXRlU3R5bGUiOnsiJGlkIjoiNDY3IiwiRm9udFNldHRpbmdzIjp7IiRpZCI6IjQ2OCIsIkZvbnRTaXplIjoxMCwiRm9udE5hbWUiOiJDYWxpYnJpIiwiSXNCb2xkIjpmYWxzZSwiSXNJdGFsaWMiOmZhbHNlLCJJc1VuZGVybGluZWQiOmZhbHNlLCJQYXJlbnRTdHlsZSI6bnVsbH0sIkF1dG9TaXplIjowLCJGb3JlZ3JvdW5kIjp7IiRpZCI6IjQ2OSIsIkNvbG9yIjp7IiRpZCI6IjQ3MC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0NzEiLCJUb3AiOjAuMCwiTGVmdCI6MC4wLCJSaWdodCI6MC4wLCJCb3R0b20iOjAuMH0sIlBhZGRpbmciOnsiJGlkIjoiNDcyIiwiVG9wIjowLjAsIkxlZnQiOjAuMCwiUmlnaHQiOjAuMCwiQm90dG9tIjowLjB9LCJCYWNrZ3JvdW5kIjp7IiRpZCI6IjQ3MyIsIkNvbG9yIjp7IiRpZCI6IjQ3NCIsIkEiOjI1NSwiUiI6MTQsIkciOjQwLCJCIjo2NX19LCJJc1Zpc2libGUiOnRydWUsIldpZHRoIjowLjAsIkhlaWdodCI6MC4wLCJCb3JkZXJTdHlsZSI6eyIkaWQiOiI0NzUiLCJMaW5lQ29sb3IiOm51bGwsIkxpbmVXZWlnaHQiOjAuMCwiTGluZVR5cGUiOjAsIlBhcmVudFN0eWxlIjpudWxsfSwiUGFyZW50U3R5bGUiOm51bGx9LCJEYXRlRm9ybWF0Ijp7IiRpZCI6IjQ3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NzciLCJGb3JtYXQiOjAsIklzVmlzaWJsZSI6ZmFsc2UsIkxhc3RLbm93blZpc2liaWxpdHlTdGF0ZSI6ZmFsc2V9LCJJc1Zpc2libGUiOnRydWUsIlZhcmlhbmNlU3R5bGUiOnsiJGlkIjoiNDc4IiwiVGV4dFN0eWxlIjp7IiRpZCI6IjQ3OSIsIkZvbnRTZXR0aW5ncyI6eyIkaWQiOiI0ODAiLCJGb250U2l6ZSI6MTAsIkZvbnROYW1lIjoiQ2FsaWJyaSIsIklzQm9sZCI6ZmFsc2UsIklzSXRhbGljIjpmYWxzZSwiSXNVbmRlcmxpbmVkIjpmYWxzZSwiUGFyZW50U3R5bGUiOm51bGx9LCJBdXRvU2l6ZSI6MCwiRm9yZWdyb3VuZCI6eyIkaWQiOiI0ODEiLCJDb2xvciI6eyIkaWQiOiI0OD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gzIiwiVG9wIjowLjAsIkxlZnQiOjAuMCwiUmlnaHQiOjAuMCwiQm90dG9tIjowLjB9LCJQYWRkaW5nIjp7IiRpZCI6IjQ4NCIsIlRvcCI6MC4wLCJMZWZ0IjowLjAsIlJpZ2h0IjowLjAsIkJvdHRvbSI6MC4wfSwiQmFja2dyb3VuZCI6eyIkaWQiOiI0ODUiLCJDb2xvciI6eyIkaWQiOiI0ODYiLCJBIjoyNTUsIlIiOjAsIkciOjAsIkIiOjB9fSwiSXNWaXNpYmxlIjp0cnVlLCJXaWR0aCI6MC4wLCJIZWlnaHQiOjAuMCwiQm9yZGVyU3R5bGUiOnsiJGlkIjoiNDg3IiwiTGluZUNvbG9yIjpudWxsLCJMaW5lV2VpZ2h0IjowLjAsIkxpbmVUeXBlIjowLCJQYXJlbnRTdHlsZSI6bnVsbH0sIlBhcmVudFN0eWxlIjpudWxsfSwiUGFyZW50U3R5bGUiOm51bGx9LCJQYXJlbnRTdHlsZSI6bnVsbH0sIkRlZmF1bHRTd2ltbGFuZUFjdGl2aXR5U3R5bGUiOnsiJGlkIjoiNDg4IiwiSGVhZGVyU3R5bGUiOnsiJGlkIjoiNDg5IiwiVGV4dFN0eWxlIjp7IiRpZCI6IjQ5MCIsIkZvbnRTZXR0aW5ncyI6eyIkaWQiOiI0OTEiLCJGb250U2l6ZSI6MTEsIkZvbnROYW1lIjoiQ2FsaWJyaSIsIklzQm9sZCI6ZmFsc2UsIklzSXRhbGljIjpmYWxzZSwiSXNVbmRlcmxpbmVkIjpmYWxzZSwiUGFyZW50U3R5bGUiOm51bGx9LCJBdXRvU2l6ZSI6MiwiRm9yZWdyb3VuZCI6eyIkaWQiOiI0OTIiLCJDb2xvciI6eyIkaWQiOiI0OTMiLCJBIjoyNTUsIlIiOjAsIkciOjAsIkIiOjB9fSwiTWF4V2lkdGgiOiJJbmZpbml0eSIsIk1heEhlaWdodCI6IkluZmluaXR5IiwiU21hcnRGb3JlZ3JvdW5kSXNBY3RpdmUiOmZhbHNlLCJIb3Jpem9udGFsQWxpZ25tZW50IjowLCJWZXJ0aWNhbEFsaWdubWVudCI6MCwiU21hcnRGb3JlZ3JvdW5kIjpudWxsLCJCYWNrZ3JvdW5kRmlsbFR5cGUiOjAsIk1hcmdpbiI6eyIkaWQiOiI0OTQiLCJUb3AiOjAuMCwiTGVmdCI6MC4wLCJSaWdodCI6MC4wLCJCb3R0b20iOjAuMH0sIlBhZGRpbmciOnsiJGlkIjoiNDk1IiwiVG9wIjowLjAsIkxlZnQiOjAuMCwiUmlnaHQiOjAuMCwiQm90dG9tIjowLjB9LCJCYWNrZ3JvdW5kIjp7IiRpZCI6IjQ5NiIsIkNvbG9yIjp7IiRpZCI6IjQ5NyIsIkEiOjI1NSwiUiI6MCwiRyI6MCwiQiI6MH19LCJJc1Zpc2libGUiOnRydWUsIldpZHRoIjowLjAsIkhlaWdodCI6MC4wLCJCb3JkZXJTdHlsZSI6bnVsbCwiUGFyZW50U3R5bGUiOm51bGx9LCJSZWN0YW5nbGVTdHlsZSI6eyIkaWQiOiI0OTgiLCJNYXJnaW4iOnsiJGlkIjoiNDk5IiwiVG9wIjowLjAsIkxlZnQiOjAuMCwiUmlnaHQiOjAuMCwiQm90dG9tIjowLjB9LCJQYWRkaW5nIjp7IiRpZCI6IjUwMCIsIlRvcCI6MC4wLCJMZWZ0IjowLjAsIlJpZ2h0IjowLjAsIkJvdHRvbSI6MC4wfSwiQmFja2dyb3VuZCI6eyIkaWQiOiI1MDEiLCJDb2xvciI6eyIkaWQiOiI1MDIiLCJBIjo2MywiUiI6MjEsIkciOjk2LCJCIjoxMzB9fSwiSXNWaXNpYmxlIjp0cnVlLCJXaWR0aCI6MC4wLCJIZWlnaHQiOjAuMCwiQm9yZGVyU3R5bGUiOnsiJGlkIjoiNTAzIiwiTGluZUNvbG9yIjp7IiRpZCI6IjUwNCIsIiR0eXBlIjoiTkxSRS5Db21tb24uRG9tLlNvbGlkQ29sb3JCcnVzaCwgTkxSRS5Db21tb24iLCJDb2xvciI6eyIkaWQiOiI1MDUiLCJBIjoyNTUsIlIiOjI1NSwiRyI6MCwiQiI6MH19LCJMaW5lV2VpZ2h0IjowLjAsIkxpbmVUeXBlIjowLCJQYXJlbnRTdHlsZSI6bnVsbH0sIlBhcmVudFN0eWxlIjpudWxsfSwiTWFyZ2luIjp7IiRpZCI6IjUwNiIsIlRvcCI6MC4wLCJMZWZ0IjowLjAsIlJpZ2h0IjowLjAsIkJvdHRvbSI6MC4wfSwiUGFkZGluZyI6eyIkaWQiOiI1MDciLCJUb3AiOjAuMCwiTGVmdCI6MC4wLCJSaWdodCI6MC4wLCJCb3R0b20iOjAuMH0sIkJhY2tncm91bmQiOm51bGwsIklzVmlzaWJsZSI6dHJ1ZSwiV2lkdGgiOjAuMCwiSGVpZ2h0IjowLjAsIkJvcmRlclN0eWxlIjpudWxsLCJQYXJlbnRTdHlsZSI6bnVsbH0sIkJhY2tncm91bmRTdHlsZSI6eyIkaWQiOiI1MDgiLCJNYXJnaW4iOnsiJGlkIjoiNTA5IiwiVG9wIjowLjAsIkxlZnQiOjAuMCwiUmlnaHQiOjAuMCwiQm90dG9tIjowLjB9LCJQYWRkaW5nIjp7IiRpZCI6IjUxMCIsIlRvcCI6MC4wLCJMZWZ0IjowLjAsIlJpZ2h0IjowLjAsIkJvdHRvbSI6MC4wfSwiQmFja2dyb3VuZCI6eyIkaWQiOiI1MTEiLCJDb2xvciI6eyIkaWQiOiI1MTIiLCJBIjo1MSwiUiI6MjAwLCJHIjoyMDAsIkIiOjIwMH19LCJJc1Zpc2libGUiOnRydWUsIldpZHRoIjowLjAsIkhlaWdodCI6MC4wLCJCb3JkZXJTdHlsZSI6eyIkaWQiOiI1MTMiLCJMaW5lQ29sb3IiOnsiJGlkIjoiNTE0IiwiJHR5cGUiOiJOTFJFLkNvbW1vbi5Eb20uU29saWRDb2xvckJydXNoLCBOTFJFLkNvbW1vbiIsIkNvbG9yIjp7IiRpZCI6IjUxNSIsIkEiOjI1NSwiUiI6MjM0LCJHIjoyMiwiQiI6MzB9fSwiTGluZVdlaWdodCI6MC4wLCJMaW5lVHlwZSI6MCwiUGFyZW50U3R5bGUiOm51bGx9LCJQYXJlbnRTdHlsZSI6bnVsbH0sIk1hcmdpbiI6eyIkaWQiOiI1MTYiLCJUb3AiOjAuMCwiTGVmdCI6MC4wLCJSaWdodCI6MC4wLCJCb3R0b20iOjAuMH0sIlBhZGRpbmciOnsiJGlkIjoiNTE3IiwiVG9wIjowLjAsIkxlZnQiOjAuMCwiUmlnaHQiOjAuMCwiQm90dG9tIjowLjB9LCJJc1Zpc2libGUiOnRydWUsIldpZHRoIjowLjAsIkhlaWdodCI6MC4wLCJCb3JkZXJTdHlsZSI6eyIkaWQiOiI1MTgiLCJMaW5lQ29sb3IiOm51bGwsIkxpbmVXZWlnaHQiOjAuMCwiTGluZVR5cGUiOjAsIlBhcmVudFN0eWxlIjpudWxsfSwiUGFyZW50U3R5bGUiOm51bGx9LCJNYXJnaW4iOnsiJGlkIjoiNTE5IiwiVG9wIjowLjAsIkxlZnQiOjAuMCwiUmlnaHQiOjAuMCwiQm90dG9tIjowLjB9LCJQYWRkaW5nIjp7IiRpZCI6IjUyMCIsIlRvcCI6MC4wLCJMZWZ0IjowLjAsIlJpZ2h0IjowLjAsIkJvdHRvbSI6MC4wfSwiSXNWaXNpYmxlIjp0cnVlLCJXaWR0aCI6MC4wLCJIZWlnaHQiOjAuMCwiQm9yZGVyU3R5bGUiOnsiJGlkIjoiNTIxIiwiTGluZUNvbG9yIjpudWxsLCJMaW5lV2VpZ2h0IjowLjAsIkxpbmVUeXBlIjowLCJQYXJlbnRTdHlsZSI6bnVsbH0sIlBhcmVudFN0eWxlIjpudWxsfSwiX2FkZGl0aW9uYWxTd2ltbGFuZVYyU3R5bGVzIjpbeyIkaWQiOiI1MjIiLCJTdHlsZUlkIjoiOTg1MTNlMTAtNTUxYy00ZjMwLWFjMTEtYTA2OTBlOTAzMTM0IiwiSGVhZGVyU3R5bGUiOnsiJGlkIjoiNTIzIiwiVGV4dElzVmVydGljYWwiOmZhbHNlLCJUZXh0U3R5bGUiOnsiJGlkIjoiNTI0IiwiRm9udFNldHRpbmdzIjp7IiRpZCI6IjUyNSIsIkZvbnRTaXplIjoxMSwiRm9udE5hbWUiOiJDYWxpYnJpIiwiSXNCb2xkIjpmYWxzZSwiSXNJdGFsaWMiOmZhbHNlLCJJc1VuZGVybGluZWQiOmZhbHNlLCJQYXJlbnRTdHlsZSI6bnVsbH0sIkF1dG9TaXplIjoyLCJGb3JlZ3JvdW5kIjp7IiRpZCI6IjUyNiIsIkNvbG9yIjp7IiRpZCI6IjUyNyIsIkEiOjI1NSwiUiI6MjU1LCJHIjoyNTUsIkIiOjI1NX19LCJNYXhXaWR0aCI6IkluZmluaXR5IiwiTWF4SGVpZ2h0IjoiSW5maW5pdHkiLCJTbWFydEZvcmVncm91bmRJc0FjdGl2ZSI6ZmFsc2UsIkhvcml6b250YWxBbGlnbm1lbnQiOjEsIlZlcnRpY2FsQWxpZ25tZW50IjowLCJTbWFydEZvcmVncm91bmQiOm51bGwsIkJhY2tncm91bmRGaWxsVHlwZSI6MCwiTWFyZ2luIjp7IiRpZCI6IjUyOCIsIlRvcCI6MC4wLCJMZWZ0IjowLjAsIlJpZ2h0IjowLjAsIkJvdHRvbSI6MC4wfSwiUGFkZGluZyI6eyIkaWQiOiI1MjkiLCJUb3AiOjAuMCwiTGVmdCI6MC4wLCJSaWdodCI6MC4wLCJCb3R0b20iOjAuMH0sIkJhY2tncm91bmQiOnsiJGlkIjoiNTMwIiwiQ29sb3IiOnsiJGlkIjoiNTMxIiwiQSI6MjU1LCJSIjoyNTUsIkciOjI1NSwiQiI6MjU1fX0sIklzVmlzaWJsZSI6dHJ1ZSwiV2lkdGgiOjAuMCwiSGVpZ2h0IjowLjAsIkJvcmRlclN0eWxlIjpudWxsLCJQYXJlbnRTdHlsZSI6bnVsbH0sIlJlY3RhbmdsZVN0eWxlIjp7IiRpZCI6IjUzMiIsIk1hcmdpbiI6eyIkaWQiOiI1MzMiLCJUb3AiOjAuMCwiTGVmdCI6MC4wLCJSaWdodCI6MC4wLCJCb3R0b20iOjAuMH0sIlBhZGRpbmciOnsiJGlkIjoiNTM0IiwiVG9wIjowLjAsIkxlZnQiOjAuMCwiUmlnaHQiOjAuMCwiQm90dG9tIjowLjB9LCJCYWNrZ3JvdW5kIjp7IiRpZCI6IjUzNSIsIkNvbG9yIjp7IiRpZCI6IjUzNiIsIkEiOjI1NSwiUiI6MjMzLCJHIjoxMTMsIkIiOjUwfX0sIklzVmlzaWJsZSI6dHJ1ZSwiV2lkdGgiOjAuMCwiSGVpZ2h0IjowLjAsIkJvcmRlclN0eWxlIjp7IiRpZCI6IjUzNyIsIkxpbmVDb2xvciI6eyIkaWQiOiI1MzgiLCIkdHlwZSI6Ik5MUkUuQ29tbW9uLkRvbS5Tb2xpZENvbG9yQnJ1c2gsIE5MUkUuQ29tbW9uIiwiQ29sb3IiOnsiJGlkIjoiNTM5IiwiQSI6MjU1LCJSIjoyNTUsIkciOjI1NSwiQiI6MjU1fX0sIkxpbmVXZWlnaHQiOjAuMCwiTGluZVR5cGUiOjAsIlBhcmVudFN0eWxlIjpudWxsfSwiUGFyZW50U3R5bGUiOm51bGx9LCJNYXJnaW4iOnsiJGlkIjoiNTQwIiwiVG9wIjowLjAsIkxlZnQiOjAuMCwiUmlnaHQiOjAuMCwiQm90dG9tIjowLjB9LCJQYWRkaW5nIjp7IiRpZCI6IjU0MSIsIlRvcCI6MC4wLCJMZWZ0IjowLjAsIlJpZ2h0IjowLjAsIkJvdHRvbSI6MC4wfSwiQmFja2dyb3VuZCI6bnVsbCwiSXNWaXNpYmxlIjp0cnVlLCJXaWR0aCI6MC4wLCJIZWlnaHQiOjAuMCwiQm9yZGVyU3R5bGUiOm51bGwsIlBhcmVudFN0eWxlIjpudWxsfSwiQmFja2dyb3VuZFN0eWxlIjp7IiRpZCI6IjU0MiIsIk1hcmdpbiI6eyIkaWQiOiI1NDMiLCJUb3AiOjAuMCwiTGVmdCI6MC4wLCJSaWdodCI6MC4wLCJCb3R0b20iOjAuMH0sIlBhZGRpbmciOnsiJGlkIjoiNTQ0IiwiVG9wIjowLjAsIkxlZnQiOjAuMCwiUmlnaHQiOjAuMCwiQm90dG9tIjowLjB9LCJCYWNrZ3JvdW5kIjp7IiRpZCI6IjU0NSIsIkNvbG9yIjp7IiRpZCI6IjU0NiIsIkEiOjUxLCJSIjoyMDAsIkciOjIwMCwiQiI6MjAwfX0sIklzVmlzaWJsZSI6dHJ1ZSwiV2lkdGgiOjAuMCwiSGVpZ2h0IjowLjAsIkJvcmRlclN0eWxlIjp7IiRpZCI6IjU0NyIsIkxpbmVDb2xvciI6eyIkaWQiOiI1NDgiLCIkdHlwZSI6Ik5MUkUuQ29tbW9uLkRvbS5Tb2xpZENvbG9yQnJ1c2gsIE5MUkUuQ29tbW9uIiwiQ29sb3IiOnsiJGlkIjoiNTQ5IiwiQSI6MjU1LCJSIjoyMzQsIkciOjIyLCJCIjozMH19LCJMaW5lV2VpZ2h0IjowLjAsIkxpbmVUeXBlIjowLCJQYXJlbnRTdHlsZSI6bnVsbH0sIlBhcmVudFN0eWxlIjpudWxsfSwiSXNBYm92ZVRpbWViYW5kIjpmYWxzZSwiU3BhY2luZyI6MywiRGVmYXVsdFN3aW1sYW5lVGFza1N0eWxlIjp7IiRpZCI6IjU1MCIsIiR0eXBlIjoiTkxSRS5Db21tb24uRG9tLlN0eWxlcy5FeHBsaWNpdFNldGFibGVUYXNrU3R5bGUsIE5MUkUuQ29tbW9uIiwiU2hhcGUiOjEsIlNoYXBlVGhpY2tuZXNzIjowLCJEdXJhdGlvbkZvcm1hdCI6MCwiSW5jbHVkZU5vbldvcmtpbmdEYXlzSW5EdXJhdGlvbiI6ZmFsc2UsIlBlcmNlbnRhZ2VDb21wbGV0ZVN0eWxlIjp7IiRpZCI6IjU1MSIsIkZvbnRTZXR0aW5ncyI6eyIkaWQiOiI1NTIiLCJGb250U2l6ZSI6MTAsIkZvbnROYW1lIjoiQ2FsaWJyaSIsIklzQm9sZCI6ZmFsc2UsIklzSXRhbGljIjpmYWxzZSwiSXNVbmRlcmxpbmVkIjpmYWxzZSwiUGFyZW50U3R5bGUiOm51bGx9LCJBdXRvU2l6ZSI6MCwiRm9yZWdyb3VuZCI6eyIkaWQiOiI1NTMiLCJDb2xvciI6eyIkaWQiOiI1NT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TU1IiwiVG9wIjowLjAsIkxlZnQiOjAuMCwiUmlnaHQiOjAuMCwiQm90dG9tIjowLjB9LCJQYWRkaW5nIjp7IiRpZCI6IjU1NiIsIlRvcCI6MC4wLCJMZWZ0IjowLjAsIlJpZ2h0IjowLjAsIkJvdHRvbSI6MC4wfSwiQmFja2dyb3VuZCI6eyIkaWQiOiI1NTciLCJDb2xvciI6eyIkaWQiOiI1NTgiLCJBIjo4OSwiUiI6MCwiRyI6MCwiQiI6MH19LCJJc1Zpc2libGUiOnRydWUsIldpZHRoIjowLjAsIkhlaWdodCI6MC4wLCJCb3JkZXJTdHlsZSI6eyIkaWQiOiI1NTkiLCJMaW5lQ29sb3IiOm51bGwsIkxpbmVXZWlnaHQiOjAuMCwiTGluZVR5cGUiOjAsIlBhcmVudFN0eWxlIjpudWxsfSwiUGFyZW50U3R5bGUiOm51bGx9LCJEdXJhdGlvblN0eWxlIjp7IiRpZCI6IjU2MCIsIkZvbnRTZXR0aW5ncyI6eyIkaWQiOiI1NjEiLCJGb250U2l6ZSI6MTAsIkZvbnROYW1lIjoiQ2FsaWJyaSIsIklzQm9sZCI6ZmFsc2UsIklzSXRhbGljIjpmYWxzZSwiSXNVbmRlcmxpbmVkIjpmYWxzZSwiUGFyZW50U3R5bGUiOm51bGx9LCJBdXRvU2l6ZSI6MCwiRm9yZWdyb3VuZCI6eyIkaWQiOiI1NjIiLCJDb2xvciI6eyIkaWQiOiI1Nj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1NjQiLCJUb3AiOjAuMCwiTGVmdCI6MC4wLCJSaWdodCI6MC4wLCJCb3R0b20iOjAuMH0sIlBhZGRpbmciOnsiJGlkIjoiNTY1IiwiVG9wIjowLjAsIkxlZnQiOjAuMCwiUmlnaHQiOjAuMCwiQm90dG9tIjowLjB9LCJCYWNrZ3JvdW5kIjp7IiRpZCI6IjU2NiIsIkNvbG9yIjp7IiRpZCI6IjU2NyIsIkEiOjI1NSwiUiI6MjM3LCJHIjoxMjUsIkIiOjQ5fX0sIklzVmlzaWJsZSI6dHJ1ZSwiV2lkdGgiOjAuMCwiSGVpZ2h0IjowLjAsIkJvcmRlclN0eWxlIjp7IiRpZCI6IjU2OCIsIkxpbmVDb2xvciI6bnVsbCwiTGluZVdlaWdodCI6MC4wLCJMaW5lVHlwZSI6MCwiUGFyZW50U3R5bGUiOm51bGx9LCJQYXJlbnRTdHlsZSI6bnVsbH0sIkhvcml6b250YWxDb25uZWN0b3JTdHlsZSI6eyIkaWQiOiI1NjkiLCJMaW5lQ29sb3IiOnsiJGlkIjoiNTcwIiwiJHR5cGUiOiJOTFJFLkNvbW1vbi5Eb20uU29saWRDb2xvckJydXNoLCBOTFJFLkNvbW1vbiIsIkNvbG9yIjp7IiRpZCI6IjU3MSIsIkEiOjI1NSwiUiI6MCwiRyI6MCwiQiI6MH19LCJMaW5lV2VpZ2h0IjowLjAsIkxpbmVUeXBlIjowLCJQYXJlbnRTdHlsZSI6bnVsbH0sIlZlcnRpY2FsQ29ubmVjdG9yU3R5bGUiOnsiJGlkIjoiNTcyIiwiTGluZUNvbG9yIjp7IiRpZCI6IjU3MyIsIiR0eXBlIjoiTkxSRS5Db21tb24uRG9tLlNvbGlkQ29sb3JCcnVzaCwgTkxSRS5Db21tb24iLCJDb2xvciI6eyIkaWQiOiI1NzQ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1NzUiLCJTaGFwZVN0eWxlIjp7IiRpZCI6IjU3NiIsIk1hcmdpbiI6eyIkaWQiOiI1NzciLCJUb3AiOjAuMCwiTGVmdCI6MC4wLCJSaWdodCI6MC4wLCJCb3R0b20iOjAuMH0sIlBhZGRpbmciOnsiJGlkIjoiNTc4IiwiVG9wIjowLjAsIkxlZnQiOjAuMCwiUmlnaHQiOjAuMCwiQm90dG9tIjowLjB9LCJCYWNrZ3JvdW5kIjp7IiRpZCI6IjU3OSIsIkNvbG9yIjp7IiRpZCI6IjU4MCIsIkEiOjE1MywiUiI6MCwiRyI6MCwiQiI6MH19LCJJc1Zpc2libGUiOnRydWUsIldpZHRoIjowLjAsIkhlaWdodCI6MC4wLCJCb3JkZXJTdHlsZSI6eyIkaWQiOiI1ODEiLCJMaW5lQ29sb3IiOnsiJGlkIjoiNTgyIiwiJHR5cGUiOiJOTFJFLkNvbW1vbi5Eb20uU29saWRDb2xvckJydXNoLCBOTFJFLkNvbW1vbiIsIkNvbG9yIjp7IiRpZCI6IjU4MyIsIkEiOjI1NSwiUiI6MjU1LCJHIjowLCJCIjowfX0sIkxpbmVXZWlnaHQiOjAuMCwiTGluZVR5cGUiOjAsIlBhcmVudFN0eWxlIjpudWxsfSwiUGFyZW50U3R5bGUiOm51bGx9LCJNYXJnaW4iOnsiJGlkIjoiNTg0IiwiVG9wIjowLjAsIkxlZnQiOjAuMCwiUmlnaHQiOjAuMCwiQm90dG9tIjowLjB9LCJQYWRkaW5nIjp7IiRpZCI6IjU4NSIsIlRvcCI6MC4wLCJMZWZ0IjowLjAsIlJpZ2h0IjowLjAsIkJvdHRvbSI6MC4wfSwiQmFja2dyb3VuZCI6bnVsbCwiSXNWaXNpYmxlIjp0cnVlLCJXaWR0aCI6MC4wLCJIZWlnaHQiOjAuMCwiQm9yZGVyU3R5bGUiOm51bGwsIlBhcmVudFN0eWxlIjpudWxsfSwiU2hhcGVTdHlsZSI6eyIkaWQiOiI1ODYiLCJNYXJnaW4iOnsiJGlkIjoiNTg3IiwiVG9wIjowLjAsIkxlZnQiOjQuMCwiUmlnaHQiOjQuMCwiQm90dG9tIjowLjB9LCJQYWRkaW5nIjp7IiRpZCI6IjU4OCIsIlRvcCI6MC4wLCJMZWZ0IjowLjAsIlJpZ2h0IjowLjAsIkJvdHRvbSI6MC4wfSwiQmFja2dyb3VuZCI6eyIkaWQiOiI1ODkiLCJDb2xvciI6eyIkaWQiOiI1OTAiLCJBIjoyNTUsIlIiOjIzMywiRyI6MTEzLCJCIjo1MH19LCJJc1Zpc2libGUiOnRydWUsIldpZHRoIjowLjAsIkhlaWdodCI6MTAuMCwiQm9yZGVyU3R5bGUiOnsiJGlkIjoiNTkxIiwiTGluZUNvbG9yIjp7IiRpZCI6IjU5MiIsIiR0eXBlIjoiTkxSRS5Db21tb24uRG9tLlNvbGlkQ29sb3JCcnVzaCwgTkxSRS5Db21tb24iLCJDb2xvciI6eyIkaWQiOiI1OTMiLCJBIjoyNTUsIlIiOjIzNCwiRyI6MjIsIkIiOjMwfX0sIkxpbmVXZWlnaHQiOjAuMCwiTGluZVR5cGUiOjAsIlBhcmVudFN0eWxlIjpudWxsfSwiUGFyZW50U3R5bGUiOm51bGx9LCJUaXRsZVN0eWxlIjp7IiRpZCI6IjU5NCIsIkZvbnRTZXR0aW5ncyI6eyIkaWQiOiI1OTUiLCJGb250U2l6ZSI6MTEsIkZvbnROYW1lIjoiQ2FsaWJyaSIsIklzQm9sZCI6ZmFsc2UsIklzSXRhbGljIjpmYWxzZSwiSXNVbmRlcmxpbmVkIjpmYWxzZSwiUGFyZW50U3R5bGUiOm51bGx9LCJBdXRvU2l6ZSI6MCwiRm9yZWdyb3VuZCI6eyIkaWQiOiI1OTYiLCJDb2xvciI6eyIkaWQiOiI1OT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k4IiwiVG9wIjowLjAsIkxlZnQiOjAuMCwiUmlnaHQiOjAuMCwiQm90dG9tIjowLjB9LCJQYWRkaW5nIjp7IiRpZCI6IjU5OSIsIlRvcCI6MC4wLCJMZWZ0IjowLjAsIlJpZ2h0IjowLjAsIkJvdHRvbSI6MC4wfSwiQmFja2dyb3VuZCI6eyIkaWQiOiI2MDAiLCJDb2xvciI6eyIkaWQiOiI2MDEiLCJBIjoyNTUsIlIiOjAsIkciOjAsIkIiOjB9fSwiSXNWaXNpYmxlIjp0cnVlLCJXaWR0aCI6MC4wLCJIZWlnaHQiOjAuMCwiQm9yZGVyU3R5bGUiOnsiJGlkIjoiNjAyIiwiTGluZUNvbG9yIjpudWxsLCJMaW5lV2VpZ2h0IjowLjAsIkxpbmVUeXBlIjowLCJQYXJlbnRTdHlsZSI6bnVsbH0sIlBhcmVudFN0eWxlIjpudWxsfSwiRGF0ZVN0eWxlIjp7IiRpZCI6IjYwMyIsIkZvbnRTZXR0aW5ncyI6eyIkaWQiOiI2MDQiLCJGb250U2l6ZSI6MTAsIkZvbnROYW1lIjoiQ2FsaWJyaSIsIklzQm9sZCI6ZmFsc2UsIklzSXRhbGljIjpmYWxzZSwiSXNVbmRlcmxpbmVkIjpmYWxzZSwiUGFyZW50U3R5bGUiOm51bGx9LCJBdXRvU2l6ZSI6MCwiRm9yZWdyb3VuZCI6eyIkaWQiOiI2MDUiLCJDb2xvciI6eyIkaWQiOiI2MD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NjA3IiwiVG9wIjowLjAsIkxlZnQiOjAuMCwiUmlnaHQiOjAuMCwiQm90dG9tIjowLjB9LCJQYWRkaW5nIjp7IiRpZCI6IjYwOCIsIlRvcCI6MC4wLCJMZWZ0IjowLjAsIlJpZ2h0IjowLjAsIkJvdHRvbSI6MC4wfSwiQmFja2dyb3VuZCI6eyIkaWQiOiI2MDkiLCJDb2xvciI6eyIkaWQiOiI2MTAiLCJBIjoyNTUsIlIiOjE0LCJHIjo0MCwiQiI6NjV9fSwiSXNWaXNpYmxlIjp0cnVlLCJXaWR0aCI6MC4wLCJIZWlnaHQiOjAuMCwiQm9yZGVyU3R5bGUiOnsiJGlkIjoiNjExIiwiTGluZUNvbG9yIjpudWxsLCJMaW5lV2VpZ2h0IjowLjAsIkxpbmVUeXBlIjowLCJQYXJlbnRTdHlsZSI6bnVsbH0sIlBhcmVudFN0eWxlIjpudWxsfSwiRGF0ZUZvcm1hdCI6eyIkaWQiOiI2MT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EzIiwiRm9ybWF0IjowLCJJc1Zpc2libGUiOmZhbHNlLCJMYXN0S25vd25WaXNpYmlsaXR5U3RhdGUiOmZhbHNlfSwiSXNWaXNpYmxlIjp0cnVlLCJWYXJpYW5jZVN0eWxlIjp7IiRpZCI6IjYxNCIsIlRleHRTdHlsZSI6eyIkaWQiOiI2MTUiLCJGb250U2V0dGluZ3MiOnsiJGlkIjoiNjE2IiwiRm9udFNpemUiOjEwLCJGb250TmFtZSI6IkNhbGlicmkiLCJJc0JvbGQiOmZhbHNlLCJJc0l0YWxpYyI6ZmFsc2UsIklzVW5kZXJsaW5lZCI6ZmFsc2UsIlBhcmVudFN0eWxlIjpudWxsfSwiQXV0b1NpemUiOjAsIkZvcmVncm91bmQiOnsiJGlkIjoiNjE3IiwiQ29sb3IiOnsiJGlkIjoiNjE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xOSIsIlRvcCI6MC4wLCJMZWZ0IjowLjAsIlJpZ2h0IjowLjAsIkJvdHRvbSI6MC4wfSwiUGFkZGluZyI6eyIkaWQiOiI2MjAiLCJUb3AiOjAuMCwiTGVmdCI6MC4wLCJSaWdodCI6MC4wLCJCb3R0b20iOjAuMH0sIkJhY2tncm91bmQiOnsiJGlkIjoiNjIxIiwiQ29sb3IiOnsiJGlkIjoiNjIyIiwiQSI6MjU1LCJSIjowLCJHIjowLCJCIjowfX0sIklzVmlzaWJsZSI6dHJ1ZSwiV2lkdGgiOjAuMCwiSGVpZ2h0IjowLjAsIkJvcmRlclN0eWxlIjp7IiRpZCI6IjYyMyIsIkxpbmVDb2xvciI6bnVsbCwiTGluZVdlaWdodCI6MC4wLCJMaW5lVHlwZSI6MCwiUGFyZW50U3R5bGUiOm51bGx9LCJQYXJlbnRTdHlsZSI6bnVsbH0sIlBhcmVudFN0eWxlIjpudWxsfSwiUGFyZW50U3R5bGUiOm51bGwsIl9leHBsaWNpdGx5U2V0Ijp7IiRpZCI6IjYy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YyNSIsIlNoYXBlIjoxLCJDb25uZWN0b3JNYXJnaW4iOnsiJGlkIjoiNjI2IiwiVG9wIjowLjAsIkxlZnQiOjIuMCwiUmlnaHQiOjIuMCwiQm90dG9tIjowLjB9LCJDb25uZWN0b3JTdHlsZSI6eyIkaWQiOiI2MjciLCJMaW5lQ29sb3IiOnsiJGlkIjoiNjI4IiwiJHR5cGUiOiJOTFJFLkNvbW1vbi5Eb20uU29saWRDb2xvckJydXNoLCBOTFJFLkNvbW1vbiIsIkNvbG9yIjp7IiRpZCI6IjYyOSIsIkEiOjEyNywiUiI6MTI4LCJHIjo1MywiQiI6MTR9fSwiTGluZVdlaWdodCI6MS4wLCJMaW5lVHlwZSI6MCwiUGFyZW50U3R5bGUiOm51bGx9LCJJc0JlbG93VGltZWJhbmQiOmZhbHNlLCJQb3NpdGlvbk9uVGFzayI6MSwiSGlkZURhdGUiOmZhbHNlLCJTaGFwZVNpemUiOjAsIlNwYWNpbmciOjAuMCwiUGFkZGluZyI6eyIkaWQiOiI2MzAiLCJUb3AiOjUuMCwiTGVmdCI6My4wLCJSaWdodCI6MC4wLCJCb3R0b20iOjIuMH0sIlNoYXBlU3R5bGUiOnsiJGlkIjoiNjMxIiwiTWFyZ2luIjp7IiRpZCI6IjYzMiIsIlRvcCI6MC4wLCJMZWZ0IjowLjAsIlJpZ2h0IjowLjAsIkJvdHRvbSI6MC4wfSwiUGFkZGluZyI6eyIkaWQiOiI2MzMiLCJUb3AiOjAuMCwiTGVmdCI6MC4wLCJSaWdodCI6MC4wLCJCb3R0b20iOjAuMH0sIkJhY2tncm91bmQiOnsiJGlkIjoiNjM0IiwiQ29sb3IiOnsiJGlkIjoiNjM1IiwiQSI6MjU1LCJSIjoxMjgsIkciOjUzLCJCIjoxNH19LCJJc1Zpc2libGUiOnRydWUsIldpZHRoIjoxMi4wLCJIZWlnaHQiOjE0LjAsIkJvcmRlclN0eWxlIjp7IiRpZCI6IjYzNiIsIkxpbmVDb2xvciI6eyIkaWQiOiI2MzciLCIkdHlwZSI6Ik5MUkUuQ29tbW9uLkRvbS5Tb2xpZENvbG9yQnJ1c2gsIE5MUkUuQ29tbW9uIiwiQ29sb3IiOnsiJGlkIjoiNjM4IiwiQSI6MjU1LCJSIjoyNTUsIkciOjI1NSwiQiI6MjU1fX0sIkxpbmVXZWlnaHQiOjAuMCwiTGluZVR5cGUiOjAsIlBhcmVudFN0eWxlIjpudWxsfSwiUGFyZW50U3R5bGUiOm51bGx9LCJUaXRsZVN0eWxlIjp7IiRpZCI6IjYzOSIsIkZvbnRTZXR0aW5ncyI6eyIkaWQiOiI2NDAiLCJGb250U2l6ZSI6MTEsIkZvbnROYW1lIjoiQ2FsaWJyaSIsIklzQm9sZCI6ZmFsc2UsIklzSXRhbGljIjpmYWxzZSwiSXNVbmRlcmxpbmVkIjpmYWxzZSwiUGFyZW50U3R5bGUiOm51bGx9LCJBdXRvU2l6ZSI6MCwiRm9yZWdyb3VuZCI6eyIkaWQiOiI2NDEiLCJDb2xvciI6eyIkaWQiOiI2NDI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NjQzIiwiVG9wIjowLjAsIkxlZnQiOjAuMCwiUmlnaHQiOjAuMCwiQm90dG9tIjowLjB9LCJQYWRkaW5nIjp7IiRpZCI6IjY0NCIsIlRvcCI6MC4wLCJMZWZ0IjowLjAsIlJpZ2h0IjowLjAsIkJvdHRvbSI6MC4wfSwiQmFja2dyb3VuZCI6eyIkaWQiOiI2NDUiLCJDb2xvciI6eyIkaWQiOiI2NDYiLCJBIjoyNTUsIlIiOjAsIkciOjAsIkIiOjB9fSwiSXNWaXNpYmxlIjp0cnVlLCJXaWR0aCI6MC4wLCJIZWlnaHQiOjAuMCwiQm9yZGVyU3R5bGUiOnsiJGlkIjoiNjQ3IiwiTGluZUNvbG9yIjpudWxsLCJMaW5lV2VpZ2h0IjowLjAsIkxpbmVUeXBlIjowLCJQYXJlbnRTdHlsZSI6bnVsbH0sIlBhcmVudFN0eWxlIjpudWxsfSwiRGF0ZVN0eWxlIjp7IiRpZCI6IjY0OCIsIkZvbnRTZXR0aW5ncyI6eyIkaWQiOiI2NDkiLCJGb250U2l6ZSI6MTAsIkZvbnROYW1lIjoiQ2FsaWJyaSIsIklzQm9sZCI6ZmFsc2UsIklzSXRhbGljIjpmYWxzZSwiSXNVbmRlcmxpbmVkIjpmYWxzZSwiUGFyZW50U3R5bGUiOm51bGx9LCJBdXRvU2l6ZSI6MCwiRm9yZWdyb3VuZCI6eyIkaWQiOiI2NTAiLCJDb2xvciI6eyIkaWQiOiI2NTEiLCJBIjoyNTUsIlIiOjE0LCJHIjo0MCwiQiI6NjV9fSwiTWF4V2lkdGgiOjIwMC4wLCJNYXhIZWlnaHQiOiJJbmZpbml0eSIsIlNtYXJ0Rm9yZWdyb3VuZElzQWN0aXZlIjpmYWxzZSwiSG9yaXpvbnRhbEFsaWdubWVudCI6MSwiVmVydGljYWxBbGlnbm1lbnQiOjEsIlNtYXJ0Rm9yZWdyb3VuZCI6bnVsbCwiQmFja2dyb3VuZEZpbGxUeXBlIjowLCJNYXJnaW4iOnsiJGlkIjoiNjUyIiwiVG9wIjowLjAsIkxlZnQiOjAuMCwiUmlnaHQiOjAuMCwiQm90dG9tIjowLjB9LCJQYWRkaW5nIjp7IiRpZCI6IjY1MyIsIlRvcCI6MC4wLCJMZWZ0IjowLjAsIlJpZ2h0IjowLjAsIkJvdHRvbSI6MC4wfSwiQmFja2dyb3VuZCI6eyIkaWQiOiI2NTQiLCJDb2xvciI6eyIkaWQiOiI2NTUiLCJBIjoyNTUsIlIiOjE0LCJHIjo0MCwiQiI6NjV9fSwiSXNWaXNpYmxlIjp0cnVlLCJXaWR0aCI6MC4wLCJIZWlnaHQiOjAuMCwiQm9yZGVyU3R5bGUiOnsiJGlkIjoiNjU2IiwiTGluZUNvbG9yIjpudWxsLCJMaW5lV2VpZ2h0IjowLjAsIkxpbmVUeXBlIjowLCJQYXJlbnRTdHlsZSI6bnVsbH0sIlBhcmVudFN0eWxlIjpudWxsfSwiRGF0ZUZvcm1hdCI6eyIkaWQiOiI2NT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U4IiwiRm9ybWF0IjowLCJJc1Zpc2libGUiOmZhbHNlLCJMYXN0S25vd25WaXNpYmlsaXR5U3RhdGUiOmZhbHNlfSwiSXNWaXNpYmxlIjpmYWxzZSwiVmFyaWFuY2VTdHlsZSI6eyIkaWQiOiI2NTkiLCJUZXh0U3R5bGUiOnsiJGlkIjoiNjYwIiwiRm9udFNldHRpbmdzIjp7IiRpZCI6IjY2MSIsIkZvbnRTaXplIjoxMCwiRm9udE5hbWUiOiJDYWxpYnJpIiwiSXNCb2xkIjpmYWxzZSwiSXNJdGFsaWMiOmZhbHNlLCJJc1VuZGVybGluZWQiOmZhbHNlLCJQYXJlbnRTdHlsZSI6bnVsbH0sIkF1dG9TaXplIjowLCJGb3JlZ3JvdW5kIjp7IiRpZCI6IjY2MiIsIkNvbG9yIjp7IiRpZCI6IjY2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2NjQiLCJUb3AiOjAuMCwiTGVmdCI6MC4wLCJSaWdodCI6MC4wLCJCb3R0b20iOjAuMH0sIlBhZGRpbmciOnsiJGlkIjoiNjY1IiwiVG9wIjowLjAsIkxlZnQiOjAuMCwiUmlnaHQiOjAuMCwiQm90dG9tIjowLjB9LCJCYWNrZ3JvdW5kIjp7IiRpZCI6IjY2NiIsIkNvbG9yIjp7IiRpZCI6IjY2NyIsIkEiOjI1NSwiUiI6MCwiRyI6MCwiQiI6MH19LCJJc1Zpc2libGUiOnRydWUsIldpZHRoIjowLjAsIkhlaWdodCI6MC4wLCJCb3JkZXJTdHlsZSI6eyIkaWQiOiI2NjgiLCJMaW5lQ29sb3IiOm51bGwsIkxpbmVXZWlnaHQiOjAuMCwiTGluZVR5cGUiOjAsIlBhcmVudFN0eWxlIjpudWxsfSwiUGFyZW50U3R5bGUiOm51bGx9LCJQYXJlbnRTdHlsZSI6bnVsbH0sIlBhcmVudFN0eWxlIjpudWxsfSwiRGVmYXVsdFN3aW1sYW5lTWlsZXN0b25lU3R5bGUiOnsiJGlkIjoiNjY5IiwiVGl0bGVQb3NpdGlvbiI6IkxlZnQiLCJEYXRlUG9zaXRpb24iOiJSaWdodCIsIlZhcmlhbmNlUG9zaXRpb24iOiJSaWdodCIsIlNoYXBlVHlwZSI6MSwiU2hhcGVTaXplIjowLCJTcGFjaW5nIjo1LCJTaGFwZVN0eWxlIjp7IiRpZCI6IjY3MCIsIk1hcmdpbiI6eyIkaWQiOiI2NzEiLCJUb3AiOjAuMCwiTGVmdCI6MC4wLCJSaWdodCI6MC4wLCJCb3R0b20iOjAuMH0sIlBhZGRpbmciOnsiJGlkIjoiNjcyIiwiVG9wIjowLjAsIkxlZnQiOjAuMCwiUmlnaHQiOjAuMCwiQm90dG9tIjowLjB9LCJCYWNrZ3JvdW5kIjp7IiRpZCI6IjY3MyIsIkNvbG9yIjp7IiRpZCI6IjY3NCIsIkEiOjI1NSwiUiI6MjMzLCJHIjoxMTMsIkIiOjUwfX0sIklzVmlzaWJsZSI6dHJ1ZSwiV2lkdGgiOjEyLjAsIkhlaWdodCI6MTQuMCwiQm9yZGVyU3R5bGUiOnsiJGlkIjoiNjc1IiwiTGluZUNvbG9yIjp7IiRpZCI6IjY3NiIsIiR0eXBlIjoiTkxSRS5Db21tb24uRG9tLlNvbGlkQ29sb3JCcnVzaCwgTkxSRS5Db21tb24iLCJDb2xvciI6eyIkaWQiOiI2NzciLCJBIjoyNTUsIlIiOjIzNCwiRyI6MjIsIkIiOjMwfX0sIkxpbmVXZWlnaHQiOjAuMCwiTGluZVR5cGUiOjAsIlBhcmVudFN0eWxlIjpudWxsfSwiUGFyZW50U3R5bGUiOm51bGx9LCJUaXRsZVN0eWxlIjp7IiRpZCI6IjY3OCIsIkZvbnRTZXR0aW5ncyI6eyIkaWQiOiI2NzkiLCJGb250U2l6ZSI6MTEsIkZvbnROYW1lIjoiQ2FsaWJyaSIsIklzQm9sZCI6ZmFsc2UsIklzSXRhbGljIjpmYWxzZSwiSXNVbmRlcmxpbmVkIjpmYWxzZSwiUGFyZW50U3R5bGUiOm51bGx9LCJBdXRvU2l6ZSI6MCwiRm9yZWdyb3VuZCI6eyIkaWQiOiI2ODAiLCJDb2xvciI6eyIkaWQiOiI2ODE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NjgyIiwiVG9wIjowLjAsIkxlZnQiOjAuMCwiUmlnaHQiOjAuMCwiQm90dG9tIjowLjB9LCJQYWRkaW5nIjp7IiRpZCI6IjY4MyIsIlRvcCI6MC4wLCJMZWZ0IjowLjAsIlJpZ2h0IjowLjAsIkJvdHRvbSI6MC4wfSwiQmFja2dyb3VuZCI6eyIkaWQiOiI2ODQiLCJDb2xvciI6eyIkaWQiOiI2ODUiLCJBIjoyNTUsIlIiOjAsIkciOjAsIkIiOjB9fSwiSXNWaXNpYmxlIjp0cnVlLCJXaWR0aCI6MC4wLCJIZWlnaHQiOjAuMCwiQm9yZGVyU3R5bGUiOnsiJGlkIjoiNjg2IiwiTGluZUNvbG9yIjpudWxsLCJMaW5lV2VpZ2h0IjowLjAsIkxpbmVUeXBlIjowLCJQYXJlbnRTdHlsZSI6bnVsbH0sIlBhcmVudFN0eWxlIjpudWxsfSwiRGF0ZVN0eWxlIjp7IiRpZCI6IjY4NyIsIkZvbnRTZXR0aW5ncyI6eyIkaWQiOiI2ODgiLCJGb250U2l6ZSI6MTAsIkZvbnROYW1lIjoiQ2FsaWJyaSIsIklzQm9sZCI6ZmFsc2UsIklzSXRhbGljIjpmYWxzZSwiSXNVbmRlcmxpbmVkIjpmYWxzZSwiUGFyZW50U3R5bGUiOm51bGx9LCJBdXRvU2l6ZSI6MCwiRm9yZWdyb3VuZCI6eyIkaWQiOiI2ODkiLCJDb2xvciI6eyIkaWQiOiI2OTA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NjkxIiwiVG9wIjowLjAsIkxlZnQiOjAuMCwiUmlnaHQiOjAuMCwiQm90dG9tIjowLjB9LCJQYWRkaW5nIjp7IiRpZCI6IjY5MiIsIlRvcCI6MC4wLCJMZWZ0IjowLjAsIlJpZ2h0IjowLjAsIkJvdHRvbSI6MC4wfSwiQmFja2dyb3VuZCI6eyIkaWQiOiI2OTMiLCJDb2xvciI6eyIkaWQiOiI2OTQiLCJBIjoyNTUsIlIiOjE0LCJHIjo0MCwiQiI6NjV9fSwiSXNWaXNpYmxlIjp0cnVlLCJXaWR0aCI6MC4wLCJIZWlnaHQiOjAuMCwiQm9yZGVyU3R5bGUiOnsiJGlkIjoiNjk1IiwiTGluZUNvbG9yIjpudWxsLCJMaW5lV2VpZ2h0IjowLjAsIkxpbmVUeXBlIjowLCJQYXJlbnRTdHlsZSI6bnVsbH0sIlBhcmVudFN0eWxlIjpudWxsfSwiRGF0ZUZvcm1hdCI6eyIkaWQiOiI2O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k3IiwiRm9ybWF0IjowLCJJc1Zpc2libGUiOmZhbHNlLCJMYXN0S25vd25WaXNpYmlsaXR5U3RhdGUiOmZhbHNlfSwiSXNWaXNpYmxlIjp0cnVlLCJWYXJpYW5jZVN0eWxlIjp7IiRpZCI6IjY5OCIsIlRleHRTdHlsZSI6eyIkaWQiOiI2OTkiLCJGb250U2V0dGluZ3MiOnsiJGlkIjoiNzAwIiwiRm9udFNpemUiOjEwLCJGb250TmFtZSI6IkNhbGlicmkiLCJJc0JvbGQiOmZhbHNlLCJJc0l0YWxpYyI6ZmFsc2UsIklzVW5kZXJsaW5lZCI6ZmFsc2UsIlBhcmVudFN0eWxlIjpudWxsfSwiQXV0b1NpemUiOjAsIkZvcmVncm91bmQiOnsiJGlkIjoiNzAxIiwiQ29sb3IiOnsiJGlkIjoiNzA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cwMyIsIlRvcCI6MC4wLCJMZWZ0IjowLjAsIlJpZ2h0IjowLjAsIkJvdHRvbSI6MC4wfSwiUGFkZGluZyI6eyIkaWQiOiI3MDQiLCJUb3AiOjAuMCwiTGVmdCI6MC4wLCJSaWdodCI6MC4wLCJCb3R0b20iOjAuMH0sIkJhY2tncm91bmQiOnsiJGlkIjoiNzA1IiwiQ29sb3IiOnsiJGlkIjoiNzA2IiwiQSI6MjU1LCJSIjowLCJHIjowLCJCIjowfX0sIklzVmlzaWJsZSI6dHJ1ZSwiV2lkdGgiOjAuMCwiSGVpZ2h0IjowLjAsIkJvcmRlclN0eWxlIjp7IiRpZCI6IjcwNyIsIkxpbmVDb2xvciI6bnVsbCwiTGluZVdlaWdodCI6MC4wLCJMaW5lVHlwZSI6MCwiUGFyZW50U3R5bGUiOm51bGx9LCJQYXJlbnRTdHlsZSI6bnVsbH0sIlBhcmVudFN0eWxlIjpudWxsfSwiUGFyZW50U3R5bGUiOm51bGx9LCJEZWZhdWx0U3dpbWxhbmVBY3Rpdml0eVN0eWxlIjp7IiRpZCI6IjcwOCIsIkhlYWRlclN0eWxlIjp7IiRpZCI6IjcwOSIsIlRleHRTdHlsZSI6eyIkaWQiOiI3MTAiLCJGb250U2V0dGluZ3MiOnsiJGlkIjoiNzExIiwiRm9udFNpemUiOjExLCJGb250TmFtZSI6IkNhbGlicmkiLCJJc0JvbGQiOmZhbHNlLCJJc0l0YWxpYyI6ZmFsc2UsIklzVW5kZXJsaW5lZCI6ZmFsc2UsIlBhcmVudFN0eWxlIjpudWxsfSwiQXV0b1NpemUiOjIsIkZvcmVncm91bmQiOnsiJGlkIjoiNzEyIiwiQ29sb3IiOnsiJGlkIjoiNzE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NzE0IiwiVG9wIjowLjAsIkxlZnQiOjAuMCwiUmlnaHQiOjAuMCwiQm90dG9tIjowLjB9LCJQYWRkaW5nIjp7IiRpZCI6IjcxNSIsIlRvcCI6MC4wLCJMZWZ0IjowLjAsIlJpZ2h0IjowLjAsIkJvdHRvbSI6MC4wfSwiQmFja2dyb3VuZCI6eyIkaWQiOiI3MTYiLCJDb2xvciI6eyIkaWQiOiI3MTciLCJBIjoyNTUsIlIiOjAsIkciOjAsIkIiOjB9fSwiSXNWaXNpYmxlIjp0cnVlLCJXaWR0aCI6MC4wLCJIZWlnaHQiOjAuMCwiQm9yZGVyU3R5bGUiOm51bGwsIlBhcmVudFN0eWxlIjpudWxsfSwiUmVjdGFuZ2xlU3R5bGUiOnsiJGlkIjoiNzE4IiwiTWFyZ2luIjp7IiRpZCI6IjcxOSIsIlRvcCI6MC4wLCJMZWZ0IjowLjAsIlJpZ2h0IjowLjAsIkJvdHRvbSI6MC4wfSwiUGFkZGluZyI6eyIkaWQiOiI3MjAiLCJUb3AiOjAuMCwiTGVmdCI6MC4wLCJSaWdodCI6MC4wLCJCb3R0b20iOjAuMH0sIkJhY2tncm91bmQiOnsiJGlkIjoiNzIxIiwiQ29sb3IiOnsiJGlkIjoiNzIyIiwiQSI6NjMsIlIiOjIzMywiRyI6MTEzLCJCIjo1MH19LCJJc1Zpc2libGUiOnRydWUsIldpZHRoIjowLjAsIkhlaWdodCI6MC4wLCJCb3JkZXJTdHlsZSI6eyIkaWQiOiI3MjMiLCJMaW5lQ29sb3IiOnsiJGlkIjoiNzI0IiwiJHR5cGUiOiJOTFJFLkNvbW1vbi5Eb20uU29saWRDb2xvckJydXNoLCBOTFJFLkNvbW1vbiIsIkNvbG9yIjp7IiRpZCI6IjcyNSIsIkEiOjI1NSwiUiI6MjU1LCJHIjoyNTUsIkIiOjI1NX19LCJMaW5lV2VpZ2h0IjowLjAsIkxpbmVUeXBlIjowLCJQYXJlbnRTdHlsZSI6bnVsbH0sIlBhcmVudFN0eWxlIjpudWxsfSwiTWFyZ2luIjp7IiRpZCI6IjcyNiIsIlRvcCI6MC4wLCJMZWZ0IjowLjAsIlJpZ2h0IjowLjAsIkJvdHRvbSI6MC4wfSwiUGFkZGluZyI6eyIkaWQiOiI3MjciLCJUb3AiOjAuMCwiTGVmdCI6MC4wLCJSaWdodCI6MC4wLCJCb3R0b20iOjAuMH0sIkJhY2tncm91bmQiOm51bGwsIklzVmlzaWJsZSI6dHJ1ZSwiV2lkdGgiOjAuMCwiSGVpZ2h0IjowLjAsIkJvcmRlclN0eWxlIjpudWxsLCJQYXJlbnRTdHlsZSI6bnVsbH0sIkJhY2tncm91bmRTdHlsZSI6eyIkaWQiOiI3MjgiLCJNYXJnaW4iOnsiJGlkIjoiNzI5IiwiVG9wIjowLjAsIkxlZnQiOjAuMCwiUmlnaHQiOjAuMCwiQm90dG9tIjowLjB9LCJQYWRkaW5nIjp7IiRpZCI6IjczMCIsIlRvcCI6MC4wLCJMZWZ0IjowLjAsIlJpZ2h0IjowLjAsIkJvdHRvbSI6MC4wfSwiQmFja2dyb3VuZCI6eyIkaWQiOiI3MzEiLCJDb2xvciI6eyIkaWQiOiI3MzIiLCJBIjo1MSwiUiI6MjAwLCJHIjoyMDAsIkIiOjIwMH19LCJJc1Zpc2libGUiOnRydWUsIldpZHRoIjowLjAsIkhlaWdodCI6MC4wLCJCb3JkZXJTdHlsZSI6eyIkaWQiOiI3MzMiLCJMaW5lQ29sb3IiOnsiJGlkIjoiNzM0IiwiJHR5cGUiOiJOTFJFLkNvbW1vbi5Eb20uU29saWRDb2xvckJydXNoLCBOTFJFLkNvbW1vbiIsIkNvbG9yIjp7IiRpZCI6IjczNSIsIkEiOjI1NSwiUiI6MjM0LCJHIjoyMiwiQiI6MzB9fSwiTGluZVdlaWdodCI6MC4wLCJMaW5lVHlwZSI6MCwiUGFyZW50U3R5bGUiOm51bGx9LCJQYXJlbnRTdHlsZSI6bnVsbH0sIk1hcmdpbiI6eyIkaWQiOiI3MzYiLCJUb3AiOjAuMCwiTGVmdCI6MC4wLCJSaWdodCI6MC4wLCJCb3R0b20iOjAuMH0sIlBhZGRpbmciOnsiJGlkIjoiNzM3IiwiVG9wIjowLjAsIkxlZnQiOjAuMCwiUmlnaHQiOjAuMCwiQm90dG9tIjowLjB9LCJJc1Zpc2libGUiOnRydWUsIldpZHRoIjowLjAsIkhlaWdodCI6MC4wLCJCb3JkZXJTdHlsZSI6eyIkaWQiOiI3MzgiLCJMaW5lQ29sb3IiOm51bGwsIkxpbmVXZWlnaHQiOjAuMCwiTGluZVR5cGUiOjAsIlBhcmVudFN0eWxlIjpudWxsfSwiUGFyZW50U3R5bGUiOm51bGx9LCJNYXJnaW4iOnsiJGlkIjoiNzM5IiwiVG9wIjowLjAsIkxlZnQiOjAuMCwiUmlnaHQiOjAuMCwiQm90dG9tIjowLjB9LCJQYWRkaW5nIjp7IiRpZCI6Ijc0MCIsIlRvcCI6MC4wLCJMZWZ0IjowLjAsIlJpZ2h0IjowLjAsIkJvdHRvbSI6MC4wfSwiSXNWaXNpYmxlIjp0cnVlLCJXaWR0aCI6MC4wLCJIZWlnaHQiOjAuMCwiQm9yZGVyU3R5bGUiOnsiJGlkIjoiNzQxIiwiTGluZUNvbG9yIjpudWxsLCJMaW5lV2VpZ2h0IjowLjAsIkxpbmVUeXBlIjowLCJQYXJlbnRTdHlsZSI6bnVsbH0sIlBhcmVudFN0eWxlIjpudWxsfSx7IiRpZCI6Ijc0MiIsIlN0eWxlSWQiOiJiMjRmODA0NS1mNjliLTRhNDMtODI5Zi1hNTY1MDNmZGNkNjkiLCJIZWFkZXJTdHlsZSI6eyIkaWQiOiI3NDMiLCJUZXh0SXNWZXJ0aWNhbCI6ZmFsc2UsIlRleHRTdHlsZSI6eyIkaWQiOiI3NDQiLCJGb250U2V0dGluZ3MiOnsiJGlkIjoiNzQ1IiwiRm9udFNpemUiOjExLCJGb250TmFtZSI6IkNhbGlicmkiLCJJc0JvbGQiOmZhbHNlLCJJc0l0YWxpYyI6ZmFsc2UsIklzVW5kZXJsaW5lZCI6ZmFsc2UsIlBhcmVudFN0eWxlIjpudWxsfSwiQXV0b1NpemUiOjIsIkZvcmVncm91bmQiOnsiJGlkIjoiNzQ2IiwiQ29sb3IiOnsiJGlkIjoiNzQ3IiwiQSI6MjU1LCJSIjoyNTUsIkciOjI1NSwiQiI6MjU1fX0sIk1heFdpZHRoIjoiSW5maW5pdHkiLCJNYXhIZWlnaHQiOiJJbmZpbml0eSIsIlNtYXJ0Rm9yZWdyb3VuZElzQWN0aXZlIjpmYWxzZSwiSG9yaXpvbnRhbEFsaWdubWVudCI6MSwiVmVydGljYWxBbGlnbm1lbnQiOjAsIlNtYXJ0Rm9yZWdyb3VuZCI6bnVsbCwiQmFja2dyb3VuZEZpbGxUeXBlIjowLCJNYXJnaW4iOnsiJGlkIjoiNzQ4IiwiVG9wIjowLjAsIkxlZnQiOjAuMCwiUmlnaHQiOjAuMCwiQm90dG9tIjowLjB9LCJQYWRkaW5nIjp7IiRpZCI6Ijc0OSIsIlRvcCI6MC4wLCJMZWZ0IjowLjAsIlJpZ2h0IjowLjAsIkJvdHRvbSI6MC4wfSwiQmFja2dyb3VuZCI6eyIkaWQiOiI3NTAiLCJDb2xvciI6eyIkaWQiOiI3NTEiLCJBIjoyNTUsIlIiOjI1NSwiRyI6MjU1LCJCIjoyNTV9fSwiSXNWaXNpYmxlIjp0cnVlLCJXaWR0aCI6MC4wLCJIZWlnaHQiOjAuMCwiQm9yZGVyU3R5bGUiOm51bGwsIlBhcmVudFN0eWxlIjpudWxsfSwiUmVjdGFuZ2xlU3R5bGUiOnsiJGlkIjoiNzUyIiwiTWFyZ2luIjp7IiRpZCI6Ijc1MyIsIlRvcCI6MC4wLCJMZWZ0IjowLjAsIlJpZ2h0IjowLjAsIkJvdHRvbSI6MC4wfSwiUGFkZGluZyI6eyIkaWQiOiI3NTQiLCJUb3AiOjAuMCwiTGVmdCI6MC4wLCJSaWdodCI6MC4wLCJCb3R0b20iOjAuMH0sIkJhY2tncm91bmQiOnsiJGlkIjoiNzU1IiwiQ29sb3IiOnsiJGlkIjoiNzU2IiwiQSI6MjU1LCJSIjoyNSwiRyI6MTA3LCJCIjozNn19LCJJc1Zpc2libGUiOnRydWUsIldpZHRoIjowLjAsIkhlaWdodCI6MC4wLCJCb3JkZXJTdHlsZSI6eyIkaWQiOiI3NTciLCJMaW5lQ29sb3IiOnsiJGlkIjoiNzU4IiwiJHR5cGUiOiJOTFJFLkNvbW1vbi5Eb20uU29saWRDb2xvckJydXNoLCBOTFJFLkNvbW1vbiIsIkNvbG9yIjp7IiRpZCI6Ijc1OSIsIkEiOjI1NSwiUiI6MjU1LCJHIjoyNTUsIkIiOjI1NX19LCJMaW5lV2VpZ2h0IjowLjAsIkxpbmVUeXBlIjowLCJQYXJlbnRTdHlsZSI6bnVsbH0sIlBhcmVudFN0eWxlIjpudWxsfSwiTWFyZ2luIjp7IiRpZCI6Ijc2MCIsIlRvcCI6MC4wLCJMZWZ0IjowLjAsIlJpZ2h0IjowLjAsIkJvdHRvbSI6MC4wfSwiUGFkZGluZyI6eyIkaWQiOiI3NjEiLCJUb3AiOjAuMCwiTGVmdCI6MC4wLCJSaWdodCI6MC4wLCJCb3R0b20iOjAuMH0sIkJhY2tncm91bmQiOm51bGwsIklzVmlzaWJsZSI6dHJ1ZSwiV2lkdGgiOjAuMCwiSGVpZ2h0IjowLjAsIkJvcmRlclN0eWxlIjpudWxsLCJQYXJlbnRTdHlsZSI6bnVsbH0sIkJhY2tncm91bmRTdHlsZSI6eyIkaWQiOiI3NjIiLCJNYXJnaW4iOnsiJGlkIjoiNzYzIiwiVG9wIjowLjAsIkxlZnQiOjAuMCwiUmlnaHQiOjAuMCwiQm90dG9tIjowLjB9LCJQYWRkaW5nIjp7IiRpZCI6Ijc2NCIsIlRvcCI6MC4wLCJMZWZ0IjowLjAsIlJpZ2h0IjowLjAsIkJvdHRvbSI6MC4wfSwiQmFja2dyb3VuZCI6eyIkaWQiOiI3NjUiLCJDb2xvciI6eyIkaWQiOiI3NjYiLCJBIjo1MSwiUiI6MjAwLCJHIjoyMDAsIkIiOjIwMH19LCJJc1Zpc2libGUiOnRydWUsIldpZHRoIjowLjAsIkhlaWdodCI6MC4wLCJCb3JkZXJTdHlsZSI6eyIkaWQiOiI3NjciLCJMaW5lQ29sb3IiOnsiJGlkIjoiNzY4IiwiJHR5cGUiOiJOTFJFLkNvbW1vbi5Eb20uU29saWRDb2xvckJydXNoLCBOTFJFLkNvbW1vbiIsIkNvbG9yIjp7IiRpZCI6Ijc2OSIsIkEiOjI1NSwiUiI6MjM0LCJHIjoyMiwiQiI6MzB9fSwiTGluZVdlaWdodCI6MC4wLCJMaW5lVHlwZSI6MCwiUGFyZW50U3R5bGUiOm51bGx9LCJQYXJlbnRTdHlsZSI6bnVsbH0sIklzQWJvdmVUaW1lYmFuZCI6ZmFsc2UsIlNwYWNpbmciOjMsIkRlZmF1bHRTd2ltbGFuZVRhc2tTdHlsZSI6eyIkaWQiOiI3NzAiLCIkdHlwZSI6Ik5MUkUuQ29tbW9uLkRvbS5TdHlsZXMuRXhwbGljaXRTZXRhYmxlVGFza1N0eWxlLCBOTFJFLkNvbW1vbiIsIlNoYXBlIjoxLCJTaGFwZVRoaWNrbmVzcyI6MCwiRHVyYXRpb25Gb3JtYXQiOjAsIkluY2x1ZGVOb25Xb3JraW5nRGF5c0luRHVyYXRpb24iOmZhbHNlLCJQZXJjZW50YWdlQ29tcGxldGVTdHlsZSI6eyIkaWQiOiI3NzEiLCJGb250U2V0dGluZ3MiOnsiJGlkIjoiNzcyIiwiRm9udFNpemUiOjEwLCJGb250TmFtZSI6IkNhbGlicmkiLCJJc0JvbGQiOmZhbHNlLCJJc0l0YWxpYyI6ZmFsc2UsIklzVW5kZXJsaW5lZCI6ZmFsc2UsIlBhcmVudFN0eWxlIjpudWxsfSwiQXV0b1NpemUiOjAsIkZvcmVncm91bmQiOnsiJGlkIjoiNzczIiwiQ29sb3IiOnsiJGlkIjoiNzc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c3NSIsIlRvcCI6MC4wLCJMZWZ0IjowLjAsIlJpZ2h0IjowLjAsIkJvdHRvbSI6MC4wfSwiUGFkZGluZyI6eyIkaWQiOiI3NzYiLCJUb3AiOjAuMCwiTGVmdCI6MC4wLCJSaWdodCI6MC4wLCJCb3R0b20iOjAuMH0sIkJhY2tncm91bmQiOnsiJGlkIjoiNzc3IiwiQ29sb3IiOnsiJGlkIjoiNzc4IiwiQSI6ODksIlIiOjAsIkciOjAsIkIiOjB9fSwiSXNWaXNpYmxlIjp0cnVlLCJXaWR0aCI6MC4wLCJIZWlnaHQiOjAuMCwiQm9yZGVyU3R5bGUiOnsiJGlkIjoiNzc5IiwiTGluZUNvbG9yIjpudWxsLCJMaW5lV2VpZ2h0IjowLjAsIkxpbmVUeXBlIjowLCJQYXJlbnRTdHlsZSI6bnVsbH0sIlBhcmVudFN0eWxlIjpudWxsfSwiRHVyYXRpb25TdHlsZSI6eyIkaWQiOiI3ODAiLCJGb250U2V0dGluZ3MiOnsiJGlkIjoiNzgxIiwiRm9udFNpemUiOjEwLCJGb250TmFtZSI6IkNhbGlicmkiLCJJc0JvbGQiOmZhbHNlLCJJc0l0YWxpYyI6ZmFsc2UsIklzVW5kZXJsaW5lZCI6ZmFsc2UsIlBhcmVudFN0eWxlIjpudWxsfSwiQXV0b1NpemUiOjAsIkZvcmVncm91bmQiOnsiJGlkIjoiNzgyIiwiQ29sb3IiOnsiJGlkIjoiNzgz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Nzg0IiwiVG9wIjowLjAsIkxlZnQiOjAuMCwiUmlnaHQiOjAuMCwiQm90dG9tIjowLjB9LCJQYWRkaW5nIjp7IiRpZCI6Ijc4NSIsIlRvcCI6MC4wLCJMZWZ0IjowLjAsIlJpZ2h0IjowLjAsIkJvdHRvbSI6MC4wfSwiQmFja2dyb3VuZCI6eyIkaWQiOiI3ODYiLCJDb2xvciI6eyIkaWQiOiI3ODciLCJBIjoyNTUsIlIiOjIzNywiRyI6MTI1LCJCIjo0OX19LCJJc1Zpc2libGUiOnRydWUsIldpZHRoIjowLjAsIkhlaWdodCI6MC4wLCJCb3JkZXJTdHlsZSI6eyIkaWQiOiI3ODgiLCJMaW5lQ29sb3IiOm51bGwsIkxpbmVXZWlnaHQiOjAuMCwiTGluZVR5cGUiOjAsIlBhcmVudFN0eWxlIjpudWxsfSwiUGFyZW50U3R5bGUiOm51bGx9LCJIb3Jpem9udGFsQ29ubmVjdG9yU3R5bGUiOnsiJGlkIjoiNzg5IiwiTGluZUNvbG9yIjp7IiRpZCI6Ijc5MCIsIiR0eXBlIjoiTkxSRS5Db21tb24uRG9tLlNvbGlkQ29sb3JCcnVzaCwgTkxSRS5Db21tb24iLCJDb2xvciI6eyIkaWQiOiI3OTEiLCJBIjoyNTUsIlIiOjAsIkciOjAsIkIiOjB9fSwiTGluZVdlaWdodCI6MC4wLCJMaW5lVHlwZSI6MCwiUGFyZW50U3R5bGUiOm51bGx9LCJWZXJ0aWNhbENvbm5lY3RvclN0eWxlIjp7IiRpZCI6Ijc5MiIsIkxpbmVDb2xvciI6eyIkaWQiOiI3OTMiLCIkdHlwZSI6Ik5MUkUuQ29tbW9uLkRvbS5Tb2xpZENvbG9yQnJ1c2gsIE5MUkUuQ29tbW9uIiwiQ29sb3IiOnsiJGlkIjoiNzk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Nzk1IiwiU2hhcGVTdHlsZSI6eyIkaWQiOiI3OTYiLCJNYXJnaW4iOnsiJGlkIjoiNzk3IiwiVG9wIjowLjAsIkxlZnQiOjAuMCwiUmlnaHQiOjAuMCwiQm90dG9tIjowLjB9LCJQYWRkaW5nIjp7IiRpZCI6Ijc5OCIsIlRvcCI6MC4wLCJMZWZ0IjowLjAsIlJpZ2h0IjowLjAsIkJvdHRvbSI6MC4wfSwiQmFja2dyb3VuZCI6eyIkaWQiOiI3OTkiLCJDb2xvciI6eyIkaWQiOiI4MDAiLCJBIjoxNTMsIlIiOjAsIkciOjAsIkIiOjB9fSwiSXNWaXNpYmxlIjp0cnVlLCJXaWR0aCI6MC4wLCJIZWlnaHQiOjAuMCwiQm9yZGVyU3R5bGUiOnsiJGlkIjoiODAxIiwiTGluZUNvbG9yIjp7IiRpZCI6IjgwMiIsIiR0eXBlIjoiTkxSRS5Db21tb24uRG9tLlNvbGlkQ29sb3JCcnVzaCwgTkxSRS5Db21tb24iLCJDb2xvciI6eyIkaWQiOiI4MDMiLCJBIjoyNTUsIlIiOjI1NSwiRyI6MCwiQiI6MH19LCJMaW5lV2VpZ2h0IjowLjAsIkxpbmVUeXBlIjowLCJQYXJlbnRTdHlsZSI6bnVsbH0sIlBhcmVudFN0eWxlIjpudWxsfSwiTWFyZ2luIjp7IiRpZCI6IjgwNCIsIlRvcCI6MC4wLCJMZWZ0IjowLjAsIlJpZ2h0IjowLjAsIkJvdHRvbSI6MC4wfSwiUGFkZGluZyI6eyIkaWQiOiI4MDUiLCJUb3AiOjAuMCwiTGVmdCI6MC4wLCJSaWdodCI6MC4wLCJCb3R0b20iOjAuMH0sIkJhY2tncm91bmQiOm51bGwsIklzVmlzaWJsZSI6dHJ1ZSwiV2lkdGgiOjAuMCwiSGVpZ2h0IjowLjAsIkJvcmRlclN0eWxlIjpudWxsLCJQYXJlbnRTdHlsZSI6bnVsbH0sIlNoYXBlU3R5bGUiOnsiJGlkIjoiODA2IiwiTWFyZ2luIjp7IiRpZCI6IjgwNyIsIlRvcCI6MC4wLCJMZWZ0Ijo0LjAsIlJpZ2h0Ijo0LjAsIkJvdHRvbSI6MC4wfSwiUGFkZGluZyI6eyIkaWQiOiI4MDgiLCJUb3AiOjAuMCwiTGVmdCI6MC4wLCJSaWdodCI6MC4wLCJCb3R0b20iOjAuMH0sIkJhY2tncm91bmQiOnsiJGlkIjoiODA5IiwiQ29sb3IiOnsiJGlkIjoiODEwIiwiQSI6MjU1LCJSIjoyNSwiRyI6MTA3LCJCIjozNn19LCJJc1Zpc2libGUiOnRydWUsIldpZHRoIjowLjAsIkhlaWdodCI6MTAuMCwiQm9yZGVyU3R5bGUiOnsiJGlkIjoiODExIiwiTGluZUNvbG9yIjp7IiRpZCI6IjgxMiIsIiR0eXBlIjoiTkxSRS5Db21tb24uRG9tLlNvbGlkQ29sb3JCcnVzaCwgTkxSRS5Db21tb24iLCJDb2xvciI6eyIkaWQiOiI4MTMiLCJBIjoyNTUsIlIiOjIzNCwiRyI6MjIsIkIiOjMwfX0sIkxpbmVXZWlnaHQiOjAuMCwiTGluZVR5cGUiOjAsIlBhcmVudFN0eWxlIjpudWxsfSwiUGFyZW50U3R5bGUiOm51bGx9LCJUaXRsZVN0eWxlIjp7IiRpZCI6IjgxNCIsIkZvbnRTZXR0aW5ncyI6eyIkaWQiOiI4MTUiLCJGb250U2l6ZSI6MTEsIkZvbnROYW1lIjoiQ2FsaWJyaSIsIklzQm9sZCI6ZmFsc2UsIklzSXRhbGljIjpmYWxzZSwiSXNVbmRlcmxpbmVkIjpmYWxzZSwiUGFyZW50U3R5bGUiOm51bGx9LCJBdXRvU2l6ZSI6MCwiRm9yZWdyb3VuZCI6eyIkaWQiOiI4MTYiLCJDb2xvciI6eyIkaWQiOiI4MT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DE4IiwiVG9wIjowLjAsIkxlZnQiOjAuMCwiUmlnaHQiOjAuMCwiQm90dG9tIjowLjB9LCJQYWRkaW5nIjp7IiRpZCI6IjgxOSIsIlRvcCI6MC4wLCJMZWZ0IjowLjAsIlJpZ2h0IjowLjAsIkJvdHRvbSI6MC4wfSwiQmFja2dyb3VuZCI6eyIkaWQiOiI4MjAiLCJDb2xvciI6eyIkaWQiOiI4MjEiLCJBIjoyNTUsIlIiOjAsIkciOjAsIkIiOjB9fSwiSXNWaXNpYmxlIjp0cnVlLCJXaWR0aCI6MC4wLCJIZWlnaHQiOjAuMCwiQm9yZGVyU3R5bGUiOnsiJGlkIjoiODIyIiwiTGluZUNvbG9yIjpudWxsLCJMaW5lV2VpZ2h0IjowLjAsIkxpbmVUeXBlIjowLCJQYXJlbnRTdHlsZSI6bnVsbH0sIlBhcmVudFN0eWxlIjpudWxsfSwiRGF0ZVN0eWxlIjp7IiRpZCI6IjgyMyIsIkZvbnRTZXR0aW5ncyI6eyIkaWQiOiI4MjQiLCJGb250U2l6ZSI6MTAsIkZvbnROYW1lIjoiQ2FsaWJyaSIsIklzQm9sZCI6ZmFsc2UsIklzSXRhbGljIjpmYWxzZSwiSXNVbmRlcmxpbmVkIjpmYWxzZSwiUGFyZW50U3R5bGUiOm51bGx9LCJBdXRvU2l6ZSI6MCwiRm9yZWdyb3VuZCI6eyIkaWQiOiI4MjUiLCJDb2xvciI6eyIkaWQiOiI4Mj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ODI3IiwiVG9wIjowLjAsIkxlZnQiOjAuMCwiUmlnaHQiOjAuMCwiQm90dG9tIjowLjB9LCJQYWRkaW5nIjp7IiRpZCI6IjgyOCIsIlRvcCI6MC4wLCJMZWZ0IjowLjAsIlJpZ2h0IjowLjAsIkJvdHRvbSI6MC4wfSwiQmFja2dyb3VuZCI6eyIkaWQiOiI4MjkiLCJDb2xvciI6eyIkaWQiOiI4MzAiLCJBIjoyNTUsIlIiOjE0LCJHIjo0MCwiQiI6NjV9fSwiSXNWaXNpYmxlIjp0cnVlLCJXaWR0aCI6MC4wLCJIZWlnaHQiOjAuMCwiQm9yZGVyU3R5bGUiOnsiJGlkIjoiODMxIiwiTGluZUNvbG9yIjpudWxsLCJMaW5lV2VpZ2h0IjowLjAsIkxpbmVUeXBlIjowLCJQYXJlbnRTdHlsZSI6bnVsbH0sIlBhcmVudFN0eWxlIjpudWxsfSwiRGF0ZUZvcm1hdCI6eyIkaWQiOiI4Mz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DMzIiwiRm9ybWF0IjowLCJJc1Zpc2libGUiOmZhbHNlLCJMYXN0S25vd25WaXNpYmlsaXR5U3RhdGUiOmZhbHNlfSwiSXNWaXNpYmxlIjp0cnVlLCJWYXJpYW5jZVN0eWxlIjp7IiRpZCI6IjgzNCIsIlRleHRTdHlsZSI6eyIkaWQiOiI4MzUiLCJGb250U2V0dGluZ3MiOnsiJGlkIjoiODM2IiwiRm9udFNpemUiOjEwLCJGb250TmFtZSI6IkNhbGlicmkiLCJJc0JvbGQiOmZhbHNlLCJJc0l0YWxpYyI6ZmFsc2UsIklzVW5kZXJsaW5lZCI6ZmFsc2UsIlBhcmVudFN0eWxlIjpudWxsfSwiQXV0b1NpemUiOjAsIkZvcmVncm91bmQiOnsiJGlkIjoiODM3IiwiQ29sb3IiOnsiJGlkIjoiODM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gzOSIsIlRvcCI6MC4wLCJMZWZ0IjowLjAsIlJpZ2h0IjowLjAsIkJvdHRvbSI6MC4wfSwiUGFkZGluZyI6eyIkaWQiOiI4NDAiLCJUb3AiOjAuMCwiTGVmdCI6MC4wLCJSaWdodCI6MC4wLCJCb3R0b20iOjAuMH0sIkJhY2tncm91bmQiOnsiJGlkIjoiODQxIiwiQ29sb3IiOnsiJGlkIjoiODQyIiwiQSI6MjU1LCJSIjowLCJHIjowLCJCIjowfX0sIklzVmlzaWJsZSI6dHJ1ZSwiV2lkdGgiOjAuMCwiSGVpZ2h0IjowLjAsIkJvcmRlclN0eWxlIjp7IiRpZCI6Ijg0MyIsIkxpbmVDb2xvciI6bnVsbCwiTGluZVdlaWdodCI6MC4wLCJMaW5lVHlwZSI6MCwiUGFyZW50U3R5bGUiOm51bGx9LCJQYXJlbnRTdHlsZSI6bnVsbH0sIlBhcmVudFN0eWxlIjpudWxsfSwiUGFyZW50U3R5bGUiOm51bGwsIl9leHBsaWNpdGx5U2V0Ijp7IiRpZCI6Ijg0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g0NSIsIlNoYXBlIjoxLCJDb25uZWN0b3JNYXJnaW4iOnsiJGlkIjoiODQ2IiwiVG9wIjowLjAsIkxlZnQiOjIuMCwiUmlnaHQiOjIuMCwiQm90dG9tIjowLjB9LCJDb25uZWN0b3JTdHlsZSI6eyIkaWQiOiI4NDciLCJMaW5lQ29sb3IiOnsiJGlkIjoiODQ4IiwiJHR5cGUiOiJOTFJFLkNvbW1vbi5Eb20uU29saWRDb2xvckJydXNoLCBOTFJFLkNvbW1vbiIsIkNvbG9yIjp7IiRpZCI6Ijg0OSIsIkEiOjEyNywiUiI6MTMsIkciOjUzLCJCIjoxOH19LCJMaW5lV2VpZ2h0IjoxLjAsIkxpbmVUeXBlIjowLCJQYXJlbnRTdHlsZSI6bnVsbH0sIklzQmVsb3dUaW1lYmFuZCI6ZmFsc2UsIlBvc2l0aW9uT25UYXNrIjoxLCJIaWRlRGF0ZSI6ZmFsc2UsIlNoYXBlU2l6ZSI6MCwiU3BhY2luZyI6MC4wLCJQYWRkaW5nIjp7IiRpZCI6Ijg1MCIsIlRvcCI6NS4wLCJMZWZ0IjozLjAsIlJpZ2h0IjowLjAsIkJvdHRvbSI6Mi4wfSwiU2hhcGVTdHlsZSI6eyIkaWQiOiI4NTEiLCJNYXJnaW4iOnsiJGlkIjoiODUyIiwiVG9wIjowLjAsIkxlZnQiOjAuMCwiUmlnaHQiOjAuMCwiQm90dG9tIjowLjB9LCJQYWRkaW5nIjp7IiRpZCI6Ijg1MyIsIlRvcCI6MC4wLCJMZWZ0IjowLjAsIlJpZ2h0IjowLjAsIkJvdHRvbSI6MC4wfSwiQmFja2dyb3VuZCI6eyIkaWQiOiI4NTQiLCJDb2xvciI6eyIkaWQiOiI4NTUiLCJBIjoyNTUsIlIiOjEzLCJHIjo1MywiQiI6MTh9fSwiSXNWaXNpYmxlIjp0cnVlLCJXaWR0aCI6MTIuMCwiSGVpZ2h0IjoxNC4wLCJCb3JkZXJTdHlsZSI6eyIkaWQiOiI4NTYiLCJMaW5lQ29sb3IiOnsiJGlkIjoiODU3IiwiJHR5cGUiOiJOTFJFLkNvbW1vbi5Eb20uU29saWRDb2xvckJydXNoLCBOTFJFLkNvbW1vbiIsIkNvbG9yIjp7IiRpZCI6Ijg1OCIsIkEiOjI1NSwiUiI6MjU1LCJHIjoyNTUsIkIiOjI1NX19LCJMaW5lV2VpZ2h0IjowLjAsIkxpbmVUeXBlIjowLCJQYXJlbnRTdHlsZSI6bnVsbH0sIlBhcmVudFN0eWxlIjpudWxsfSwiVGl0bGVTdHlsZSI6eyIkaWQiOiI4NTkiLCJGb250U2V0dGluZ3MiOnsiJGlkIjoiODYwIiwiRm9udFNpemUiOjExLCJGb250TmFtZSI6IkNhbGlicmkiLCJJc0JvbGQiOmZhbHNlLCJJc0l0YWxpYyI6ZmFsc2UsIklzVW5kZXJsaW5lZCI6ZmFsc2UsIlBhcmVudFN0eWxlIjpudWxsfSwiQXV0b1NpemUiOjAsIkZvcmVncm91bmQiOnsiJGlkIjoiODYxIiwiQ29sb3IiOnsiJGlkIjoiODY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g2MyIsIlRvcCI6MC4wLCJMZWZ0IjowLjAsIlJpZ2h0IjowLjAsIkJvdHRvbSI6MC4wfSwiUGFkZGluZyI6eyIkaWQiOiI4NjQiLCJUb3AiOjAuMCwiTGVmdCI6MC4wLCJSaWdodCI6MC4wLCJCb3R0b20iOjAuMH0sIkJhY2tncm91bmQiOnsiJGlkIjoiODY1IiwiQ29sb3IiOnsiJGlkIjoiODY2IiwiQSI6MjU1LCJSIjowLCJHIjowLCJCIjowfX0sIklzVmlzaWJsZSI6dHJ1ZSwiV2lkdGgiOjAuMCwiSGVpZ2h0IjowLjAsIkJvcmRlclN0eWxlIjp7IiRpZCI6Ijg2NyIsIkxpbmVDb2xvciI6bnVsbCwiTGluZVdlaWdodCI6MC4wLCJMaW5lVHlwZSI6MCwiUGFyZW50U3R5bGUiOm51bGx9LCJQYXJlbnRTdHlsZSI6bnVsbH0sIkRhdGVTdHlsZSI6eyIkaWQiOiI4NjgiLCJGb250U2V0dGluZ3MiOnsiJGlkIjoiODY5IiwiRm9udFNpemUiOjEwLCJGb250TmFtZSI6IkNhbGlicmkiLCJJc0JvbGQiOmZhbHNlLCJJc0l0YWxpYyI6ZmFsc2UsIklzVW5kZXJsaW5lZCI6ZmFsc2UsIlBhcmVudFN0eWxlIjpudWxsfSwiQXV0b1NpemUiOjAsIkZvcmVncm91bmQiOnsiJGlkIjoiODcwIiwiQ29sb3IiOnsiJGlkIjoiODc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g3MiIsIlRvcCI6MC4wLCJMZWZ0IjowLjAsIlJpZ2h0IjowLjAsIkJvdHRvbSI6MC4wfSwiUGFkZGluZyI6eyIkaWQiOiI4NzMiLCJUb3AiOjAuMCwiTGVmdCI6MC4wLCJSaWdodCI6MC4wLCJCb3R0b20iOjAuMH0sIkJhY2tncm91bmQiOnsiJGlkIjoiODc0IiwiQ29sb3IiOnsiJGlkIjoiODc1IiwiQSI6MjU1LCJSIjoxNCwiRyI6NDAsIkIiOjY1fX0sIklzVmlzaWJsZSI6dHJ1ZSwiV2lkdGgiOjAuMCwiSGVpZ2h0IjowLjAsIkJvcmRlclN0eWxlIjp7IiRpZCI6Ijg3NiIsIkxpbmVDb2xvciI6bnVsbCwiTGluZVdlaWdodCI6MC4wLCJMaW5lVHlwZSI6MCwiUGFyZW50U3R5bGUiOm51bGx9LCJQYXJlbnRTdHlsZSI6bnVsbH0sIkRhdGVGb3JtYXQiOnsiJGlkIjoiODc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g3OCIsIkZvcm1hdCI6MCwiSXNWaXNpYmxlIjpmYWxzZSwiTGFzdEtub3duVmlzaWJpbGl0eVN0YXRlIjpmYWxzZX0sIklzVmlzaWJsZSI6ZmFsc2UsIlZhcmlhbmNlU3R5bGUiOnsiJGlkIjoiODc5IiwiVGV4dFN0eWxlIjp7IiRpZCI6Ijg4MCIsIkZvbnRTZXR0aW5ncyI6eyIkaWQiOiI4ODEiLCJGb250U2l6ZSI6MTAsIkZvbnROYW1lIjoiQ2FsaWJyaSIsIklzQm9sZCI6ZmFsc2UsIklzSXRhbGljIjpmYWxzZSwiSXNVbmRlcmxpbmVkIjpmYWxzZSwiUGFyZW50U3R5bGUiOm51bGx9LCJBdXRvU2l6ZSI6MCwiRm9yZWdyb3VuZCI6eyIkaWQiOiI4ODIiLCJDb2xvciI6eyIkaWQiOiI4OD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Dg0IiwiVG9wIjowLjAsIkxlZnQiOjAuMCwiUmlnaHQiOjAuMCwiQm90dG9tIjowLjB9LCJQYWRkaW5nIjp7IiRpZCI6Ijg4NSIsIlRvcCI6MC4wLCJMZWZ0IjowLjAsIlJpZ2h0IjowLjAsIkJvdHRvbSI6MC4wfSwiQmFja2dyb3VuZCI6eyIkaWQiOiI4ODYiLCJDb2xvciI6eyIkaWQiOiI4ODciLCJBIjoyNTUsIlIiOjAsIkciOjAsIkIiOjB9fSwiSXNWaXNpYmxlIjp0cnVlLCJXaWR0aCI6MC4wLCJIZWlnaHQiOjAuMCwiQm9yZGVyU3R5bGUiOnsiJGlkIjoiODg4IiwiTGluZUNvbG9yIjpudWxsLCJMaW5lV2VpZ2h0IjowLjAsIkxpbmVUeXBlIjowLCJQYXJlbnRTdHlsZSI6bnVsbH0sIlBhcmVudFN0eWxlIjpudWxsfSwiUGFyZW50U3R5bGUiOm51bGx9LCJQYXJlbnRTdHlsZSI6bnVsbH0sIkRlZmF1bHRTd2ltbGFuZU1pbGVzdG9uZVN0eWxlIjp7IiRpZCI6Ijg4OSIsIlRpdGxlUG9zaXRpb24iOiJMZWZ0IiwiRGF0ZVBvc2l0aW9uIjoiUmlnaHQiLCJWYXJpYW5jZVBvc2l0aW9uIjoiUmlnaHQiLCJTaGFwZVR5cGUiOjEsIlNoYXBlU2l6ZSI6MCwiU3BhY2luZyI6NSwiU2hhcGVTdHlsZSI6eyIkaWQiOiI4OTAiLCJNYXJnaW4iOnsiJGlkIjoiODkxIiwiVG9wIjowLjAsIkxlZnQiOjAuMCwiUmlnaHQiOjAuMCwiQm90dG9tIjowLjB9LCJQYWRkaW5nIjp7IiRpZCI6Ijg5MiIsIlRvcCI6MC4wLCJMZWZ0IjowLjAsIlJpZ2h0IjowLjAsIkJvdHRvbSI6MC4wfSwiQmFja2dyb3VuZCI6eyIkaWQiOiI4OTMiLCJDb2xvciI6eyIkaWQiOiI4OTQiLCJBIjoyNTUsIlIiOjI1LCJHIjoxMDcsIkIiOjM2fX0sIklzVmlzaWJsZSI6dHJ1ZSwiV2lkdGgiOjEyLjAsIkhlaWdodCI6MTQuMCwiQm9yZGVyU3R5bGUiOnsiJGlkIjoiODk1IiwiTGluZUNvbG9yIjp7IiRpZCI6Ijg5NiIsIiR0eXBlIjoiTkxSRS5Db21tb24uRG9tLlNvbGlkQ29sb3JCcnVzaCwgTkxSRS5Db21tb24iLCJDb2xvciI6eyIkaWQiOiI4OTciLCJBIjoyNTUsIlIiOjIzNCwiRyI6MjIsIkIiOjMwfX0sIkxpbmVXZWlnaHQiOjAuMCwiTGluZVR5cGUiOjAsIlBhcmVudFN0eWxlIjpudWxsfSwiUGFyZW50U3R5bGUiOm51bGx9LCJUaXRsZVN0eWxlIjp7IiRpZCI6Ijg5OCIsIkZvbnRTZXR0aW5ncyI6eyIkaWQiOiI4OTkiLCJGb250U2l6ZSI6MTEsIkZvbnROYW1lIjoiQ2FsaWJyaSIsIklzQm9sZCI6ZmFsc2UsIklzSXRhbGljIjpmYWxzZSwiSXNVbmRlcmxpbmVkIjpmYWxzZSwiUGFyZW50U3R5bGUiOm51bGx9LCJBdXRvU2l6ZSI6MCwiRm9yZWdyb3VuZCI6eyIkaWQiOiI5MDAiLCJDb2xvciI6eyIkaWQiOiI5MDE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OTAyIiwiVG9wIjowLjAsIkxlZnQiOjAuMCwiUmlnaHQiOjAuMCwiQm90dG9tIjowLjB9LCJQYWRkaW5nIjp7IiRpZCI6IjkwMyIsIlRvcCI6MC4wLCJMZWZ0IjowLjAsIlJpZ2h0IjowLjAsIkJvdHRvbSI6MC4wfSwiQmFja2dyb3VuZCI6eyIkaWQiOiI5MDQiLCJDb2xvciI6eyIkaWQiOiI5MDUiLCJBIjoyNTUsIlIiOjAsIkciOjAsIkIiOjB9fSwiSXNWaXNpYmxlIjp0cnVlLCJXaWR0aCI6MC4wLCJIZWlnaHQiOjAuMCwiQm9yZGVyU3R5bGUiOnsiJGlkIjoiOTA2IiwiTGluZUNvbG9yIjpudWxsLCJMaW5lV2VpZ2h0IjowLjAsIkxpbmVUeXBlIjowLCJQYXJlbnRTdHlsZSI6bnVsbH0sIlBhcmVudFN0eWxlIjpudWxsfSwiRGF0ZVN0eWxlIjp7IiRpZCI6IjkwNyIsIkZvbnRTZXR0aW5ncyI6eyIkaWQiOiI5MDgiLCJGb250U2l6ZSI6MTAsIkZvbnROYW1lIjoiQ2FsaWJyaSIsIklzQm9sZCI6ZmFsc2UsIklzSXRhbGljIjpmYWxzZSwiSXNVbmRlcmxpbmVkIjpmYWxzZSwiUGFyZW50U3R5bGUiOm51bGx9LCJBdXRvU2l6ZSI6MCwiRm9yZWdyb3VuZCI6eyIkaWQiOiI5MDkiLCJDb2xvciI6eyIkaWQiOiI5MTA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OTExIiwiVG9wIjowLjAsIkxlZnQiOjAuMCwiUmlnaHQiOjAuMCwiQm90dG9tIjowLjB9LCJQYWRkaW5nIjp7IiRpZCI6IjkxMiIsIlRvcCI6MC4wLCJMZWZ0IjowLjAsIlJpZ2h0IjowLjAsIkJvdHRvbSI6MC4wfSwiQmFja2dyb3VuZCI6eyIkaWQiOiI5MTMiLCJDb2xvciI6eyIkaWQiOiI5MTQiLCJBIjoyNTUsIlIiOjE0LCJHIjo0MCwiQiI6NjV9fSwiSXNWaXNpYmxlIjp0cnVlLCJXaWR0aCI6MC4wLCJIZWlnaHQiOjAuMCwiQm9yZGVyU3R5bGUiOnsiJGlkIjoiOTE1IiwiTGluZUNvbG9yIjpudWxsLCJMaW5lV2VpZ2h0IjowLjAsIkxpbmVUeXBlIjowLCJQYXJlbnRTdHlsZSI6bnVsbH0sIlBhcmVudFN0eWxlIjpudWxsfSwiRGF0ZUZvcm1hdCI6eyIkaWQiOiI5M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E3IiwiRm9ybWF0IjowLCJJc1Zpc2libGUiOmZhbHNlLCJMYXN0S25vd25WaXNpYmlsaXR5U3RhdGUiOmZhbHNlfSwiSXNWaXNpYmxlIjp0cnVlLCJWYXJpYW5jZVN0eWxlIjp7IiRpZCI6IjkxOCIsIlRleHRTdHlsZSI6eyIkaWQiOiI5MTkiLCJGb250U2V0dGluZ3MiOnsiJGlkIjoiOTIwIiwiRm9udFNpemUiOjEwLCJGb250TmFtZSI6IkNhbGlicmkiLCJJc0JvbGQiOmZhbHNlLCJJc0l0YWxpYyI6ZmFsc2UsIklzVW5kZXJsaW5lZCI6ZmFsc2UsIlBhcmVudFN0eWxlIjpudWxsfSwiQXV0b1NpemUiOjAsIkZvcmVncm91bmQiOnsiJGlkIjoiOTIxIiwiQ29sb3IiOnsiJGlkIjoiOTI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kyMyIsIlRvcCI6MC4wLCJMZWZ0IjowLjAsIlJpZ2h0IjowLjAsIkJvdHRvbSI6MC4wfSwiUGFkZGluZyI6eyIkaWQiOiI5MjQiLCJUb3AiOjAuMCwiTGVmdCI6MC4wLCJSaWdodCI6MC4wLCJCb3R0b20iOjAuMH0sIkJhY2tncm91bmQiOnsiJGlkIjoiOTI1IiwiQ29sb3IiOnsiJGlkIjoiOTI2IiwiQSI6MjU1LCJSIjowLCJHIjowLCJCIjowfX0sIklzVmlzaWJsZSI6dHJ1ZSwiV2lkdGgiOjAuMCwiSGVpZ2h0IjowLjAsIkJvcmRlclN0eWxlIjp7IiRpZCI6IjkyNyIsIkxpbmVDb2xvciI6bnVsbCwiTGluZVdlaWdodCI6MC4wLCJMaW5lVHlwZSI6MCwiUGFyZW50U3R5bGUiOm51bGx9LCJQYXJlbnRTdHlsZSI6bnVsbH0sIlBhcmVudFN0eWxlIjpudWxsfSwiUGFyZW50U3R5bGUiOm51bGx9LCJEZWZhdWx0U3dpbWxhbmVBY3Rpdml0eVN0eWxlIjp7IiRpZCI6IjkyOCIsIkhlYWRlclN0eWxlIjp7IiRpZCI6IjkyOSIsIlRleHRTdHlsZSI6eyIkaWQiOiI5MzAiLCJGb250U2V0dGluZ3MiOnsiJGlkIjoiOTMxIiwiRm9udFNpemUiOjExLCJGb250TmFtZSI6IkNhbGlicmkiLCJJc0JvbGQiOmZhbHNlLCJJc0l0YWxpYyI6ZmFsc2UsIklzVW5kZXJsaW5lZCI6ZmFsc2UsIlBhcmVudFN0eWxlIjpudWxsfSwiQXV0b1NpemUiOjIsIkZvcmVncm91bmQiOnsiJGlkIjoiOTMyIiwiQ29sb3IiOnsiJGlkIjoiOTM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OTM0IiwiVG9wIjowLjAsIkxlZnQiOjAuMCwiUmlnaHQiOjAuMCwiQm90dG9tIjowLjB9LCJQYWRkaW5nIjp7IiRpZCI6IjkzNSIsIlRvcCI6MC4wLCJMZWZ0IjowLjAsIlJpZ2h0IjowLjAsIkJvdHRvbSI6MC4wfSwiQmFja2dyb3VuZCI6eyIkaWQiOiI5MzYiLCJDb2xvciI6eyIkaWQiOiI5MzciLCJBIjoyNTUsIlIiOjAsIkciOjAsIkIiOjB9fSwiSXNWaXNpYmxlIjp0cnVlLCJXaWR0aCI6MC4wLCJIZWlnaHQiOjAuMCwiQm9yZGVyU3R5bGUiOm51bGwsIlBhcmVudFN0eWxlIjpudWxsfSwiUmVjdGFuZ2xlU3R5bGUiOnsiJGlkIjoiOTM4IiwiTWFyZ2luIjp7IiRpZCI6IjkzOSIsIlRvcCI6MC4wLCJMZWZ0IjowLjAsIlJpZ2h0IjowLjAsIkJvdHRvbSI6MC4wfSwiUGFkZGluZyI6eyIkaWQiOiI5NDAiLCJUb3AiOjAuMCwiTGVmdCI6MC4wLCJSaWdodCI6MC4wLCJCb3R0b20iOjAuMH0sIkJhY2tncm91bmQiOnsiJGlkIjoiOTQxIiwiQ29sb3IiOnsiJGlkIjoiOTQyIiwiQSI6NjMsIlIiOjI1LCJHIjoxMDcsIkIiOjM2fX0sIklzVmlzaWJsZSI6dHJ1ZSwiV2lkdGgiOjAuMCwiSGVpZ2h0IjowLjAsIkJvcmRlclN0eWxlIjp7IiRpZCI6Ijk0MyIsIkxpbmVDb2xvciI6eyIkaWQiOiI5NDQiLCIkdHlwZSI6Ik5MUkUuQ29tbW9uLkRvbS5Tb2xpZENvbG9yQnJ1c2gsIE5MUkUuQ29tbW9uIiwiQ29sb3IiOnsiJGlkIjoiOTQ1IiwiQSI6MjU1LCJSIjoyNTUsIkciOjI1NSwiQiI6MjU1fX0sIkxpbmVXZWlnaHQiOjAuMCwiTGluZVR5cGUiOjAsIlBhcmVudFN0eWxlIjpudWxsfSwiUGFyZW50U3R5bGUiOm51bGx9LCJNYXJnaW4iOnsiJGlkIjoiOTQ2IiwiVG9wIjowLjAsIkxlZnQiOjAuMCwiUmlnaHQiOjAuMCwiQm90dG9tIjowLjB9LCJQYWRkaW5nIjp7IiRpZCI6Ijk0NyIsIlRvcCI6MC4wLCJMZWZ0IjowLjAsIlJpZ2h0IjowLjAsIkJvdHRvbSI6MC4wfSwiQmFja2dyb3VuZCI6bnVsbCwiSXNWaXNpYmxlIjp0cnVlLCJXaWR0aCI6MC4wLCJIZWlnaHQiOjAuMCwiQm9yZGVyU3R5bGUiOm51bGwsIlBhcmVudFN0eWxlIjpudWxsfSwiQmFja2dyb3VuZFN0eWxlIjp7IiRpZCI6Ijk0OCIsIk1hcmdpbiI6eyIkaWQiOiI5NDkiLCJUb3AiOjAuMCwiTGVmdCI6MC4wLCJSaWdodCI6MC4wLCJCb3R0b20iOjAuMH0sIlBhZGRpbmciOnsiJGlkIjoiOTUwIiwiVG9wIjowLjAsIkxlZnQiOjAuMCwiUmlnaHQiOjAuMCwiQm90dG9tIjowLjB9LCJCYWNrZ3JvdW5kIjp7IiRpZCI6Ijk1MSIsIkNvbG9yIjp7IiRpZCI6Ijk1MiIsIkEiOjUxLCJSIjoyMDAsIkciOjIwMCwiQiI6MjAwfX0sIklzVmlzaWJsZSI6dHJ1ZSwiV2lkdGgiOjAuMCwiSGVpZ2h0IjowLjAsIkJvcmRlclN0eWxlIjp7IiRpZCI6Ijk1MyIsIkxpbmVDb2xvciI6eyIkaWQiOiI5NTQiLCIkdHlwZSI6Ik5MUkUuQ29tbW9uLkRvbS5Tb2xpZENvbG9yQnJ1c2gsIE5MUkUuQ29tbW9uIiwiQ29sb3IiOnsiJGlkIjoiOTU1IiwiQSI6MjU1LCJSIjoyMzQsIkciOjIyLCJCIjozMH19LCJMaW5lV2VpZ2h0IjowLjAsIkxpbmVUeXBlIjowLCJQYXJlbnRTdHlsZSI6bnVsbH0sIlBhcmVudFN0eWxlIjpudWxsfSwiTWFyZ2luIjp7IiRpZCI6Ijk1NiIsIlRvcCI6MC4wLCJMZWZ0IjowLjAsIlJpZ2h0IjowLjAsIkJvdHRvbSI6MC4wfSwiUGFkZGluZyI6eyIkaWQiOiI5NTciLCJUb3AiOjAuMCwiTGVmdCI6MC4wLCJSaWdodCI6MC4wLCJCb3R0b20iOjAuMH0sIklzVmlzaWJsZSI6dHJ1ZSwiV2lkdGgiOjAuMCwiSGVpZ2h0IjowLjAsIkJvcmRlclN0eWxlIjp7IiRpZCI6Ijk1OCIsIkxpbmVDb2xvciI6bnVsbCwiTGluZVdlaWdodCI6MC4wLCJMaW5lVHlwZSI6MCwiUGFyZW50U3R5bGUiOm51bGx9LCJQYXJlbnRTdHlsZSI6bnVsbH0sIk1hcmdpbiI6eyIkaWQiOiI5NTkiLCJUb3AiOjAuMCwiTGVmdCI6MC4wLCJSaWdodCI6MC4wLCJCb3R0b20iOjAuMH0sIlBhZGRpbmciOnsiJGlkIjoiOTYwIiwiVG9wIjowLjAsIkxlZnQiOjAuMCwiUmlnaHQiOjAuMCwiQm90dG9tIjowLjB9LCJJc1Zpc2libGUiOnRydWUsIldpZHRoIjowLjAsIkhlaWdodCI6MC4wLCJCb3JkZXJTdHlsZSI6eyIkaWQiOiI5NjEiLCJMaW5lQ29sb3IiOm51bGwsIkxpbmVXZWlnaHQiOjAuMCwiTGluZVR5cGUiOjAsIlBhcmVudFN0eWxlIjpudWxsfSwiUGFyZW50U3R5bGUiOm51bGx9LHsiJGlkIjoiOTYyIiwiU3R5bGVJZCI6IjA3MDJkZWE4LWMxMTQtNGQ3MS1iZTQwLWNkMzA2MmM0Njk3MCIsIkhlYWRlclN0eWxlIjp7IiRpZCI6Ijk2MyIsIlRleHRJc1ZlcnRpY2FsIjpmYWxzZSwiVGV4dFN0eWxlIjp7IiRpZCI6Ijk2NCIsIkZvbnRTZXR0aW5ncyI6eyIkaWQiOiI5NjUiLCJGb250U2l6ZSI6MTEsIkZvbnROYW1lIjoiQ2FsaWJyaSIsIklzQm9sZCI6ZmFsc2UsIklzSXRhbGljIjpmYWxzZSwiSXNVbmRlcmxpbmVkIjpmYWxzZSwiUGFyZW50U3R5bGUiOm51bGx9LCJBdXRvU2l6ZSI6MiwiRm9yZWdyb3VuZCI6eyIkaWQiOiI5NjYiLCJDb2xvciI6eyIkaWQiOiI5Njc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5NjgiLCJUb3AiOjAuMCwiTGVmdCI6MC4wLCJSaWdodCI6MC4wLCJCb3R0b20iOjAuMH0sIlBhZGRpbmciOnsiJGlkIjoiOTY5IiwiVG9wIjowLjAsIkxlZnQiOjAuMCwiUmlnaHQiOjAuMCwiQm90dG9tIjowLjB9LCJCYWNrZ3JvdW5kIjp7IiRpZCI6Ijk3MCIsIkNvbG9yIjp7IiRpZCI6Ijk3MSIsIkEiOjI1NSwiUiI6MjU1LCJHIjoyNTUsIkIiOjI1NX19LCJJc1Zpc2libGUiOnRydWUsIldpZHRoIjowLjAsIkhlaWdodCI6MC4wLCJCb3JkZXJTdHlsZSI6bnVsbCwiUGFyZW50U3R5bGUiOm51bGx9LCJSZWN0YW5nbGVTdHlsZSI6eyIkaWQiOiI5NzIiLCJNYXJnaW4iOnsiJGlkIjoiOTczIiwiVG9wIjowLjAsIkxlZnQiOjAuMCwiUmlnaHQiOjAuMCwiQm90dG9tIjowLjB9LCJQYWRkaW5nIjp7IiRpZCI6Ijk3NCIsIlRvcCI6MC4wLCJMZWZ0IjowLjAsIlJpZ2h0IjowLjAsIkJvdHRvbSI6MC4wfSwiQmFja2dyb3VuZCI6eyIkaWQiOiI5NzUiLCJDb2xvciI6eyIkaWQiOiI5NzYiLCJBIjoyNTUsIlIiOjE1LCJHIjoxNTgsIkIiOjIxM319LCJJc1Zpc2libGUiOnRydWUsIldpZHRoIjowLjAsIkhlaWdodCI6MC4wLCJCb3JkZXJTdHlsZSI6eyIkaWQiOiI5NzciLCJMaW5lQ29sb3IiOnsiJGlkIjoiOTc4IiwiJHR5cGUiOiJOTFJFLkNvbW1vbi5Eb20uU29saWRDb2xvckJydXNoLCBOTFJFLkNvbW1vbiIsIkNvbG9yIjp7IiRpZCI6Ijk3OSIsIkEiOjI1NSwiUiI6MjU1LCJHIjoyNTUsIkIiOjI1NX19LCJMaW5lV2VpZ2h0IjowLjAsIkxpbmVUeXBlIjowLCJQYXJlbnRTdHlsZSI6bnVsbH0sIlBhcmVudFN0eWxlIjpudWxsfSwiTWFyZ2luIjp7IiRpZCI6Ijk4MCIsIlRvcCI6MC4wLCJMZWZ0IjowLjAsIlJpZ2h0IjowLjAsIkJvdHRvbSI6MC4wfSwiUGFkZGluZyI6eyIkaWQiOiI5ODEiLCJUb3AiOjAuMCwiTGVmdCI6MC4wLCJSaWdodCI6MC4wLCJCb3R0b20iOjAuMH0sIkJhY2tncm91bmQiOm51bGwsIklzVmlzaWJsZSI6dHJ1ZSwiV2lkdGgiOjAuMCwiSGVpZ2h0IjowLjAsIkJvcmRlclN0eWxlIjpudWxsLCJQYXJlbnRTdHlsZSI6bnVsbH0sIkJhY2tncm91bmRTdHlsZSI6eyIkaWQiOiI5ODIiLCJNYXJnaW4iOnsiJGlkIjoiOTgzIiwiVG9wIjowLjAsIkxlZnQiOjAuMCwiUmlnaHQiOjAuMCwiQm90dG9tIjowLjB9LCJQYWRkaW5nIjp7IiRpZCI6Ijk4NCIsIlRvcCI6MC4wLCJMZWZ0IjowLjAsIlJpZ2h0IjowLjAsIkJvdHRvbSI6MC4wfSwiQmFja2dyb3VuZCI6eyIkaWQiOiI5ODUiLCJDb2xvciI6eyIkaWQiOiI5ODYiLCJBIjo1MSwiUiI6MjAwLCJHIjoyMDAsIkIiOjIwMH19LCJJc1Zpc2libGUiOnRydWUsIldpZHRoIjowLjAsIkhlaWdodCI6MC4wLCJCb3JkZXJTdHlsZSI6eyIkaWQiOiI5ODciLCJMaW5lQ29sb3IiOnsiJGlkIjoiOTg4IiwiJHR5cGUiOiJOTFJFLkNvbW1vbi5Eb20uU29saWRDb2xvckJydXNoLCBOTFJFLkNvbW1vbiIsIkNvbG9yIjp7IiRpZCI6Ijk4OSIsIkEiOjI1NSwiUiI6MjM0LCJHIjoyMiwiQiI6MzB9fSwiTGluZVdlaWdodCI6MC4wLCJMaW5lVHlwZSI6MCwiUGFyZW50U3R5bGUiOm51bGx9LCJQYXJlbnRTdHlsZSI6bnVsbH0sIklzQWJvdmVUaW1lYmFuZCI6ZmFsc2UsIlNwYWNpbmciOjMsIkRlZmF1bHRTd2ltbGFuZVRhc2tTdHlsZSI6eyIkaWQiOiI5OTAiLCIkdHlwZSI6Ik5MUkUuQ29tbW9uLkRvbS5TdHlsZXMuRXhwbGljaXRTZXRhYmxlVGFza1N0eWxlLCBOTFJFLkNvbW1vbiIsIlNoYXBlIjoxLCJTaGFwZVRoaWNrbmVzcyI6MCwiRHVyYXRpb25Gb3JtYXQiOjAsIkluY2x1ZGVOb25Xb3JraW5nRGF5c0luRHVyYXRpb24iOmZhbHNlLCJQZXJjZW50YWdlQ29tcGxldGVTdHlsZSI6eyIkaWQiOiI5OTEiLCJGb250U2V0dGluZ3MiOnsiJGlkIjoiOTkyIiwiRm9udFNpemUiOjEwLCJGb250TmFtZSI6IkNhbGlicmkiLCJJc0JvbGQiOmZhbHNlLCJJc0l0YWxpYyI6ZmFsc2UsIklzVW5kZXJsaW5lZCI6ZmFsc2UsIlBhcmVudFN0eWxlIjpudWxsfSwiQXV0b1NpemUiOjAsIkZvcmVncm91bmQiOnsiJGlkIjoiOTkzIiwiQ29sb3IiOnsiJGlkIjoiOTk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k5NSIsIlRvcCI6MC4wLCJMZWZ0IjowLjAsIlJpZ2h0IjowLjAsIkJvdHRvbSI6MC4wfSwiUGFkZGluZyI6eyIkaWQiOiI5OTYiLCJUb3AiOjAuMCwiTGVmdCI6MC4wLCJSaWdodCI6MC4wLCJCb3R0b20iOjAuMH0sIkJhY2tncm91bmQiOnsiJGlkIjoiOTk3IiwiQ29sb3IiOnsiJGlkIjoiOTk4IiwiQSI6ODksIlIiOjAsIkciOjAsIkIiOjB9fSwiSXNWaXNpYmxlIjp0cnVlLCJXaWR0aCI6MC4wLCJIZWlnaHQiOjAuMCwiQm9yZGVyU3R5bGUiOnsiJGlkIjoiOTk5IiwiTGluZUNvbG9yIjpudWxsLCJMaW5lV2VpZ2h0IjowLjAsIkxpbmVUeXBlIjowLCJQYXJlbnRTdHlsZSI6bnVsbH0sIlBhcmVudFN0eWxlIjpudWxsfSwiRHVyYXRpb25TdHlsZSI6eyIkaWQiOiIxMDAwIiwiRm9udFNldHRpbmdzIjp7IiRpZCI6IjEwMDEiLCJGb250U2l6ZSI6MTAsIkZvbnROYW1lIjoiQ2FsaWJyaSIsIklzQm9sZCI6ZmFsc2UsIklzSXRhbGljIjpmYWxzZSwiSXNVbmRlcmxpbmVkIjpmYWxzZSwiUGFyZW50U3R5bGUiOm51bGx9LCJBdXRvU2l6ZSI6MCwiRm9yZWdyb3VuZCI6eyIkaWQiOiIxMDAyIiwiQ29sb3IiOnsiJGlkIjoiMTAw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wMDQiLCJUb3AiOjAuMCwiTGVmdCI6MC4wLCJSaWdodCI6MC4wLCJCb3R0b20iOjAuMH0sIlBhZGRpbmciOnsiJGlkIjoiMTAwNSIsIlRvcCI6MC4wLCJMZWZ0IjowLjAsIlJpZ2h0IjowLjAsIkJvdHRvbSI6MC4wfSwiQmFja2dyb3VuZCI6eyIkaWQiOiIxMDA2IiwiQ29sb3IiOnsiJGlkIjoiMTAwNyIsIkEiOjI1NSwiUiI6MjM3LCJHIjoxMjUsIkIiOjQ5fX0sIklzVmlzaWJsZSI6dHJ1ZSwiV2lkdGgiOjAuMCwiSGVpZ2h0IjowLjAsIkJvcmRlclN0eWxlIjp7IiRpZCI6IjEwMDgiLCJMaW5lQ29sb3IiOm51bGwsIkxpbmVXZWlnaHQiOjAuMCwiTGluZVR5cGUiOjAsIlBhcmVudFN0eWxlIjpudWxsfSwiUGFyZW50U3R5bGUiOm51bGx9LCJIb3Jpem9udGFsQ29ubmVjdG9yU3R5bGUiOnsiJGlkIjoiMTAwOSIsIkxpbmVDb2xvciI6eyIkaWQiOiIxMDEwIiwiJHR5cGUiOiJOTFJFLkNvbW1vbi5Eb20uU29saWRDb2xvckJydXNoLCBOTFJFLkNvbW1vbiIsIkNvbG9yIjp7IiRpZCI6IjEwMTEiLCJBIjoyNTUsIlIiOjAsIkciOjAsIkIiOjB9fSwiTGluZVdlaWdodCI6MC4wLCJMaW5lVHlwZSI6MCwiUGFyZW50U3R5bGUiOm51bGx9LCJWZXJ0aWNhbENvbm5lY3RvclN0eWxlIjp7IiRpZCI6IjEwMTIiLCJMaW5lQ29sb3IiOnsiJGlkIjoiMTAxMyIsIiR0eXBlIjoiTkxSRS5Db21tb24uRG9tLlNvbGlkQ29sb3JCcnVzaCwgTkxSRS5Db21tb24iLCJDb2xvciI6eyIkaWQiOiIxMDE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MTAxNSIsIlNoYXBlU3R5bGUiOnsiJGlkIjoiMTAxNiIsIk1hcmdpbiI6eyIkaWQiOiIxMDE3IiwiVG9wIjowLjAsIkxlZnQiOjAuMCwiUmlnaHQiOjAuMCwiQm90dG9tIjowLjB9LCJQYWRkaW5nIjp7IiRpZCI6IjEwMTgiLCJUb3AiOjAuMCwiTGVmdCI6MC4wLCJSaWdodCI6MC4wLCJCb3R0b20iOjAuMH0sIkJhY2tncm91bmQiOnsiJGlkIjoiMTAxOSIsIkNvbG9yIjp7IiRpZCI6IjEwMjAiLCJBIjoxNTMsIlIiOjAsIkciOjAsIkIiOjB9fSwiSXNWaXNpYmxlIjp0cnVlLCJXaWR0aCI6MC4wLCJIZWlnaHQiOjAuMCwiQm9yZGVyU3R5bGUiOnsiJGlkIjoiMTAyMSIsIkxpbmVDb2xvciI6eyIkaWQiOiIxMDIyIiwiJHR5cGUiOiJOTFJFLkNvbW1vbi5Eb20uU29saWRDb2xvckJydXNoLCBOTFJFLkNvbW1vbiIsIkNvbG9yIjp7IiRpZCI6IjEwMjMiLCJBIjoyNTUsIlIiOjI1NSwiRyI6MCwiQiI6MH19LCJMaW5lV2VpZ2h0IjowLjAsIkxpbmVUeXBlIjowLCJQYXJlbnRTdHlsZSI6bnVsbH0sIlBhcmVudFN0eWxlIjpudWxsfSwiTWFyZ2luIjp7IiRpZCI6IjEwMjQiLCJUb3AiOjAuMCwiTGVmdCI6MC4wLCJSaWdodCI6MC4wLCJCb3R0b20iOjAuMH0sIlBhZGRpbmciOnsiJGlkIjoiMTAyNSIsIlRvcCI6MC4wLCJMZWZ0IjowLjAsIlJpZ2h0IjowLjAsIkJvdHRvbSI6MC4wfSwiQmFja2dyb3VuZCI6bnVsbCwiSXNWaXNpYmxlIjp0cnVlLCJXaWR0aCI6MC4wLCJIZWlnaHQiOjAuMCwiQm9yZGVyU3R5bGUiOm51bGwsIlBhcmVudFN0eWxlIjpudWxsfSwiU2hhcGVTdHlsZSI6eyIkaWQiOiIxMDI2IiwiTWFyZ2luIjp7IiRpZCI6IjEwMjciLCJUb3AiOjAuMCwiTGVmdCI6NC4wLCJSaWdodCI6NC4wLCJCb3R0b20iOjAuMH0sIlBhZGRpbmciOnsiJGlkIjoiMTAyOCIsIlRvcCI6MC4wLCJMZWZ0IjowLjAsIlJpZ2h0IjowLjAsIkJvdHRvbSI6MC4wfSwiQmFja2dyb3VuZCI6eyIkaWQiOiIxMDI5IiwiQ29sb3IiOnsiJGlkIjoiMTAzMCIsIkEiOjI1NSwiUiI6MTUsIkciOjE1OCwiQiI6MjEzfX0sIklzVmlzaWJsZSI6dHJ1ZSwiV2lkdGgiOjAuMCwiSGVpZ2h0IjoxMC4wLCJCb3JkZXJTdHlsZSI6eyIkaWQiOiIxMDMxIiwiTGluZUNvbG9yIjp7IiRpZCI6IjEwMzIiLCIkdHlwZSI6Ik5MUkUuQ29tbW9uLkRvbS5Tb2xpZENvbG9yQnJ1c2gsIE5MUkUuQ29tbW9uIiwiQ29sb3IiOnsiJGlkIjoiMTAzMyIsIkEiOjI1NSwiUiI6MjM0LCJHIjoyMiwiQiI6MzB9fSwiTGluZVdlaWdodCI6MC4wLCJMaW5lVHlwZSI6MCwiUGFyZW50U3R5bGUiOm51bGx9LCJQYXJlbnRTdHlsZSI6bnVsbH0sIlRpdGxlU3R5bGUiOnsiJGlkIjoiMTAzNCIsIkZvbnRTZXR0aW5ncyI6eyIkaWQiOiIxMDM1IiwiRm9udFNpemUiOjExLCJGb250TmFtZSI6IkNhbGlicmkiLCJJc0JvbGQiOmZhbHNlLCJJc0l0YWxpYyI6ZmFsc2UsIklzVW5kZXJsaW5lZCI6ZmFsc2UsIlBhcmVudFN0eWxlIjpudWxsfSwiQXV0b1NpemUiOjAsIkZvcmVncm91bmQiOnsiJGlkIjoiMTAzNiIsIkNvbG9yIjp7IiRpZCI6IjEwMz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AzOCIsIlRvcCI6MC4wLCJMZWZ0IjowLjAsIlJpZ2h0IjowLjAsIkJvdHRvbSI6MC4wfSwiUGFkZGluZyI6eyIkaWQiOiIxMDM5IiwiVG9wIjowLjAsIkxlZnQiOjAuMCwiUmlnaHQiOjAuMCwiQm90dG9tIjowLjB9LCJCYWNrZ3JvdW5kIjp7IiRpZCI6IjEwNDAiLCJDb2xvciI6eyIkaWQiOiIxMDQxIiwiQSI6MjU1LCJSIjowLCJHIjowLCJCIjowfX0sIklzVmlzaWJsZSI6dHJ1ZSwiV2lkdGgiOjAuMCwiSGVpZ2h0IjowLjAsIkJvcmRlclN0eWxlIjp7IiRpZCI6IjEwNDIiLCJMaW5lQ29sb3IiOm51bGwsIkxpbmVXZWlnaHQiOjAuMCwiTGluZVR5cGUiOjAsIlBhcmVudFN0eWxlIjpudWxsfSwiUGFyZW50U3R5bGUiOm51bGx9LCJEYXRlU3R5bGUiOnsiJGlkIjoiMTA0MyIsIkZvbnRTZXR0aW5ncyI6eyIkaWQiOiIxMDQ0IiwiRm9udFNpemUiOjEwLCJGb250TmFtZSI6IkNhbGlicmkiLCJJc0JvbGQiOmZhbHNlLCJJc0l0YWxpYyI6ZmFsc2UsIklzVW5kZXJsaW5lZCI6ZmFsc2UsIlBhcmVudFN0eWxlIjpudWxsfSwiQXV0b1NpemUiOjAsIkZvcmVncm91bmQiOnsiJGlkIjoiMTA0NSIsIkNvbG9yIjp7IiRpZCI6IjEwND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MTA0NyIsIlRvcCI6MC4wLCJMZWZ0IjowLjAsIlJpZ2h0IjowLjAsIkJvdHRvbSI6MC4wfSwiUGFkZGluZyI6eyIkaWQiOiIxMDQ4IiwiVG9wIjowLjAsIkxlZnQiOjAuMCwiUmlnaHQiOjAuMCwiQm90dG9tIjowLjB9LCJCYWNrZ3JvdW5kIjp7IiRpZCI6IjEwNDkiLCJDb2xvciI6eyIkaWQiOiIxMDUwIiwiQSI6MjU1LCJSIjoxNCwiRyI6NDAsIkIiOjY1fX0sIklzVmlzaWJsZSI6dHJ1ZSwiV2lkdGgiOjAuMCwiSGVpZ2h0IjowLjAsIkJvcmRlclN0eWxlIjp7IiRpZCI6IjEwNTEiLCJMaW5lQ29sb3IiOm51bGwsIkxpbmVXZWlnaHQiOjAuMCwiTGluZVR5cGUiOjAsIlBhcmVudFN0eWxlIjpudWxsfSwiUGFyZW50U3R5bGUiOm51bGx9LCJEYXRlRm9ybWF0Ijp7IiRpZCI6IjEwNT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A1MyIsIkZvcm1hdCI6MCwiSXNWaXNpYmxlIjpmYWxzZSwiTGFzdEtub3duVmlzaWJpbGl0eVN0YXRlIjpmYWxzZX0sIklzVmlzaWJsZSI6dHJ1ZSwiVmFyaWFuY2VTdHlsZSI6eyIkaWQiOiIxMDU0IiwiVGV4dFN0eWxlIjp7IiRpZCI6IjEwNTUiLCJGb250U2V0dGluZ3MiOnsiJGlkIjoiMTA1NiIsIkZvbnRTaXplIjoxMCwiRm9udE5hbWUiOiJDYWxpYnJpIiwiSXNCb2xkIjpmYWxzZSwiSXNJdGFsaWMiOmZhbHNlLCJJc1VuZGVybGluZWQiOmZhbHNlLCJQYXJlbnRTdHlsZSI6bnVsbH0sIkF1dG9TaXplIjowLCJGb3JlZ3JvdW5kIjp7IiRpZCI6IjEwNTciLCJDb2xvciI6eyIkaWQiOiIxMDU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wNTkiLCJUb3AiOjAuMCwiTGVmdCI6MC4wLCJSaWdodCI6MC4wLCJCb3R0b20iOjAuMH0sIlBhZGRpbmciOnsiJGlkIjoiMTA2MCIsIlRvcCI6MC4wLCJMZWZ0IjowLjAsIlJpZ2h0IjowLjAsIkJvdHRvbSI6MC4wfSwiQmFja2dyb3VuZCI6eyIkaWQiOiIxMDYxIiwiQ29sb3IiOnsiJGlkIjoiMTA2MiIsIkEiOjI1NSwiUiI6MCwiRyI6MCwiQiI6MH19LCJJc1Zpc2libGUiOnRydWUsIldpZHRoIjowLjAsIkhlaWdodCI6MC4wLCJCb3JkZXJTdHlsZSI6eyIkaWQiOiIxMDYzIiwiTGluZUNvbG9yIjpudWxsLCJMaW5lV2VpZ2h0IjowLjAsIkxpbmVUeXBlIjowLCJQYXJlbnRTdHlsZSI6bnVsbH0sIlBhcmVudFN0eWxlIjpudWxsfSwiUGFyZW50U3R5bGUiOm51bGx9LCJQYXJlbnRTdHlsZSI6bnVsbCwiX2V4cGxpY2l0bHlTZXQiOnsiJGlkIjoiMTA2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EwNjUiLCJTaGFwZSI6MSwiQ29ubmVjdG9yTWFyZ2luIjp7IiRpZCI6IjEwNjYiLCJUb3AiOjAuMCwiTGVmdCI6Mi4wLCJSaWdodCI6Mi4wLCJCb3R0b20iOjAuMH0sIkNvbm5lY3RvclN0eWxlIjp7IiRpZCI6IjEwNjciLCJMaW5lQ29sb3IiOnsiJGlkIjoiMTA2OCIsIiR0eXBlIjoiTkxSRS5Db21tb24uRG9tLlNvbGlkQ29sb3JCcnVzaCwgTkxSRS5Db21tb24iLCJDb2xvciI6eyIkaWQiOiIxMDY5IiwiQSI6MTI3LCJSIjoxMSwiRyI6MTE4LCJCIjoxNTl9fSwiTGluZVdlaWdodCI6MS4wLCJMaW5lVHlwZSI6MCwiUGFyZW50U3R5bGUiOm51bGx9LCJJc0JlbG93VGltZWJhbmQiOmZhbHNlLCJQb3NpdGlvbk9uVGFzayI6MSwiSGlkZURhdGUiOmZhbHNlLCJTaGFwZVNpemUiOjAsIlNwYWNpbmciOjAuMCwiUGFkZGluZyI6eyIkaWQiOiIxMDcwIiwiVG9wIjo1LjAsIkxlZnQiOjMuMCwiUmlnaHQiOjAuMCwiQm90dG9tIjoyLjB9LCJTaGFwZVN0eWxlIjp7IiRpZCI6IjEwNzEiLCJNYXJnaW4iOnsiJGlkIjoiMTA3MiIsIlRvcCI6MC4wLCJMZWZ0IjowLjAsIlJpZ2h0IjowLjAsIkJvdHRvbSI6MC4wfSwiUGFkZGluZyI6eyIkaWQiOiIxMDczIiwiVG9wIjowLjAsIkxlZnQiOjAuMCwiUmlnaHQiOjAuMCwiQm90dG9tIjowLjB9LCJCYWNrZ3JvdW5kIjp7IiRpZCI6IjEwNzQiLCJDb2xvciI6eyIkaWQiOiIxMDc1IiwiQSI6MjU1LCJSIjoxMSwiRyI6MTE4LCJCIjoxNTl9fSwiSXNWaXNpYmxlIjp0cnVlLCJXaWR0aCI6MTIuMCwiSGVpZ2h0IjoxNC4wLCJCb3JkZXJTdHlsZSI6eyIkaWQiOiIxMDc2IiwiTGluZUNvbG9yIjp7IiRpZCI6IjEwNzciLCIkdHlwZSI6Ik5MUkUuQ29tbW9uLkRvbS5Tb2xpZENvbG9yQnJ1c2gsIE5MUkUuQ29tbW9uIiwiQ29sb3IiOnsiJGlkIjoiMTA3OCIsIkEiOjI1NSwiUiI6MjU1LCJHIjowLCJCIjowfX0sIkxpbmVXZWlnaHQiOjAuMCwiTGluZVR5cGUiOjAsIlBhcmVudFN0eWxlIjpudWxsfSwiUGFyZW50U3R5bGUiOm51bGx9LCJUaXRsZVN0eWxlIjp7IiRpZCI6IjEwNzkiLCJGb250U2V0dGluZ3MiOnsiJGlkIjoiMTA4MCIsIkZvbnRTaXplIjoxMSwiRm9udE5hbWUiOiJDYWxpYnJpIiwiSXNCb2xkIjpmYWxzZSwiSXNJdGFsaWMiOmZhbHNlLCJJc1VuZGVybGluZWQiOmZhbHNlLCJQYXJlbnRTdHlsZSI6bnVsbH0sIkF1dG9TaXplIjowLCJGb3JlZ3JvdW5kIjp7IiRpZCI6IjEwODEiLCJDb2xvciI6eyIkaWQiOiIxMDg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EwODMiLCJUb3AiOjAuMCwiTGVmdCI6MC4wLCJSaWdodCI6MC4wLCJCb3R0b20iOjAuMH0sIlBhZGRpbmciOnsiJGlkIjoiMTA4NCIsIlRvcCI6MC4wLCJMZWZ0IjowLjAsIlJpZ2h0IjowLjAsIkJvdHRvbSI6MC4wfSwiQmFja2dyb3VuZCI6eyIkaWQiOiIxMDg1IiwiQ29sb3IiOnsiJGlkIjoiMTA4NiIsIkEiOjI1NSwiUiI6MCwiRyI6MCwiQiI6MH19LCJJc1Zpc2libGUiOnRydWUsIldpZHRoIjowLjAsIkhlaWdodCI6MC4wLCJCb3JkZXJTdHlsZSI6eyIkaWQiOiIxMDg3IiwiTGluZUNvbG9yIjpudWxsLCJMaW5lV2VpZ2h0IjowLjAsIkxpbmVUeXBlIjowLCJQYXJlbnRTdHlsZSI6bnVsbH0sIlBhcmVudFN0eWxlIjpudWxsfSwiRGF0ZVN0eWxlIjp7IiRpZCI6IjEwODgiLCJGb250U2V0dGluZ3MiOnsiJGlkIjoiMTA4OSIsIkZvbnRTaXplIjoxMCwiRm9udE5hbWUiOiJDYWxpYnJpIiwiSXNCb2xkIjpmYWxzZSwiSXNJdGFsaWMiOmZhbHNlLCJJc1VuZGVybGluZWQiOmZhbHNlLCJQYXJlbnRTdHlsZSI6bnVsbH0sIkF1dG9TaXplIjowLCJGb3JlZ3JvdW5kIjp7IiRpZCI6IjEwOTAiLCJDb2xvciI6eyIkaWQiOiIxMDk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EwOTIiLCJUb3AiOjAuMCwiTGVmdCI6MC4wLCJSaWdodCI6MC4wLCJCb3R0b20iOjAuMH0sIlBhZGRpbmciOnsiJGlkIjoiMTA5MyIsIlRvcCI6MC4wLCJMZWZ0IjowLjAsIlJpZ2h0IjowLjAsIkJvdHRvbSI6MC4wfSwiQmFja2dyb3VuZCI6eyIkaWQiOiIxMDk0IiwiQ29sb3IiOnsiJGlkIjoiMTA5NSIsIkEiOjI1NSwiUiI6MTQsIkciOjQwLCJCIjo2NX19LCJJc1Zpc2libGUiOnRydWUsIldpZHRoIjowLjAsIkhlaWdodCI6MC4wLCJCb3JkZXJTdHlsZSI6eyIkaWQiOiIxMDk2IiwiTGluZUNvbG9yIjpudWxsLCJMaW5lV2VpZ2h0IjowLjAsIkxpbmVUeXBlIjowLCJQYXJlbnRTdHlsZSI6bnVsbH0sIlBhcmVudFN0eWxlIjpudWxsfSwiRGF0ZUZvcm1hdCI6eyIkaWQiOiIxMDk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OTgiLCJGb3JtYXQiOjAsIklzVmlzaWJsZSI6ZmFsc2UsIkxhc3RLbm93blZpc2liaWxpdHlTdGF0ZSI6ZmFsc2V9LCJJc1Zpc2libGUiOmZhbHNlLCJWYXJpYW5jZVN0eWxlIjp7IiRpZCI6IjEwOTkiLCJUZXh0U3R5bGUiOnsiJGlkIjoiMTEwMCIsIkZvbnRTZXR0aW5ncyI6eyIkaWQiOiIxMTAxIiwiRm9udFNpemUiOjEwLCJGb250TmFtZSI6IkNhbGlicmkiLCJJc0JvbGQiOmZhbHNlLCJJc0l0YWxpYyI6ZmFsc2UsIklzVW5kZXJsaW5lZCI6ZmFsc2UsIlBhcmVudFN0eWxlIjpudWxsfSwiQXV0b1NpemUiOjAsIkZvcmVncm91bmQiOnsiJGlkIjoiMTEwMiIsIkNvbG9yIjp7IiRpZCI6IjExMD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EwNCIsIlRvcCI6MC4wLCJMZWZ0IjowLjAsIlJpZ2h0IjowLjAsIkJvdHRvbSI6MC4wfSwiUGFkZGluZyI6eyIkaWQiOiIxMTA1IiwiVG9wIjowLjAsIkxlZnQiOjAuMCwiUmlnaHQiOjAuMCwiQm90dG9tIjowLjB9LCJCYWNrZ3JvdW5kIjp7IiRpZCI6IjExMDYiLCJDb2xvciI6eyIkaWQiOiIxMTA3IiwiQSI6MjU1LCJSIjowLCJHIjowLCJCIjowfX0sIklzVmlzaWJsZSI6dHJ1ZSwiV2lkdGgiOjAuMCwiSGVpZ2h0IjowLjAsIkJvcmRlclN0eWxlIjp7IiRpZCI6IjExMDgiLCJMaW5lQ29sb3IiOm51bGwsIkxpbmVXZWlnaHQiOjAuMCwiTGluZVR5cGUiOjAsIlBhcmVudFN0eWxlIjpudWxsfSwiUGFyZW50U3R5bGUiOm51bGx9LCJQYXJlbnRTdHlsZSI6bnVsbH0sIlBhcmVudFN0eWxlIjpudWxsfSwiRGVmYXVsdFN3aW1sYW5lTWlsZXN0b25lU3R5bGUiOnsiJGlkIjoiMTEwOSIsIlRpdGxlUG9zaXRpb24iOiJMZWZ0IiwiRGF0ZVBvc2l0aW9uIjoiUmlnaHQiLCJWYXJpYW5jZVBvc2l0aW9uIjoiUmlnaHQiLCJTaGFwZVR5cGUiOjEsIlNoYXBlU2l6ZSI6MCwiU3BhY2luZyI6NSwiU2hhcGVTdHlsZSI6eyIkaWQiOiIxMTEwIiwiTWFyZ2luIjp7IiRpZCI6IjExMTEiLCJUb3AiOjAuMCwiTGVmdCI6MC4wLCJSaWdodCI6MC4wLCJCb3R0b20iOjAuMH0sIlBhZGRpbmciOnsiJGlkIjoiMTExMiIsIlRvcCI6MC4wLCJMZWZ0IjowLjAsIlJpZ2h0IjowLjAsIkJvdHRvbSI6MC4wfSwiQmFja2dyb3VuZCI6eyIkaWQiOiIxMTEzIiwiQ29sb3IiOnsiJGlkIjoiMTExNCIsIkEiOjI1NSwiUiI6MTUsIkciOjE1OCwiQiI6MjEzfX0sIklzVmlzaWJsZSI6dHJ1ZSwiV2lkdGgiOjEyLjAsIkhlaWdodCI6MTQuMCwiQm9yZGVyU3R5bGUiOnsiJGlkIjoiMTExNSIsIkxpbmVDb2xvciI6eyIkaWQiOiIxMTE2IiwiJHR5cGUiOiJOTFJFLkNvbW1vbi5Eb20uU29saWRDb2xvckJydXNoLCBOTFJFLkNvbW1vbiIsIkNvbG9yIjp7IiRpZCI6IjExMTciLCJBIjoyNTUsIlIiOjIzNCwiRyI6MjIsIkIiOjMwfX0sIkxpbmVXZWlnaHQiOjAuMCwiTGluZVR5cGUiOjAsIlBhcmVudFN0eWxlIjpudWxsfSwiUGFyZW50U3R5bGUiOm51bGx9LCJUaXRsZVN0eWxlIjp7IiRpZCI6IjExMTgiLCJGb250U2V0dGluZ3MiOnsiJGlkIjoiMTExOSIsIkZvbnRTaXplIjoxMSwiRm9udE5hbWUiOiJDYWxpYnJpIiwiSXNCb2xkIjpmYWxzZSwiSXNJdGFsaWMiOmZhbHNlLCJJc1VuZGVybGluZWQiOmZhbHNlLCJQYXJlbnRTdHlsZSI6bnVsbH0sIkF1dG9TaXplIjowLCJGb3JlZ3JvdW5kIjp7IiRpZCI6IjExMjAiLCJDb2xvciI6eyIkaWQiOiIxMTIx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ExMjIiLCJUb3AiOjAuMCwiTGVmdCI6MC4wLCJSaWdodCI6MC4wLCJCb3R0b20iOjAuMH0sIlBhZGRpbmciOnsiJGlkIjoiMTEyMyIsIlRvcCI6MC4wLCJMZWZ0IjowLjAsIlJpZ2h0IjowLjAsIkJvdHRvbSI6MC4wfSwiQmFja2dyb3VuZCI6eyIkaWQiOiIxMTI0IiwiQ29sb3IiOnsiJGlkIjoiMTEyNSIsIkEiOjI1NSwiUiI6MCwiRyI6MCwiQiI6MH19LCJJc1Zpc2libGUiOnRydWUsIldpZHRoIjowLjAsIkhlaWdodCI6MC4wLCJCb3JkZXJTdHlsZSI6eyIkaWQiOiIxMTI2IiwiTGluZUNvbG9yIjpudWxsLCJMaW5lV2VpZ2h0IjowLjAsIkxpbmVUeXBlIjowLCJQYXJlbnRTdHlsZSI6bnVsbH0sIlBhcmVudFN0eWxlIjpudWxsfSwiRGF0ZVN0eWxlIjp7IiRpZCI6IjExMjciLCJGb250U2V0dGluZ3MiOnsiJGlkIjoiMTEyOCIsIkZvbnRTaXplIjoxMCwiRm9udE5hbWUiOiJDYWxpYnJpIiwiSXNCb2xkIjpmYWxzZSwiSXNJdGFsaWMiOmZhbHNlLCJJc1VuZGVybGluZWQiOmZhbHNlLCJQYXJlbnRTdHlsZSI6bnVsbH0sIkF1dG9TaXplIjowLCJGb3JlZ3JvdW5kIjp7IiRpZCI6IjExMjkiLCJDb2xvciI6eyIkaWQiOiIxMTMw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xMzEiLCJUb3AiOjAuMCwiTGVmdCI6MC4wLCJSaWdodCI6MC4wLCJCb3R0b20iOjAuMH0sIlBhZGRpbmciOnsiJGlkIjoiMTEzMiIsIlRvcCI6MC4wLCJMZWZ0IjowLjAsIlJpZ2h0IjowLjAsIkJvdHRvbSI6MC4wfSwiQmFja2dyb3VuZCI6eyIkaWQiOiIxMTMzIiwiQ29sb3IiOnsiJGlkIjoiMTEzNCIsIkEiOjI1NSwiUiI6MTQsIkciOjQwLCJCIjo2NX19LCJJc1Zpc2libGUiOnRydWUsIldpZHRoIjowLjAsIkhlaWdodCI6MC4wLCJCb3JkZXJTdHlsZSI6eyIkaWQiOiIxMTM1IiwiTGluZUNvbG9yIjpudWxsLCJMaW5lV2VpZ2h0IjowLjAsIkxpbmVUeXBlIjowLCJQYXJlbnRTdHlsZSI6bnVsbH0sIlBhcmVudFN0eWxlIjpudWxsfSwiRGF0ZUZvcm1hdCI6eyIkaWQiOiIxMTM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xMzciLCJGb3JtYXQiOjAsIklzVmlzaWJsZSI6ZmFsc2UsIkxhc3RLbm93blZpc2liaWxpdHlTdGF0ZSI6ZmFsc2V9LCJJc1Zpc2libGUiOnRydWUsIlZhcmlhbmNlU3R5bGUiOnsiJGlkIjoiMTEzOCIsIlRleHRTdHlsZSI6eyIkaWQiOiIxMTM5IiwiRm9udFNldHRpbmdzIjp7IiRpZCI6IjExNDAiLCJGb250U2l6ZSI6MTAsIkZvbnROYW1lIjoiQ2FsaWJyaSIsIklzQm9sZCI6ZmFsc2UsIklzSXRhbGljIjpmYWxzZSwiSXNVbmRlcmxpbmVkIjpmYWxzZSwiUGFyZW50U3R5bGUiOm51bGx9LCJBdXRvU2l6ZSI6MCwiRm9yZWdyb3VuZCI6eyIkaWQiOiIxMTQxIiwiQ29sb3IiOnsiJGlkIjoiMTE0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TQzIiwiVG9wIjowLjAsIkxlZnQiOjAuMCwiUmlnaHQiOjAuMCwiQm90dG9tIjowLjB9LCJQYWRkaW5nIjp7IiRpZCI6IjExNDQiLCJUb3AiOjAuMCwiTGVmdCI6MC4wLCJSaWdodCI6MC4wLCJCb3R0b20iOjAuMH0sIkJhY2tncm91bmQiOnsiJGlkIjoiMTE0NSIsIkNvbG9yIjp7IiRpZCI6IjExNDYiLCJBIjoyNTUsIlIiOjAsIkciOjAsIkIiOjB9fSwiSXNWaXNpYmxlIjp0cnVlLCJXaWR0aCI6MC4wLCJIZWlnaHQiOjAuMCwiQm9yZGVyU3R5bGUiOnsiJGlkIjoiMTE0NyIsIkxpbmVDb2xvciI6bnVsbCwiTGluZVdlaWdodCI6MC4wLCJMaW5lVHlwZSI6MCwiUGFyZW50U3R5bGUiOm51bGx9LCJQYXJlbnRTdHlsZSI6bnVsbH0sIlBhcmVudFN0eWxlIjpudWxsfSwiUGFyZW50U3R5bGUiOm51bGx9LCJEZWZhdWx0U3dpbWxhbmVBY3Rpdml0eVN0eWxlIjp7IiRpZCI6IjExNDgiLCJIZWFkZXJTdHlsZSI6eyIkaWQiOiIxMTQ5IiwiVGV4dFN0eWxlIjp7IiRpZCI6IjExNTAiLCJGb250U2V0dGluZ3MiOnsiJGlkIjoiMTE1MSIsIkZvbnRTaXplIjoxMSwiRm9udE5hbWUiOiJDYWxpYnJpIiwiSXNCb2xkIjpmYWxzZSwiSXNJdGFsaWMiOmZhbHNlLCJJc1VuZGVybGluZWQiOmZhbHNlLCJQYXJlbnRTdHlsZSI6bnVsbH0sIkF1dG9TaXplIjoyLCJGb3JlZ3JvdW5kIjp7IiRpZCI6IjExNTIiLCJDb2xvciI6eyIkaWQiOiIxMTU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MTE1NCIsIlRvcCI6MC4wLCJMZWZ0IjowLjAsIlJpZ2h0IjowLjAsIkJvdHRvbSI6MC4wfSwiUGFkZGluZyI6eyIkaWQiOiIxMTU1IiwiVG9wIjowLjAsIkxlZnQiOjAuMCwiUmlnaHQiOjAuMCwiQm90dG9tIjowLjB9LCJCYWNrZ3JvdW5kIjp7IiRpZCI6IjExNTYiLCJDb2xvciI6eyIkaWQiOiIxMTU3IiwiQSI6MjU1LCJSIjowLCJHIjowLCJCIjowfX0sIklzVmlzaWJsZSI6dHJ1ZSwiV2lkdGgiOjAuMCwiSGVpZ2h0IjowLjAsIkJvcmRlclN0eWxlIjpudWxsLCJQYXJlbnRTdHlsZSI6bnVsbH0sIlJlY3RhbmdsZVN0eWxlIjp7IiRpZCI6IjExNTgiLCJNYXJnaW4iOnsiJGlkIjoiMTE1OSIsIlRvcCI6MC4wLCJMZWZ0IjowLjAsIlJpZ2h0IjowLjAsIkJvdHRvbSI6MC4wfSwiUGFkZGluZyI6eyIkaWQiOiIxMTYwIiwiVG9wIjowLjAsIkxlZnQiOjAuMCwiUmlnaHQiOjAuMCwiQm90dG9tIjowLjB9LCJCYWNrZ3JvdW5kIjp7IiRpZCI6IjExNjEiLCJDb2xvciI6eyIkaWQiOiIxMTYyIiwiQSI6MTI3LCJSIjoxNSwiRyI6MTU4LCJCIjoyMTN9fSwiSXNWaXNpYmxlIjp0cnVlLCJXaWR0aCI6MC4wLCJIZWlnaHQiOjAuMCwiQm9yZGVyU3R5bGUiOnsiJGlkIjoiMTE2MyIsIkxpbmVDb2xvciI6eyIkaWQiOiIxMTY0IiwiJHR5cGUiOiJOTFJFLkNvbW1vbi5Eb20uU29saWRDb2xvckJydXNoLCBOTFJFLkNvbW1vbiIsIkNvbG9yIjp7IiRpZCI6IjExNjUiLCJBIjoyNTUsIlIiOjI1NSwiRyI6MCwiQiI6MH19LCJMaW5lV2VpZ2h0IjowLjAsIkxpbmVUeXBlIjowLCJQYXJlbnRTdHlsZSI6bnVsbH0sIlBhcmVudFN0eWxlIjpudWxsfSwiTWFyZ2luIjp7IiRpZCI6IjExNjYiLCJUb3AiOjAuMCwiTGVmdCI6MC4wLCJSaWdodCI6MC4wLCJCb3R0b20iOjAuMH0sIlBhZGRpbmciOnsiJGlkIjoiMTE2NyIsIlRvcCI6MC4wLCJMZWZ0IjowLjAsIlJpZ2h0IjowLjAsIkJvdHRvbSI6MC4wfSwiQmFja2dyb3VuZCI6bnVsbCwiSXNWaXNpYmxlIjp0cnVlLCJXaWR0aCI6MC4wLCJIZWlnaHQiOjAuMCwiQm9yZGVyU3R5bGUiOm51bGwsIlBhcmVudFN0eWxlIjpudWxsfSwiQmFja2dyb3VuZFN0eWxlIjp7IiRpZCI6IjExNjgiLCJNYXJnaW4iOnsiJGlkIjoiMTE2OSIsIlRvcCI6MC4wLCJMZWZ0IjowLjAsIlJpZ2h0IjowLjAsIkJvdHRvbSI6MC4wfSwiUGFkZGluZyI6eyIkaWQiOiIxMTcwIiwiVG9wIjowLjAsIkxlZnQiOjAuMCwiUmlnaHQiOjAuMCwiQm90dG9tIjowLjB9LCJCYWNrZ3JvdW5kIjp7IiRpZCI6IjExNzEiLCJDb2xvciI6eyIkaWQiOiIxMTcyIiwiQSI6NTEsIlIiOjIwMCwiRyI6MjAwLCJCIjoyMDB9fSwiSXNWaXNpYmxlIjp0cnVlLCJXaWR0aCI6MC4wLCJIZWlnaHQiOjAuMCwiQm9yZGVyU3R5bGUiOnsiJGlkIjoiMTE3MyIsIkxpbmVDb2xvciI6eyIkaWQiOiIxMTc0IiwiJHR5cGUiOiJOTFJFLkNvbW1vbi5Eb20uU29saWRDb2xvckJydXNoLCBOTFJFLkNvbW1vbiIsIkNvbG9yIjp7IiRpZCI6IjExNzUiLCJBIjoyNTUsIlIiOjIzNCwiRyI6MjIsIkIiOjMwfX0sIkxpbmVXZWlnaHQiOjAuMCwiTGluZVR5cGUiOjAsIlBhcmVudFN0eWxlIjpudWxsfSwiUGFyZW50U3R5bGUiOm51bGx9LCJNYXJnaW4iOnsiJGlkIjoiMTE3NiIsIlRvcCI6MC4wLCJMZWZ0IjowLjAsIlJpZ2h0IjowLjAsIkJvdHRvbSI6MC4wfSwiUGFkZGluZyI6eyIkaWQiOiIxMTc3IiwiVG9wIjowLjAsIkxlZnQiOjAuMCwiUmlnaHQiOjAuMCwiQm90dG9tIjowLjB9LCJJc1Zpc2libGUiOnRydWUsIldpZHRoIjowLjAsIkhlaWdodCI6MC4wLCJCb3JkZXJTdHlsZSI6eyIkaWQiOiIxMTc4IiwiTGluZUNvbG9yIjpudWxsLCJMaW5lV2VpZ2h0IjowLjAsIkxpbmVUeXBlIjowLCJQYXJlbnRTdHlsZSI6bnVsbH0sIlBhcmVudFN0eWxlIjpudWxsfSwiTWFyZ2luIjp7IiRpZCI6IjExNzkiLCJUb3AiOjAuMCwiTGVmdCI6MC4wLCJSaWdodCI6MC4wLCJCb3R0b20iOjAuMH0sIlBhZGRpbmciOnsiJGlkIjoiMTE4MCIsIlRvcCI6MC4wLCJMZWZ0IjowLjAsIlJpZ2h0IjowLjAsIkJvdHRvbSI6MC4wfSwiSXNWaXNpYmxlIjp0cnVlLCJXaWR0aCI6MC4wLCJIZWlnaHQiOjAuMCwiQm9yZGVyU3R5bGUiOnsiJGlkIjoiMTE4MSIsIkxpbmVDb2xvciI6bnVsbCwiTGluZVdlaWdodCI6MC4wLCJMaW5lVHlwZSI6MCwiUGFyZW50U3R5bGUiOm51bGx9LCJQYXJlbnRTdHlsZSI6bnVsbH1dLCJDb25kaXRpb25hbEZvcm1hdHRpbmciOnsiJGlkIjoiMTE4MiIsIlB2QUZvcm1hdHRpbmciOnsiJGlkIjoiMTE4MyIsIkRlbGF5VGFza1N0eWxlIjp7IiRpZCI6IjExODQiLCJTdHlsZU9wdGlvbnMiOjI0LCJUaXRsZUZvcmVncm91bmQiOnsiJGlkIjoiMTE4NSIsIkNvbG9yIjp7IiRpZCI6IjExODYiLCJBIjoyNTUsIlIiOjE3NSwiRyI6MCwiQiI6MH19LCJBY3R1YWxTaGFwZXNCYWNrZ3JvdW5kIjp7IiRpZCI6IjExODciLCJDb2xvciI6eyIkaWQiOiIxMTg4IiwiQSI6NjIsIlIiOjI1NSwiRyI6MCwiQiI6MH19LCJBY3R1YWxTaGFwZXNCb3JkZXJTdHlsZSI6eyIkaWQiOiIxMTg5IiwiTGluZUNvbG9yIjp7IiRpZCI6IjExOTAiLCIkdHlwZSI6Ik5MUkUuQ29tbW9uLkRvbS5Tb2xpZENvbG9yQnJ1c2gsIE5MUkUuQ29tbW9uIiwiQ29sb3IiOnsiJGlkIjoiMTE5MSIsIkEiOjE2MywiUiI6MjU1LCJHIjowLCJCIjowfX0sIkxpbmVXZWlnaHQiOjMuMCwiTGluZVR5cGUiOjAsIlBhcmVudFN0eWxlIjpudWxsfSwiQmFzZWxpbmVTaGFwZXNCYWNrZ3JvdW5kIjp7IiRpZCI6IjExOTIiLCJDb2xvciI6eyIkaWQiOiIxMTkzIiwiQSI6MTg0LCJSIjoyNTUsIkciOjAsIkIiOjB9fSwiVmFyaWFuY2VGb3JlZ3JvdW5kIjp7IiRpZCI6IjExOTQiLCJDb2xvciI6eyIkaWQiOiIxMTk1IiwiQSI6MjU1LCJSIjoxNzUsIkciOjAsIkIiOjB9fSwiSXNWaXNpYmxlIjp0cnVlfSwiRGVsYXlNaWxlc3RvbmVTdHlsZSI6eyIkaWQiOiIxMTk2IiwiU3R5bGVPcHRpb25zIjoxOCwiVGl0bGVGb3JlZ3JvdW5kIjp7IiRpZCI6IjExOTciLCJDb2xvciI6eyIkaWQiOiIxMTk4IiwiQSI6MjU1LCJSIjoxNzUsIkciOjAsIkIiOjB9fSwiQWN0dWFsU2hhcGVzQmFja2dyb3VuZCI6eyIkaWQiOiIxMTk5IiwiQ29sb3IiOnsiJGlkIjoiMTIwMCIsIkEiOjI1NSwiUiI6MjIyLCJHIjo4MCwiQiI6NTB9fSwiQWN0dWFsU2hhcGVzQm9yZGVyU3R5bGUiOnsiJGlkIjoiMTIwMSIsIkxpbmVDb2xvciI6eyIkaWQiOiIxMjAyIiwiJHR5cGUiOiJOTFJFLkNvbW1vbi5Eb20uU29saWRDb2xvckJydXNoLCBOTFJFLkNvbW1vbiIsIkNvbG9yIjp7IiRpZCI6IjEyMDMiLCJBIjoxNjMsIlIiOjI1NSwiRyI6MCwiQiI6MH19LCJMaW5lV2VpZ2h0IjozLjAsIkxpbmVUeXBlIjowLCJQYXJlbnRTdHlsZSI6bnVsbH0sIkJhc2VsaW5lU2hhcGVzQmFja2dyb3VuZCI6eyIkaWQiOiIxMjA0IiwiQ29sb3IiOnsiJGlkIjoiMTIwNSIsIkEiOjE4NCwiUiI6MjU1LCJHIjowLCJCIjowfX0sIlZhcmlhbmNlRm9yZWdyb3VuZCI6eyIkaWQiOiIxMjA2IiwiQ29sb3IiOnsiJGlkIjoiMTIwNyIsIkEiOjI1NSwiUiI6MTc1LCJHIjowLCJCIjowfX0sIklzVmlzaWJsZSI6dHJ1ZX0sIkFkdmFuY2VUYXNrU3R5bGUiOnsiJGlkIjoiMTIwOCIsIlN0eWxlT3B0aW9ucyI6MjQsIlRpdGxlRm9yZWdyb3VuZCI6eyIkaWQiOiIxMjA5IiwiQ29sb3IiOnsiJGlkIjoiMTIxMCIsIkEiOjI1NSwiUiI6MCwiRyI6MTEwLCJCIjowfX0sIkFjdHVhbFNoYXBlc0JhY2tncm91bmQiOnsiJGlkIjoiMTIxMSIsIkNvbG9yIjp7IiRpZCI6IjEyMTIiLCJBIjo2MSwiUiI6MCwiRyI6MTI4LCJCIjowfX0sIkFjdHVhbFNoYXBlc0JvcmRlclN0eWxlIjp7IiRpZCI6IjEyMTMiLCJMaW5lQ29sb3IiOnsiJGlkIjoiMTIxNCIsIiR0eXBlIjoiTkxSRS5Db21tb24uRG9tLlNvbGlkQ29sb3JCcnVzaCwgTkxSRS5Db21tb24iLCJDb2xvciI6eyIkaWQiOiIxMjE1IiwiQSI6MTYzLCJSIjowLCJHIjoxMjgsIkIiOjB9fSwiTGluZVdlaWdodCI6My4wLCJMaW5lVHlwZSI6MCwiUGFyZW50U3R5bGUiOm51bGx9LCJCYXNlbGluZVNoYXBlc0JhY2tncm91bmQiOnsiJGlkIjoiMTIxNiIsIkNvbG9yIjp7IiRpZCI6IjEyMTciLCJBIjoxODQsIlIiOjAsIkciOjEyOCwiQiI6MH19LCJWYXJpYW5jZUZvcmVncm91bmQiOnsiJGlkIjoiMTIxOCIsIkNvbG9yIjp7IiRpZCI6IjEyMTkiLCJBIjoyNTUsIlIiOjAsIkciOjExMCwiQiI6MH19LCJJc1Zpc2libGUiOnRydWV9LCJBZHZhbmNlTWlsZXN0b25lU3R5bGUiOnsiJGlkIjoiMTIyMCIsIlN0eWxlT3B0aW9ucyI6MTgsIlRpdGxlRm9yZWdyb3VuZCI6eyIkaWQiOiIxMjIxIiwiQ29sb3IiOnsiJGlkIjoiMTIyMiIsIkEiOjI1NSwiUiI6MCwiRyI6MTEwLCJCIjowfX0sIkFjdHVhbFNoYXBlc0JhY2tncm91bmQiOnsiJGlkIjoiMTIyMyIsIkNvbG9yIjp7IiRpZCI6IjEyMjQiLCJBIjoyNTUsIlIiOjIwLCJHIjoxMDAsIkIiOjB9fSwiQWN0dWFsU2hhcGVzQm9yZGVyU3R5bGUiOnsiJGlkIjoiMTIyNSIsIkxpbmVDb2xvciI6eyIkaWQiOiIxMjI2IiwiJHR5cGUiOiJOTFJFLkNvbW1vbi5Eb20uU29saWRDb2xvckJydXNoLCBOTFJFLkNvbW1vbiIsIkNvbG9yIjp7IiRpZCI6IjEyMjciLCJBIjoxNjMsIlIiOjAsIkciOjEyOCwiQiI6MH19LCJMaW5lV2VpZ2h0IjozLjAsIkxpbmVUeXBlIjowLCJQYXJlbnRTdHlsZSI6bnVsbH0sIkJhc2VsaW5lU2hhcGVzQmFja2dyb3VuZCI6eyIkaWQiOiIxMjI4IiwiQ29sb3IiOnsiJGlkIjoiMTIyOSIsIkEiOjE4NCwiUiI6MCwiRyI6MTI4LCJCIjowfX0sIlZhcmlhbmNlRm9yZWdyb3VuZCI6eyIkaWQiOiIxMjMwIiwiQ29sb3IiOnsiJGlkIjoiMTIzMSIsIkEiOjI1NSwiUiI6MCwiRyI6MTEwLCJCIjowfX0sIklzVmlzaWJsZSI6dHJ1ZX19LCJWYXJpYW5jZURpc3BsYXlTZXR0aW5ncyI6eyIkaWQiOiIxMjMyIiwiVGFza1ZhcmlhbmNlRGlzcGxheU9wdGlvbnMiOnsiJGlkIjoiMTIzMyIsIlNob3dEZWxheVZhcmlhbmNlIjp0cnVlLCJTaG93QWR2YW5jZVZhcmlhbmNlIjp0cnVlLCJTaG93XzBfVmFyaWFuY2UiOmZhbHNlfSwiTWlsZXN0b25lVmFyaWFuY2VEaXNwbGF5T3B0aW9ucyI6eyIkaWQiOiIxMjM0IiwiU2hvd0RlbGF5VmFyaWFuY2UiOnRydWUsIlNob3dBZHZhbmNlVmFyaWFuY2UiOnRydWUsIlNob3dfMF9WYXJpYW5jZSI6ZmFsc2V9fX19LCJTY2FsZSI6bnVsbCwiU2NhbGVWMiI6eyIkaWQiOiIxMjM1IiwiU3RhcnREYXRlIjoiMDAwMS0wMS0wMVQwMDowMDowMCIsIkVuZERhdGUiOiIyMDI1LTExLTIyVDIzOjU5OjAwIiwiQXV0b0RhdGVSYW5nZSI6dHJ1ZSwiV29ya2luZ0RheXMiOjMxLCJGaXNjYWxZZWFyIjp7IiRpZCI6IjEyMzYiLCJTdGFydE1vbnRoIjoxLCJVc2VTdGFydGluZ1llYXJGb3JOdW1iZXJpbmciOnRydWUsIlNob3dGaXNjYWxZZWFyTGFiZWwiOnRydWV9LCJUb2RheU1hcmtlclRleHQiOiJUb2RheSIsIkF1dG9TY2FsZVR5cGUiOnRydWUsIlRpbWViYW5kU2NhbGVzIjp7IiRpZCI6IjEyMzciLCJUb3BTY2FsZUxheWVyIjp7IiRpZCI6IjEyMzgiLCJGb3JtYXQiOiJ3IiwiVHlwZSI6MSwiR3JvdXBpbmdJbnRlcnZhbHMiOnsiJGlkIjoiMTIzOSIsIklzU2V0IjpmYWxzZSwiR3JvdXBpbmdTdGVwQ291bnQiOjF9fSwiTWlkZGxlU2NhbGVMYXllciI6eyIkaWQiOiIxMjQwIiwiRm9ybWF0IjpudWxsLCJUeXBlIjowLCJHcm91cGluZ0ludGVydmFscyI6eyIkaWQiOiIxMjQxIiwiSXNTZXQiOmZhbHNlLCJHcm91cGluZ1N0ZXBDb3VudCI6MX19LCJCb3R0b21TY2FsZUxheWVyIjp7IiRpZCI6IjEyNDIiLCJGb3JtYXQiOm51bGwsIlR5cGUiOjAsIkdyb3VwaW5nSW50ZXJ2YWxzIjp7IiRpZCI6IjEyNDMiLCJJc1NldCI6ZmFsc2UsIkdyb3VwaW5nU3RlcENvdW50IjoxfX19fSwiTWlsZXN0b25lcyI6W10sIlRhc2tzIjpbXSwiU3dpbWxhbmVzIjpbXSwiTXNQcm9qZWN0SXRlbXNUcmVlIjp7IiRpZCI6IjEyNDQiLCJSb290Ijp7IkltcG9ydElkIjpudWxsLCJJc0ltcG9ydGVkIjpmYWxzZSwiQ2hpbGRyZW4iOltdfX0sIk1ldGFkYXRhIjp7IiRpZCI6IjEyNDUiLCJTb3VyY2VUaGVtZSI6IntcIiRpZFwiOlwiMVwiLFwiSWRcIjpcImU5MmM2NWYwLTI4ZDQtNDY5Ny1hMGQ1LTI0YjU3MjU3YjU5N1wiLFwiQ2F0ZWdvcnlcIjoxLFwiQ3VsdHVyZUluZm9OYW1lXCI6XCJlbi1VU1wiLFwiVmVyc2lvblwiOntcIiRpZFwiOlwiMlwiLFwiVGhlbWVEb21WZXJzaW9uXCI6XCIyLjEuMFwifSxcIlN0eWxlXCI6e1wiJGlkXCI6XCIzXCIsXCJUaW1lYmFuZFN0eWxlXCI6e1wiJGlkXCI6XCI0XCIsXCJSaWdodEVuZENhcHNTdHlsZVwiOntcIiRpZFwiOlwiNVwiLFwiRm9udFNldHRpbmdzXCI6e1wiJGlkXCI6XCI2XCIsXCJGb250U2l6ZVwiOjE4LFwiRm9udE5hbWVcIjpcIkNhbGlicmlcIixcIklzQm9sZFwiOnRydWUsXCJJc0l0YWxpY1wiOmZhbHNlLFwiSXNVbmRlcmxpbmVkXCI6ZmFsc2V9LFwiRm9yZWdyb3VuZFwiOntcIiRpZFwiOlwiN1wiLFwiQ29sb3JcIjp7XCIkaWRcIjpcIjhcIixcIkFcIjoyNTUsXCJSXCI6MjMzLFwiR1wiOjExMyxcIkJcIjo1MH19LFwiSG9yaXpvbnRhbEFsaWdubWVudFwiOjAsXCJJc1Zpc2libGVcIjp0cnVlfSxcIkxlZnRFbmRDYXBzU3R5bGVcIjp7XCIkaWRcIjpcIjlcIixcIkZvbnRTZXR0aW5nc1wiOntcIiRpZFwiOlwiMTBcIixcIkZvbnRTaXplXCI6MTgsXCJGb250TmFtZVwiOlwiQ2FsaWJyaVwiLFwiSXNCb2xkXCI6dHJ1ZSxcIklzSXRhbGljXCI6ZmFsc2UsXCJJc1VuZGVybGluZWRcIjpmYWxzZX0sXCJGb3JlZ3JvdW5kXCI6e1wiJGlkXCI6XCIxMVwiLFwiQ29sb3JcIjp7XCIkaWRcIjpcIjEyXCIsXCJBXCI6MjU1LFwiUlwiOjIzNyxcIkdcIjoxMjUsXCJCXCI6NDl9fSxcIkhvcml6b250YWxBbGlnbm1lbnRcIjowLFwiSXNWaXNpYmxlXCI6ZmFsc2V9LFwiVG9kYXlNYXJrZXJTdHlsZVwiOntcIiRpZFwiOlwiMTNcIixcIlRvZGF5VGV4dFN0eWxlXCI6e1wiJGlkXCI6XCIxNFwiLFwiRm9udFNldHRpbmdzXCI6e1wiJGlkXCI6XCIxNVwiLFwiRm9udFNpemVcIjoxMixcIkZvbnROYW1lXCI6XCJDYWxpYnJpXCIsXCJJc0JvbGRcIjpmYWxzZSxcIklzSXRhbGljXCI6ZmFsc2UsXCJJc1VuZGVybGluZWRcIjpmYWxzZX0sXCJGb3JlZ3JvdW5kXCI6e1wiJGlkXCI6XCIxNlwiLFwiQ29sb3JcIjp7XCIkaWRcIjpcIjE3XCIsXCJBXCI6MjU1LFwiUlwiOjAsXCJHXCI6MCxcIkJcIjowfX0sXCJIb3Jpem9udGFsQWxpZ25tZW50XCI6MCxcIklzVmlzaWJsZVwiOnRydWV9LFwiVG9kYXlNYXJrZXJTaGFwZVN0eWxlXCI6e1wiJGlkXCI6XCIxOFwiLFwiTWFyZ2luXCI6e1wiJGlkXCI6XCIxOVwiLFwiVG9wXCI6MC4wLFwiTGVmdFwiOjAuMCxcIlJpZ2h0XCI6MC4wLFwiQm90dG9tXCI6MC4wfSxcIlBhZGRpbmdcIjp7XCIkaWRcIjpcIjIwXCIsXCJUb3BcIjowLjAsXCJMZWZ0XCI6MC4wLFwiUmlnaHRcIjowLjAsXCJCb3R0b21cIjowLjB9LFwiQmFja2dyb3VuZFwiOntcIiRpZFwiOlwiMjFcIixcIkNvbG9yXCI6e1wiJGlkXCI6XCIyMlwiLFwiQVwiOjI1NSxcIlJcIjoyNTUsXCJHXCI6MCxcIkJcIjowfX0sXCJJc1Zpc2libGVcIjp0cnVlLFwiV2lkdGhcIjowLjAsXCJIZWlnaHRcIjowLjAsXCJCb3JkZXJTdHlsZVwiOm51bGx9LFwiVG9kYXlNYXJrZXJQb3NpdGlvblwiOjMsXCJJc1Zpc2libGVcIjp0cnVlfSxcIlNjYWxlU3R5bGVcIjp7XCIkaWRcIjpcIjIzXCIsXCJTaG93U2VnbWVudFNlcGFyYXRvcnNcIjp0cnVlLFwiU2VnbWVudFNlcGFyYXRvck9wYWNpdHlcIjozMCxcIlNoYXBlXCI6MyxcIlNlZ21lbnRUZXh0U3R5bGVcIjp7XCIkaWRcIjpcIjI0XCIsXCJGb250U2V0dGluZ3NcIjp7XCIkaWRcIjpcIjI1XCIsXCJGb250U2l6ZVwiOjEyLFwiRm9udE5hbWVcIjpcIkNhbGlicmlcIixcIklzQm9sZFwiOmZhbHNlLFwiSXNJdGFsaWNcIjpmYWxzZSxcIklzVW5kZXJsaW5lZFwiOmZhbHNlfSxcIkZvcmVncm91bmRcIjp7XCIkaWRcIjpcIjI2XCIsXCJDb2xvclwiOntcIiRpZFwiOlwiMjdcIixcIkFcIjoyNTUsXCJSXCI6MjMyLFwiR1wiOjIzMixcIkJcIjoyMzJ9fSxcIkhvcml6b250YWxBbGlnbm1lbnRcIjowLFwiSXNWaXNpYmxlXCI6dHJ1ZX0sXCJTaGFwZVN0eWxlXCI6e1wiJGlkXCI6XCIyOFwiLFwiTWFyZ2luXCI6e1wiJGlkXCI6XCIyOVwiLFwiVG9wXCI6MC4wLFwiTGVmdFwiOjEwLjAsXCJSaWdodFwiOjEwLjAsXCJCb3R0b21cIjowLjB9LFwiUGFkZGluZ1wiOntcIiRpZFwiOlwiMzBcIixcIlRvcFwiOjAuMCxcIkxlZnRcIjowLjAsXCJSaWdodFwiOjAuMCxcIkJvdHRvbVwiOjAuMH0sXCJCYWNrZ3JvdW5kXCI6e1wiJGlkXCI6XCIzMVwiLFwiQ29sb3JcIjp7XCIkaWRcIjpcIjMyXCIsXCJBXCI6MjU1LFwiUlwiOjE0LFwiR1wiOjQwLFwiQlwiOjY1fX0sXCJJc1Zpc2libGVcIjp0cnVlLFwiV2lkdGhcIjo4NTguMCxcIkhlaWdodFwiOjIwLjAsXCJCb3JkZXJTdHlsZVwiOntcIiRpZFwiOlwiMzNcIixcIkxpbmVTdHlsZVwiOntcIiRpZFwiOlwiMzRcIixcIkxpbmVDb2xvclwiOntcIiRpZFwiOlwiMzVcIixcIkNvbG9yXCI6e1wiJGlkXCI6XCIzNlwiLFwiQVwiOjI1NSxcIlJcIjoyNTUsXCJHXCI6MCxcIkJcIjowfX0sXCJMaW5lV2VpZ2h0XCI6MC4wLFwiTGluZVR5cGVcIjowfSxcIklzVmlzaWJsZVwiOmZhbHNlfX19LFwiRWxhcHNlZFRpbWVTdHlsZVwiOntcIiRpZFwiOlwiMzdcIixcIkVsYXBzZWRUaW1lQmFja2dyb3VuZFwiOntcIiRpZFwiOlwiMzhcIixcIkNvbG9yXCI6e1wiJGlkXCI6XCIzOVwiLFwiQVwiOjE5MSxcIlJcIjoyNTUsXCJHXCI6MCxcIkJcIjowfX0sXCJFbGFwc2VkVGltZUZvcm1hdFwiOjEsXCJJc1Zpc2libGVcIjp0cnVlfSxcIk1hcmdpblwiOntcIiRpZFwiOlwiNDBcIixcIlRvcFwiOjAuMCxcIkxlZnRcIjoxMC4wLFwiUmlnaHRcIjoxMC4wLFwiQm90dG9tXCI6MC4wfSxcIlBhZGRpbmdcIjp7XCIkaWRcIjpcIjQxXCIsXCJUb3BcIjowLjAsXCJMZWZ0XCI6MC4wLFwiUmlnaHRcIjowLjAsXCJCb3R0b21cIjowLjB9LFwiQmFja2dyb3VuZFwiOntcIiRpZFwiOlwiNDJcIixcIkNvbG9yXCI6e1wiJGlkXCI6XCI0M1wiLFwiQVwiOjI1NSxcIlJcIjo0NyxcIkdcIjo1NCxcIkJcIjoxNTN9fSxcIklzVmlzaWJsZVwiOmZhbHNlLFwiV2lkdGhcIjowLjAsXCJIZWlnaHRcIjowLjAsXCJCb3JkZXJTdHlsZVwiOm51bGx9LFwiVGFza1N0eWxlXCI6e1wiJGlkXCI6XCI0NFwiLFwiU2hhcGVcIjozLFwiU2hhcGVUaGlja25lc3NcIjowLFwiRHVyYXRpb25Gb3JtYXRcIjowLFwiUGVyY2VudGFnZUNvbXBsZXRlVGV4dFN0eWxlXCI6e1wiJGlkXCI6XCI0NVwiLFwiRm9udFNldHRpbmdzXCI6e1wiJGlkXCI6XCI0NlwiLFwiRm9udFNpemVcIjoxMCxcIkZvbnROYW1lXCI6XCJDYWxpYnJpXCIsXCJJc0JvbGRcIjpmYWxzZSxcIklzSXRhbGljXCI6ZmFsc2UsXCJJc1VuZGVybGluZWRcIjpmYWxzZX0sXCJGb3JlZ3JvdW5kXCI6e1wiJGlkXCI6XCI0N1wiLFwiQ29sb3JcIjp7XCIkaWRcIjpcIjQ4XCIsXCJBXCI6MjU1LFwiUlwiOjIzMixcIkdcIjoyMzIsXCJCXCI6MjMyfX0sXCJIb3Jpem9udGFsQWxpZ25tZW50XCI6MSxcIklzVmlzaWJsZVwiOnRydWV9LFwiUGVyY2VudGFnZUNvbXBsZXRlSGlnaGxpZ2h0U3R5bGVcIjp7XCIkaWRcIjpcIjQ5XCIsXCJCYWNrZ3JvdW5kXCI6e1wiJGlkXCI6XCI1MFwiLFwiQ29sb3JcIjp7XCIkaWRcIjpcIjUxXCIsXCJBXCI6ODksXCJSXCI6MCxcIkdcIjowLFwiQlwiOjB9fX0sXCJEdXJhdGlvblN0eWxlXCI6e1wiJGlkXCI6XCI1MlwiLFwiRm9udFNldHRpbmdzXCI6e1wiJGlkXCI6XCI1M1wiLFwiRm9udFNpemVcIjoxMCxcIkZvbnROYW1lXCI6XCJDYWxpYnJpXCIsXCJJc0JvbGRcIjpmYWxzZSxcIklzSXRhbGljXCI6ZmFsc2UsXCJJc1VuZGVybGluZWRcIjpmYWxzZX0sXCJGb3JlZ3JvdW5kXCI6e1wiJGlkXCI6XCI1NFwiLFwiQ29sb3JcIjp7XCIkaWRcIjpcIjU1XCIsXCJBXCI6MjU1LFwiUlwiOjIzNyxcIkdcIjoxMjUsXCJCXCI6NDl9fSxcIkhvcml6b250YWxBbGlnbm1lbnRcIjowLFwiSXNWaXNpYmxlXCI6ZmFsc2V9LFwiSG9yaXpvbnRhbENvbm5lY3RvclN0eWxlXCI6e1wiJGlkXCI6XCI1NlwiLFwiTGluZVN0eWxlXCI6e1wiJGlkXCI6XCI1N1wiLFwiTGluZUNvbG9yXCI6e1wiJGlkXCI6XCI1OFwiLFwiQ29sb3JcIjp7XCIkaWRcIjpcIjU5XCIsXCJBXCI6NTEsXCJSXCI6MjEsXCJHXCI6OTYsXCJCXCI6MTMwfX0sXCJMaW5lV2VpZ2h0XCI6MS4wLFwiTGluZVR5cGVcIjowfSxcIklzVmlzaWJsZVwiOnRydWV9LFwiVmVydGljYWxDb25uZWN0b3JTdHlsZVwiOntcIiRpZFwiOlwiNjBcIixcIkxpbmVTdHlsZVwiOntcIiRpZFwiOlwiNjFcIixcIkxpbmVDb2xvclwiOntcIiRpZFwiOlwiNjJcIixcIkNvbG9yXCI6e1wiJGlkXCI6XCI2M1wiLFwiQVwiOjUxLFwiUlwiOjIxLFwiR1wiOjk2LFwiQlwiOjEzMH19LFwiTGluZVdlaWdodFwiOjEuMCxcIkxpbmVUeXBlXCI6MH0sXCJJc1Zpc2libGVcIjpmYWxzZX0sXCJNYXJnaW5cIjp7XCIkaWRcIjpcIjY0XCIsXCJUb3BcIjowLjAsXCJMZWZ0XCI6MC4wLFwiUmlnaHRcIjowLjAsXCJCb3R0b21cIjowLjB9LFwiU3RhcnREYXRlUG9zaXRpb25cIjo0LFwiRW5kRGF0ZVBvc2l0aW9uXCI6NCxcIlRpdGxlUG9zaXRpb25cIjozLFwiRHVyYXRpb25Qb3NpdGlvblwiOjAsXCJQZXJjZW50YWdlQ29tcGxldGVkUG9zaXRpb25cIjoyLFwiVmFyaWFuY2VQb3NpdGlvblwiOjIsXCJTcGFjaW5nXCI6MyxcIklzQmVsb3dUaW1lYmFuZFwiOmZhbHNlLFwiQmFzZWxpbmVTdHlsZVwiOntcIiRpZFwiOlwiNjVcIixcIkJhc2VsaW5lU2hhcGVTdHlsZVwiOntcIiRpZFwiOlwiNjZcIixcIk1hcmdpblwiOntcIiRpZFwiOlwiNjdcIixcIlRvcFwiOjAuMCxcIkxlZnRcIjowLjAsXCJSaWdodFwiOjAuMCxcIkJvdHRvbVwiOjAuMH0sXCJQYWRkaW5nXCI6e1wiJGlkXCI6XCI2OFwiLFwiVG9wXCI6MC4wLFwiTGVmdFwiOjAuMCxcIlJpZ2h0XCI6MC4wLFwiQm90dG9tXCI6MC4wfSxcIkJhY2tncm91bmRcIjp7XCIkaWRcIjpcIjY5XCIsXCJDb2xvclwiOntcIiRpZFwiOlwiNzBcIixcIkFcIjoxNTMsXCJSXCI6MCxcIkdcIjowLFwiQlwiOjB9fSxcIklzVmlzaWJsZVwiOmZhbHNlLFwiV2lkdGhcIjowLjAsXCJIZWlnaHRcIjowLjAsXCJCb3JkZXJTdHlsZVwiOntcIiRpZFwiOlwiNzFcIixcIkxpbmVTdHlsZVwiOntcIiRpZFwiOlwiNzJcIixcIkxpbmVDb2xvclwiOntcIiRpZFwiOlwiNzNcIixcIkNvbG9yXCI6e1wiJGlkXCI6XCI3NFwiLFwiQVwiOjI1NSxcIlJcIjoyNTUsXCJHXCI6MCxcIkJcIjowfX0sXCJMaW5lV2VpZ2h0XCI6Mi4wLFwiTGluZVR5cGVcIjowfSxcIklzVmlzaWJsZVwiOmZhbHNlfX19LFwiU2hhcGVTdHlsZVwiOntcIiRpZFwiOlwiNzVcIixcIk1hcmdpblwiOntcIiRpZFwiOlwiNzZcIixcIlRvcFwiOjAuMCxcIkxlZnRcIjo0LjAsXCJSaWdodFwiOjQuMCxcIkJvdHRvbVwiOjAuMH0sXCJQYWRkaW5nXCI6e1wiJGlkXCI6XCI3N1wiLFwiVG9wXCI6MC4wLFwiTGVmdFwiOjAuMCxcIlJpZ2h0XCI6MC4wLFwiQm90dG9tXCI6MC4wfSxcIkJhY2tncm91bmRcIjp7XCIkaWRcIjpcIjc4XCIsXCJDb2xvclwiOntcIiRpZFwiOlwiNzlcIixcIkFcIjoyNTUsXCJSXCI6MjEsXCJHXCI6OTYsXCJCXCI6MTMwfX0sXCJJc1Zpc2libGVcIjp0cnVlLFwiV2lkdGhcIjowLjAsXCJIZWlnaHRcIjoxMC4wLFwiQm9yZGVyU3R5bGVcIjp7XCIkaWRcIjpcIjgwXCIsXCJMaW5lU3R5bGVcIjp7XCIkaWRcIjpcIjgxXCIsXCJMaW5lQ29sb3JcIjp7XCIkaWRcIjpcIjgyXCIsXCJDb2xvclwiOntcIiRpZFwiOlwiODNcIixcIkFcIjoyNTUsXCJSXCI6MjM0LFwiR1wiOjIyLFwiQlwiOjMwfX0sXCJMaW5lV2VpZ2h0XCI6Mi4wLFwiTGluZVR5cGVcIjowfSxcIklzVmlzaWJsZVwiOmZhbHNlfX0sXCJUaXRsZVN0eWxlXCI6e1wiJGlkXCI6XCI4NFwiLFwiRm9udFNldHRpbmdzXCI6e1wiJGlkXCI6XCI4NVwiLFwiRm9udFNpemVcIjoxMSxcIkZvbnROYW1lXCI6XCJDYWxpYnJpXCIsXCJJc0JvbGRcIjpmYWxzZSxcIklzSXRhbGljXCI6ZmFsc2UsXCJJc1VuZGVybGluZWRcIjpmYWxzZX0sXCJGb3JlZ3JvdW5kXCI6e1wiJGlkXCI6XCI4NlwiLFwiQ29sb3JcIjp7XCIkaWRcIjpcIjg3XCIsXCJBXCI6MjU1LFwiUlwiOjAsXCJHXCI6MCxcIkJcIjowfX0sXCJIb3Jpem9udGFsQWxpZ25tZW50XCI6MixcIklzVmlzaWJsZVwiOnRydWV9LFwiRGF0ZVN0eWxlXCI6e1wiJGlkXCI6XCI4OFwiLFwiRm9udFNldHRpbmdzXCI6e1wiJGlkXCI6XCI4OVwiLFwiRm9udFNpemVcIjoxMCxcIkZvbnROYW1lXCI6XCJDYWxpYnJpXCIsXCJJc0JvbGRcIjpmYWxzZSxcIklzSXRhbGljXCI6ZmFsc2UsXCJJc1VuZGVybGluZWRcIjpmYWxzZX0sXCJGb3JlZ3JvdW5kXCI6e1wiJGlkXCI6XCI5MFwiLFwiQ29sb3JcIjp7XCIkaWRcIjpcIjkxXCIsXCJBXCI6MjU1LFwiUlwiOjE0LFwiR1wiOjQwLFwiQlwiOjY1fX0sXCJIb3Jpem9udGFsQWxpZ25tZW50XCI6MCxcIklzVmlzaWJsZVwiOnRydWV9LFwiRGF0ZUZvcm1hdFwiOntcIiRpZFwiOlwiOTJ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OTNcIixcIkZvcm1hdFwiOjAsXCJJc1Zpc2libGVcIjpmYWxzZSxcIkxhc3RLbm93blZpc2liaWxpdHlTdGF0ZVwiOmZhbHNlfSxcIlZhcmlhbmNlU3R5bGVcIjp7XCIkaWRcIjpcIjk0XCIsXCJWYXJpYW5jZVRleHRTdHlsZVwiOntcIiRpZFwiOlwiOTVcIixcIkZvbnRTZXR0aW5nc1wiOntcIiRpZFwiOlwiOTZcIixcIkZvbnRTaXplXCI6MTAsXCJGb250TmFtZVwiOlwiQ2FsaWJyaVwiLFwiSXNCb2xkXCI6ZmFsc2UsXCJJc0l0YWxpY1wiOmZhbHNlLFwiSXNVbmRlcmxpbmVkXCI6ZmFsc2V9LFwiRm9yZWdyb3VuZFwiOntcIiRpZFwiOlwiOTdcIixcIkNvbG9yXCI6e1wiJGlkXCI6XCI5OFwiLFwiQVwiOjI1NSxcIlJcIjowLFwiR1wiOjAsXCJCXCI6MH19LFwiSG9yaXpvbnRhbEFsaWdubWVudFwiOjAsXCJJc1Zpc2libGVcIjp0cnVlfX19LFwiTWlsZXN0b25lU3R5bGVcIjp7XCIkaWRcIjpcIjk5XCIsXCJTaGFwZVwiOjIsXCJJc0JlbG93VGltZWJhbmRcIjpmYWxzZSxcIlNoYXBlU2l6ZVwiOjEsXCJQYWRkaW5nXCI6e1wiJGlkXCI6XCIxMDBcIixcIlRvcFwiOjUuMCxcIkxlZnRcIjozLjAsXCJSaWdodFwiOjAuMCxcIkJvdHRvbVwiOjIuMH0sXCJTaGFwZVN0eWxlXCI6e1wiJGlkXCI6XCIxMDFcIixcIk1hcmdpblwiOntcIiRpZFwiOlwiMTAyXCIsXCJUb3BcIjowLjAsXCJMZWZ0XCI6MC4wLFwiUmlnaHRcIjowLjAsXCJCb3R0b21cIjowLjB9LFwiUGFkZGluZ1wiOntcIiRpZFwiOlwiMTAzXCIsXCJUb3BcIjowLjAsXCJMZWZ0XCI6MC4wLFwiUmlnaHRcIjowLjAsXCJCb3R0b21cIjowLjB9LFwiQmFja2dyb3VuZFwiOntcIiRpZFwiOlwiMTA0XCIsXCJDb2xvclwiOntcIiRpZFwiOlwiMTA1XCIsXCJBXCI6MjU1LFwiUlwiOjIzMyxcIkdcIjoxMTMsXCJCXCI6NTB9fSxcIklzVmlzaWJsZVwiOnRydWUsXCJXaWR0aFwiOjE4LjAsXCJIZWlnaHRcIjoyMC4wLFwiQm9yZGVyU3R5bGVcIjp7XCIkaWRcIjpcIjEwNlwiLFwiTGluZVN0eWxlXCI6e1wiJGlkXCI6XCIxMDdcIixcIkxpbmVDb2xvclwiOntcIiRpZFwiOlwiMTA4XCIsXCJDb2xvclwiOntcIiRpZFwiOlwiMTA5XCIsXCJBXCI6MjU1LFwiUlwiOjIzNCxcIkdcIjoyMixcIkJcIjozMH19LFwiTGluZVdlaWdodFwiOjIuMCxcIkxpbmVUeXBlXCI6MH0sXCJJc1Zpc2libGVcIjpmYWxzZX19LFwiVGl0bGVTdHlsZVwiOntcIiRpZFwiOlwiMTEwXCIsXCJGb250U2V0dGluZ3NcIjp7XCIkaWRcIjpcIjExMVwiLFwiRm9udFNpemVcIjoxMSxcIkZvbnROYW1lXCI6XCJDYWxpYnJpXCIsXCJJc0JvbGRcIjp0cnVlLFwiSXNJdGFsaWNcIjpmYWxzZSxcIklzVW5kZXJsaW5lZFwiOmZhbHNlfSxcIkZvcmVncm91bmRcIjp7XCIkaWRcIjpcIjExMlwiLFwiQ29sb3JcIjp7XCIkaWRcIjpcIjExM1wiLFwiQVwiOjI1NSxcIlJcIjowLFwiR1wiOjAsXCJCXCI6MH19LFwiSG9yaXpvbnRhbEFsaWdubWVudFwiOjAsXCJJc1Zpc2libGVcIjp0cnVlfSxcIkRhdGVTdHlsZVwiOntcIiRpZFwiOlwiMTE0XCIsXCJGb250U2V0dGluZ3NcIjp7XCIkaWRcIjpcIjExNVwiLFwiRm9udFNpemVcIjoxMCxcIkZvbnROYW1lXCI6XCJDYWxpYnJpXCIsXCJJc0JvbGRcIjpmYWxzZSxcIklzSXRhbGljXCI6ZmFsc2UsXCJJc1VuZGVybGluZWRcIjpmYWxzZX0sXCJGb3JlZ3JvdW5kXCI6e1wiJGlkXCI6XCIxMTZcIixcIkNvbG9yXCI6e1wiJGlkXCI6XCIxMTdcIixcIkFcIjoyNTUsXCJSXCI6MTQsXCJHXCI6NDAsXCJCXCI6NjV9fSxcIkhvcml6b250YWxBbGlnbm1lbnRcIjowLFwiSXNWaXNpYmxlXCI6dHJ1ZX0sXCJEYXRlRm9ybWF0XCI6e1wiJGlkXCI6XCIxMThcIixcIkZvcm1hdFN0cmluZ1wiOlwiTU1NIGQsIHl5eXlcIixcIlNlcGFyYXRvclwiOlwiL1wiLFwiVXNlSW50ZXJuYXRpb25hbERhdGVGb3JtYXRcIjpmYWxzZSxcIkRhdGVJc1Zpc2libGVcIjp0cnVlLFwiVGltZUlzVmlzaWJsZVwiOmZhbHNlLFwiSG91ckRpZ2l0c1wiOjEsXCJBbVBtRGVzaWduYXRvclwiOjIsXCJUcmltMDBNaW51dGVzXCI6ZmFsc2V9LFwiV2Vla051bWJlcmluZ1wiOntcIiRpZFwiOlwiMTE5XCIsXCJGb3JtYXRcIjowLFwiSXNWaXNpYmxlXCI6ZmFsc2UsXCJMYXN0S25vd25WaXNpYmlsaXR5U3RhdGVcIjpmYWxzZX0sXCJWYXJpYW5jZVN0eWxlXCI6e1wiJGlkXCI6XCIxMjBcIixcIlZhcmlhbmNlVGV4dFN0eWxlXCI6e1wiJGlkXCI6XCIxMjFcIixcIkZvbnRTZXR0aW5nc1wiOntcIiRpZFwiOlwiMTIyXCIsXCJGb250U2l6ZVwiOjEwLFwiRm9udE5hbWVcIjpcIkNhbGlicmlcIixcIklzQm9sZFwiOmZhbHNlLFwiSXNJdGFsaWNcIjpmYWxzZSxcIklzVW5kZXJsaW5lZFwiOmZhbHNlfSxcIkZvcmVncm91bmRcIjp7XCIkaWRcIjpcIjEyM1wiLFwiQ29sb3JcIjp7XCIkaWRcIjpcIjEyNFwiLFwiQVwiOjI1NSxcIlJcIjowLFwiR1wiOjAsXCJCXCI6MH19LFwiSG9yaXpvbnRhbEFsaWdubWVudFwiOjAsXCJJc1Zpc2libGVcIjp0cnVlfX19LFwiTW90U3R5bGVcIjp7XCIkaWRcIjpcIjEyNVwiLFwiU2hhcGVcIjoyLFwiU2hhcGVTaXplXCI6MSxcIkRldGFpbHNTcGFjaW5nXCI6MC4wLFwiUGFkZGluZ1wiOntcIiRpZFwiOlwiMTI2XCIsXCJUb3BcIjo1LjAsXCJMZWZ0XCI6My4wLFwiUmlnaHRcIjowLjAsXCJCb3R0b21cIjoyLjB9LFwiUG9zaXRpb25PblRhc2tcIjoxLFwiU2hhcGVTdHlsZVwiOntcIiRpZFwiOlwiMTI3XCIsXCJNYXJnaW5cIjp7XCIkaWRcIjpcIjEyOFwiLFwiVG9wXCI6MC4wLFwiTGVmdFwiOjAuMCxcIlJpZ2h0XCI6MC4wLFwiQm90dG9tXCI6MC4wfSxcIlBhZGRpbmdcIjp7XCIkaWRcIjpcIjEyOVwiLFwiVG9wXCI6MC4wLFwiTGVmdFwiOjAuMCxcIlJpZ2h0XCI6MC4wLFwiQm90dG9tXCI6MC4wfSxcIkJhY2tncm91bmRcIjp7XCIkaWRcIjpcIjEzMFwiLFwiQ29sb3JcIjp7XCIkaWRcIjpcIjEzMVwiLFwiQVwiOjI1NSxcIlJcIjoyMzMsXCJHXCI6MTEzLFwiQlwiOjUwfX0sXCJJc1Zpc2libGVcIjp0cnVlLFwiV2lkdGhcIjoxMy4wLFwiSGVpZ2h0XCI6MTMuMCxcIkJvcmRlclN0eWxlXCI6e1wiJGlkXCI6XCIxMzJcIixcIkxpbmVTdHlsZVwiOntcIiRpZFwiOlwiMTMzXCIsXCJMaW5lQ29sb3JcIjp7XCIkaWRcIjpcIjEzNFwiLFwiQ29sb3JcIjp7XCIkaWRcIjpcIjEzNVwiLFwiQVwiOjI1NSxcIlJcIjoyMzQsXCJHXCI6MjIsXCJCXCI6MzB9fSxcIkxpbmVXZWlnaHRcIjoyLjAsXCJMaW5lVHlwZVwiOjB9LFwiSXNWaXNpYmxlXCI6ZmFsc2V9fSxcIlRpdGxlU3R5bGVcIjp7XCIkaWRcIjpcIjEzNlwiLFwiRm9udFNldHRpbmdzXCI6e1wiJGlkXCI6XCIxMzdcIixcIkZvbnRTaXplXCI6MTEsXCJGb250TmFtZVwiOlwiQ2FsaWJyaVwiLFwiSXNCb2xkXCI6dHJ1ZSxcIklzSXRhbGljXCI6ZmFsc2UsXCJJc1VuZGVybGluZWRcIjpmYWxzZX0sXCJGb3JlZ3JvdW5kXCI6e1wiJGlkXCI6XCIxMzhcIixcIkNvbG9yXCI6e1wiJGlkXCI6XCIxMzlcIixcIkFcIjoyNTUsXCJSXCI6MCxcIkdcIjowLFwiQlwiOjB9fSxcIkhvcml6b250YWxBbGlnbm1lbnRcIjowLFwiSXNWaXNpYmxlXCI6dHJ1ZX0sXCJEYXRlU3R5bGVcIjp7XCIkaWRcIjpcIjE0MFwiLFwiRm9udFNldHRpbmdzXCI6e1wiJGlkXCI6XCIxNDFcIixcIkZvbnRTaXplXCI6MTAsXCJGb250TmFtZVwiOlwiQ2FsaWJyaVwiLFwiSXNCb2xkXCI6ZmFsc2UsXCJJc0l0YWxpY1wiOmZhbHNlLFwiSXNVbmRlcmxpbmVkXCI6ZmFsc2V9LFwiRm9yZWdyb3VuZFwiOntcIiRpZFwiOlwiMTQyXCIsXCJDb2xvclwiOntcIiRpZFwiOlwiMTQzXCIsXCJBXCI6MjU1LFwiUlwiOjE0LFwiR1wiOjQwLFwiQlwiOjY1fX0sXCJIb3Jpem9udGFsQWxpZ25tZW50XCI6MCxcIklzVmlzaWJsZVwiOnRydWV9LFwiRGF0ZUZvcm1hdFwiOntcIiRpZFwiOlwiMTQ0XCIsXCJGb3JtYXRTdHJpbmdcIjpcIk1NTSBkLCB5eXl5XCIsXCJTZXBhcmF0b3JcIjpcIi9cIixcIlVzZUludGVybmF0aW9uYWxEYXRlRm9ybWF0XCI6ZmFsc2UsXCJEYXRlSXNWaXNpYmxlXCI6dHJ1ZSxcIlRpbWVJc1Zpc2libGVcIjpmYWxzZSxcIkhvdXJEaWdpdHNcIjoxLFwiQW1QbURlc2lnbmF0b3JcIjoyLFwiVHJpbTAwTWludXRlc1wiOmZhbHNlfSxcIldlZWtOdW1iZXJpbmdcIjp7XCIkaWRcIjpcIjE0NVwiLFwiRm9ybWF0XCI6MCxcIklzVmlzaWJsZVwiOmZhbHNlLFwiTGFzdEtub3duVmlzaWJpbGl0eVN0YXRlXCI6ZmFsc2V9LFwiVmFyaWFuY2VTdHlsZVwiOntcIiRpZFwiOlwiMTQ2XCIsXCJWYXJpYW5jZVRleHRTdHlsZVwiOntcIiRpZFwiOlwiMTQ3XCIsXCJGb250U2V0dGluZ3NcIjp7XCIkaWRcIjpcIjE0OFwiLFwiRm9udFNpemVcIjoxMCxcIkZvbnROYW1lXCI6XCJDYWxpYnJpXCIsXCJJc0JvbGRcIjpmYWxzZSxcIklzSXRhbGljXCI6ZmFsc2UsXCJJc1VuZGVybGluZWRcIjpmYWxzZX0sXCJGb3JlZ3JvdW5kXCI6e1wiJGlkXCI6XCIxNDlcIixcIkNvbG9yXCI6e1wiJGlkXCI6XCIxNTBcIixcIkFcIjoyNTUsXCJSXCI6MCxcIkdcIjowLFwiQlwiOjB9fSxcIkhvcml6b250YWxBbGlnbm1lbnRcIjowLFwiSXNWaXNpYmxlXCI6dHJ1ZX19fSxcIlN3aW1sYW5lVjJTdHlsZVwiOntcIiRpZFwiOlwiMTUxXCIsXCJTdHlsZUlkXCI6XCIzMzJjZmIxMy1iNDAxLTRlYzMtYjY1NS03Mzk2OGQwNGQ3NDlcIixcIk5hbWVcIjpcIlN3aW1sYW5lIFN0eWxlIDFcIixcIkhlYWRlclN0eWxlXCI6e1wiJGlkXCI6XCIxNTJcIixcIlRleHRTdHlsZVwiOntcIiRpZFwiOlwiMTUzXCIsXCJGb250U2V0dGluZ3NcIjp7XCIkaWRcIjpcIjE1NFwiLFwiRm9udFNpemVcIjoxMSxcIkZvbnROYW1lXCI6XCJDYWxpYnJpXCIsXCJJc0JvbGRcIjpmYWxzZSxcIklzSXRhbGljXCI6ZmFsc2UsXCJJc1VuZGVybGluZWRcIjpmYWxzZX0sXCJGb3JlZ3JvdW5kXCI6e1wiJGlkXCI6XCIxNTVcIixcIkNvbG9yXCI6e1wiJGlkXCI6XCIxNTZcIixcIkFcIjoyNTUsXCJSXCI6MjU1LFwiR1wiOjI1NSxcIkJcIjoyNTV9fSxcIkhvcml6b250YWxBbGlnbm1lbnRcIjowLFwiSXNWaXNpYmxlXCI6dHJ1ZX0sXCJSZWN0YW5nbGVTdHlsZVwiOntcIiRpZFwiOlwiMTU3XCIsXCJNYXJnaW5cIjp7XCIkaWRcIjpcIjE1OFwiLFwiVG9wXCI6MC4wLFwiTGVmdFwiOjAuMCxcIlJpZ2h0XCI6MC4wLFwiQm90dG9tXCI6MC4wfSxcIlBhZGRpbmdcIjp7XCIkaWRcIjpcIjE1OVwiLFwiVG9wXCI6MC4wLFwiTGVmdFwiOjAuMCxcIlJpZ2h0XCI6MC4wLFwiQm90dG9tXCI6MC4wfSxcIkJhY2tncm91bmRcIjp7XCIkaWRcIjpcIjE2MFwiLFwiQ29sb3JcIjp7XCIkaWRcIjpcIjE2MVwiLFwiQVwiOjI1NSxcIlJcIjoyMSxcIkdcIjo5NixcIkJcIjoxMzB9fSxcIklzVmlzaWJsZVwiOnRydWUsXCJXaWR0aFwiOjAuMCxcIkhlaWdodFwiOjAuMCxcIkJvcmRlclN0eWxlXCI6e1wiJGlkXCI6XCIxNjJcIixcIkxpbmVTdHlsZVwiOntcIiRpZFwiOlwiMTYzXCIsXCJMaW5lQ29sb3JcIjp7XCIkaWRcIjpcIjE2NFwiLFwiQ29sb3JcIjp7XCIkaWRcIjpcIjE2NVwiLFwiQVwiOjI1NSxcIlJcIjoyNTUsXCJHXCI6MjU1LFwiQlwiOjI1NX19LFwiTGluZVdlaWdodFwiOjAuMCxcIkxpbmVUeXBlXCI6MH0sXCJJc1Zpc2libGVcIjpmYWxzZX19fSxcIkJhY2tncm91bmRTdHlsZVwiOntcIiRpZFwiOlwiMTY2XCIsXCJNYXJnaW5cIjp7XCIkaWRcIjpcIjE2N1wiLFwiVG9wXCI6MC4wLFwiTGVmdFwiOjAuMCxcIlJpZ2h0XCI6MC4wLFwiQm90dG9tXCI6MC4wfSxcIlBhZGRpbmdcIjp7XCIkaWRcIjpcIjE2OFwiLFwiVG9wXCI6MC4wLFwiTGVmdFwiOjAuMCxcIlJpZ2h0XCI6MC4wLFwiQm90dG9tXCI6MC4wfSxcIkJhY2tncm91bmRcIjp7XCIkaWRcIjpcIjE2OVwiLFwiQ29sb3JcIjp7XCIkaWRcIjpcIjE3MFwiLFwiQVwiOjUxLFwiUlwiOjIwMCxcIkdcIjoyMDAsXCJCXCI6MjAwfX0sXCJJc1Zpc2libGVcIjp0cnVlLFwiV2lkdGhcIjowLjAsXCJIZWlnaHRcIjowLjAsXCJCb3JkZXJTdHlsZVwiOntcIiRpZFwiOlwiMTcxXCIsXCJMaW5lU3R5bGVcIjp7XCIkaWRcIjpcIjE3MlwiLFwiTGluZUNvbG9yXCI6e1wiJGlkXCI6XCIxNzNcIixcIkNvbG9yXCI6e1wiJGlkXCI6XCIxNzRcIixcIkFcIjoyNTUsXCJSXCI6MjM0LFwiR1wiOjIyLFwiQlwiOjMwfX0sXCJMaW5lV2VpZ2h0XCI6Mi4wLFwiTGluZVR5cGVcIjowfSxcIklzVmlzaWJsZVwiOmZhbHNlfX0sXCJJc0Fib3ZlVGltZWJhbmRcIjpmYWxzZSxcIlNwYWNpbmdcIjozLFwiRGVmYXVsdFN3aW1sYW5lQWN0aXZpdHlTdHlsZVwiOntcIiRpZFwiOlwiMTc1XCIsXCJIZWFkZXJTdHlsZVwiOntcIiRpZFwiOlwiMTc2XCIsXCJUZXh0U3R5bGVcIjp7XCIkaWRcIjpcIjE3N1wiLFwiRm9udFNldHRpbmdzXCI6e1wiJGlkXCI6XCIxNzhcIixcIkZvbnRTaXplXCI6MTEsXCJGb250TmFtZVwiOlwiQ2FsaWJyaVwiLFwiSXNCb2xkXCI6ZmFsc2UsXCJJc0l0YWxpY1wiOmZhbHNlLFwiSXNVbmRlcmxpbmVkXCI6ZmFsc2V9LFwiRm9yZWdyb3VuZFwiOntcIiRpZFwiOlwiMTc5XCIsXCJDb2xvclwiOntcIiRpZFwiOlwiMTgwXCIsXCJBXCI6MjU1LFwiUlwiOjAsXCJHXCI6MCxcIkJcIjowfX0sXCJIb3Jpem9udGFsQWxpZ25tZW50XCI6MCxcIklzVmlzaWJsZVwiOnRydWV9LFwiUmVjdGFuZ2xlU3R5bGVcIjp7XCIkaWRcIjpcIjE4MVwiLFwiTWFyZ2luXCI6e1wiJGlkXCI6XCIxODJcIixcIlRvcFwiOjAuMCxcIkxlZnRcIjowLjAsXCJSaWdodFwiOjAuMCxcIkJvdHRvbVwiOjAuMH0sXCJQYWRkaW5nXCI6e1wiJGlkXCI6XCIxODNcIixcIlRvcFwiOjAuMCxcIkxlZnRcIjowLjAsXCJSaWdodFwiOjAuMCxcIkJvdHRvbVwiOjAuMH0sXCJCYWNrZ3JvdW5kXCI6e1wiJGlkXCI6XCIxODRcIixcIkNvbG9yXCI6e1wiJGlkXCI6XCIxODVcIixcIkFcIjo2MyxcIlJcIjoyMSxcIkdcIjo5NixcIkJcIjoxMzB9fSxcIklzVmlzaWJsZVwiOnRydWUsXCJXaWR0aFwiOjAuMCxcIkhlaWdodFwiOjAuMCxcIkJvcmRlclN0eWxlXCI6e1wiJGlkXCI6XCIxODZcIixcIkxpbmVTdHlsZVwiOntcIiRpZFwiOlwiMTg3XCIsXCJMaW5lQ29sb3JcIjp7XCIkaWRcIjpcIjE4OFwiLFwiQ29sb3JcIjp7XCIkaWRcIjpcIjE4OVwiLFwiQVwiOjI1NSxcIlJcIjoyNTUsXCJHXCI6MCxcIkJcIjowfX0sXCJMaW5lV2VpZ2h0XCI6MC4wLFwiTGluZVR5cGVcIjowfSxcIklzVmlzaWJsZVwiOmZhbHNlfX19LFwiQmFja2dyb3VuZFN0eWxlXCI6e1wiJGlkXCI6XCIxOTBcIixcIk1hcmdpblwiOntcIiRpZFwiOlwiMTkxXCIsXCJUb3BcIjowLjAsXCJMZWZ0XCI6MC4wLFwiUmlnaHRcIjowLjAsXCJCb3R0b21cIjowLjB9LFwiUGFkZGluZ1wiOntcIiRpZFwiOlwiMTkyXCIsXCJUb3BcIjowLjAsXCJMZWZ0XCI6MC4wLFwiUmlnaHRcIjowLjAsXCJCb3R0b21cIjowLjB9LFwiQmFja2dyb3VuZFwiOntcIiRpZFwiOlwiMTkzXCIsXCJDb2xvclwiOntcIiRpZFwiOlwiMTk0XCIsXCJBXCI6NTEsXCJSXCI6MjAwLFwiR1wiOjIwMCxcIkJcIjoyMDB9fSxcIklzVmlzaWJsZVwiOnRydWUsXCJXaWR0aFwiOjAuMCxcIkhlaWdodFwiOjAuMCxcIkJvcmRlclN0eWxlXCI6e1wiJGlkXCI6XCIxOTVcIixcIkxpbmVTdHlsZVwiOntcIiRpZFwiOlwiMTk2XCIsXCJMaW5lQ29sb3JcIjp7XCIkaWRcIjpcIjE5N1wiLFwiQ29sb3JcIjp7XCIkaWRcIjpcIjE5OFwiLFwiQVwiOjI1NSxcIlJcIjoyMzQsXCJHXCI6MjIsXCJCXCI6MzB9fSxcIkxpbmVXZWlnaHRcIjoyLjAsXCJMaW5lVHlwZVwiOjB9LFwiSXNWaXNpYmxlXCI6ZmFsc2V9fX0sXCJEZWZhdWx0U3dpbWxhbmVNaWxlc3RvbmVTdHlsZVwiOntcIiRpZFwiOlwiMTk5XCIsXCJUaXRsZVBvc2l0aW9uXCI6MCxcIkRhdGVQb3NpdGlvblwiOjIsXCJWYXJpYW5jZVBvc2l0aW9uXCI6MixcIlNoYXBlVHlwZVwiOjEsXCJTaGFwZVNpemVcIjowLFwiU3BhY2luZ1wiOjUsXCJTaGFwZVN0eWxlXCI6e1wiJGlkXCI6XCIyMDBcIixcIk1hcmdpblwiOntcIiRpZFwiOlwiMjAxXCIsXCJUb3BcIjowLjAsXCJMZWZ0XCI6MC4wLFwiUmlnaHRcIjowLjAsXCJCb3R0b21cIjowLjB9LFwiUGFkZGluZ1wiOntcIiRpZFwiOlwiMjAyXCIsXCJUb3BcIjowLjAsXCJMZWZ0XCI6MC4wLFwiUmlnaHRcIjowLjAsXCJCb3R0b21cIjowLjB9LFwiQmFja2dyb3VuZFwiOntcIiRpZFwiOlwiMjAzXCIsXCJDb2xvclwiOntcIiRpZFwiOlwiMjA0XCIsXCJBXCI6MjU1LFwiUlwiOjIxLFwiR1wiOjk2LFwiQlwiOjEzMH19LFwiSXNWaXNpYmxlXCI6dHJ1ZSxcIldpZHRoXCI6MTIuMCxcIkhlaWdodFwiOjE0LjAsXCJCb3JkZXJTdHlsZVwiOntcIiRpZFwiOlwiMjA1XCIsXCJMaW5lU3R5bGVcIjp7XCIkaWRcIjpcIjIwNlwiLFwiTGluZUNvbG9yXCI6e1wiJGlkXCI6XCIyMDdcIixcIkNvbG9yXCI6e1wiJGlkXCI6XCIyMDhcIixcIkFcIjoyNTUsXCJSXCI6MjM0LFwiR1wiOjIyLFwiQlwiOjMwfX0sXCJMaW5lV2VpZ2h0XCI6Mi4wLFwiTGluZVR5cGVcIjowfSxcIklzVmlzaWJsZVwiOmZhbHNlfX0sXCJUaXRsZVN0eWxlXCI6e1wiJGlkXCI6XCIyMDlcIixcIkZvbnRTZXR0aW5nc1wiOntcIiRpZFwiOlwiMjEwXCIsXCJGb250U2l6ZVwiOjExLFwiRm9udE5hbWVcIjpcIkNhbGlicmlcIixcIklzQm9sZFwiOmZhbHNlLFwiSXNJdGFsaWNcIjpmYWxzZSxcIklzVW5kZXJsaW5lZFwiOmZhbHNlfSxcIkZvcmVncm91bmRcIjp7XCIkaWRcIjpcIjIxMVwiLFwiQ29sb3JcIjp7XCIkaWRcIjpcIjIxMlwiLFwiQVwiOjI1NSxcIlJcIjowLFwiR1wiOjAsXCJCXCI6MH19LFwiSG9yaXpvbnRhbEFsaWdubWVudFwiOjIsXCJJc1Zpc2libGVcIjp0cnVlfSxcIkRhdGVTdHlsZVwiOntcIiRpZFwiOlwiMjEzXCIsXCJGb250U2V0dGluZ3NcIjp7XCIkaWRcIjpcIjIxNFwiLFwiRm9udFNpemVcIjoxMCxcIkZvbnROYW1lXCI6XCJDYWxpYnJpXCIsXCJJc0JvbGRcIjpmYWxzZSxcIklzSXRhbGljXCI6ZmFsc2UsXCJJc1VuZGVybGluZWRcIjpmYWxzZX0sXCJGb3JlZ3JvdW5kXCI6e1wiJGlkXCI6XCIyMTVcIixcIkNvbG9yXCI6e1wiJGlkXCI6XCIyMTZcIixcIkFcIjoyNTUsXCJSXCI6MTQsXCJHXCI6NDAsXCJCXCI6NjV9fSxcIkhvcml6b250YWxBbGlnbm1lbnRcIjowLFwiSXNWaXNpYmxlXCI6dHJ1ZX0sXCJEYXRlRm9ybWF0XCI6e1wiJGlkXCI6XCIyMTd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E4XCIsXCJGb3JtYXRcIjowLFwiSXNWaXNpYmxlXCI6ZmFsc2UsXCJMYXN0S25vd25WaXNpYmlsaXR5U3RhdGVcIjpmYWxzZX0sXCJWYXJpYW5jZVN0eWxlXCI6e1wiJGlkXCI6XCIyMTlcIixcIlZhcmlhbmNlVGV4dFN0eWxlXCI6e1wiJGlkXCI6XCIyMjBcIixcIkZvbnRTZXR0aW5nc1wiOntcIiRpZFwiOlwiMjIxXCIsXCJGb250U2l6ZVwiOjEwLFwiRm9udE5hbWVcIjpcIkNhbGlicmlcIixcIklzQm9sZFwiOmZhbHNlLFwiSXNJdGFsaWNcIjpmYWxzZSxcIklzVW5kZXJsaW5lZFwiOmZhbHNlfSxcIkZvcmVncm91bmRcIjp7XCIkaWRcIjpcIjIyMlwiLFwiQ29sb3JcIjp7XCIkaWRcIjpcIjIyM1wiLFwiQVwiOjI1NSxcIlJcIjowLFwiR1wiOjAsXCJCXCI6MH19LFwiSG9yaXpvbnRhbEFsaWdubWVudFwiOjAsXCJJc1Zpc2libGVcIjp0cnVlfX19LFwiRGVmYXVsdFN3aW1sYW5lVGFza1N0eWxlXCI6e1wiJGlkXCI6XCIyMjRcIixcIlNoYXBlXCI6MSxcIlNoYXBlVGhpY2tuZXNzXCI6MCxcIkR1cmF0aW9uRm9ybWF0XCI6MCxcIlBlcmNlbnRhZ2VDb21wbGV0ZVRleHRTdHlsZVwiOntcIiRpZFwiOlwiMjI1XCIsXCJGb250U2V0dGluZ3NcIjp7XCIkaWRcIjpcIjIyNlwiLFwiRm9udFNpemVcIjoxMCxcIkZvbnROYW1lXCI6XCJDYWxpYnJpXCIsXCJJc0JvbGRcIjpmYWxzZSxcIklzSXRhbGljXCI6ZmFsc2UsXCJJc1VuZGVybGluZWRcIjpmYWxzZX0sXCJGb3JlZ3JvdW5kXCI6e1wiJGlkXCI6XCIyMjdcIixcIkNvbG9yXCI6e1wiJGlkXCI6XCIyMjhcIixcIkFcIjoyNTUsXCJSXCI6MjMyLFwiR1wiOjIzMixcIkJcIjoyMzJ9fSxcIkhvcml6b250YWxBbGlnbm1lbnRcIjoxLFwiSXNWaXNpYmxlXCI6dHJ1ZX0sXCJQZXJjZW50YWdlQ29tcGxldGVIaWdobGlnaHRTdHlsZVwiOntcIiRpZFwiOlwiMjI5XCIsXCJCYWNrZ3JvdW5kXCI6e1wiJGlkXCI6XCIyMzBcIixcIkNvbG9yXCI6e1wiJGlkXCI6XCIyMzFcIixcIkFcIjo4OSxcIlJcIjowLFwiR1wiOjAsXCJCXCI6MH19fSxcIkR1cmF0aW9uU3R5bGVcIjp7XCIkaWRcIjpcIjIzMlwiLFwiRm9udFNldHRpbmdzXCI6e1wiJGlkXCI6XCIyMzNcIixcIkZvbnRTaXplXCI6MTAsXCJGb250TmFtZVwiOlwiQ2FsaWJyaVwiLFwiSXNCb2xkXCI6ZmFsc2UsXCJJc0l0YWxpY1wiOmZhbHNlLFwiSXNVbmRlcmxpbmVkXCI6ZmFsc2V9LFwiRm9yZWdyb3VuZFwiOntcIiRpZFwiOlwiMjM0XCIsXCJDb2xvclwiOntcIiRpZFwiOlwiMjM1XCIsXCJBXCI6MjU1LFwiUlwiOjIzNyxcIkdcIjoxMjUsXCJCXCI6NDl9fSxcIkhvcml6b250YWxBbGlnbm1lbnRcIjowLFwiSXNWaXNpYmxlXCI6ZmFsc2V9LFwiTWFyZ2luXCI6e1wiJGlkXCI6XCIyMzZcIixcIlRvcFwiOjAuMCxcIkxlZnRcIjowLjAsXCJSaWdodFwiOjAuMCxcIkJvdHRvbVwiOjAuMH0sXCJTdGFydERhdGVQb3NpdGlvblwiOjMsXCJFbmREYXRlUG9zaXRpb25cIjozLFwiVGl0bGVQb3NpdGlvblwiOjQsXCJEdXJhdGlvblBvc2l0aW9uXCI6MCxcIlBlcmNlbnRhZ2VDb21wbGV0ZWRQb3NpdGlvblwiOjIsXCJWYXJpYW5jZVBvc2l0aW9uXCI6MixcIlNwYWNpbmdcIjozLFwiQmFzZWxpbmVTdHlsZVwiOntcIiRpZFwiOlwiMjM3XCIsXCJCYXNlbGluZVNoYXBlU3R5bGVcIjp7XCIkaWRcIjpcIjIzOFwiLFwiTWFyZ2luXCI6e1wiJGlkXCI6XCIyMzlcIixcIlRvcFwiOjAuMCxcIkxlZnRcIjowLjAsXCJSaWdodFwiOjAuMCxcIkJvdHRvbVwiOjAuMH0sXCJQYWRkaW5nXCI6e1wiJGlkXCI6XCIyNDBcIixcIlRvcFwiOjAuMCxcIkxlZnRcIjowLjAsXCJSaWdodFwiOjAuMCxcIkJvdHRvbVwiOjAuMH0sXCJCYWNrZ3JvdW5kXCI6e1wiJGlkXCI6XCIyNDFcIixcIkNvbG9yXCI6e1wiJGlkXCI6XCIyNDJcIixcIkFcIjoxNTMsXCJSXCI6MCxcIkdcIjowLFwiQlwiOjB9fSxcIklzVmlzaWJsZVwiOmZhbHNlLFwiV2lkdGhcIjowLjAsXCJIZWlnaHRcIjowLjAsXCJCb3JkZXJTdHlsZVwiOntcIiRpZFwiOlwiMjQzXCIsXCJMaW5lU3R5bGVcIjp7XCIkaWRcIjpcIjI0NFwiLFwiTGluZUNvbG9yXCI6e1wiJGlkXCI6XCIyNDVcIixcIkNvbG9yXCI6e1wiJGlkXCI6XCIyNDZcIixcIkFcIjoyNTUsXCJSXCI6MjU1LFwiR1wiOjAsXCJCXCI6MH19LFwiTGluZVdlaWdodFwiOjIuMCxcIkxpbmVUeXBlXCI6MH0sXCJJc1Zpc2libGVcIjpmYWxzZX19fSxcIlNoYXBlU3R5bGVcIjp7XCIkaWRcIjpcIjI0N1wiLFwiTWFyZ2luXCI6e1wiJGlkXCI6XCIyNDhcIixcIlRvcFwiOjAuMCxcIkxlZnRcIjo0LjAsXCJSaWdodFwiOjQuMCxcIkJvdHRvbVwiOjAuMH0sXCJQYWRkaW5nXCI6e1wiJGlkXCI6XCIyNDlcIixcIlRvcFwiOjAuMCxcIkxlZnRcIjowLjAsXCJSaWdodFwiOjAuMCxcIkJvdHRvbVwiOjAuMH0sXCJCYWNrZ3JvdW5kXCI6e1wiJGlkXCI6XCIyNTBcIixcIkNvbG9yXCI6e1wiJGlkXCI6XCIyNTFcIixcIkFcIjoyNTUsXCJSXCI6MjEsXCJHXCI6OTYsXCJCXCI6MTMwfX0sXCJJc1Zpc2libGVcIjp0cnVlLFwiV2lkdGhcIjowLjAsXCJIZWlnaHRcIjoxMC4wLFwiQm9yZGVyU3R5bGVcIjp7XCIkaWRcIjpcIjI1MlwiLFwiTGluZVN0eWxlXCI6e1wiJGlkXCI6XCIyNTNcIixcIkxpbmVDb2xvclwiOntcIiRpZFwiOlwiMjU0XCIsXCJDb2xvclwiOntcIiRpZFwiOlwiMjU1XCIsXCJBXCI6MjU1LFwiUlwiOjIzNCxcIkdcIjoyMixcIkJcIjozMH19LFwiTGluZVdlaWdodFwiOjIuMCxcIkxpbmVUeXBlXCI6MH0sXCJJc1Zpc2libGVcIjpmYWxzZX19LFwiVGl0bGVTdHlsZVwiOntcIiRpZFwiOlwiMjU2XCIsXCJGb250U2V0dGluZ3NcIjp7XCIkaWRcIjpcIjI1N1wiLFwiRm9udFNpemVcIjoxMSxcIkZvbnROYW1lXCI6XCJDYWxpYnJpXCIsXCJJc0JvbGRcIjpmYWxzZSxcIklzSXRhbGljXCI6ZmFsc2UsXCJJc1VuZGVybGluZWRcIjpmYWxzZX0sXCJGb3JlZ3JvdW5kXCI6e1wiJGlkXCI6XCIyNThcIixcIkNvbG9yXCI6e1wiJGlkXCI6XCIyNTlcIixcIkFcIjoyNTUsXCJSXCI6MCxcIkdcIjowLFwiQlwiOjB9fSxcIkhvcml6b250YWxBbGlnbm1lbnRcIjowLFwiSXNWaXNpYmxlXCI6dHJ1ZX0sXCJEYXRlU3R5bGVcIjp7XCIkaWRcIjpcIjI2MFwiLFwiRm9udFNldHRpbmdzXCI6e1wiJGlkXCI6XCIyNjFcIixcIkZvbnRTaXplXCI6MTAsXCJGb250TmFtZVwiOlwiQ2FsaWJyaVwiLFwiSXNCb2xkXCI6ZmFsc2UsXCJJc0l0YWxpY1wiOmZhbHNlLFwiSXNVbmRlcmxpbmVkXCI6ZmFsc2V9LFwiRm9yZWdyb3VuZFwiOntcIiRpZFwiOlwiMjYyXCIsXCJDb2xvclwiOntcIiRpZFwiOlwiMjYzXCIsXCJBXCI6MjU1LFwiUlwiOjE0LFwiR1wiOjQwLFwiQlwiOjY1fX0sXCJIb3Jpem9udGFsQWxpZ25tZW50XCI6MixcIklzVmlzaWJsZVwiOnRydWV9LFwiRGF0ZUZvcm1hdFwiOntcIiRpZFwiOlwiMjY0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I2NVwiLFwiRm9ybWF0XCI6MCxcIklzVmlzaWJsZVwiOmZhbHNlLFwiTGFzdEtub3duVmlzaWJpbGl0eVN0YXRlXCI6ZmFsc2V9LFwiVmFyaWFuY2VTdHlsZVwiOntcIiRpZFwiOlwiMjY2XCIsXCJWYXJpYW5jZVRleHRTdHlsZVwiOntcIiRpZFwiOlwiMjY3XCIsXCJGb250U2V0dGluZ3NcIjp7XCIkaWRcIjpcIjI2OFwiLFwiRm9udFNpemVcIjoxMCxcIkZvbnROYW1lXCI6XCJDYWxpYnJpXCIsXCJJc0JvbGRcIjpmYWxzZSxcIklzSXRhbGljXCI6ZmFsc2UsXCJJc1VuZGVybGluZWRcIjpmYWxzZX0sXCJGb3JlZ3JvdW5kXCI6e1wiJGlkXCI6XCIyNjlcIixcIkNvbG9yXCI6e1wiJGlkXCI6XCIyNzBcIixcIkFcIjoyNTUsXCJSXCI6MCxcIkdcIjowLFwiQlwiOjB9fSxcIkhvcml6b250YWxBbGlnbm1lbnRcIjowLFwiSXNWaXNpYmxlXCI6dHJ1ZX19fSxcIkRlZmF1bHRTd2ltbGFuZU1vdFN0eWxlXCI6e1wiJGlkXCI6XCIyNzFcIixcIlNoYXBlXCI6MSxcIlNoYXBlU2l6ZVwiOjAsXCJEZXRhaWxzU3BhY2luZ1wiOjAuMCxcIlBhZGRpbmdcIjp7XCIkaWRcIjpcIjI3MlwiLFwiVG9wXCI6NS4wLFwiTGVmdFwiOjMuMCxcIlJpZ2h0XCI6MC4wLFwiQm90dG9tXCI6Mi4wfSxcIlBvc2l0aW9uT25UYXNrXCI6MSxcIlNoYXBlU3R5bGVcIjp7XCIkaWRcIjpcIjI3M1wiLFwiTWFyZ2luXCI6e1wiJGlkXCI6XCIyNzRcIixcIlRvcFwiOjAuMCxcIkxlZnRcIjowLjAsXCJSaWdodFwiOjAuMCxcIkJvdHRvbVwiOjAuMH0sXCJQYWRkaW5nXCI6e1wiJGlkXCI6XCIyNzVcIixcIlRvcFwiOjAuMCxcIkxlZnRcIjowLjAsXCJSaWdodFwiOjAuMCxcIkJvdHRvbVwiOjAuMH0sXCJCYWNrZ3JvdW5kXCI6e1wiJGlkXCI6XCIyNzZcIixcIkNvbG9yXCI6e1wiJGlkXCI6XCIyNzdcIixcIkFcIjoyNTUsXCJSXCI6MTEsXCJHXCI6NDgsXCJCXCI6NjV9fSxcIklzVmlzaWJsZVwiOnRydWUsXCJXaWR0aFwiOjEyLjAsXCJIZWlnaHRcIjoxNC4wLFwiQm9yZGVyU3R5bGVcIjp7XCIkaWRcIjpcIjI3OFwiLFwiTGluZVN0eWxlXCI6e1wiJGlkXCI6XCIyNzlcIixcIkxpbmVDb2xvclwiOntcIiRpZFwiOlwiMjgwXCIsXCJDb2xvclwiOntcIiRpZFwiOlwiMjgxXCIsXCJBXCI6MjU1LFwiUlwiOjI1NSxcIkdcIjowLFwiQlwiOjB9fSxcIkxpbmVXZWlnaHRcIjowLjAsXCJMaW5lVHlwZVwiOjB9LFwiSXNWaXNpYmxlXCI6ZmFsc2V9fSxcIlRpdGxlU3R5bGVcIjp7XCIkaWRcIjpcIjI4MlwiLFwiRm9udFNldHRpbmdzXCI6e1wiJGlkXCI6XCIyODNcIixcIkZvbnRTaXplXCI6MTEsXCJGb250TmFtZVwiOlwiQ2FsaWJyaVwiLFwiSXNCb2xkXCI6ZmFsc2UsXCJJc0l0YWxpY1wiOmZhbHNlLFwiSXNVbmRlcmxpbmVkXCI6ZmFsc2V9LFwiRm9yZWdyb3VuZFwiOntcIiRpZFwiOlwiMjg0XCIsXCJDb2xvclwiOntcIiRpZFwiOlwiMjg1XCIsXCJBXCI6MjU1LFwiUlwiOjAsXCJHXCI6MCxcIkJcIjowfX0sXCJIb3Jpem9udGFsQWxpZ25tZW50XCI6MSxcIklzVmlzaWJsZVwiOnRydWV9LFwiRGF0ZVN0eWxlXCI6e1wiJGlkXCI6XCIyODZcIixcIkZvbnRTZXR0aW5nc1wiOntcIiRpZFwiOlwiMjg3XCIsXCJGb250U2l6ZVwiOjEwLFwiRm9udE5hbWVcIjpcIkNhbGlicmlcIixcIklzQm9sZFwiOmZhbHNlLFwiSXNJdGFsaWNcIjpmYWxzZSxcIklzVW5kZXJsaW5lZFwiOmZhbHNlfSxcIkZvcmVncm91bmRcIjp7XCIkaWRcIjpcIjI4OFwiLFwiQ29sb3JcIjp7XCIkaWRcIjpcIjI4OVwiLFwiQVwiOjI1NSxcIlJcIjoxNCxcIkdcIjo0MCxcIkJcIjo2NX19LFwiSG9yaXpvbnRhbEFsaWdubWVudFwiOjEsXCJJc1Zpc2libGVcIjp0cnVlfSxcIkRhdGVGb3JtYXRcIjp7XCIkaWRcIjpcIjI5M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yOTFcIixcIkZvcm1hdFwiOjAsXCJJc1Zpc2libGVcIjpmYWxzZSxcIkxhc3RLbm93blZpc2liaWxpdHlTdGF0ZVwiOmZhbHNlfSxcIlZhcmlhbmNlU3R5bGVcIjp7XCIkaWRcIjpcIjI5MlwiLFwiVmFyaWFuY2VUZXh0U3R5bGVcIjp7XCIkaWRcIjpcIjI5M1wiLFwiRm9udFNldHRpbmdzXCI6e1wiJGlkXCI6XCIyOTRcIixcIkZvbnRTaXplXCI6MTAsXCJGb250TmFtZVwiOlwiQ2FsaWJyaVwiLFwiSXNCb2xkXCI6ZmFsc2UsXCJJc0l0YWxpY1wiOmZhbHNlLFwiSXNVbmRlcmxpbmVkXCI6ZmFsc2V9LFwiRm9yZWdyb3VuZFwiOntcIiRpZFwiOlwiMjk1XCIsXCJDb2xvclwiOntcIiRpZFwiOlwiMjk2XCIsXCJBXCI6MjU1LFwiUlwiOjAsXCJHXCI6MCxcIkJcIjowfX0sXCJIb3Jpem9udGFsQWxpZ25tZW50XCI6MCxcIklzVmlzaWJsZVwiOnRydWV9fX19LFwiX2FkZGl0aW9uYWxTd2ltbGFuZVYyU3R5bGVzXCI6W3tcIiRpZFwiOlwiMjk3XCIsXCJTdHlsZUlkXCI6XCI5ODUxM2UxMC01NTFjLTRmMzAtYWMxMS1hMDY5MGU5MDMxMzRcIixcIk5hbWVcIjpcIlN3aW1sYW5lIFN0eWxlIDJcIixcIkhlYWRlclN0eWxlXCI6e1wiJGlkXCI6XCIyOThcIixcIlRleHRTdHlsZVwiOntcIiRpZFwiOlwiMjk5XCIsXCJGb250U2V0dGluZ3NcIjp7XCIkaWRcIjpcIjMwMFwiLFwiRm9udFNpemVcIjoxMSxcIkZvbnROYW1lXCI6XCJDYWxpYnJpXCIsXCJJc0JvbGRcIjpmYWxzZSxcIklzSXRhbGljXCI6ZmFsc2UsXCJJc1VuZGVybGluZWRcIjpmYWxzZX0sXCJGb3JlZ3JvdW5kXCI6e1wiJGlkXCI6XCIzMDFcIixcIkNvbG9yXCI6e1wiJGlkXCI6XCIzMDJcIixcIkFcIjoyNTUsXCJSXCI6MjU1LFwiR1wiOjI1NSxcIkJcIjoyNTV9fSxcIkhvcml6b250YWxBbGlnbm1lbnRcIjoxLFwiSXNWaXNpYmxlXCI6dHJ1ZX0sXCJSZWN0YW5nbGVTdHlsZVwiOntcIiRpZFwiOlwiMzAzXCIsXCJNYXJnaW5cIjp7XCIkaWRcIjpcIjMwNFwiLFwiVG9wXCI6MC4wLFwiTGVmdFwiOjAuMCxcIlJpZ2h0XCI6MC4wLFwiQm90dG9tXCI6MC4wfSxcIlBhZGRpbmdcIjp7XCIkaWRcIjpcIjMwNVwiLFwiVG9wXCI6MC4wLFwiTGVmdFwiOjAuMCxcIlJpZ2h0XCI6MC4wLFwiQm90dG9tXCI6MC4wfSxcIkJhY2tncm91bmRcIjp7XCIkaWRcIjpcIjMwNlwiLFwiQ29sb3JcIjp7XCIkaWRcIjpcIjMwN1wiLFwiQVwiOjI1NSxcIlJcIjoyMzMsXCJHXCI6MTEzLFwiQlwiOjUwfX0sXCJJc1Zpc2libGVcIjp0cnVlLFwiV2lkdGhcIjowLjAsXCJIZWlnaHRcIjowLjAsXCJCb3JkZXJTdHlsZVwiOntcIiRpZFwiOlwiMzA4XCIsXCJMaW5lU3R5bGVcIjp7XCIkaWRcIjpcIjMwOVwiLFwiTGluZUNvbG9yXCI6e1wiJGlkXCI6XCIzMTBcIixcIkNvbG9yXCI6e1wiJGlkXCI6XCIzMTFcIixcIkFcIjoyNTUsXCJSXCI6MjU1LFwiR1wiOjI1NSxcIkJcIjoyNTV9fSxcIkxpbmVXZWlnaHRcIjowLjAsXCJMaW5lVHlwZVwiOjB9LFwiSXNWaXNpYmxlXCI6ZmFsc2V9fX0sXCJCYWNrZ3JvdW5kU3R5bGVcIjp7XCIkaWRcIjpcIjMxMlwiLFwiTWFyZ2luXCI6e1wiJGlkXCI6XCIzMTNcIixcIlRvcFwiOjAuMCxcIkxlZnRcIjowLjAsXCJSaWdodFwiOjAuMCxcIkJvdHRvbVwiOjAuMH0sXCJQYWRkaW5nXCI6e1wiJGlkXCI6XCIzMTRcIixcIlRvcFwiOjAuMCxcIkxlZnRcIjowLjAsXCJSaWdodFwiOjAuMCxcIkJvdHRvbVwiOjAuMH0sXCJCYWNrZ3JvdW5kXCI6e1wiJGlkXCI6XCIzMTVcIixcIkNvbG9yXCI6e1wiJGlkXCI6XCIzMTZcIixcIkFcIjo1MSxcIlJcIjoyMDAsXCJHXCI6MjAwLFwiQlwiOjIwMH19LFwiSXNWaXNpYmxlXCI6dHJ1ZSxcIldpZHRoXCI6MC4wLFwiSGVpZ2h0XCI6MC4wLFwiQm9yZGVyU3R5bGVcIjp7XCIkaWRcIjpcIjMxN1wiLFwiTGluZVN0eWxlXCI6e1wiJGlkXCI6XCIzMThcIixcIkxpbmVDb2xvclwiOntcIiRpZFwiOlwiMzE5XCIsXCJDb2xvclwiOntcIiRpZFwiOlwiMzIwXCIsXCJBXCI6MjU1LFwiUlwiOjIzNCxcIkdcIjoyMixcIkJcIjozMH19LFwiTGluZVdlaWdodFwiOjIuMCxcIkxpbmVUeXBlXCI6MH0sXCJJc1Zpc2libGVcIjpmYWxzZX19LFwiSXNBYm92ZVRpbWViYW5kXCI6ZmFsc2UsXCJTcGFjaW5nXCI6MyxcIkRlZmF1bHRTd2ltbGFuZUFjdGl2aXR5U3R5bGVcIjp7XCIkaWRcIjpcIjMyMVwiLFwiSGVhZGVyU3R5bGVcIjp7XCIkaWRcIjpcIjMyMlwiLFwiVGV4dFN0eWxlXCI6e1wiJGlkXCI6XCIzMjNcIixcIkZvbnRTZXR0aW5nc1wiOntcIiRpZFwiOlwiMzI0XCIsXCJGb250U2l6ZVwiOjExLFwiRm9udE5hbWVcIjpcIkNhbGlicmlcIixcIklzQm9sZFwiOmZhbHNlLFwiSXNJdGFsaWNcIjpmYWxzZSxcIklzVW5kZXJsaW5lZFwiOmZhbHNlfSxcIkZvcmVncm91bmRcIjp7XCIkaWRcIjpcIjMyNVwiLFwiQ29sb3JcIjp7XCIkaWRcIjpcIjMyNlwiLFwiQVwiOjI1NSxcIlJcIjowLFwiR1wiOjAsXCJCXCI6MH19LFwiSG9yaXpvbnRhbEFsaWdubWVudFwiOjAsXCJJc1Zpc2libGVcIjp0cnVlfSxcIlJlY3RhbmdsZVN0eWxlXCI6e1wiJGlkXCI6XCIzMjdcIixcIk1hcmdpblwiOntcIiRpZFwiOlwiMzI4XCIsXCJUb3BcIjowLjAsXCJMZWZ0XCI6MC4wLFwiUmlnaHRcIjowLjAsXCJCb3R0b21cIjowLjB9LFwiUGFkZGluZ1wiOntcIiRpZFwiOlwiMzI5XCIsXCJUb3BcIjowLjAsXCJMZWZ0XCI6MC4wLFwiUmlnaHRcIjowLjAsXCJCb3R0b21cIjowLjB9LFwiQmFja2dyb3VuZFwiOntcIiRpZFwiOlwiMzMwXCIsXCJDb2xvclwiOntcIiRpZFwiOlwiMzMxXCIsXCJBXCI6NjMsXCJSXCI6MjMzLFwiR1wiOjExMyxcIkJcIjo1MH19LFwiSXNWaXNpYmxlXCI6dHJ1ZSxcIldpZHRoXCI6MC4wLFwiSGVpZ2h0XCI6MC4wLFwiQm9yZGVyU3R5bGVcIjp7XCIkaWRcIjpcIjMzMlwiLFwiTGluZVN0eWxlXCI6e1wiJGlkXCI6XCIzMzNcIixcIkxpbmVDb2xvclwiOntcIiRpZFwiOlwiMzM0XCIsXCJDb2xvclwiOntcIiRpZFwiOlwiMzM1XCIsXCJBXCI6MjU1LFwiUlwiOjI1NSxcIkdcIjoyNTUsXCJCXCI6MjU1fX0sXCJMaW5lV2VpZ2h0XCI6MC4wLFwiTGluZVR5cGVcIjowfSxcIklzVmlzaWJsZVwiOmZhbHNlfX19LFwiQmFja2dyb3VuZFN0eWxlXCI6e1wiJGlkXCI6XCIzMzZcIixcIk1hcmdpblwiOntcIiRpZFwiOlwiMzM3XCIsXCJUb3BcIjowLjAsXCJMZWZ0XCI6MC4wLFwiUmlnaHRcIjowLjAsXCJCb3R0b21cIjowLjB9LFwiUGFkZGluZ1wiOntcIiRpZFwiOlwiMzM4XCIsXCJUb3BcIjowLjAsXCJMZWZ0XCI6MC4wLFwiUmlnaHRcIjowLjAsXCJCb3R0b21cIjowLjB9LFwiQmFja2dyb3VuZFwiOntcIiRpZFwiOlwiMzM5XCIsXCJDb2xvclwiOntcIiRpZFwiOlwiMzQwXCIsXCJBXCI6NTEsXCJSXCI6MjAwLFwiR1wiOjIwMCxcIkJcIjoyMDB9fSxcIklzVmlzaWJsZVwiOnRydWUsXCJXaWR0aFwiOjAuMCxcIkhlaWdodFwiOjAuMCxcIkJvcmRlclN0eWxlXCI6e1wiJGlkXCI6XCIzNDFcIixcIkxpbmVTdHlsZVwiOntcIiRpZFwiOlwiMzQyXCIsXCJMaW5lQ29sb3JcIjp7XCIkaWRcIjpcIjM0M1wiLFwiQ29sb3JcIjp7XCIkaWRcIjpcIjM0NFwiLFwiQVwiOjI1NSxcIlJcIjoyMzQsXCJHXCI6MjIsXCJCXCI6MzB9fSxcIkxpbmVXZWlnaHRcIjoyLjAsXCJMaW5lVHlwZVwiOjB9LFwiSXNWaXNpYmxlXCI6ZmFsc2V9fX0sXCJEZWZhdWx0U3dpbWxhbmVNaWxlc3RvbmVTdHlsZVwiOntcIiRpZFwiOlwiMzQ1XCIsXCJUaXRsZVBvc2l0aW9uXCI6MCxcIkRhdGVQb3NpdGlvblwiOjIsXCJWYXJpYW5jZVBvc2l0aW9uXCI6MixcIlNoYXBlVHlwZVwiOjEsXCJTaGFwZVNpemVcIjowLFwiU3BhY2luZ1wiOjUsXCJTaGFwZVN0eWxlXCI6e1wiJGlkXCI6XCIzNDZcIixcIk1hcmdpblwiOntcIiRpZFwiOlwiMzQ3XCIsXCJUb3BcIjowLjAsXCJMZWZ0XCI6MC4wLFwiUmlnaHRcIjowLjAsXCJCb3R0b21cIjowLjB9LFwiUGFkZGluZ1wiOntcIiRpZFwiOlwiMzQ4XCIsXCJUb3BcIjowLjAsXCJMZWZ0XCI6MC4wLFwiUmlnaHRcIjowLjAsXCJCb3R0b21cIjowLjB9LFwiQmFja2dyb3VuZFwiOntcIiRpZFwiOlwiMzQ5XCIsXCJDb2xvclwiOntcIiRpZFwiOlwiMzUwXCIsXCJBXCI6MjU1LFwiUlwiOjIzMyxcIkdcIjoxMTMsXCJCXCI6NTB9fSxcIklzVmlzaWJsZVwiOnRydWUsXCJXaWR0aFwiOjEyLjAsXCJIZWlnaHRcIjoxNC4wLFwiQm9yZGVyU3R5bGVcIjp7XCIkaWRcIjpcIjM1MVwiLFwiTGluZVN0eWxlXCI6e1wiJGlkXCI6XCIzNTJcIixcIkxpbmVDb2xvclwiOntcIiRpZFwiOlwiMzUzXCIsXCJDb2xvclwiOntcIiRpZFwiOlwiMzU0XCIsXCJBXCI6MjU1LFwiUlwiOjIzNCxcIkdcIjoyMixcIkJcIjozMH19LFwiTGluZVdlaWdodFwiOjIuMCxcIkxpbmVUeXBlXCI6MH0sXCJJc1Zpc2libGVcIjpmYWxzZX19LFwiVGl0bGVTdHlsZVwiOntcIiRpZFwiOlwiMzU1XCIsXCJGb250U2V0dGluZ3NcIjp7XCIkaWRcIjpcIjM1NlwiLFwiRm9udFNpemVcIjoxMSxcIkZvbnROYW1lXCI6XCJDYWxpYnJpXCIsXCJJc0JvbGRcIjpmYWxzZSxcIklzSXRhbGljXCI6ZmFsc2UsXCJJc1VuZGVybGluZWRcIjpmYWxzZX0sXCJGb3JlZ3JvdW5kXCI6e1wiJGlkXCI6XCIzNTdcIixcIkNvbG9yXCI6e1wiJGlkXCI6XCIzNThcIixcIkFcIjoyNTUsXCJSXCI6MCxcIkdcIjowLFwiQlwiOjB9fSxcIkhvcml6b250YWxBbGlnbm1lbnRcIjoyLFwiSXNWaXNpYmxlXCI6dHJ1ZX0sXCJEYXRlU3R5bGVcIjp7XCIkaWRcIjpcIjM1OVwiLFwiRm9udFNldHRpbmdzXCI6e1wiJGlkXCI6XCIzNjBcIixcIkZvbnRTaXplXCI6MTAsXCJGb250TmFtZVwiOlwiQ2FsaWJyaVwiLFwiSXNCb2xkXCI6ZmFsc2UsXCJJc0l0YWxpY1wiOmZhbHNlLFwiSXNVbmRlcmxpbmVkXCI6ZmFsc2V9LFwiRm9yZWdyb3VuZFwiOntcIiRpZFwiOlwiMzYxXCIsXCJDb2xvclwiOntcIiRpZFwiOlwiMzYyXCIsXCJBXCI6MjU1LFwiUlwiOjE0LFwiR1wiOjQwLFwiQlwiOjY1fX0sXCJIb3Jpem9udGFsQWxpZ25tZW50XCI6MCxcIklzVmlzaWJsZVwiOnRydWV9LFwiRGF0ZUZvcm1hdFwiOntcIiRpZFwiOlwiMzYz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M2NFwiLFwiRm9ybWF0XCI6MCxcIklzVmlzaWJsZVwiOmZhbHNlLFwiTGFzdEtub3duVmlzaWJpbGl0eVN0YXRlXCI6ZmFsc2V9LFwiVmFyaWFuY2VTdHlsZVwiOntcIiRpZFwiOlwiMzY1XCIsXCJWYXJpYW5jZVRleHRTdHlsZVwiOntcIiRpZFwiOlwiMzY2XCIsXCJGb250U2V0dGluZ3NcIjp7XCIkaWRcIjpcIjM2N1wiLFwiRm9udFNpemVcIjoxMCxcIkZvbnROYW1lXCI6XCJDYWxpYnJpXCIsXCJJc0JvbGRcIjpmYWxzZSxcIklzSXRhbGljXCI6ZmFsc2UsXCJJc1VuZGVybGluZWRcIjpmYWxzZX0sXCJGb3JlZ3JvdW5kXCI6e1wiJGlkXCI6XCIzNjhcIixcIkNvbG9yXCI6e1wiJGlkXCI6XCIzNjlcIixcIkFcIjoyNTUsXCJSXCI6MCxcIkdcIjowLFwiQlwiOjB9fSxcIkhvcml6b250YWxBbGlnbm1lbnRcIjowLFwiSXNWaXNpYmxlXCI6dHJ1ZX19fSxcIkRlZmF1bHRTd2ltbGFuZVRhc2tTdHlsZVwiOntcIiRpZFwiOlwiMzcwXCIsXCJTaGFwZVwiOjEsXCJTaGFwZVRoaWNrbmVzc1wiOjAsXCJEdXJhdGlvbkZvcm1hdFwiOjAsXCJQZXJjZW50YWdlQ29tcGxldGVUZXh0U3R5bGVcIjp7XCIkaWRcIjpcIjM3MVwiLFwiRm9udFNldHRpbmdzXCI6e1wiJGlkXCI6XCIzNzJcIixcIkZvbnRTaXplXCI6MTAsXCJGb250TmFtZVwiOlwiQ2FsaWJyaVwiLFwiSXNCb2xkXCI6ZmFsc2UsXCJJc0l0YWxpY1wiOmZhbHNlLFwiSXNVbmRlcmxpbmVkXCI6ZmFsc2V9LFwiRm9yZWdyb3VuZFwiOntcIiRpZFwiOlwiMzczXCIsXCJDb2xvclwiOntcIiRpZFwiOlwiMzc0XCIsXCJBXCI6MjU1LFwiUlwiOjIzMixcIkdcIjoyMzIsXCJCXCI6MjMyfX0sXCJIb3Jpem9udGFsQWxpZ25tZW50XCI6MSxcIklzVmlzaWJsZVwiOnRydWV9LFwiUGVyY2VudGFnZUNvbXBsZXRlSGlnaGxpZ2h0U3R5bGVcIjp7XCIkaWRcIjpcIjM3NVwiLFwiQmFja2dyb3VuZFwiOntcIiRpZFwiOlwiMzc2XCIsXCJDb2xvclwiOntcIiRpZFwiOlwiMzc3XCIsXCJBXCI6ODksXCJSXCI6MCxcIkdcIjowLFwiQlwiOjB9fX0sXCJEdXJhdGlvblN0eWxlXCI6e1wiJGlkXCI6XCIzNzhcIixcIkZvbnRTZXR0aW5nc1wiOntcIiRpZFwiOlwiMzc5XCIsXCJGb250U2l6ZVwiOjEwLFwiRm9udE5hbWVcIjpcIkNhbGlicmlcIixcIklzQm9sZFwiOmZhbHNlLFwiSXNJdGFsaWNcIjpmYWxzZSxcIklzVW5kZXJsaW5lZFwiOmZhbHNlfSxcIkZvcmVncm91bmRcIjp7XCIkaWRcIjpcIjM4MFwiLFwiQ29sb3JcIjp7XCIkaWRcIjpcIjM4MVwiLFwiQVwiOjI1NSxcIlJcIjoyMzcsXCJHXCI6MTI1LFwiQlwiOjQ5fX0sXCJIb3Jpem9udGFsQWxpZ25tZW50XCI6MCxcIklzVmlzaWJsZVwiOmZhbHNlfSxcIk1hcmdpblwiOntcIiRpZFwiOlwiMzgyXCIsXCJUb3BcIjowLjAsXCJMZWZ0XCI6MC4wLFwiUmlnaHRcIjowLjAsXCJCb3R0b21cIjowLjB9LFwiU3RhcnREYXRlUG9zaXRpb25cIjozLFwiRW5kRGF0ZVBvc2l0aW9uXCI6MyxcIlRpdGxlUG9zaXRpb25cIjo0LFwiRHVyYXRpb25Qb3NpdGlvblwiOjAsXCJQZXJjZW50YWdlQ29tcGxldGVkUG9zaXRpb25cIjoyLFwiVmFyaWFuY2VQb3NpdGlvblwiOjIsXCJTcGFjaW5nXCI6MyxcIkJhc2VsaW5lU3R5bGVcIjp7XCIkaWRcIjpcIjM4M1wiLFwiQmFzZWxpbmVTaGFwZVN0eWxlXCI6e1wiJGlkXCI6XCIzODRcIixcIk1hcmdpblwiOntcIiRpZFwiOlwiMzg1XCIsXCJUb3BcIjowLjAsXCJMZWZ0XCI6MC4wLFwiUmlnaHRcIjowLjAsXCJCb3R0b21cIjowLjB9LFwiUGFkZGluZ1wiOntcIiRpZFwiOlwiMzg2XCIsXCJUb3BcIjowLjAsXCJMZWZ0XCI6MC4wLFwiUmlnaHRcIjowLjAsXCJCb3R0b21cIjowLjB9LFwiQmFja2dyb3VuZFwiOntcIiRpZFwiOlwiMzg3XCIsXCJDb2xvclwiOntcIiRpZFwiOlwiMzg4XCIsXCJBXCI6MTUzLFwiUlwiOjAsXCJHXCI6MCxcIkJcIjowfX0sXCJJc1Zpc2libGVcIjpmYWxzZSxcIldpZHRoXCI6MC4wLFwiSGVpZ2h0XCI6MC4wLFwiQm9yZGVyU3R5bGVcIjp7XCIkaWRcIjpcIjM4OVwiLFwiTGluZVN0eWxlXCI6e1wiJGlkXCI6XCIzOTBcIixcIkxpbmVDb2xvclwiOntcIiRpZFwiOlwiMzkxXCIsXCJDb2xvclwiOntcIiRpZFwiOlwiMzkyXCIsXCJBXCI6MjU1LFwiUlwiOjI1NSxcIkdcIjowLFwiQlwiOjB9fSxcIkxpbmVXZWlnaHRcIjoyLjAsXCJMaW5lVHlwZVwiOjB9LFwiSXNWaXNpYmxlXCI6ZmFsc2V9fX0sXCJTaGFwZVN0eWxlXCI6e1wiJGlkXCI6XCIzOTNcIixcIk1hcmdpblwiOntcIiRpZFwiOlwiMzk0XCIsXCJUb3BcIjowLjAsXCJMZWZ0XCI6NC4wLFwiUmlnaHRcIjo0LjAsXCJCb3R0b21cIjowLjB9LFwiUGFkZGluZ1wiOntcIiRpZFwiOlwiMzk1XCIsXCJUb3BcIjowLjAsXCJMZWZ0XCI6MC4wLFwiUmlnaHRcIjowLjAsXCJCb3R0b21cIjowLjB9LFwiQmFja2dyb3VuZFwiOntcIiRpZFwiOlwiMzk2XCIsXCJDb2xvclwiOntcIiRpZFwiOlwiMzk3XCIsXCJBXCI6MjU1LFwiUlwiOjIzMyxcIkdcIjoxMTMsXCJCXCI6NTB9fSxcIklzVmlzaWJsZVwiOnRydWUsXCJXaWR0aFwiOjAuMCxcIkhlaWdodFwiOjEwLjAsXCJCb3JkZXJTdHlsZVwiOntcIiRpZFwiOlwiMzk4XCIsXCJMaW5lU3R5bGVcIjp7XCIkaWRcIjpcIjM5OVwiLFwiTGluZUNvbG9yXCI6e1wiJGlkXCI6XCI0MDBcIixcIkNvbG9yXCI6e1wiJGlkXCI6XCI0MDFcIixcIkFcIjoyNTUsXCJSXCI6MjM0LFwiR1wiOjIyLFwiQlwiOjMwfX0sXCJMaW5lV2VpZ2h0XCI6Mi4wLFwiTGluZVR5cGVcIjowfSxcIklzVmlzaWJsZVwiOmZhbHNlfX0sXCJUaXRsZVN0eWxlXCI6e1wiJGlkXCI6XCI0MDJcIixcIkZvbnRTZXR0aW5nc1wiOntcIiRpZFwiOlwiNDAzXCIsXCJGb250U2l6ZVwiOjExLFwiRm9udE5hbWVcIjpcIkNhbGlicmlcIixcIklzQm9sZFwiOmZhbHNlLFwiSXNJdGFsaWNcIjpmYWxzZSxcIklzVW5kZXJsaW5lZFwiOmZhbHNlfSxcIkZvcmVncm91bmRcIjp7XCIkaWRcIjpcIjQwNFwiLFwiQ29sb3JcIjp7XCIkaWRcIjpcIjQwNVwiLFwiQVwiOjI1NSxcIlJcIjowLFwiR1wiOjAsXCJCXCI6MH19LFwiSG9yaXpvbnRhbEFsaWdubWVudFwiOjAsXCJJc1Zpc2libGVcIjp0cnVlfSxcIkRhdGVTdHlsZVwiOntcIiRpZFwiOlwiNDA2XCIsXCJGb250U2V0dGluZ3NcIjp7XCIkaWRcIjpcIjQwN1wiLFwiRm9udFNpemVcIjoxMCxcIkZvbnROYW1lXCI6XCJDYWxpYnJpXCIsXCJJc0JvbGRcIjpmYWxzZSxcIklzSXRhbGljXCI6ZmFsc2UsXCJJc1VuZGVybGluZWRcIjpmYWxzZX0sXCJGb3JlZ3JvdW5kXCI6e1wiJGlkXCI6XCI0MDhcIixcIkNvbG9yXCI6e1wiJGlkXCI6XCI0MDlcIixcIkFcIjoyNTUsXCJSXCI6MTQsXCJHXCI6NDAsXCJCXCI6NjV9fSxcIkhvcml6b250YWxBbGlnbm1lbnRcIjoyLFwiSXNWaXNpYmxlXCI6dHJ1ZX0sXCJEYXRlRm9ybWF0XCI6e1wiJGlkXCI6XCI0MTB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DExXCIsXCJGb3JtYXRcIjowLFwiSXNWaXNpYmxlXCI6ZmFsc2UsXCJMYXN0S25vd25WaXNpYmlsaXR5U3RhdGVcIjpmYWxzZX0sXCJWYXJpYW5jZVN0eWxlXCI6e1wiJGlkXCI6XCI0MTJcIixcIlZhcmlhbmNlVGV4dFN0eWxlXCI6e1wiJGlkXCI6XCI0MTNcIixcIkZvbnRTZXR0aW5nc1wiOntcIiRpZFwiOlwiNDE0XCIsXCJGb250U2l6ZVwiOjEwLFwiRm9udE5hbWVcIjpcIkNhbGlicmlcIixcIklzQm9sZFwiOmZhbHNlLFwiSXNJdGFsaWNcIjpmYWxzZSxcIklzVW5kZXJsaW5lZFwiOmZhbHNlfSxcIkZvcmVncm91bmRcIjp7XCIkaWRcIjpcIjQxNVwiLFwiQ29sb3JcIjp7XCIkaWRcIjpcIjQxNlwiLFwiQVwiOjI1NSxcIlJcIjowLFwiR1wiOjAsXCJCXCI6MH19LFwiSG9yaXpvbnRhbEFsaWdubWVudFwiOjAsXCJJc1Zpc2libGVcIjp0cnVlfX19LFwiRGVmYXVsdFN3aW1sYW5lTW90U3R5bGVcIjp7XCIkaWRcIjpcIjQxN1wiLFwiU2hhcGVcIjoxLFwiU2hhcGVTaXplXCI6MCxcIkRldGFpbHNTcGFjaW5nXCI6MC4wLFwiUGFkZGluZ1wiOntcIiRpZFwiOlwiNDE4XCIsXCJUb3BcIjo1LjAsXCJMZWZ0XCI6My4wLFwiUmlnaHRcIjowLjAsXCJCb3R0b21cIjoyLjB9LFwiUG9zaXRpb25PblRhc2tcIjoxLFwiU2hhcGVTdHlsZVwiOntcIiRpZFwiOlwiNDE5XCIsXCJNYXJnaW5cIjp7XCIkaWRcIjpcIjQyMFwiLFwiVG9wXCI6MC4wLFwiTGVmdFwiOjAuMCxcIlJpZ2h0XCI6MC4wLFwiQm90dG9tXCI6MC4wfSxcIlBhZGRpbmdcIjp7XCIkaWRcIjpcIjQyMVwiLFwiVG9wXCI6MC4wLFwiTGVmdFwiOjAuMCxcIlJpZ2h0XCI6MC4wLFwiQm90dG9tXCI6MC4wfSxcIkJhY2tncm91bmRcIjp7XCIkaWRcIjpcIjQyMlwiLFwiQ29sb3JcIjp7XCIkaWRcIjpcIjQyM1wiLFwiQVwiOjI1NSxcIlJcIjoxMjgsXCJHXCI6NTMsXCJCXCI6MTR9fSxcIklzVmlzaWJsZVwiOnRydWUsXCJXaWR0aFwiOjEyLjAsXCJIZWlnaHRcIjoxNC4wLFwiQm9yZGVyU3R5bGVcIjp7XCIkaWRcIjpcIjQyNFwiLFwiTGluZVN0eWxlXCI6e1wiJGlkXCI6XCI0MjVcIixcIkxpbmVDb2xvclwiOntcIiRpZFwiOlwiNDI2XCIsXCJDb2xvclwiOntcIiRpZFwiOlwiNDI3XCIsXCJBXCI6MjU1LFwiUlwiOjI1NSxcIkdcIjoyNTUsXCJCXCI6MjU1fX0sXCJMaW5lV2VpZ2h0XCI6MC4wLFwiTGluZVR5cGVcIjowfSxcIklzVmlzaWJsZVwiOmZhbHNlfX0sXCJUaXRsZVN0eWxlXCI6e1wiJGlkXCI6XCI0MjhcIixcIkZvbnRTZXR0aW5nc1wiOntcIiRpZFwiOlwiNDI5XCIsXCJGb250U2l6ZVwiOjExLFwiRm9udE5hbWVcIjpcIkNhbGlicmlcIixcIklzQm9sZFwiOmZhbHNlLFwiSXNJdGFsaWNcIjpmYWxzZSxcIklzVW5kZXJsaW5lZFwiOmZhbHNlfSxcIkZvcmVncm91bmRcIjp7XCIkaWRcIjpcIjQzMFwiLFwiQ29sb3JcIjp7XCIkaWRcIjpcIjQzMVwiLFwiQVwiOjI1NSxcIlJcIjowLFwiR1wiOjAsXCJCXCI6MH19LFwiSG9yaXpvbnRhbEFsaWdubWVudFwiOjEsXCJJc1Zpc2libGVcIjp0cnVlfSxcIkRhdGVTdHlsZVwiOntcIiRpZFwiOlwiNDMyXCIsXCJGb250U2V0dGluZ3NcIjp7XCIkaWRcIjpcIjQzM1wiLFwiRm9udFNpemVcIjoxMCxcIkZvbnROYW1lXCI6XCJDYWxpYnJpXCIsXCJJc0JvbGRcIjpmYWxzZSxcIklzSXRhbGljXCI6ZmFsc2UsXCJJc1VuZGVybGluZWRcIjpmYWxzZX0sXCJGb3JlZ3JvdW5kXCI6e1wiJGlkXCI6XCI0MzRcIixcIkNvbG9yXCI6e1wiJGlkXCI6XCI0MzVcIixcIkFcIjoyNTUsXCJSXCI6MTQsXCJHXCI6NDAsXCJCXCI6NjV9fSxcIkhvcml6b250YWxBbGlnbm1lbnRcIjoxLFwiSXNWaXNpYmxlXCI6dHJ1ZX0sXCJEYXRlRm9ybWF0XCI6e1wiJGlkXCI6XCI0MzZ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DM3XCIsXCJGb3JtYXRcIjowLFwiSXNWaXNpYmxlXCI6ZmFsc2UsXCJMYXN0S25vd25WaXNpYmlsaXR5U3RhdGVcIjpmYWxzZX0sXCJWYXJpYW5jZVN0eWxlXCI6e1wiJGlkXCI6XCI0MzhcIixcIlZhcmlhbmNlVGV4dFN0eWxlXCI6e1wiJGlkXCI6XCI0MzlcIixcIkZvbnRTZXR0aW5nc1wiOntcIiRpZFwiOlwiNDQwXCIsXCJGb250U2l6ZVwiOjEwLFwiRm9udE5hbWVcIjpcIkNhbGlicmlcIixcIklzQm9sZFwiOmZhbHNlLFwiSXNJdGFsaWNcIjpmYWxzZSxcIklzVW5kZXJsaW5lZFwiOmZhbHNlfSxcIkZvcmVncm91bmRcIjp7XCIkaWRcIjpcIjQ0MVwiLFwiQ29sb3JcIjp7XCIkaWRcIjpcIjQ0MlwiLFwiQVwiOjI1NSxcIlJcIjowLFwiR1wiOjAsXCJCXCI6MH19LFwiSG9yaXpvbnRhbEFsaWdubWVudFwiOjAsXCJJc1Zpc2libGVcIjp0cnVlfX19fSx7XCIkaWRcIjpcIjQ0M1wiLFwiU3R5bGVJZFwiOlwiYjI0ZjgwNDUtZjY5Yi00YTQzLTgyOWYtYTU2NTAzZmRjZDY5XCIsXCJOYW1lXCI6XCJTd2ltbGFuZSBTdHlsZSAzXCIsXCJIZWFkZXJTdHlsZVwiOntcIiRpZFwiOlwiNDQ0XCIsXCJUZXh0U3R5bGVcIjp7XCIkaWRcIjpcIjQ0NVwiLFwiRm9udFNldHRpbmdzXCI6e1wiJGlkXCI6XCI0NDZcIixcIkZvbnRTaXplXCI6MTEsXCJGb250TmFtZVwiOlwiQ2FsaWJyaVwiLFwiSXNCb2xkXCI6ZmFsc2UsXCJJc0l0YWxpY1wiOmZhbHNlLFwiSXNVbmRlcmxpbmVkXCI6ZmFsc2V9LFwiRm9yZWdyb3VuZFwiOntcIiRpZFwiOlwiNDQ3XCIsXCJDb2xvclwiOntcIiRpZFwiOlwiNDQ4XCIsXCJBXCI6MjU1LFwiUlwiOjI1NSxcIkdcIjoyNTUsXCJCXCI6MjU1fX0sXCJIb3Jpem9udGFsQWxpZ25tZW50XCI6MSxcIklzVmlzaWJsZVwiOnRydWV9LFwiUmVjdGFuZ2xlU3R5bGVcIjp7XCIkaWRcIjpcIjQ0OVwiLFwiTWFyZ2luXCI6e1wiJGlkXCI6XCI0NTBcIixcIlRvcFwiOjAuMCxcIkxlZnRcIjowLjAsXCJSaWdodFwiOjAuMCxcIkJvdHRvbVwiOjAuMH0sXCJQYWRkaW5nXCI6e1wiJGlkXCI6XCI0NTFcIixcIlRvcFwiOjAuMCxcIkxlZnRcIjowLjAsXCJSaWdodFwiOjAuMCxcIkJvdHRvbVwiOjAuMH0sXCJCYWNrZ3JvdW5kXCI6e1wiJGlkXCI6XCI0NTJcIixcIkNvbG9yXCI6e1wiJGlkXCI6XCI0NTNcIixcIkFcIjoyNTUsXCJSXCI6MjUsXCJHXCI6MTA3LFwiQlwiOjM2fX0sXCJJc1Zpc2libGVcIjp0cnVlLFwiV2lkdGhcIjowLjAsXCJIZWlnaHRcIjowLjAsXCJCb3JkZXJTdHlsZVwiOntcIiRpZFwiOlwiNDU0XCIsXCJMaW5lU3R5bGVcIjp7XCIkaWRcIjpcIjQ1NVwiLFwiTGluZUNvbG9yXCI6e1wiJGlkXCI6XCI0NTZcIixcIkNvbG9yXCI6e1wiJGlkXCI6XCI0NTdcIixcIkFcIjoyNTUsXCJSXCI6MjU1LFwiR1wiOjI1NSxcIkJcIjoyNTV9fSxcIkxpbmVXZWlnaHRcIjowLjAsXCJMaW5lVHlwZVwiOjB9LFwiSXNWaXNpYmxlXCI6ZmFsc2V9fX0sXCJCYWNrZ3JvdW5kU3R5bGVcIjp7XCIkaWRcIjpcIjQ1OFwiLFwiTWFyZ2luXCI6e1wiJGlkXCI6XCI0NTlcIixcIlRvcFwiOjAuMCxcIkxlZnRcIjowLjAsXCJSaWdodFwiOjAuMCxcIkJvdHRvbVwiOjAuMH0sXCJQYWRkaW5nXCI6e1wiJGlkXCI6XCI0NjBcIixcIlRvcFwiOjAuMCxcIkxlZnRcIjowLjAsXCJSaWdodFwiOjAuMCxcIkJvdHRvbVwiOjAuMH0sXCJCYWNrZ3JvdW5kXCI6e1wiJGlkXCI6XCI0NjFcIixcIkNvbG9yXCI6e1wiJGlkXCI6XCI0NjJcIixcIkFcIjo1MSxcIlJcIjoyMDAsXCJHXCI6MjAwLFwiQlwiOjIwMH19LFwiSXNWaXNpYmxlXCI6dHJ1ZSxcIldpZHRoXCI6MC4wLFwiSGVpZ2h0XCI6MC4wLFwiQm9yZGVyU3R5bGVcIjp7XCIkaWRcIjpcIjQ2M1wiLFwiTGluZVN0eWxlXCI6e1wiJGlkXCI6XCI0NjRcIixcIkxpbmVDb2xvclwiOntcIiRpZFwiOlwiNDY1XCIsXCJDb2xvclwiOntcIiRpZFwiOlwiNDY2XCIsXCJBXCI6MjU1LFwiUlwiOjIzNCxcIkdcIjoyMixcIkJcIjozMH19LFwiTGluZVdlaWdodFwiOjIuMCxcIkxpbmVUeXBlXCI6MH0sXCJJc1Zpc2libGVcIjpmYWxzZX19LFwiSXNBYm92ZVRpbWViYW5kXCI6ZmFsc2UsXCJTcGFjaW5nXCI6MyxcIkRlZmF1bHRTd2ltbGFuZUFjdGl2aXR5U3R5bGVcIjp7XCIkaWRcIjpcIjQ2N1wiLFwiSGVhZGVyU3R5bGVcIjp7XCIkaWRcIjpcIjQ2OFwiLFwiVGV4dFN0eWxlXCI6e1wiJGlkXCI6XCI0NjlcIixcIkZvbnRTZXR0aW5nc1wiOntcIiRpZFwiOlwiNDcwXCIsXCJGb250U2l6ZVwiOjExLFwiRm9udE5hbWVcIjpcIkNhbGlicmlcIixcIklzQm9sZFwiOmZhbHNlLFwiSXNJdGFsaWNcIjpmYWxzZSxcIklzVW5kZXJsaW5lZFwiOmZhbHNlfSxcIkZvcmVncm91bmRcIjp7XCIkaWRcIjpcIjQ3MVwiLFwiQ29sb3JcIjp7XCIkaWRcIjpcIjQ3MlwiLFwiQVwiOjI1NSxcIlJcIjowLFwiR1wiOjAsXCJCXCI6MH19LFwiSG9yaXpvbnRhbEFsaWdubWVudFwiOjAsXCJJc1Zpc2libGVcIjp0cnVlfSxcIlJlY3RhbmdsZVN0eWxlXCI6e1wiJGlkXCI6XCI0NzNcIixcIk1hcmdpblwiOntcIiRpZFwiOlwiNDc0XCIsXCJUb3BcIjowLjAsXCJMZWZ0XCI6MC4wLFwiUmlnaHRcIjowLjAsXCJCb3R0b21cIjowLjB9LFwiUGFkZGluZ1wiOntcIiRpZFwiOlwiNDc1XCIsXCJUb3BcIjowLjAsXCJMZWZ0XCI6MC4wLFwiUmlnaHRcIjowLjAsXCJCb3R0b21cIjowLjB9LFwiQmFja2dyb3VuZFwiOntcIiRpZFwiOlwiNDc2XCIsXCJDb2xvclwiOntcIiRpZFwiOlwiNDc3XCIsXCJBXCI6NjMsXCJSXCI6MjUsXCJHXCI6MTA3LFwiQlwiOjM2fX0sXCJJc1Zpc2libGVcIjp0cnVlLFwiV2lkdGhcIjowLjAsXCJIZWlnaHRcIjowLjAsXCJCb3JkZXJTdHlsZVwiOntcIiRpZFwiOlwiNDc4XCIsXCJMaW5lU3R5bGVcIjp7XCIkaWRcIjpcIjQ3OVwiLFwiTGluZUNvbG9yXCI6e1wiJGlkXCI6XCI0ODBcIixcIkNvbG9yXCI6e1wiJGlkXCI6XCI0ODFcIixcIkFcIjoyNTUsXCJSXCI6MjU1LFwiR1wiOjI1NSxcIkJcIjoyNTV9fSxcIkxpbmVXZWlnaHRcIjowLjAsXCJMaW5lVHlwZVwiOjB9LFwiSXNWaXNpYmxlXCI6ZmFsc2V9fX0sXCJCYWNrZ3JvdW5kU3R5bGVcIjp7XCIkaWRcIjpcIjQ4MlwiLFwiTWFyZ2luXCI6e1wiJGlkXCI6XCI0ODNcIixcIlRvcFwiOjAuMCxcIkxlZnRcIjowLjAsXCJSaWdodFwiOjAuMCxcIkJvdHRvbVwiOjAuMH0sXCJQYWRkaW5nXCI6e1wiJGlkXCI6XCI0ODRcIixcIlRvcFwiOjAuMCxcIkxlZnRcIjowLjAsXCJSaWdodFwiOjAuMCxcIkJvdHRvbVwiOjAuMH0sXCJCYWNrZ3JvdW5kXCI6e1wiJGlkXCI6XCI0ODVcIixcIkNvbG9yXCI6e1wiJGlkXCI6XCI0ODZcIixcIkFcIjo1MSxcIlJcIjoyMDAsXCJHXCI6MjAwLFwiQlwiOjIwMH19LFwiSXNWaXNpYmxlXCI6dHJ1ZSxcIldpZHRoXCI6MC4wLFwiSGVpZ2h0XCI6MC4wLFwiQm9yZGVyU3R5bGVcIjp7XCIkaWRcIjpcIjQ4N1wiLFwiTGluZVN0eWxlXCI6e1wiJGlkXCI6XCI0ODhcIixcIkxpbmVDb2xvclwiOntcIiRpZFwiOlwiNDg5XCIsXCJDb2xvclwiOntcIiRpZFwiOlwiNDkwXCIsXCJBXCI6MjU1LFwiUlwiOjIzNCxcIkdcIjoyMixcIkJcIjozMH19LFwiTGluZVdlaWdodFwiOjIuMCxcIkxpbmVUeXBlXCI6MH0sXCJJc1Zpc2libGVcIjpmYWxzZX19fSxcIkRlZmF1bHRTd2ltbGFuZU1pbGVzdG9uZVN0eWxlXCI6e1wiJGlkXCI6XCI0OTFcIixcIlRpdGxlUG9zaXRpb25cIjowLFwiRGF0ZVBvc2l0aW9uXCI6MixcIlZhcmlhbmNlUG9zaXRpb25cIjoyLFwiU2hhcGVUeXBlXCI6MSxcIlNoYXBlU2l6ZVwiOjAsXCJTcGFjaW5nXCI6NSxcIlNoYXBlU3R5bGVcIjp7XCIkaWRcIjpcIjQ5MlwiLFwiTWFyZ2luXCI6e1wiJGlkXCI6XCI0OTNcIixcIlRvcFwiOjAuMCxcIkxlZnRcIjowLjAsXCJSaWdodFwiOjAuMCxcIkJvdHRvbVwiOjAuMH0sXCJQYWRkaW5nXCI6e1wiJGlkXCI6XCI0OTRcIixcIlRvcFwiOjAuMCxcIkxlZnRcIjowLjAsXCJSaWdodFwiOjAuMCxcIkJvdHRvbVwiOjAuMH0sXCJCYWNrZ3JvdW5kXCI6e1wiJGlkXCI6XCI0OTVcIixcIkNvbG9yXCI6e1wiJGlkXCI6XCI0OTZcIixcIkFcIjoyNTUsXCJSXCI6MjUsXCJHXCI6MTA3LFwiQlwiOjM2fX0sXCJJc1Zpc2libGVcIjp0cnVlLFwiV2lkdGhcIjoxMi4wLFwiSGVpZ2h0XCI6MTQuMCxcIkJvcmRlclN0eWxlXCI6e1wiJGlkXCI6XCI0OTdcIixcIkxpbmVTdHlsZVwiOntcIiRpZFwiOlwiNDk4XCIsXCJMaW5lQ29sb3JcIjp7XCIkaWRcIjpcIjQ5OVwiLFwiQ29sb3JcIjp7XCIkaWRcIjpcIjUwMFwiLFwiQVwiOjI1NSxcIlJcIjoyMzQsXCJHXCI6MjIsXCJCXCI6MzB9fSxcIkxpbmVXZWlnaHRcIjoyLjAsXCJMaW5lVHlwZVwiOjB9LFwiSXNWaXNpYmxlXCI6ZmFsc2V9fSxcIlRpdGxlU3R5bGVcIjp7XCIkaWRcIjpcIjUwMVwiLFwiRm9udFNldHRpbmdzXCI6e1wiJGlkXCI6XCI1MDJcIixcIkZvbnRTaXplXCI6MTEsXCJGb250TmFtZVwiOlwiQ2FsaWJyaVwiLFwiSXNCb2xkXCI6ZmFsc2UsXCJJc0l0YWxpY1wiOmZhbHNlLFwiSXNVbmRlcmxpbmVkXCI6ZmFsc2V9LFwiRm9yZWdyb3VuZFwiOntcIiRpZFwiOlwiNTAzXCIsXCJDb2xvclwiOntcIiRpZFwiOlwiNTA0XCIsXCJBXCI6MjU1LFwiUlwiOjAsXCJHXCI6MCxcIkJcIjowfX0sXCJIb3Jpem9udGFsQWxpZ25tZW50XCI6MixcIklzVmlzaWJsZVwiOnRydWV9LFwiRGF0ZVN0eWxlXCI6e1wiJGlkXCI6XCI1MDVcIixcIkZvbnRTZXR0aW5nc1wiOntcIiRpZFwiOlwiNTA2XCIsXCJGb250U2l6ZVwiOjEwLFwiRm9udE5hbWVcIjpcIkNhbGlicmlcIixcIklzQm9sZFwiOmZhbHNlLFwiSXNJdGFsaWNcIjpmYWxzZSxcIklzVW5kZXJsaW5lZFwiOmZhbHNlfSxcIkZvcmVncm91bmRcIjp7XCIkaWRcIjpcIjUwN1wiLFwiQ29sb3JcIjp7XCIkaWRcIjpcIjUwOFwiLFwiQVwiOjI1NSxcIlJcIjoxNCxcIkdcIjo0MCxcIkJcIjo2NX19LFwiSG9yaXpvbnRhbEFsaWdubWVudFwiOjAsXCJJc1Zpc2libGVcIjp0cnVlfSxcIkRhdGVGb3JtYXRcIjp7XCIkaWRcIjpcIjUwOV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MTBcIixcIkZvcm1hdFwiOjAsXCJJc1Zpc2libGVcIjpmYWxzZSxcIkxhc3RLbm93blZpc2liaWxpdHlTdGF0ZVwiOmZhbHNlfSxcIlZhcmlhbmNlU3R5bGVcIjp7XCIkaWRcIjpcIjUxMVwiLFwiVmFyaWFuY2VUZXh0U3R5bGVcIjp7XCIkaWRcIjpcIjUxMlwiLFwiRm9udFNldHRpbmdzXCI6e1wiJGlkXCI6XCI1MTNcIixcIkZvbnRTaXplXCI6MTAsXCJGb250TmFtZVwiOlwiQ2FsaWJyaVwiLFwiSXNCb2xkXCI6ZmFsc2UsXCJJc0l0YWxpY1wiOmZhbHNlLFwiSXNVbmRlcmxpbmVkXCI6ZmFsc2V9LFwiRm9yZWdyb3VuZFwiOntcIiRpZFwiOlwiNTE0XCIsXCJDb2xvclwiOntcIiRpZFwiOlwiNTE1XCIsXCJBXCI6MjU1LFwiUlwiOjAsXCJHXCI6MCxcIkJcIjowfX0sXCJIb3Jpem9udGFsQWxpZ25tZW50XCI6MCxcIklzVmlzaWJsZVwiOnRydWV9fX0sXCJEZWZhdWx0U3dpbWxhbmVUYXNrU3R5bGVcIjp7XCIkaWRcIjpcIjUxNlwiLFwiU2hhcGVcIjoxLFwiU2hhcGVUaGlja25lc3NcIjowLFwiRHVyYXRpb25Gb3JtYXRcIjowLFwiUGVyY2VudGFnZUNvbXBsZXRlVGV4dFN0eWxlXCI6e1wiJGlkXCI6XCI1MTdcIixcIkZvbnRTZXR0aW5nc1wiOntcIiRpZFwiOlwiNTE4XCIsXCJGb250U2l6ZVwiOjEwLFwiRm9udE5hbWVcIjpcIkNhbGlicmlcIixcIklzQm9sZFwiOmZhbHNlLFwiSXNJdGFsaWNcIjpmYWxzZSxcIklzVW5kZXJsaW5lZFwiOmZhbHNlfSxcIkZvcmVncm91bmRcIjp7XCIkaWRcIjpcIjUxOVwiLFwiQ29sb3JcIjp7XCIkaWRcIjpcIjUyMFwiLFwiQVwiOjI1NSxcIlJcIjoyMzIsXCJHXCI6MjMyLFwiQlwiOjIzMn19LFwiSG9yaXpvbnRhbEFsaWdubWVudFwiOjEsXCJJc1Zpc2libGVcIjp0cnVlfSxcIlBlcmNlbnRhZ2VDb21wbGV0ZUhpZ2hsaWdodFN0eWxlXCI6e1wiJGlkXCI6XCI1MjFcIixcIkJhY2tncm91bmRcIjp7XCIkaWRcIjpcIjUyMlwiLFwiQ29sb3JcIjp7XCIkaWRcIjpcIjUyM1wiLFwiQVwiOjg5LFwiUlwiOjAsXCJHXCI6MCxcIkJcIjowfX19LFwiRHVyYXRpb25TdHlsZVwiOntcIiRpZFwiOlwiNTI0XCIsXCJGb250U2V0dGluZ3NcIjp7XCIkaWRcIjpcIjUyNVwiLFwiRm9udFNpemVcIjoxMCxcIkZvbnROYW1lXCI6XCJDYWxpYnJpXCIsXCJJc0JvbGRcIjpmYWxzZSxcIklzSXRhbGljXCI6ZmFsc2UsXCJJc1VuZGVybGluZWRcIjpmYWxzZX0sXCJGb3JlZ3JvdW5kXCI6e1wiJGlkXCI6XCI1MjZcIixcIkNvbG9yXCI6e1wiJGlkXCI6XCI1MjdcIixcIkFcIjoyNTUsXCJSXCI6MjM3LFwiR1wiOjEyNSxcIkJcIjo0OX19LFwiSG9yaXpvbnRhbEFsaWdubWVudFwiOjAsXCJJc1Zpc2libGVcIjpmYWxzZX0sXCJNYXJnaW5cIjp7XCIkaWRcIjpcIjUyOFwiLFwiVG9wXCI6MC4wLFwiTGVmdFwiOjAuMCxcIlJpZ2h0XCI6MC4wLFwiQm90dG9tXCI6MC4wfSxcIlN0YXJ0RGF0ZVBvc2l0aW9uXCI6MyxcIkVuZERhdGVQb3NpdGlvblwiOjMsXCJUaXRsZVBvc2l0aW9uXCI6NCxcIkR1cmF0aW9uUG9zaXRpb25cIjowLFwiUGVyY2VudGFnZUNvbXBsZXRlZFBvc2l0aW9uXCI6MixcIlZhcmlhbmNlUG9zaXRpb25cIjoyLFwiU3BhY2luZ1wiOjMsXCJCYXNlbGluZVN0eWxlXCI6e1wiJGlkXCI6XCI1MjlcIixcIkJhc2VsaW5lU2hhcGVTdHlsZVwiOntcIiRpZFwiOlwiNTMwXCIsXCJNYXJnaW5cIjp7XCIkaWRcIjpcIjUzMVwiLFwiVG9wXCI6MC4wLFwiTGVmdFwiOjAuMCxcIlJpZ2h0XCI6MC4wLFwiQm90dG9tXCI6MC4wfSxcIlBhZGRpbmdcIjp7XCIkaWRcIjpcIjUzMlwiLFwiVG9wXCI6MC4wLFwiTGVmdFwiOjAuMCxcIlJpZ2h0XCI6MC4wLFwiQm90dG9tXCI6MC4wfSxcIkJhY2tncm91bmRcIjp7XCIkaWRcIjpcIjUzM1wiLFwiQ29sb3JcIjp7XCIkaWRcIjpcIjUzNFwiLFwiQVwiOjE1MyxcIlJcIjowLFwiR1wiOjAsXCJCXCI6MH19LFwiSXNWaXNpYmxlXCI6ZmFsc2UsXCJXaWR0aFwiOjAuMCxcIkhlaWdodFwiOjAuMCxcIkJvcmRlclN0eWxlXCI6e1wiJGlkXCI6XCI1MzVcIixcIkxpbmVTdHlsZVwiOntcIiRpZFwiOlwiNTM2XCIsXCJMaW5lQ29sb3JcIjp7XCIkaWRcIjpcIjUzN1wiLFwiQ29sb3JcIjp7XCIkaWRcIjpcIjUzOFwiLFwiQVwiOjI1NSxcIlJcIjoyNTUsXCJHXCI6MCxcIkJcIjowfX0sXCJMaW5lV2VpZ2h0XCI6Mi4wLFwiTGluZVR5cGVcIjowfSxcIklzVmlzaWJsZVwiOmZhbHNlfX19LFwiU2hhcGVTdHlsZVwiOntcIiRpZFwiOlwiNTM5XCIsXCJNYXJnaW5cIjp7XCIkaWRcIjpcIjU0MFwiLFwiVG9wXCI6MC4wLFwiTGVmdFwiOjQuMCxcIlJpZ2h0XCI6NC4wLFwiQm90dG9tXCI6MC4wfSxcIlBhZGRpbmdcIjp7XCIkaWRcIjpcIjU0MVwiLFwiVG9wXCI6MC4wLFwiTGVmdFwiOjAuMCxcIlJpZ2h0XCI6MC4wLFwiQm90dG9tXCI6MC4wfSxcIkJhY2tncm91bmRcIjp7XCIkaWRcIjpcIjU0MlwiLFwiQ29sb3JcIjp7XCIkaWRcIjpcIjU0M1wiLFwiQVwiOjI1NSxcIlJcIjoyNSxcIkdcIjoxMDcsXCJCXCI6MzZ9fSxcIklzVmlzaWJsZVwiOnRydWUsXCJXaWR0aFwiOjAuMCxcIkhlaWdodFwiOjEwLjAsXCJCb3JkZXJTdHlsZVwiOntcIiRpZFwiOlwiNTQ0XCIsXCJMaW5lU3R5bGVcIjp7XCIkaWRcIjpcIjU0NVwiLFwiTGluZUNvbG9yXCI6e1wiJGlkXCI6XCI1NDZcIixcIkNvbG9yXCI6e1wiJGlkXCI6XCI1NDdcIixcIkFcIjoyNTUsXCJSXCI6MjM0LFwiR1wiOjIyLFwiQlwiOjMwfX0sXCJMaW5lV2VpZ2h0XCI6Mi4wLFwiTGluZVR5cGVcIjowfSxcIklzVmlzaWJsZVwiOmZhbHNlfX0sXCJUaXRsZVN0eWxlXCI6e1wiJGlkXCI6XCI1NDhcIixcIkZvbnRTZXR0aW5nc1wiOntcIiRpZFwiOlwiNTQ5XCIsXCJGb250U2l6ZVwiOjExLFwiRm9udE5hbWVcIjpcIkNhbGlicmlcIixcIklzQm9sZFwiOmZhbHNlLFwiSXNJdGFsaWNcIjpmYWxzZSxcIklzVW5kZXJsaW5lZFwiOmZhbHNlfSxcIkZvcmVncm91bmRcIjp7XCIkaWRcIjpcIjU1MFwiLFwiQ29sb3JcIjp7XCIkaWRcIjpcIjU1MVwiLFwiQVwiOjI1NSxcIlJcIjowLFwiR1wiOjAsXCJCXCI6MH19LFwiSG9yaXpvbnRhbEFsaWdubWVudFwiOjAsXCJJc1Zpc2libGVcIjp0cnVlfSxcIkRhdGVTdHlsZVwiOntcIiRpZFwiOlwiNTUyXCIsXCJGb250U2V0dGluZ3NcIjp7XCIkaWRcIjpcIjU1M1wiLFwiRm9udFNpemVcIjoxMCxcIkZvbnROYW1lXCI6XCJDYWxpYnJpXCIsXCJJc0JvbGRcIjpmYWxzZSxcIklzSXRhbGljXCI6ZmFsc2UsXCJJc1VuZGVybGluZWRcIjpmYWxzZX0sXCJGb3JlZ3JvdW5kXCI6e1wiJGlkXCI6XCI1NTRcIixcIkNvbG9yXCI6e1wiJGlkXCI6XCI1NTVcIixcIkFcIjoyNTUsXCJSXCI6MTQsXCJHXCI6NDAsXCJCXCI6NjV9fSxcIkhvcml6b250YWxBbGlnbm1lbnRcIjoyLFwiSXNWaXNpYmxlXCI6dHJ1ZX0sXCJEYXRlRm9ybWF0XCI6e1wiJGlkXCI6XCI1NTZ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TU3XCIsXCJGb3JtYXRcIjowLFwiSXNWaXNpYmxlXCI6ZmFsc2UsXCJMYXN0S25vd25WaXNpYmlsaXR5U3RhdGVcIjpmYWxzZX0sXCJWYXJpYW5jZVN0eWxlXCI6e1wiJGlkXCI6XCI1NThcIixcIlZhcmlhbmNlVGV4dFN0eWxlXCI6e1wiJGlkXCI6XCI1NTlcIixcIkZvbnRTZXR0aW5nc1wiOntcIiRpZFwiOlwiNTYwXCIsXCJGb250U2l6ZVwiOjEwLFwiRm9udE5hbWVcIjpcIkNhbGlicmlcIixcIklzQm9sZFwiOmZhbHNlLFwiSXNJdGFsaWNcIjpmYWxzZSxcIklzVW5kZXJsaW5lZFwiOmZhbHNlfSxcIkZvcmVncm91bmRcIjp7XCIkaWRcIjpcIjU2MVwiLFwiQ29sb3JcIjp7XCIkaWRcIjpcIjU2MlwiLFwiQVwiOjI1NSxcIlJcIjowLFwiR1wiOjAsXCJCXCI6MH19LFwiSG9yaXpvbnRhbEFsaWdubWVudFwiOjAsXCJJc1Zpc2libGVcIjp0cnVlfX19LFwiRGVmYXVsdFN3aW1sYW5lTW90U3R5bGVcIjp7XCIkaWRcIjpcIjU2M1wiLFwiU2hhcGVcIjoxLFwiU2hhcGVTaXplXCI6MCxcIkRldGFpbHNTcGFjaW5nXCI6MC4wLFwiUGFkZGluZ1wiOntcIiRpZFwiOlwiNTY0XCIsXCJUb3BcIjo1LjAsXCJMZWZ0XCI6My4wLFwiUmlnaHRcIjowLjAsXCJCb3R0b21cIjoyLjB9LFwiUG9zaXRpb25PblRhc2tcIjoxLFwiU2hhcGVTdHlsZVwiOntcIiRpZFwiOlwiNTY1XCIsXCJNYXJnaW5cIjp7XCIkaWRcIjpcIjU2NlwiLFwiVG9wXCI6MC4wLFwiTGVmdFwiOjAuMCxcIlJpZ2h0XCI6MC4wLFwiQm90dG9tXCI6MC4wfSxcIlBhZGRpbmdcIjp7XCIkaWRcIjpcIjU2N1wiLFwiVG9wXCI6MC4wLFwiTGVmdFwiOjAuMCxcIlJpZ2h0XCI6MC4wLFwiQm90dG9tXCI6MC4wfSxcIkJhY2tncm91bmRcIjp7XCIkaWRcIjpcIjU2OFwiLFwiQ29sb3JcIjp7XCIkaWRcIjpcIjU2OVwiLFwiQVwiOjI1NSxcIlJcIjoxMyxcIkdcIjo1MyxcIkJcIjoxOH19LFwiSXNWaXNpYmxlXCI6dHJ1ZSxcIldpZHRoXCI6MTIuMCxcIkhlaWdodFwiOjE0LjAsXCJCb3JkZXJTdHlsZVwiOntcIiRpZFwiOlwiNTcwXCIsXCJMaW5lU3R5bGVcIjp7XCIkaWRcIjpcIjU3MVwiLFwiTGluZUNvbG9yXCI6e1wiJGlkXCI6XCI1NzJcIixcIkNvbG9yXCI6e1wiJGlkXCI6XCI1NzNcIixcIkFcIjoyNTUsXCJSXCI6MjU1LFwiR1wiOjI1NSxcIkJcIjoyNTV9fSxcIkxpbmVXZWlnaHRcIjowLjAsXCJMaW5lVHlwZVwiOjB9LFwiSXNWaXNpYmxlXCI6ZmFsc2V9fSxcIlRpdGxlU3R5bGVcIjp7XCIkaWRcIjpcIjU3NFwiLFwiRm9udFNldHRpbmdzXCI6e1wiJGlkXCI6XCI1NzVcIixcIkZvbnRTaXplXCI6MTEsXCJGb250TmFtZVwiOlwiQ2FsaWJyaVwiLFwiSXNCb2xkXCI6ZmFsc2UsXCJJc0l0YWxpY1wiOmZhbHNlLFwiSXNVbmRlcmxpbmVkXCI6ZmFsc2V9LFwiRm9yZWdyb3VuZFwiOntcIiRpZFwiOlwiNTc2XCIsXCJDb2xvclwiOntcIiRpZFwiOlwiNTc3XCIsXCJBXCI6MjU1LFwiUlwiOjAsXCJHXCI6MCxcIkJcIjowfX0sXCJIb3Jpem9udGFsQWxpZ25tZW50XCI6MSxcIklzVmlzaWJsZVwiOnRydWV9LFwiRGF0ZVN0eWxlXCI6e1wiJGlkXCI6XCI1NzhcIixcIkZvbnRTZXR0aW5nc1wiOntcIiRpZFwiOlwiNTc5XCIsXCJGb250U2l6ZVwiOjEwLFwiRm9udE5hbWVcIjpcIkNhbGlicmlcIixcIklzQm9sZFwiOmZhbHNlLFwiSXNJdGFsaWNcIjpmYWxzZSxcIklzVW5kZXJsaW5lZFwiOmZhbHNlfSxcIkZvcmVncm91bmRcIjp7XCIkaWRcIjpcIjU4MFwiLFwiQ29sb3JcIjp7XCIkaWRcIjpcIjU4MVwiLFwiQVwiOjI1NSxcIlJcIjoxNCxcIkdcIjo0MCxcIkJcIjo2NX19LFwiSG9yaXpvbnRhbEFsaWdubWVudFwiOjEsXCJJc1Zpc2libGVcIjp0cnVlfSxcIkRhdGVGb3JtYXRcIjp7XCIkaWRcIjpcIjU4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ODNcIixcIkZvcm1hdFwiOjAsXCJJc1Zpc2libGVcIjpmYWxzZSxcIkxhc3RLbm93blZpc2liaWxpdHlTdGF0ZVwiOmZhbHNlfSxcIlZhcmlhbmNlU3R5bGVcIjp7XCIkaWRcIjpcIjU4NFwiLFwiVmFyaWFuY2VUZXh0U3R5bGVcIjp7XCIkaWRcIjpcIjU4NVwiLFwiRm9udFNldHRpbmdzXCI6e1wiJGlkXCI6XCI1ODZcIixcIkZvbnRTaXplXCI6MTAsXCJGb250TmFtZVwiOlwiQ2FsaWJyaVwiLFwiSXNCb2xkXCI6ZmFsc2UsXCJJc0l0YWxpY1wiOmZhbHNlLFwiSXNVbmRlcmxpbmVkXCI6ZmFsc2V9LFwiRm9yZWdyb3VuZFwiOntcIiRpZFwiOlwiNTg3XCIsXCJDb2xvclwiOntcIiRpZFwiOlwiNTg4XCIsXCJBXCI6MjU1LFwiUlwiOjAsXCJHXCI6MCxcIkJcIjowfX0sXCJIb3Jpem9udGFsQWxpZ25tZW50XCI6MCxcIklzVmlzaWJsZVwiOnRydWV9fX19LHtcIiRpZFwiOlwiNTg5XCIsXCJTdHlsZUlkXCI6XCIwNzAyZGVhOC1jMTE0LTRkNzEtYmU0MC1jZDMwNjJjNDY5NzBcIixcIk5hbWVcIjpcIlN3aW1sYW5lIFN0eWxlIDRcIixcIkhlYWRlclN0eWxlXCI6e1wiJGlkXCI6XCI1OTBcIixcIlRleHRTdHlsZVwiOntcIiRpZFwiOlwiNTkxXCIsXCJGb250U2V0dGluZ3NcIjp7XCIkaWRcIjpcIjU5MlwiLFwiRm9udFNpemVcIjoxMSxcIkZvbnROYW1lXCI6XCJDYWxpYnJpXCIsXCJJc0JvbGRcIjpmYWxzZSxcIklzSXRhbGljXCI6ZmFsc2UsXCJJc1VuZGVybGluZWRcIjpmYWxzZX0sXCJGb3JlZ3JvdW5kXCI6e1wiJGlkXCI6XCI1OTNcIixcIkNvbG9yXCI6e1wiJGlkXCI6XCI1OTRcIixcIkFcIjoyNTUsXCJSXCI6MjU1LFwiR1wiOjI1NSxcIkJcIjoyNTV9fSxcIkhvcml6b250YWxBbGlnbm1lbnRcIjowLFwiSXNWaXNpYmxlXCI6dHJ1ZX0sXCJSZWN0YW5nbGVTdHlsZVwiOntcIiRpZFwiOlwiNTk1XCIsXCJNYXJnaW5cIjp7XCIkaWRcIjpcIjU5NlwiLFwiVG9wXCI6MC4wLFwiTGVmdFwiOjAuMCxcIlJpZ2h0XCI6MC4wLFwiQm90dG9tXCI6MC4wfSxcIlBhZGRpbmdcIjp7XCIkaWRcIjpcIjU5N1wiLFwiVG9wXCI6MC4wLFwiTGVmdFwiOjAuMCxcIlJpZ2h0XCI6MC4wLFwiQm90dG9tXCI6MC4wfSxcIkJhY2tncm91bmRcIjp7XCIkaWRcIjpcIjU5OFwiLFwiQ29sb3JcIjp7XCIkaWRcIjpcIjU5OVwiLFwiQVwiOjI1NSxcIlJcIjoxNSxcIkdcIjoxNTgsXCJCXCI6MjEzfX0sXCJJc1Zpc2libGVcIjp0cnVlLFwiV2lkdGhcIjowLjAsXCJIZWlnaHRcIjowLjAsXCJCb3JkZXJTdHlsZVwiOntcIiRpZFwiOlwiNjAwXCIsXCJMaW5lU3R5bGVcIjp7XCIkaWRcIjpcIjYwMVwiLFwiTGluZUNvbG9yXCI6e1wiJGlkXCI6XCI2MDJcIixcIkNvbG9yXCI6e1wiJGlkXCI6XCI2MDNcIixcIkFcIjoyNTUsXCJSXCI6MjU1LFwiR1wiOjI1NSxcIkJcIjoyNTV9fSxcIkxpbmVXZWlnaHRcIjowLjAsXCJMaW5lVHlwZVwiOjB9LFwiSXNWaXNpYmxlXCI6ZmFsc2V9fX0sXCJCYWNrZ3JvdW5kU3R5bGVcIjp7XCIkaWRcIjpcIjYwNFwiLFwiTWFyZ2luXCI6e1wiJGlkXCI6XCI2MDVcIixcIlRvcFwiOjAuMCxcIkxlZnRcIjowLjAsXCJSaWdodFwiOjAuMCxcIkJvdHRvbVwiOjAuMH0sXCJQYWRkaW5nXCI6e1wiJGlkXCI6XCI2MDZcIixcIlRvcFwiOjAuMCxcIkxlZnRcIjowLjAsXCJSaWdodFwiOjAuMCxcIkJvdHRvbVwiOjAuMH0sXCJCYWNrZ3JvdW5kXCI6e1wiJGlkXCI6XCI2MDdcIixcIkNvbG9yXCI6e1wiJGlkXCI6XCI2MDhcIixcIkFcIjo1MSxcIlJcIjoyMDAsXCJHXCI6MjAwLFwiQlwiOjIwMH19LFwiSXNWaXNpYmxlXCI6dHJ1ZSxcIldpZHRoXCI6MC4wLFwiSGVpZ2h0XCI6MC4wLFwiQm9yZGVyU3R5bGVcIjp7XCIkaWRcIjpcIjYwOVwiLFwiTGluZVN0eWxlXCI6e1wiJGlkXCI6XCI2MTBcIixcIkxpbmVDb2xvclwiOntcIiRpZFwiOlwiNjExXCIsXCJDb2xvclwiOntcIiRpZFwiOlwiNjEyXCIsXCJBXCI6MjU1LFwiUlwiOjIzNCxcIkdcIjoyMixcIkJcIjozMH19LFwiTGluZVdlaWdodFwiOjIuMCxcIkxpbmVUeXBlXCI6MH0sXCJJc1Zpc2libGVcIjpmYWxzZX19LFwiSXNBYm92ZVRpbWViYW5kXCI6ZmFsc2UsXCJTcGFjaW5nXCI6MyxcIkRlZmF1bHRTd2ltbGFuZUFjdGl2aXR5U3R5bGVcIjp7XCIkaWRcIjpcIjYxM1wiLFwiSGVhZGVyU3R5bGVcIjp7XCIkaWRcIjpcIjYxNFwiLFwiVGV4dFN0eWxlXCI6e1wiJGlkXCI6XCI2MTVcIixcIkZvbnRTZXR0aW5nc1wiOntcIiRpZFwiOlwiNjE2XCIsXCJGb250U2l6ZVwiOjExLFwiRm9udE5hbWVcIjpcIkNhbGlicmlcIixcIklzQm9sZFwiOmZhbHNlLFwiSXNJdGFsaWNcIjpmYWxzZSxcIklzVW5kZXJsaW5lZFwiOmZhbHNlfSxcIkZvcmVncm91bmRcIjp7XCIkaWRcIjpcIjYxN1wiLFwiQ29sb3JcIjp7XCIkaWRcIjpcIjYxOFwiLFwiQVwiOjI1NSxcIlJcIjowLFwiR1wiOjAsXCJCXCI6MH19LFwiSG9yaXpvbnRhbEFsaWdubWVudFwiOjAsXCJJc1Zpc2libGVcIjp0cnVlfSxcIlJlY3RhbmdsZVN0eWxlXCI6e1wiJGlkXCI6XCI2MTlcIixcIk1hcmdpblwiOntcIiRpZFwiOlwiNjIwXCIsXCJUb3BcIjowLjAsXCJMZWZ0XCI6MC4wLFwiUmlnaHRcIjowLjAsXCJCb3R0b21cIjowLjB9LFwiUGFkZGluZ1wiOntcIiRpZFwiOlwiNjIxXCIsXCJUb3BcIjowLjAsXCJMZWZ0XCI6MC4wLFwiUmlnaHRcIjowLjAsXCJCb3R0b21cIjowLjB9LFwiQmFja2dyb3VuZFwiOntcIiRpZFwiOlwiNjIyXCIsXCJDb2xvclwiOntcIiRpZFwiOlwiNjIzXCIsXCJBXCI6MTI3LFwiUlwiOjE1LFwiR1wiOjE1OCxcIkJcIjoyMTN9fSxcIklzVmlzaWJsZVwiOnRydWUsXCJXaWR0aFwiOjAuMCxcIkhlaWdodFwiOjAuMCxcIkJvcmRlclN0eWxlXCI6e1wiJGlkXCI6XCI2MjRcIixcIkxpbmVTdHlsZVwiOntcIiRpZFwiOlwiNjI1XCIsXCJMaW5lQ29sb3JcIjp7XCIkaWRcIjpcIjYyNlwiLFwiQ29sb3JcIjp7XCIkaWRcIjpcIjYyN1wiLFwiQVwiOjI1NSxcIlJcIjoyNTUsXCJHXCI6MCxcIkJcIjowfX0sXCJMaW5lV2VpZ2h0XCI6MC4wLFwiTGluZVR5cGVcIjowfSxcIklzVmlzaWJsZVwiOmZhbHNlfX19LFwiQmFja2dyb3VuZFN0eWxlXCI6e1wiJGlkXCI6XCI2MjhcIixcIk1hcmdpblwiOntcIiRpZFwiOlwiNjI5XCIsXCJUb3BcIjowLjAsXCJMZWZ0XCI6MC4wLFwiUmlnaHRcIjowLjAsXCJCb3R0b21cIjowLjB9LFwiUGFkZGluZ1wiOntcIiRpZFwiOlwiNjMwXCIsXCJUb3BcIjowLjAsXCJMZWZ0XCI6MC4wLFwiUmlnaHRcIjowLjAsXCJCb3R0b21cIjowLjB9LFwiQmFja2dyb3VuZFwiOntcIiRpZFwiOlwiNjMxXCIsXCJDb2xvclwiOntcIiRpZFwiOlwiNjMyXCIsXCJBXCI6NTEsXCJSXCI6MjAwLFwiR1wiOjIwMCxcIkJcIjoyMDB9fSxcIklzVmlzaWJsZVwiOnRydWUsXCJXaWR0aFwiOjAuMCxcIkhlaWdodFwiOjAuMCxcIkJvcmRlclN0eWxlXCI6e1wiJGlkXCI6XCI2MzNcIixcIkxpbmVTdHlsZVwiOntcIiRpZFwiOlwiNjM0XCIsXCJMaW5lQ29sb3JcIjp7XCIkaWRcIjpcIjYzNVwiLFwiQ29sb3JcIjp7XCIkaWRcIjpcIjYzNlwiLFwiQVwiOjI1NSxcIlJcIjoyMzQsXCJHXCI6MjIsXCJCXCI6MzB9fSxcIkxpbmVXZWlnaHRcIjoyLjAsXCJMaW5lVHlwZVwiOjB9LFwiSXNWaXNpYmxlXCI6ZmFsc2V9fX0sXCJEZWZhdWx0U3dpbWxhbmVNaWxlc3RvbmVTdHlsZVwiOntcIiRpZFwiOlwiNjM3XCIsXCJUaXRsZVBvc2l0aW9uXCI6MCxcIkRhdGVQb3NpdGlvblwiOjIsXCJWYXJpYW5jZVBvc2l0aW9uXCI6MixcIlNoYXBlVHlwZVwiOjEsXCJTaGFwZVNpemVcIjowLFwiU3BhY2luZ1wiOjUsXCJTaGFwZVN0eWxlXCI6e1wiJGlkXCI6XCI2MzhcIixcIk1hcmdpblwiOntcIiRpZFwiOlwiNjM5XCIsXCJUb3BcIjowLjAsXCJMZWZ0XCI6MC4wLFwiUmlnaHRcIjowLjAsXCJCb3R0b21cIjowLjB9LFwiUGFkZGluZ1wiOntcIiRpZFwiOlwiNjQwXCIsXCJUb3BcIjowLjAsXCJMZWZ0XCI6MC4wLFwiUmlnaHRcIjowLjAsXCJCb3R0b21cIjowLjB9LFwiQmFja2dyb3VuZFwiOntcIiRpZFwiOlwiNjQxXCIsXCJDb2xvclwiOntcIiRpZFwiOlwiNjQyXCIsXCJBXCI6MjU1LFwiUlwiOjE1LFwiR1wiOjE1OCxcIkJcIjoyMTN9fSxcIklzVmlzaWJsZVwiOnRydWUsXCJXaWR0aFwiOjEyLjAsXCJIZWlnaHRcIjoxNC4wLFwiQm9yZGVyU3R5bGVcIjp7XCIkaWRcIjpcIjY0M1wiLFwiTGluZVN0eWxlXCI6e1wiJGlkXCI6XCI2NDRcIixcIkxpbmVDb2xvclwiOntcIiRpZFwiOlwiNjQ1XCIsXCJDb2xvclwiOntcIiRpZFwiOlwiNjQ2XCIsXCJBXCI6MjU1LFwiUlwiOjIzNCxcIkdcIjoyMixcIkJcIjozMH19LFwiTGluZVdlaWdodFwiOjIuMCxcIkxpbmVUeXBlXCI6MH0sXCJJc1Zpc2libGVcIjpmYWxzZX19LFwiVGl0bGVTdHlsZVwiOntcIiRpZFwiOlwiNjQ3XCIsXCJGb250U2V0dGluZ3NcIjp7XCIkaWRcIjpcIjY0OFwiLFwiRm9udFNpemVcIjoxMSxcIkZvbnROYW1lXCI6XCJDYWxpYnJpXCIsXCJJc0JvbGRcIjpmYWxzZSxcIklzSXRhbGljXCI6ZmFsc2UsXCJJc1VuZGVybGluZWRcIjpmYWxzZX0sXCJGb3JlZ3JvdW5kXCI6e1wiJGlkXCI6XCI2NDlcIixcIkNvbG9yXCI6e1wiJGlkXCI6XCI2NTBcIixcIkFcIjoyNTUsXCJSXCI6MCxcIkdcIjowLFwiQlwiOjB9fSxcIkhvcml6b250YWxBbGlnbm1lbnRcIjoyLFwiSXNWaXNpYmxlXCI6dHJ1ZX0sXCJEYXRlU3R5bGVcIjp7XCIkaWRcIjpcIjY1MVwiLFwiRm9udFNldHRpbmdzXCI6e1wiJGlkXCI6XCI2NTJcIixcIkZvbnRTaXplXCI6MTAsXCJGb250TmFtZVwiOlwiQ2FsaWJyaVwiLFwiSXNCb2xkXCI6ZmFsc2UsXCJJc0l0YWxpY1wiOmZhbHNlLFwiSXNVbmRlcmxpbmVkXCI6ZmFsc2V9LFwiRm9yZWdyb3VuZFwiOntcIiRpZFwiOlwiNjUzXCIsXCJDb2xvclwiOntcIiRpZFwiOlwiNjU0XCIsXCJBXCI6MjU1LFwiUlwiOjE0LFwiR1wiOjQwLFwiQlwiOjY1fX0sXCJIb3Jpem9udGFsQWxpZ25tZW50XCI6MCxcIklzVmlzaWJsZVwiOnRydWV9LFwiRGF0ZUZvcm1hdFwiOntcIiRpZFwiOlwiNjU1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Y1NlwiLFwiRm9ybWF0XCI6MCxcIklzVmlzaWJsZVwiOmZhbHNlLFwiTGFzdEtub3duVmlzaWJpbGl0eVN0YXRlXCI6ZmFsc2V9LFwiVmFyaWFuY2VTdHlsZVwiOntcIiRpZFwiOlwiNjU3XCIsXCJWYXJpYW5jZVRleHRTdHlsZVwiOntcIiRpZFwiOlwiNjU4XCIsXCJGb250U2V0dGluZ3NcIjp7XCIkaWRcIjpcIjY1OVwiLFwiRm9udFNpemVcIjoxMCxcIkZvbnROYW1lXCI6XCJDYWxpYnJpXCIsXCJJc0JvbGRcIjpmYWxzZSxcIklzSXRhbGljXCI6ZmFsc2UsXCJJc1VuZGVybGluZWRcIjpmYWxzZX0sXCJGb3JlZ3JvdW5kXCI6e1wiJGlkXCI6XCI2NjBcIixcIkNvbG9yXCI6e1wiJGlkXCI6XCI2NjFcIixcIkFcIjoyNTUsXCJSXCI6MCxcIkdcIjowLFwiQlwiOjB9fSxcIkhvcml6b250YWxBbGlnbm1lbnRcIjowLFwiSXNWaXNpYmxlXCI6dHJ1ZX19fSxcIkRlZmF1bHRTd2ltbGFuZVRhc2tTdHlsZVwiOntcIiRpZFwiOlwiNjYyXCIsXCJTaGFwZVwiOjEsXCJTaGFwZVRoaWNrbmVzc1wiOjAsXCJEdXJhdGlvbkZvcm1hdFwiOjAsXCJQZXJjZW50YWdlQ29tcGxldGVUZXh0U3R5bGVcIjp7XCIkaWRcIjpcIjY2M1wiLFwiRm9udFNldHRpbmdzXCI6e1wiJGlkXCI6XCI2NjRcIixcIkZvbnRTaXplXCI6MTAsXCJGb250TmFtZVwiOlwiQ2FsaWJyaVwiLFwiSXNCb2xkXCI6ZmFsc2UsXCJJc0l0YWxpY1wiOmZhbHNlLFwiSXNVbmRlcmxpbmVkXCI6ZmFsc2V9LFwiRm9yZWdyb3VuZFwiOntcIiRpZFwiOlwiNjY1XCIsXCJDb2xvclwiOntcIiRpZFwiOlwiNjY2XCIsXCJBXCI6MjU1LFwiUlwiOjIzMixcIkdcIjoyMzIsXCJCXCI6MjMyfX0sXCJIb3Jpem9udGFsQWxpZ25tZW50XCI6MSxcIklzVmlzaWJsZVwiOnRydWV9LFwiUGVyY2VudGFnZUNvbXBsZXRlSGlnaGxpZ2h0U3R5bGVcIjp7XCIkaWRcIjpcIjY2N1wiLFwiQmFja2dyb3VuZFwiOntcIiRpZFwiOlwiNjY4XCIsXCJDb2xvclwiOntcIiRpZFwiOlwiNjY5XCIsXCJBXCI6ODksXCJSXCI6MCxcIkdcIjowLFwiQlwiOjB9fX0sXCJEdXJhdGlvblN0eWxlXCI6e1wiJGlkXCI6XCI2NzBcIixcIkZvbnRTZXR0aW5nc1wiOntcIiRpZFwiOlwiNjcxXCIsXCJGb250U2l6ZVwiOjEwLFwiRm9udE5hbWVcIjpcIkNhbGlicmlcIixcIklzQm9sZFwiOmZhbHNlLFwiSXNJdGFsaWNcIjpmYWxzZSxcIklzVW5kZXJsaW5lZFwiOmZhbHNlfSxcIkZvcmVncm91bmRcIjp7XCIkaWRcIjpcIjY3MlwiLFwiQ29sb3JcIjp7XCIkaWRcIjpcIjY3M1wiLFwiQVwiOjI1NSxcIlJcIjoyMzcsXCJHXCI6MTI1LFwiQlwiOjQ5fX0sXCJIb3Jpem9udGFsQWxpZ25tZW50XCI6MCxcIklzVmlzaWJsZVwiOmZhbHNlfSxcIk1hcmdpblwiOntcIiRpZFwiOlwiNjc0XCIsXCJUb3BcIjowLjAsXCJMZWZ0XCI6MC4wLFwiUmlnaHRcIjowLjAsXCJCb3R0b21cIjowLjB9LFwiU3RhcnREYXRlUG9zaXRpb25cIjozLFwiRW5kRGF0ZVBvc2l0aW9uXCI6MyxcIlRpdGxlUG9zaXRpb25cIjo0LFwiRHVyYXRpb25Qb3NpdGlvblwiOjAsXCJQZXJjZW50YWdlQ29tcGxldGVkUG9zaXRpb25cIjoyLFwiVmFyaWFuY2VQb3NpdGlvblwiOjIsXCJTcGFjaW5nXCI6MyxcIkJhc2VsaW5lU3R5bGVcIjp7XCIkaWRcIjpcIjY3NVwiLFwiQmFzZWxpbmVTaGFwZVN0eWxlXCI6e1wiJGlkXCI6XCI2NzZcIixcIk1hcmdpblwiOntcIiRpZFwiOlwiNjc3XCIsXCJUb3BcIjowLjAsXCJMZWZ0XCI6MC4wLFwiUmlnaHRcIjowLjAsXCJCb3R0b21cIjowLjB9LFwiUGFkZGluZ1wiOntcIiRpZFwiOlwiNjc4XCIsXCJUb3BcIjowLjAsXCJMZWZ0XCI6MC4wLFwiUmlnaHRcIjowLjAsXCJCb3R0b21cIjowLjB9LFwiQmFja2dyb3VuZFwiOntcIiRpZFwiOlwiNjc5XCIsXCJDb2xvclwiOntcIiRpZFwiOlwiNjgwXCIsXCJBXCI6MTUzLFwiUlwiOjAsXCJHXCI6MCxcIkJcIjowfX0sXCJJc1Zpc2libGVcIjpmYWxzZSxcIldpZHRoXCI6MC4wLFwiSGVpZ2h0XCI6MC4wLFwiQm9yZGVyU3R5bGVcIjp7XCIkaWRcIjpcIjY4MVwiLFwiTGluZVN0eWxlXCI6e1wiJGlkXCI6XCI2ODJcIixcIkxpbmVDb2xvclwiOntcIiRpZFwiOlwiNjgzXCIsXCJDb2xvclwiOntcIiRpZFwiOlwiNjg0XCIsXCJBXCI6MjU1LFwiUlwiOjI1NSxcIkdcIjowLFwiQlwiOjB9fSxcIkxpbmVXZWlnaHRcIjoyLjAsXCJMaW5lVHlwZVwiOjB9LFwiSXNWaXNpYmxlXCI6ZmFsc2V9fX0sXCJTaGFwZVN0eWxlXCI6e1wiJGlkXCI6XCI2ODVcIixcIk1hcmdpblwiOntcIiRpZFwiOlwiNjg2XCIsXCJUb3BcIjowLjAsXCJMZWZ0XCI6NC4wLFwiUmlnaHRcIjo0LjAsXCJCb3R0b21cIjowLjB9LFwiUGFkZGluZ1wiOntcIiRpZFwiOlwiNjg3XCIsXCJUb3BcIjowLjAsXCJMZWZ0XCI6MC4wLFwiUmlnaHRcIjowLjAsXCJCb3R0b21cIjowLjB9LFwiQmFja2dyb3VuZFwiOntcIiRpZFwiOlwiNjg4XCIsXCJDb2xvclwiOntcIiRpZFwiOlwiNjg5XCIsXCJBXCI6MjU1LFwiUlwiOjE1LFwiR1wiOjE1OCxcIkJcIjoyMTN9fSxcIklzVmlzaWJsZVwiOnRydWUsXCJXaWR0aFwiOjAuMCxcIkhlaWdodFwiOjEwLjAsXCJCb3JkZXJTdHlsZVwiOntcIiRpZFwiOlwiNjkwXCIsXCJMaW5lU3R5bGVcIjp7XCIkaWRcIjpcIjY5MVwiLFwiTGluZUNvbG9yXCI6e1wiJGlkXCI6XCI2OTJcIixcIkNvbG9yXCI6e1wiJGlkXCI6XCI2OTNcIixcIkFcIjoyNTUsXCJSXCI6MjM0LFwiR1wiOjIyLFwiQlwiOjMwfX0sXCJMaW5lV2VpZ2h0XCI6Mi4wLFwiTGluZVR5cGVcIjowfSxcIklzVmlzaWJsZVwiOmZhbHNlfX0sXCJUaXRsZVN0eWxlXCI6e1wiJGlkXCI6XCI2OTRcIixcIkZvbnRTZXR0aW5nc1wiOntcIiRpZFwiOlwiNjk1XCIsXCJGb250U2l6ZVwiOjExLFwiRm9udE5hbWVcIjpcIkNhbGlicmlcIixcIklzQm9sZFwiOmZhbHNlLFwiSXNJdGFsaWNcIjpmYWxzZSxcIklzVW5kZXJsaW5lZFwiOmZhbHNlfSxcIkZvcmVncm91bmRcIjp7XCIkaWRcIjpcIjY5NlwiLFwiQ29sb3JcIjp7XCIkaWRcIjpcIjY5N1wiLFwiQVwiOjI1NSxcIlJcIjowLFwiR1wiOjAsXCJCXCI6MH19LFwiSG9yaXpvbnRhbEFsaWdubWVudFwiOjAsXCJJc1Zpc2libGVcIjp0cnVlfSxcIkRhdGVTdHlsZVwiOntcIiRpZFwiOlwiNjk4XCIsXCJGb250U2V0dGluZ3NcIjp7XCIkaWRcIjpcIjY5OVwiLFwiRm9udFNpemVcIjoxMCxcIkZvbnROYW1lXCI6XCJDYWxpYnJpXCIsXCJJc0JvbGRcIjpmYWxzZSxcIklzSXRhbGljXCI6ZmFsc2UsXCJJc1VuZGVybGluZWRcIjpmYWxzZX0sXCJGb3JlZ3JvdW5kXCI6e1wiJGlkXCI6XCI3MDBcIixcIkNvbG9yXCI6e1wiJGlkXCI6XCI3MDFcIixcIkFcIjoyNTUsXCJSXCI6MTQsXCJHXCI6NDAsXCJCXCI6NjV9fSxcIkhvcml6b250YWxBbGlnbm1lbnRcIjoyLFwiSXNWaXNpYmxlXCI6dHJ1ZX0sXCJEYXRlRm9ybWF0XCI6e1wiJGlkXCI6XCI3MDJ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zAzXCIsXCJGb3JtYXRcIjowLFwiSXNWaXNpYmxlXCI6ZmFsc2UsXCJMYXN0S25vd25WaXNpYmlsaXR5U3RhdGVcIjpmYWxzZX0sXCJWYXJpYW5jZVN0eWxlXCI6e1wiJGlkXCI6XCI3MDRcIixcIlZhcmlhbmNlVGV4dFN0eWxlXCI6e1wiJGlkXCI6XCI3MDVcIixcIkZvbnRTZXR0aW5nc1wiOntcIiRpZFwiOlwiNzA2XCIsXCJGb250U2l6ZVwiOjEwLFwiRm9udE5hbWVcIjpcIkNhbGlicmlcIixcIklzQm9sZFwiOmZhbHNlLFwiSXNJdGFsaWNcIjpmYWxzZSxcIklzVW5kZXJsaW5lZFwiOmZhbHNlfSxcIkZvcmVncm91bmRcIjp7XCIkaWRcIjpcIjcwN1wiLFwiQ29sb3JcIjp7XCIkaWRcIjpcIjcwOFwiLFwiQVwiOjI1NSxcIlJcIjowLFwiR1wiOjAsXCJCXCI6MH19LFwiSG9yaXpvbnRhbEFsaWdubWVudFwiOjAsXCJJc1Zpc2libGVcIjp0cnVlfX19LFwiRGVmYXVsdFN3aW1sYW5lTW90U3R5bGVcIjp7XCIkaWRcIjpcIjcwOVwiLFwiU2hhcGVcIjoxLFwiU2hhcGVTaXplXCI6MCxcIkRldGFpbHNTcGFjaW5nXCI6MC4wLFwiUGFkZGluZ1wiOntcIiRpZFwiOlwiNzEwXCIsXCJUb3BcIjo1LjAsXCJMZWZ0XCI6My4wLFwiUmlnaHRcIjowLjAsXCJCb3R0b21cIjoyLjB9LFwiUG9zaXRpb25PblRhc2tcIjoxLFwiU2hhcGVTdHlsZVwiOntcIiRpZFwiOlwiNzExXCIsXCJNYXJnaW5cIjp7XCIkaWRcIjpcIjcxMlwiLFwiVG9wXCI6MC4wLFwiTGVmdFwiOjAuMCxcIlJpZ2h0XCI6MC4wLFwiQm90dG9tXCI6MC4wfSxcIlBhZGRpbmdcIjp7XCIkaWRcIjpcIjcxM1wiLFwiVG9wXCI6MC4wLFwiTGVmdFwiOjAuMCxcIlJpZ2h0XCI6MC4wLFwiQm90dG9tXCI6MC4wfSxcIkJhY2tncm91bmRcIjp7XCIkaWRcIjpcIjcxNFwiLFwiQ29sb3JcIjp7XCIkaWRcIjpcIjcxNVwiLFwiQVwiOjI1NSxcIlJcIjoxMSxcIkdcIjoxMTgsXCJCXCI6MTU5fX0sXCJJc1Zpc2libGVcIjp0cnVlLFwiV2lkdGhcIjoxMi4wLFwiSGVpZ2h0XCI6MTQuMCxcIkJvcmRlclN0eWxlXCI6e1wiJGlkXCI6XCI3MTZcIixcIkxpbmVTdHlsZVwiOntcIiRpZFwiOlwiNzE3XCIsXCJMaW5lQ29sb3JcIjp7XCIkaWRcIjpcIjcxOFwiLFwiQ29sb3JcIjp7XCIkaWRcIjpcIjcxOVwiLFwiQVwiOjI1NSxcIlJcIjoyNTUsXCJHXCI6MCxcIkJcIjowfX0sXCJMaW5lV2VpZ2h0XCI6MC4wLFwiTGluZVR5cGVcIjowfSxcIklzVmlzaWJsZVwiOmZhbHNlfX0sXCJUaXRsZVN0eWxlXCI6e1wiJGlkXCI6XCI3MjBcIixcIkZvbnRTZXR0aW5nc1wiOntcIiRpZFwiOlwiNzIxXCIsXCJGb250U2l6ZVwiOjExLFwiRm9udE5hbWVcIjpcIkNhbGlicmlcIixcIklzQm9sZFwiOmZhbHNlLFwiSXNJdGFsaWNcIjpmYWxzZSxcIklzVW5kZXJsaW5lZFwiOmZhbHNlfSxcIkZvcmVncm91bmRcIjp7XCIkaWRcIjpcIjcyMlwiLFwiQ29sb3JcIjp7XCIkaWRcIjpcIjcyM1wiLFwiQVwiOjI1NSxcIlJcIjowLFwiR1wiOjAsXCJCXCI6MH19LFwiSG9yaXpvbnRhbEFsaWdubWVudFwiOjEsXCJJc1Zpc2libGVcIjp0cnVlfSxcIkRhdGVTdHlsZVwiOntcIiRpZFwiOlwiNzI0XCIsXCJGb250U2V0dGluZ3NcIjp7XCIkaWRcIjpcIjcyNVwiLFwiRm9udFNpemVcIjoxMCxcIkZvbnROYW1lXCI6XCJDYWxpYnJpXCIsXCJJc0JvbGRcIjpmYWxzZSxcIklzSXRhbGljXCI6ZmFsc2UsXCJJc1VuZGVybGluZWRcIjpmYWxzZX0sXCJGb3JlZ3JvdW5kXCI6e1wiJGlkXCI6XCI3MjZcIixcIkNvbG9yXCI6e1wiJGlkXCI6XCI3MjdcIixcIkFcIjoyNTUsXCJSXCI6MTQsXCJHXCI6NDAsXCJCXCI6NjV9fSxcIkhvcml6b250YWxBbGlnbm1lbnRcIjoxLFwiSXNWaXNpYmxlXCI6dHJ1ZX0sXCJEYXRlRm9ybWF0XCI6e1wiJGlkXCI6XCI3Mjh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zI5XCIsXCJGb3JtYXRcIjowLFwiSXNWaXNpYmxlXCI6ZmFsc2UsXCJMYXN0S25vd25WaXNpYmlsaXR5U3RhdGVcIjpmYWxzZX0sXCJWYXJpYW5jZVN0eWxlXCI6e1wiJGlkXCI6XCI3MzBcIixcIlZhcmlhbmNlVGV4dFN0eWxlXCI6e1wiJGlkXCI6XCI3MzFcIixcIkZvbnRTZXR0aW5nc1wiOntcIiRpZFwiOlwiNzMyXCIsXCJGb250U2l6ZVwiOjEwLFwiRm9udE5hbWVcIjpcIkNhbGlicmlcIixcIklzQm9sZFwiOmZhbHNlLFwiSXNJdGFsaWNcIjpmYWxzZSxcIklzVW5kZXJsaW5lZFwiOmZhbHNlfSxcIkZvcmVncm91bmRcIjp7XCIkaWRcIjpcIjczM1wiLFwiQ29sb3JcIjp7XCIkaWRcIjpcIjczNFwiLFwiQVwiOjI1NSxcIlJcIjowLFwiR1wiOjAsXCJCXCI6MH19LFwiSG9yaXpvbnRhbEFsaWdubWVudFwiOjAsXCJJc1Zpc2libGVcIjp0cnVlfX19fV0sXCJHcmlkbGluZVBhbmVsU3R5bGVcIjp7XCIkaWRcIjpcIjczNVwiLFwiR3JpZGxpbmVTdHlsZVwiOntcIiRpZFwiOlwiNzM2XCIsXCJMaW5lQ29sb3JcIjp7XCIkaWRcIjpcIjczN1wiLFwiQ29sb3JcIjp7XCIkaWRcIjpcIjczOFwiLFwiQVwiOjM4LFwiUlwiOjkxLFwiR1wiOjE1NSxcIkJcIjoyMTN9fSxcIkxpbmVXZWlnaHRcIjoxLjAsXCJMaW5lVHlwZVwiOjB9LFwiSXNWaXNpYmxlXCI6dHJ1ZX0sXCJBY3Rpdml0eUxpbmVQYW5lbFN0eWxlXCI6e1wiJGlkXCI6XCI3MzlcIixcIkFjdGl2aXR5TGluZVN0eWxlXCI6e1wiJGlkXCI6XCI3NDBcIixcIkxpbmVDb2xvclwiOntcIiRpZFwiOlwiNzQxXCIsXCJDb2xvclwiOntcIiRpZFwiOlwiNzQyXCIsXCJBXCI6MzgsXCJSXCI6NjgsXCJHXCI6MTE0LFwiQlwiOjE5Nn19LFwiTGluZVdlaWdodFwiOjEuMCxcIkxpbmVUeXBlXCI6MH0sXCJJc1Zpc2libGVcIjp0cnVlfSxcIkRlZmF1bHREZXBlbmRlbmN5U3R5bGVcIjp7XCIkaWRcIjpcIjc0M1wiLFwiTGluZVN0eWxlXCI6e1wiJGlkXCI6XCI3NDRcIixcIkxpbmVDb2xvclwiOntcIiRpZFwiOlwiNzQ1XCIsXCJDb2xvclwiOntcIiRpZFwiOlwiNzQ2XCIsXCJBXCI6MjU1LFwiUlwiOjAsXCJHXCI6MCxcIkJcIjowfX0sXCJMaW5lV2VpZ2h0XCI6MS4wLFwiTGluZVR5cGVcIjowfSxcIkVuZEFycm93aGVhZExpbmVTdHlsZVwiOntcIiRpZFwiOlwiNzQ3XCIsXCJLaW5kXCI6MSxcIldpZHRoXCI6MSxcIkxlbmd0aFwiOjB9LFwiQnJpbmdUb0Zyb250XCI6ZmFsc2UsXCJSYWRpdXNcIjozLjB9LFwiQ3JpdGljYWxQYXRoU3R5bGVcIjp7XCIkaWRcIjpcIjc0OFwiLFwiQ3JpdGljYWxQYXRoU3R5bGVPcHRpb25zXCI6MzAsXCJMaW5lU3R5bGVcIjp7XCIkaWRcIjpcIjc0OVwiLFwiTGluZUNvbG9yXCI6e1wiJGlkXCI6XCI3NTBcIixcIkNvbG9yXCI6e1wiJGlkXCI6XCI3NTFcIixcIkFcIjoyNTUsXCJSXCI6MjIyLFwiR1wiOjUwLFwiQlwiOjUwfX0sXCJMaW5lV2VpZ2h0XCI6MS4wLFwiTGluZVR5cGVcIjowfSxcIlRpdGxlRm9yZWdyb3VuZFwiOntcIiRpZFwiOlwiNzUyXCIsXCJDb2xvclwiOntcIiRpZFwiOlwiNzUzXCIsXCJBXCI6MjU1LFwiUlwiOjE3NixcIkdcIjoxOSxcIkJcIjoyNX19LFwiU2hhcGVzQmFja2dyb3VuZFwiOntcIiRpZFwiOlwiNzU0XCIsXCJDb2xvclwiOntcIiRpZFwiOlwiNzU1XCIsXCJBXCI6MjU1LFwiUlwiOjI1MyxcIkdcIjoyMDMsXCJCXCI6MjA4fX0sXCJTaGFwZXNCb3JkZXJTdHlsZVwiOntcIiRpZFwiOlwiNzU2XCIsXCJMaW5lQ29sb3JcIjp7XCIkaWRcIjpcIjc1N1wiLFwiQ29sb3JcIjp7XCIkaWRcIjpcIjc1OFwiLFwiQVwiOjI1NSxcIlJcIjoyMzQsXCJHXCI6MjIsXCJCXCI6MzB9fSxcIkxpbmVXZWlnaHRcIjoyLjAsXCJMaW5lVHlwZVwiOjB9fSxcIlBhbmVsc1NwYWNpbmdEZWZpbml0aW9uXCI6e1wiJGlkXCI6XCI3NTlcIixcIlNwYWNpbmdBYm92ZVRpbWViYW5kXCI6MyxcIlNwYWNpbmdCZWxvd1RpbWViYW5kXCI6MyxcIlNwYWNpbmdBYm92ZUJldHdlZW5Td2ltbGFuZXNBbmRUYXNrc1wiOjUsXCJTcGFjaW5nQmVsb3dCZXR3ZWVuU3dpbWxhbmVzQW5kVGFza3NcIjo1fSxcIkNvbmRpdGlvbmFsRm9ybWF0dGluZ1wiOntcIiRpZFwiOlwiNzYwXCIsXCJQdkFGb3JtYXR0aW5nXCI6e1wiJGlkXCI6XCI3NjFcIixcIkRlbGF5VGFza1N0eWxlXCI6e1wiJGlkXCI6XCI3NjJcIixcIlN0eWxlT3B0aW9uc1wiOjI0LFwiVGl0bGVGb3JlZ3JvdW5kXCI6e1wiJGlkXCI6XCI3NjNcIixcIkNvbG9yXCI6e1wiJGlkXCI6XCI3NjRcIixcIkFcIjoyNTUsXCJSXCI6MTc1LFwiR1wiOjAsXCJCXCI6MH19LFwiQWN0dWFsU2hhcGVzQmFja2dyb3VuZFwiOntcIiRpZFwiOlwiNzY1XCIsXCJDb2xvclwiOntcIiRpZFwiOlwiNzY2XCIsXCJBXCI6NjIsXCJSXCI6MjU1LFwiR1wiOjAsXCJCXCI6MH19LFwiQWN0dWFsU2hhcGVzQm9yZGVyU3R5bGVcIjp7XCIkaWRcIjpcIjc2N1wiLFwiTGluZUNvbG9yXCI6e1wiJGlkXCI6XCI3NjhcIixcIkNvbG9yXCI6e1wiJGlkXCI6XCI3NjlcIixcIkFcIjoxNjMsXCJSXCI6MjU1LFwiR1wiOjAsXCJCXCI6MH19LFwiTGluZVdlaWdodFwiOjMuMCxcIkxpbmVUeXBlXCI6MH0sXCJCYXNlbGluZVNoYXBlc0JhY2tncm91bmRcIjp7XCIkaWRcIjpcIjc3MFwiLFwiQ29sb3JcIjp7XCIkaWRcIjpcIjc3MVwiLFwiQVwiOjE4NCxcIlJcIjoyNTUsXCJHXCI6MCxcIkJcIjowfX0sXCJWYXJpYW5jZUZvcmVncm91bmRcIjp7XCIkaWRcIjpcIjc3MlwiLFwiQ29sb3JcIjp7XCIkaWRcIjpcIjc3M1wiLFwiQVwiOjI1NSxcIlJcIjoxNzUsXCJHXCI6MCxcIkJcIjowfX19LFwiRGVsYXlNaWxlc3RvbmVTdHlsZVwiOntcIiRpZFwiOlwiNzc0XCIsXCJTdHlsZU9wdGlvbnNcIjoxOCxcIlRpdGxlRm9yZWdyb3VuZFwiOntcIiRpZFwiOlwiNzc1XCIsXCJDb2xvclwiOntcIiRpZFwiOlwiNzc2XCIsXCJBXCI6MjU1LFwiUlwiOjE3NSxcIkdcIjowLFwiQlwiOjB9fSxcIkFjdHVhbFNoYXBlc0JhY2tncm91bmRcIjp7XCIkaWRcIjpcIjc3N1wiLFwiQ29sb3JcIjp7XCIkaWRcIjpcIjc3OFwiLFwiQVwiOjI1NSxcIlJcIjoyMjIsXCJHXCI6ODAsXCJCXCI6NTB9fSxcIkFjdHVhbFNoYXBlc0JvcmRlclN0eWxlXCI6e1wiJGlkXCI6XCI3NzlcIixcIkxpbmVDb2xvclwiOntcIiRpZFwiOlwiNzgwXCIsXCJDb2xvclwiOntcIiRpZFwiOlwiNzgxXCIsXCJBXCI6MTYzLFwiUlwiOjI1NSxcIkdcIjowLFwiQlwiOjB9fSxcIkxpbmVXZWlnaHRcIjozLjAsXCJMaW5lVHlwZVwiOjB9LFwiQmFzZWxpbmVTaGFwZXNCYWNrZ3JvdW5kXCI6e1wiJGlkXCI6XCI3ODJcIixcIkNvbG9yXCI6e1wiJGlkXCI6XCI3ODNcIixcIkFcIjoxODQsXCJSXCI6MjU1LFwiR1wiOjAsXCJCXCI6MH19LFwiVmFyaWFuY2VGb3JlZ3JvdW5kXCI6e1wiJGlkXCI6XCI3ODRcIixcIkNvbG9yXCI6e1wiJGlkXCI6XCI3ODVcIixcIkFcIjoyNTUsXCJSXCI6MTc1LFwiR1wiOjAsXCJCXCI6MH19fSxcIkFkdmFuY2VUYXNrU3R5bGVcIjp7XCIkaWRcIjpcIjc4NlwiLFwiU3R5bGVPcHRpb25zXCI6MjQsXCJUaXRsZUZvcmVncm91bmRcIjp7XCIkaWRcIjpcIjc4N1wiLFwiQ29sb3JcIjp7XCIkaWRcIjpcIjc4OFwiLFwiQVwiOjI1NSxcIlJcIjowLFwiR1wiOjExMCxcIkJcIjowfX0sXCJBY3R1YWxTaGFwZXNCYWNrZ3JvdW5kXCI6e1wiJGlkXCI6XCI3ODlcIixcIkNvbG9yXCI6e1wiJGlkXCI6XCI3OTBcIixcIkFcIjo2MSxcIlJcIjowLFwiR1wiOjEyOCxcIkJcIjowfX0sXCJBY3R1YWxTaGFwZXNCb3JkZXJTdHlsZVwiOntcIiRpZFwiOlwiNzkxXCIsXCJMaW5lQ29sb3JcIjp7XCIkaWRcIjpcIjc5MlwiLFwiQ29sb3JcIjp7XCIkaWRcIjpcIjc5M1wiLFwiQVwiOjE2MyxcIlJcIjowLFwiR1wiOjEyOCxcIkJcIjowfX0sXCJMaW5lV2VpZ2h0XCI6My4wLFwiTGluZVR5cGVcIjowfSxcIkJhc2VsaW5lU2hhcGVzQmFja2dyb3VuZFwiOntcIiRpZFwiOlwiNzk0XCIsXCJDb2xvclwiOntcIiRpZFwiOlwiNzk1XCIsXCJBXCI6MTg0LFwiUlwiOjAsXCJHXCI6MTI4LFwiQlwiOjB9fSxcIlZhcmlhbmNlRm9yZWdyb3VuZFwiOntcIiRpZFwiOlwiNzk2XCIsXCJDb2xvclwiOntcIiRpZFwiOlwiNzk3XCIsXCJBXCI6MjU1LFwiUlwiOjAsXCJHXCI6MTEwLFwiQlwiOjB9fX0sXCJBZHZhbmNlTWlsZXN0b25lU3R5bGVcIjp7XCIkaWRcIjpcIjc5OFwiLFwiU3R5bGVPcHRpb25zXCI6MTgsXCJUaXRsZUZvcmVncm91bmRcIjp7XCIkaWRcIjpcIjc5OVwiLFwiQ29sb3JcIjp7XCIkaWRcIjpcIjgwMFwiLFwiQVwiOjI1NSxcIlJcIjowLFwiR1wiOjExMCxcIkJcIjowfX0sXCJBY3R1YWxTaGFwZXNCYWNrZ3JvdW5kXCI6e1wiJGlkXCI6XCI4MDFcIixcIkNvbG9yXCI6e1wiJGlkXCI6XCI4MDJcIixcIkFcIjoyNTUsXCJSXCI6MjAsXCJHXCI6MTAwLFwiQlwiOjB9fSxcIkFjdHVhbFNoYXBlc0JvcmRlclN0eWxlXCI6e1wiJGlkXCI6XCI4MDNcIixcIkxpbmVDb2xvclwiOntcIiRpZFwiOlwiODA0XCIsXCJDb2xvclwiOntcIiRpZFwiOlwiODA1XCIsXCJBXCI6MTYzLFwiUlwiOjAsXCJHXCI6MTI4LFwiQlwiOjB9fSxcIkxpbmVXZWlnaHRcIjozLjAsXCJMaW5lVHlwZVwiOjB9LFwiQmFzZWxpbmVTaGFwZXNCYWNrZ3JvdW5kXCI6e1wiJGlkXCI6XCI4MDZcIixcIkNvbG9yXCI6e1wiJGlkXCI6XCI4MDdcIixcIkFcIjoxODQsXCJSXCI6MCxcIkdcIjoxMjgsXCJCXCI6MH19LFwiVmFyaWFuY2VGb3JlZ3JvdW5kXCI6e1wiJGlkXCI6XCI4MDhcIixcIkNvbG9yXCI6e1wiJGlkXCI6XCI4MDlcIixcIkFcIjoyNTUsXCJSXCI6MCxcIkdcIjoxMTAsXCJCXCI6MH19fX19LFwiX3NlbGVjdGVkVGhlbWVQcmVzZXRDb2xvcnNcIjp7XCIkaWRcIjpcIjgxMFwiLFwiVGV4dExpZ2h0XCI6e1wiJGlkXCI6XCI4MTFcIixcIkFcIjoyNTUsXCJSXCI6MjU1LFwiR1wiOjI1NSxcIkJcIjoyNTV9LFwiVGV4dERhcmtcIjp7XCIkaWRcIjpcIjgxMlwiLFwiQVwiOjI1NSxcIlJcIjowLFwiR1wiOjAsXCJCXCI6MH0sXCJBY2NlbnQxXCI6e1wiJGlkXCI6XCI4MTNcIixcIkFcIjoyNTUsXCJSXCI6MjMyLFwiR1wiOjIzMixcIkJcIjoyMzJ9LFwiQWNjZW50MlwiOntcIiRpZFwiOlwiODE0XCIsXCJBXCI6MjU1LFwiUlwiOjE0LFwiR1wiOjQwLFwiQlwiOjY1fSxcIkFjY2VudDNcIjp7XCIkaWRcIjpcIjgxNVwiLFwiQVwiOjI1NSxcIlJcIjoyMSxcIkdcIjo5NixcIkJcIjoxMzB9LFwiQWNjZW50NFwiOntcIiRpZFwiOlwiODE2XCIsXCJBXCI6MjU1LFwiUlwiOjIzMyxcIkdcIjoxMTMsXCJCXCI6NTB9LFwiQWNjZW50NVwiOntcIiRpZFwiOlwiODE3XCIsXCJBXCI6MjU1LFwiUlwiOjI1LFwiR1wiOjEwNyxcIkJcIjozNn0sXCJBY2NlbnQ2XCI6e1wiJGlkXCI6XCI4MThcIixcIkFcIjoyNTUsXCJSXCI6MTUsXCJHXCI6MTU4LFwiQlwiOjIxM30sXCJBY2NlbnQ3XCI6e1wiJGlkXCI6XCI4MTlcIixcIkFcIjoyNTUsXCJSXCI6MTYwLFwiR1wiOjQzLFwiQlwiOjE0N30sXCJBY2NlbnQ4XCI6e1wiJGlkXCI6XCI4MjBcIixcIkFcIjoyNTUsXCJSXCI6NzgsXCJHXCI6MTY3LFwiQlwiOjQ2fX0sXCJfY3VzdG9tUHJlc2V0Q29sb3JzXCI6e1wiJGlkXCI6XCI4MjFcIn19fSIsIlJlY2VudENvbG9yc0NvbGxlY3Rpb24iOiJbXSJ9LCJTZXR0aW5ncyI6eyIkaWQiOiIxMjQ2IiwiSW1wYU9wdGlvbnMiOnsiJGlkIjoiMTI0NyIsIkxlZnRUb1JpZ2h0IjpmYWxzZSwiUGF5bG9hZE9wdGlvbnMiOjJ9LCJVc2VDb21wcmVzc2lvbiI6ZmFsc2UsIkNvbXByZXNpb25QZXJjZW50YWdlIjo1MC4wLCJJbmFjdGl2ZUludGVydmFsV2lkdGhUaHJlc2hvbGQiOjMwLjAsIkluYWN0aXZlSW50ZXJ2YWxXaWR0aCI6MS4wLCJTcGxpdFRhc2tzIjpmYWxzZSwiVXNlQ2x1c3RlciI6ZmFsc2UsIkVwc2lsb24iOjUuMCwiTWluUG9pbnRzVG9Gb3JtQUNsdXN0ZXIiOjIsIkdlbmVyYXRlSW52aXNpYmxlU2hhcGVzIjpmYWxzZSwiU21hcnRUaW1lbGluZVRhc2tQZXJjZW50YWdlRml0IjpmYWxzZX0sIklzTmV3IjpmYWxzZSwiSW1wb3J0VHlwZSI6MCwiRmlsZVBhdGgiOm51bGwsIlRpbWVDb25maWd1cmF0aW9uIjp7IiRpZCI6IjEyNDgiLCJVc2VUaW1lIjpmYWxzZSwiV29ya0RheVN0YXJ0IjoiMDA6MDA6MDAiLCJXb3JrRGF5RW5kIjoiMjM6NTk6MDAifSwiTGFzdFVzZWRUZW1wbGF0ZUlkIjoiMDAwMDAwMDAtMDAwMC0wMDAwLTAwMDAtMDAwMDAwMDAwMDAwIiwiTGFzdFVzZWRUaGVtZURldGFpbHMiOnsiJGlkIjoiMTI0OSIsIklkIjoiMDQ4NzE1YjAtZDU3OC00YzJmLWEzMjYtODgxOGJlMjQ3MjQ5IiwiVGl0bGUiOiJCYXNlbGluZSIsIkNhdGVnb3J5IjoxfSwiRmlyc3RXZWVrT2ZZZWFyIjowLCJQbGFjZU1pbGVzdG9uZUF0VGhlQmVnaW5uaW5nT2ZUaGVEYXkiOmZhbHNlLCJEZXBlbmRlbmN5U2NoZWR1bGluZ1NldHRpbmdzIjp7IiRpZCI6IjEyNTAiLCJEZXBlbmRlbmNpZXNTY2hlZHVsaW5nTW9kZVNldHRpbmciOiJGbGV4aWJsZSIsIkRlcGVuZGVuY2llc1ByZXZpb3VzU2NoZWR1bGluZ01vZGUiOiJGbGV4aWJsZSIsIk9uQnJlYWtpbmdGbGV4aWJsZVNjaGVkdWxpbmdNb2RlU2V0dGluZyI6IkFza0V2ZXJ5dGltZSIsIk9uQnJlYWtpbmdTdHJpY3RTY2hlZHVsaW5nTW9kZVNldHRpbmciOiJBc2tFdmVyeXRpbWUifSwiRGVwZW5kZW5jeU1vZHVsZUVuYWJsZWQiOnRydWUsIlBsYW5uZWRNb2R1bGVFbmFibGVkIjpmYWxzZSwiT2xkRml4ZWRJbnRlcnZhbHNSZW5kZXJpbmdTdHJhdGVneVVzZWRCZWZvcmUiOmZhbHNlLCJEZXBlbmRlbmNpZXMiOnsiX2RlcGVuZGVuY2llcyI6W119fQ==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XSwiSGFzQmFzZWxpbmVzIjpmYWxzZSwiQ3VsdHVyZUluZm9OYW1lIjoiZW4tVVMiLCJTdHlsZU5hbWUiOm51bGwsIlZlcnNpb24iOnsiJGlkIjoiMiIsIlZlcnNpb24iOiI1LjYuMCIsIk9yaWdpbmFsQXNzZW1ibHlWZXJzaW9uIjpudWxsLCJFZGl0aW9uIjpudWxsLCJMYXN0U2F2ZWRFZGl0aW9uIjowLCJJc1BsdXNFZGl0aW9uIjpmYWxzZSwiSXNQcm9FZGl0aW9uIjpmYWxzZX0sIkVmZmVjdCI6MCwiU3R5bGUiOnsiJGlkIjoiMyIsIkRlZmF1bHREZXBlbmRlbmN5U3R5bGUiOnsiJGlkIjoiNCIsIkxpbmVTdHlsZSI6eyIkaWQiOiI1IiwiTGluZUNvbG9yIjp7IiRpZCI6IjYiLCIkdHlwZSI6Ik5MUkUuQ29tbW9uLkRvbS5Tb2xpZENvbG9yQnJ1c2gsIE5MUkUuQ29tbW9uIiwiQ29sb3IiOnsiJGlkIjoiNyIsIkEiOjI1NSwiUiI6MCwiRyI6MCwiQiI6MH19LCJMaW5lV2VpZ2h0IjoxLjAsIkxpbmVUeXBlIjowLCJQYXJlbnRTdHlsZSI6bnVsbH0sIkVuZEFycm93aGVhZExpbmVTdHlsZSI6eyIkaWQiOiI4IiwiS2luZCI6MSwiV2lkdGgiOjEsIkxlbmd0aCI6MCwiUGFyZW50U3R5bGUiOm51bGx9LCJCcmluZ1RvRnJvbnQiOmZhbHNlLCJFbGJvd1JhZGl1cyI6My4wLCJNYXJnaW4iOnsiJGlkIjoiOSIsIlRvcCI6MC4wLCJMZWZ0IjowLjAsIlJpZ2h0IjowLjAsIkJvdHRvbSI6MC4wfSwiUGFkZGluZyI6eyIkaWQiOiIxMCIsIlRvcCI6MC4wLCJMZWZ0IjowLjAsIlJpZ2h0IjowLjAsIkJvdHRvbSI6MC4wfSwiQmFja2dyb3VuZCI6bnVsbCwiSXNWaXNpYmxlIjp0cnVlLCJXaWR0aCI6MC4wLCJIZWlnaHQiOjAuMCwiQm9yZGVyU3R5bGUiOm51bGwsIlBhcmVudFN0eWxlIjpudWxsfSwiQ3JpdGljYWxQYXRoU3R5bGUiOnsiJGlkIjoiMTEiLCJDcml0aWNhbFBhdGhTdHlsZU9wdGlvbnMiOjMwLCJMaW5lU3R5bGUiOnsiJGlkIjoiMTIiLCJMaW5lQ29sb3IiOnsiJGlkIjoiMTMiLCIkdHlwZSI6Ik5MUkUuQ29tbW9uLkRvbS5Tb2xpZENvbG9yQnJ1c2gsIE5MUkUuQ29tbW9uIiwiQ29sb3IiOnsiJGlkIjoiMTQiLCJBIjoyNTUsIlIiOjIyMiwiRyI6NTAsIkIiOjUwfX0sIkxpbmVXZWlnaHQiOjEuMCwiTGluZVR5cGUiOjAsIlBhcmVudFN0eWxlIjpudWxsfSwiVGl0bGVGb3JlZ3JvdW5kIjp7IiRpZCI6IjE1IiwiQ29sb3IiOnsiJGlkIjoiMTYiLCJBIjoyNTUsIlIiOjE3NiwiRyI6MTksIkIiOjI1fX0sIlNoYXBlc0JhY2tncm91bmQiOnsiJGlkIjoiMTciLCJDb2xvciI6eyIkaWQiOiIxOCIsIkEiOjI1NSwiUiI6MjUzLCJHIjoyMDMsIkIiOjIwOH19LCJTaGFwZXNCb3JkZXJTdHlsZSI6eyIkaWQiOiIxOSIsIkxpbmVDb2xvciI6eyIkaWQiOiIyMCIsIiR0eXBlIjoiTkxSRS5Db21tb24uRG9tLlNvbGlkQ29sb3JCcnVzaCwgTkxSRS5Db21tb24iLCJDb2xvciI6eyIkaWQiOiIyMSIsIkEiOjI1NSwiUiI6MjM0LCJHIjoyMiwiQiI6MzB9fSwiTGluZVdlaWdodCI6Mi4wLCJMaW5lVHlwZSI6MCwiUGFyZW50U3R5bGUiOm51bGx9LCJNYXJnaW4iOnsiJGlkIjoiMjIiLCJUb3AiOjAuMCwiTGVmdCI6MC4wLCJSaWdodCI6MC4wLCJCb3R0b20iOjAuMH0sIlBhZGRpbmciOnsiJGlkIjoiMjMiLCJUb3AiOjAuMCwiTGVmdCI6MC4wLCJSaWdodCI6MC4wLCJCb3R0b20iOjAuMH0sIkJhY2tncm91bmQiOm51bGwsIklzVmlzaWJsZSI6ZmFsc2UsIldpZHRoIjowLjAsIkhlaWdodCI6MC4wLCJCb3JkZXJTdHlsZSI6eyIkaWQiOiIyNCIsIkxpbmVDb2xvciI6bnVsbCwiTGluZVdlaWdodCI6MC4wLCJMaW5lVHlwZSI6MCwiUGFyZW50U3R5bGUiOm51bGx9LCJQYXJlbnRTdHlsZSI6bnVsbH0sIlBhbmVsc1NwYWNpbmdEZWZpbml0aW9uIjp7IiRpZCI6IjI1IiwiU3BhY2luZ0Fib3ZlVGltZWJhbmQiOjMsIlNwYWNpbmdCZWxvd1RpbWViYW5kIjozLCJTcGFjaW5nQWJvdmVCZXR3ZWVuU3dpbWxhbmVzQW5kVGFza3MiOjUsIlNwYWNpbmdCZWxvd0JldHdlZW5Td2ltbGFuZXNBbmRUYXNrcyI6NX0sIlRpbWViYW5kU3R5bGUiOnsiJGlkIjoiMjYiLCJTY2FsZU1hcmtpbmciOjAsIlNoYXBlIjowLCJTaGFwZVN0eWxlIjp7IiRpZCI6IjI3IiwiTWFyZ2luIjp7IiRpZCI6IjI4IiwiVG9wIjowLjAsIkxlZnQiOjEwLjAsIlJpZ2h0IjoxMC4wLCJCb3R0b20iOjAuMH0sIlBhZGRpbmciOnsiJGlkIjoiMjkiLCJUb3AiOjAuMCwiTGVmdCI6MC4wLCJSaWdodCI6MC4wLCJCb3R0b20iOjAuMH0sIkJhY2tncm91bmQiOnsiJGlkIjoiMzAiLCJDb2xvciI6eyIkaWQiOiIzMSIsIkEiOjI1NSwiUiI6MTQsIkciOjQwLCJCIjo2NX19LCJJc1Zpc2libGUiOnRydWUsIldpZHRoIjowLjAsIkhlaWdodCI6MjAuMCwiQm9yZGVyU3R5bGUiOnsiJGlkIjoiMzIiLCJMaW5lQ29sb3IiOnsiJGlkIjoiMzMiLCIkdHlwZSI6Ik5MUkUuQ29tbW9uLkRvbS5Tb2xpZENvbG9yQnJ1c2gsIE5MUkUuQ29tbW9uIiwiQ29sb3IiOnsiJGlkIjoiMzQiLCJBIjoyNTUsIlIiOjI1NSwiRyI6MCwiQiI6MH19LCJMaW5lV2VpZ2h0IjowLjAsIkxpbmVUeXBlIjowLCJQYXJlbnRTdHlsZSI6bnVsbH0sIlBhcmVudFN0eWxlIjpudWxsfSwiTWlkZGxlVGllclNoYXBlU3R5bGUiOnsiJGlkIjoiMzUiLCJNYXJnaW4iOnsiJGlkIjoiMzYiLCJUb3AiOjAuMCwiTGVmdCI6MTAuMCwiUmlnaHQiOjEwLjAsIkJvdHRvbSI6MC4wfSwiUGFkZGluZyI6eyIkaWQiOiIzNyIsIlRvcCI6MC4wLCJMZWZ0IjowLjAsIlJpZ2h0IjowLjAsIkJvdHRvbSI6MC4wfSwiQmFja2dyb3VuZCI6eyIkaWQiOiIzOCIsIkNvbG9yIjp7IiRpZCI6IjM5IiwiQSI6MjU1LCJSIjoxNCwiRyI6NDAsIkIiOjY1fX0sIklzVmlzaWJsZSI6dHJ1ZSwiV2lkdGgiOjAuMCwiSGVpZ2h0IjoyMC4wLCJCb3JkZXJTdHlsZSI6eyIkaWQiOiI0MCIsIkxpbmVDb2xvciI6eyIkcmVmIjoiMzMifSwiTGluZVdlaWdodCI6MC4wLCJMaW5lVHlwZSI6MCwiUGFyZW50U3R5bGUiOm51bGx9LCJQYXJlbnRTdHlsZSI6bnVsbH0sIkJvdHRvbVRpZXJTaGFwZVN0eWxlIjp7IiRpZCI6IjQxIiwiTWFyZ2luIjp7IiRpZCI6IjQyIiwiVG9wIjowLjAsIkxlZnQiOjEwLjAsIlJpZ2h0IjoxMC4wLCJCb3R0b20iOjAuMH0sIlBhZGRpbmciOnsiJGlkIjoiNDMiLCJUb3AiOjAuMCwiTGVmdCI6MC4wLCJSaWdodCI6MC4wLCJCb3R0b20iOjAuMH0sIkJhY2tncm91bmQiOnsiJGlkIjoiNDQiLCJDb2xvciI6eyIkaWQiOiI0NSIsIkEiOjI1NSwiUiI6MTQsIkciOjQwLCJCIjo2NX19LCJJc1Zpc2libGUiOnRydWUsIldpZHRoIjowLjAsIkhlaWdodCI6MjAuMCwiQm9yZGVyU3R5bGUiOnsiJGlkIjoiNDYiLCJMaW5lQ29sb3IiOnsiJHJlZiI6IjMzIn0sIkxpbmVXZWlnaHQiOjAuMCwiTGluZVR5cGUiOjAsIlBhcmVudFN0eWxlIjpudWxsfSwiUGFyZW50U3R5bGUiOm51bGx9LCJSaWdodEVuZENhcHNTdHlsZSI6eyIkaWQiOiI0NyIsIkZvbnRTZXR0aW5ncyI6eyIkaWQiOiI0OCIsIkZvbnRTaXplIjoxOCwiRm9udE5hbWUiOiJDYWxpYnJpIiwiSXNCb2xkIjp0cnVlLCJJc0l0YWxpYyI6ZmFsc2UsIklzVW5kZXJsaW5lZCI6ZmFsc2UsIlBhcmVudFN0eWxlIjpudWxsfSwiQXV0b1NpemUiOjAsIkZvcmVncm91bmQiOnsiJGlkIjoiNDkiLCJDb2xvciI6eyIkaWQiOiI1MCIsIkEiOjI1NSwiUiI6MjMzLCJHIjoxMTMsIkIiOjUwfX0sIk1heFdpZHRoIjoyMDAuMCwiTWF4SGVpZ2h0IjoiSW5maW5pdHkiLCJTbWFydEZvcmVncm91bmRJc0FjdGl2ZSI6ZmFsc2UsIkhvcml6b250YWxBbGlnbm1lbnQiOjAsIlZlcnRpY2FsQWxpZ25tZW50IjoxLCJTbWFydEZvcmVncm91bmQiOm51bGwsIkJhY2tncm91bmRGaWxsVHlwZSI6MCwiTWFyZ2luIjp7IiRpZCI6IjUxIiwiVG9wIjowLjAsIkxlZnQiOjAuMCwiUmlnaHQiOjIwLjAsIkJvdHRvbSI6MC4wfSwiUGFkZGluZyI6eyIkaWQiOiI1MiIsIlRvcCI6MC4wLCJMZWZ0IjowLjAsIlJpZ2h0IjowLjAsIkJvdHRvbSI6MC4wfSwiQmFja2dyb3VuZCI6eyIkaWQiOiI1MyIsIkNvbG9yIjp7IiRpZCI6IjU0IiwiQSI6MjU1LCJSIjoyMzMsIkciOjExMywiQiI6NTB9fSwiSXNWaXNpYmxlIjpmYWxzZSwiV2lkdGgiOjAuMCwiSGVpZ2h0IjowLjAsIkJvcmRlclN0eWxlIjp7IiRpZCI6IjU1IiwiTGluZUNvbG9yIjpudWxsLCJMaW5lV2VpZ2h0IjowLjAsIkxpbmVUeXBlIjowLCJQYXJlbnRTdHlsZSI6bnVsbH0sIlBhcmVudFN0eWxlIjpudWxsfSwiTGVmdEVuZENhcHNTdHlsZSI6eyIkaWQiOiI1NiIsIkZvbnRTZXR0aW5ncyI6eyIkaWQiOiI1NyIsIkZvbnRTaXplIjoxOCwiRm9udE5hbWUiOiJDYWxpYnJpIiwiSXNCb2xkIjp0cnVlLCJJc0l0YWxpYyI6ZmFsc2UsIklzVW5kZXJsaW5lZCI6ZmFsc2UsIlBhcmVudFN0eWxlIjpudWxsfSwiQXV0b1NpemUiOjAsIkZvcmVncm91bmQiOnsiJGlkIjoiNTgiLCJDb2xvciI6eyIkaWQiOiI1OS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YwIiwiVG9wIjowLjAsIkxlZnQiOjIwLjAsIlJpZ2h0IjowLjAsIkJvdHRvbSI6MC4wfSwiUGFkZGluZyI6eyIkaWQiOiI2MSIsIlRvcCI6MC4wLCJMZWZ0IjowLjAsIlJpZ2h0IjowLjAsIkJvdHRvbSI6MC4wfSwiQmFja2dyb3VuZCI6eyIkaWQiOiI2MiIsIkNvbG9yIjp7IiRpZCI6IjYzIiwiQSI6MjU1LCJSIjoyMzcsIkciOjEyNSwiQiI6NDl9fSwiSXNWaXNpYmxlIjpmYWxzZSwiV2lkdGgiOjAuMCwiSGVpZ2h0IjowLjAsIkJvcmRlclN0eWxlIjp7IiRpZCI6IjY0IiwiTGluZUNvbG9yIjpudWxsLCJMaW5lV2VpZ2h0IjowLjAsIkxpbmVUeXBlIjowLCJQYXJlbnRTdHlsZSI6bnVsbH0sIlBhcmVudFN0eWxlIjpudWxsfSwiVG9kYXlUZXh0U3R5bGUiOnsiJGlkIjoiNjUiLCJGb250U2V0dGluZ3MiOnsiJGlkIjoiNjYiLCJGb250U2l6ZSI6MTIsIkZvbnROYW1lIjoiQ2FsaWJyaSIsIklzQm9sZCI6ZmFsc2UsIklzSXRhbGljIjpmYWxzZSwiSXNVbmRlcmxpbmVkIjpmYWxzZSwiUGFyZW50U3R5bGUiOm51bGx9LCJBdXRvU2l6ZSI6MCwiRm9yZWdyb3VuZCI6eyIkaWQiOiI2NyIsIkNvbG9yIjp7IiRpZCI6IjY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5IiwiVG9wIjowLjAsIkxlZnQiOjAuMCwiUmlnaHQiOjAuMCwiQm90dG9tIjowLjB9LCJQYWRkaW5nIjp7IiRpZCI6IjcwIiwiVG9wIjowLjAsIkxlZnQiOjAuMCwiUmlnaHQiOjAuMCwiQm90dG9tIjowLjB9LCJCYWNrZ3JvdW5kIjp7IiRpZCI6IjcxIiwiQ29sb3IiOnsiJGlkIjoiNzIiLCJBIjoyNTUsIlIiOjAsIkciOjAsIkIiOjB9fSwiSXNWaXNpYmxlIjpmYWxzZSwiV2lkdGgiOjAuMCwiSGVpZ2h0IjowLjAsIkJvcmRlclN0eWxlIjp7IiRpZCI6IjczIiwiTGluZUNvbG9yIjpudWxsLCJMaW5lV2VpZ2h0IjowLjAsIkxpbmVUeXBlIjowLCJQYXJlbnRTdHlsZSI6bnVsbH0sIlBhcmVudFN0eWxlIjpudWxsfSwiVG9kYXlNYXJrZXJTdHlsZSI6eyIkaWQiOiI3NCIsIk1hcmdpbiI6eyIkaWQiOiI3NSIsIlRvcCI6MC4wLCJMZWZ0IjowLjAsIlJpZ2h0IjowLjAsIkJvdHRvbSI6MC4wfSwiUGFkZGluZyI6eyIkaWQiOiI3NiIsIlRvcCI6MC4wLCJMZWZ0IjowLjAsIlJpZ2h0IjowLjAsIkJvdHRvbSI6MC4wfSwiQmFja2dyb3VuZCI6eyIkaWQiOiI3NyIsIkNvbG9yIjp7IiRpZCI6Ijc4IiwiQSI6MjU1LCJSIjoyNTUsIkciOjAsIkIiOjB9fSwiSXNWaXNpYmxlIjp0cnVlLCJXaWR0aCI6MC4wLCJIZWlnaHQiOjAuMCwiQm9yZGVyU3R5bGUiOm51bGwsIlBhcmVudFN0eWxlIjpudWxsfSwiU2NhbGVTdHlsZSI6eyIkaWQiOiI3OSIsIlNoYXBlIjozLCJTaG93U2VnbWVudFNlcGFyYXRvcnMiOnRydWUsIlNlZ21lbnRTZXBhcmF0b3JPcGFjaXR5IjozMCwiSGFzQmVlblZpc2libGVCZWZvcmUiOmZhbHNlLCJGb250U2V0dGluZ3MiOnsiJGlkIjoiODAiLCJGb250U2l6ZSI6MTIsIkZvbnROYW1lIjoiQ2FsaWJyaSIsIklzQm9sZCI6ZmFsc2UsIklzSXRhbGljIjpmYWxzZSwiSXNVbmRlcmxpbmVkIjpmYWxzZSwiUGFyZW50U3R5bGUiOm51bGx9LCJBdXRvU2l6ZSI6MCwiRm9yZWdyb3VuZCI6eyIkaWQiOiI4MSIsIkNvbG9yIjp7IiRpZCI6IjgyIiwiQSI6MjU1LCJSIjoyMzIsIkciOjIzMiwiQiI6MjMyfX0sIk1heFdpZHRoIjoyMDAuMCwiTWF4SGVpZ2h0IjoiSW5maW5pdHkiLCJTbWFydEZvcmVncm91bmRJc0FjdGl2ZSI6ZmFsc2UsIkhvcml6b250YWxBbGlnbm1lbnQiOjAsIlZlcnRpY2FsQWxpZ25tZW50IjoxLCJTbWFydEZvcmVncm91bmQiOm51bGwsIkJhY2tncm91bmRGaWxsVHlwZSI6MCwiTWFyZ2luIjp7IiRpZCI6IjgzIiwiVG9wIjowLjAsIkxlZnQiOjQuMCwiUmlnaHQiOjQuMCwiQm90dG9tIjowLjB9LCJQYWRkaW5nIjp7IiRpZCI6Ijg0IiwiVG9wIjowLjAsIkxlZnQiOjAuMCwiUmlnaHQiOjAuMCwiQm90dG9tIjowLjB9LCJCYWNrZ3JvdW5kIjp7IiRpZCI6Ijg1IiwiQ29sb3IiOnsiJGlkIjoiODYiLCJBIjoyNTUsIlIiOjE0LCJHIjo0MCwiQiI6NjV9fSwiSXNWaXNpYmxlIjp0cnVlLCJXaWR0aCI6MC4wLCJIZWlnaHQiOjAuMCwiQm9yZGVyU3R5bGUiOnsiJGlkIjoiODciLCJMaW5lQ29sb3IiOm51bGwsIkxpbmVXZWlnaHQiOjAuMCwiTGluZVR5cGUiOjAsIlBhcmVudFN0eWxlIjpudWxsfSwiUGFyZW50U3R5bGUiOm51bGx9LCJTaW5nbGVTY2FsZVNoYXBlU3R5bGUiOnsiJGlkIjoiODgiLCJTaGFwZSI6MCwiSGVpZ2h0IjowLjB9LCJNaWRkbGVUaWVyU2NhbGVTdHlsZSI6eyIkaWQiOiI4OSIsIlNoYXBlIjozLCJTaG93U2VnbWVudFNlcGFyYXRvcnMiOnRydWUsIlNlZ21lbnRTZXBhcmF0b3JPcGFjaXR5IjozMCwiSGFzQmVlblZpc2libGVCZWZvcmUiOmZhbHNlLCJGb250U2V0dGluZ3MiOnsiJGlkIjoiOTAiLCJGb250U2l6ZSI6MTIsIkZvbnROYW1lIjoiQ2FsaWJyaSIsIklzQm9sZCI6ZmFsc2UsIklzSXRhbGljIjpmYWxzZSwiSXNVbmRlcmxpbmVkIjpmYWxzZSwiUGFyZW50U3R5bGUiOm51bGx9LCJBdXRvU2l6ZSI6MCwiRm9yZWdyb3VuZCI6eyIkaWQiOiI5MSIsIkNvbG9yIjp7IiRpZCI6IjkyIiwiQSI6MjU1LCJSIjoyMzIsIkciOjIzMiwiQiI6MjMyfX0sIk1heFdpZHRoIjoyMDAuMCwiTWF4SGVpZ2h0IjoiSW5maW5pdHkiLCJTbWFydEZvcmVncm91bmRJc0FjdGl2ZSI6ZmFsc2UsIkhvcml6b250YWxBbGlnbm1lbnQiOjAsIlZlcnRpY2FsQWxpZ25tZW50IjoxLCJTbWFydEZvcmVncm91bmQiOm51bGwsIkJhY2tncm91bmRGaWxsVHlwZSI6MCwiTWFyZ2luIjp7IiRpZCI6IjkzIiwiVG9wIjowLjAsIkxlZnQiOjQuMCwiUmlnaHQiOjQuMCwiQm90dG9tIjowLjB9LCJQYWRkaW5nIjp7IiRpZCI6Ijk0IiwiVG9wIjowLjAsIkxlZnQiOjAuMCwiUmlnaHQiOjAuMCwiQm90dG9tIjowLjB9LCJCYWNrZ3JvdW5kIjp7IiRpZCI6Ijk1IiwiQ29sb3IiOnsiJGlkIjoiOTYiLCJBIjoyNTUsIlIiOjE0LCJHIjo0MCwiQiI6NjV9fSwiSXNWaXNpYmxlIjpmYWxzZSwiV2lkdGgiOjAuMCwiSGVpZ2h0IjowLjAsIkJvcmRlclN0eWxlIjp7IiRpZCI6Ijk3IiwiTGluZUNvbG9yIjpudWxsLCJMaW5lV2VpZ2h0IjowLjAsIkxpbmVUeXBlIjowLCJQYXJlbnRTdHlsZSI6bnVsbH0sIlBhcmVudFN0eWxlIjpudWxsfSwiQm90dG9tVGllclNjYWxlU3R5bGUiOnsiJGlkIjoiOTgiLCJTaGFwZSI6MywiU2hvd1NlZ21lbnRTZXBhcmF0b3JzIjp0cnVlLCJTZWdtZW50U2VwYXJhdG9yT3BhY2l0eSI6MzAsIkhhc0JlZW5WaXNpYmxlQmVmb3JlIjpmYWxzZSwiRm9udFNldHRpbmdzIjp7IiRpZCI6Ijk5IiwiRm9udFNpemUiOjEyLCJGb250TmFtZSI6IkNhbGlicmkiLCJJc0JvbGQiOmZhbHNlLCJJc0l0YWxpYyI6ZmFsc2UsIklzVW5kZXJsaW5lZCI6ZmFsc2UsIlBhcmVudFN0eWxlIjpudWxsfSwiQXV0b1NpemUiOjAsIkZvcmVncm91bmQiOnsiJGlkIjoiMTAwIiwiQ29sb3IiOnsiJGlkIjoiMTAxIiwiQSI6MjU1LCJSIjoyMzIsIkciOjIzMiwiQiI6MjMyfX0sIk1heFdpZHRoIjoyMDAuMCwiTWF4SGVpZ2h0IjoiSW5maW5pdHkiLCJTbWFydEZvcmVncm91bmRJc0FjdGl2ZSI6ZmFsc2UsIkhvcml6b250YWxBbGlnbm1lbnQiOjAsIlZlcnRpY2FsQWxpZ25tZW50IjoxLCJTbWFydEZvcmVncm91bmQiOm51bGwsIkJhY2tncm91bmRGaWxsVHlwZSI6MCwiTWFyZ2luIjp7IiRpZCI6IjEwMiIsIlRvcCI6MC4wLCJMZWZ0Ijo0LjAsIlJpZ2h0Ijo0LjAsIkJvdHRvbSI6MC4wfSwiUGFkZGluZyI6eyIkaWQiOiIxMDMiLCJUb3AiOjAuMCwiTGVmdCI6MC4wLCJSaWdodCI6MC4wLCJCb3R0b20iOjAuMH0sIkJhY2tncm91bmQiOnsiJGlkIjoiMTA0IiwiQ29sb3IiOnsiJGlkIjoiMTA1IiwiQSI6MjU1LCJSIjoxNCwiRyI6NDAsIkIiOjY1fX0sIklzVmlzaWJsZSI6ZmFsc2UsIldpZHRoIjowLjAsIkhlaWdodCI6MC4wLCJCb3JkZXJTdHlsZSI6eyIkaWQiOiIxMDYiLCJMaW5lQ29sb3IiOm51bGwsIkxpbmVXZWlnaHQiOjAuMCwiTGluZVR5cGUiOjAsIlBhcmVudFN0eWxlIjpudWxsfSwiUGFyZW50U3R5bGUiOm51bGx9LCJFbGFwc2VkVGltZUJhY2tncm91bmQiOnsiJGlkIjoiMTA3IiwiQ29sb3IiOnsiJGlkIjoiMTA4IiwiQSI6MTkxLCJSIjoyNTUsIkciOjAsIkIiOjB9fSwiQXBwZW5kWWVhck9uWWVhckNoYW5nZSI6ZmFsc2UsIkVsYXBzZWRUaW1lRm9ybWF0IjowLCJUb2RheU1hcmtlclBvc2l0aW9uIjowLCJRdWlja1Bvc2l0aW9uIjozLCJBYnNvbHV0ZVBvc2l0aW9uIjoxMzUuMCwiTWFyZ2luIjp7IiRpZCI6IjEwOSIsIlRvcCI6MC4wLCJMZWZ0IjoxMC4wLCJSaWdodCI6MTAuMCwiQm90dG9tIjowLjB9LCJQYWRkaW5nIjp7IiRpZCI6IjExMCIsIlRvcCI6MC4wLCJMZWZ0IjowLjAsIlJpZ2h0IjowLjAsIkJvdHRvbSI6MC4wfSwiQmFja2dyb3VuZCI6eyIkaWQiOiIxMTEiLCJDb2xvciI6eyIkaWQiOiIxMTIiLCJBIjoyNTUsIlIiOjQ3LCJHIjo1NCwiQiI6MTUzfX0sIklzVmlzaWJsZSI6ZmFsc2UsIldpZHRoIjowLjAsIkhlaWdodCI6MC4wLCJCb3JkZXJTdHlsZSI6bnVsbCwiUGFyZW50U3R5bGUiOm51bGx9LCJEZWZhdWx0TWlsZXN0b25lU3R5bGUiOnsiJGlkIjoiMTEzIiwiU2hhcGUiOjIsIkNvbm5lY3Rvck1hcmdpbiI6eyIkaWQiOiIxMTQiLCJUb3AiOjAuMCwiTGVmdCI6Mi4wLCJSaWdodCI6Mi4wLCJCb3R0b20iOjAuMH0sIkNvbm5lY3RvclN0eWxlIjp7IiRpZCI6IjExNSIsIkxpbmVDb2xvciI6eyIkaWQiOiIxMTYiLCIkdHlwZSI6Ik5MUkUuQ29tbW9uLkRvbS5Tb2xpZENvbG9yQnJ1c2gsIE5MUkUuQ29tbW9uIiwiQ29sb3IiOnsiJGlkIjoiMTE3IiwiQSI6MTI3LCJSIjoyMzMsIkciOjExMywiQiI6NTB9fSwiTGluZVdlaWdodCI6MS4wLCJMaW5lVHlwZSI6MCwiUGFyZW50U3R5bGUiOm51bGx9LCJJc0JlbG93VGltZWJhbmQiOmZhbHNlLCJQb3NpdGlvbk9uVGFzayI6MCwiSGlkZURhdGUiOmZhbHNlLCJTaGFwZVNpemUiOjEsIlNwYWNpbmciOjAuMCwiUGFkZGluZyI6eyIkaWQiOiIxMTgiLCJUb3AiOjUuMCwiTGVmdCI6My4wLCJSaWdodCI6MC4wLCJCb3R0b20iOjIuMH0sIlNoYXBlU3R5bGUiOnsiJGlkIjoiMTE5IiwiTWFyZ2luIjp7IiRpZCI6IjEyMCIsIlRvcCI6MC4wLCJMZWZ0IjowLjAsIlJpZ2h0IjowLjAsIkJvdHRvbSI6MC4wfSwiUGFkZGluZyI6eyIkaWQiOiIxMjEiLCJUb3AiOjAuMCwiTGVmdCI6MC4wLCJSaWdodCI6MC4wLCJCb3R0b20iOjAuMH0sIkJhY2tncm91bmQiOnsiJGlkIjoiMTIyIiwiQ29sb3IiOnsiJGlkIjoiMTIzIiwiQSI6MjU1LCJSIjoyMzMsIkciOjExMywiQiI6NTB9fSwiSXNWaXNpYmxlIjp0cnVlLCJXaWR0aCI6MTguMCwiSGVpZ2h0IjoyMC4wLCJCb3JkZXJTdHlsZSI6eyIkaWQiOiIxMjQiLCJMaW5lQ29sb3IiOnsiJGlkIjoiMTI1IiwiJHR5cGUiOiJOTFJFLkNvbW1vbi5Eb20uU29saWRDb2xvckJydXNoLCBOTFJFLkNvbW1vbiIsIkNvbG9yIjp7IiRpZCI6IjEyNiIsIkEiOjI1NSwiUiI6MjM0LCJHIjoyMiwiQiI6MzB9fSwiTGluZVdlaWdodCI6MC4wLCJMaW5lVHlwZSI6MCwiUGFyZW50U3R5bGUiOm51bGx9LCJQYXJlbnRTdHlsZSI6bnVsbH0sIlRpdGxlU3R5bGUiOnsiJGlkIjoiMTI3IiwiRm9udFNldHRpbmdzIjp7IiRpZCI6IjEyOCIsIkZvbnRTaXplIjoxMSwiRm9udE5hbWUiOiJDYWxpYnJpIiwiSXNCb2xkIjp0cnVlLCJJc0l0YWxpYyI6ZmFsc2UsIklzVW5kZXJsaW5lZCI6ZmFsc2UsIlBhcmVudFN0eWxlIjpudWxsfSwiQXV0b1NpemUiOjAsIkZvcmVncm91bmQiOnsiJGlkIjoiMTI5IiwiQ29sb3IiOnsiJGlkIjoiMTM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zMSIsIlRvcCI6MC4wLCJMZWZ0IjowLjAsIlJpZ2h0IjowLjAsIkJvdHRvbSI6MC4wfSwiUGFkZGluZyI6eyIkaWQiOiIxMzIiLCJUb3AiOjAuMCwiTGVmdCI6MC4wLCJSaWdodCI6MC4wLCJCb3R0b20iOjAuMH0sIkJhY2tncm91bmQiOnsiJGlkIjoiMTMzIiwiQ29sb3IiOnsiJGlkIjoiMTM0IiwiQSI6MjU1LCJSIjowLCJHIjowLCJCIjowfX0sIklzVmlzaWJsZSI6dHJ1ZSwiV2lkdGgiOjAuMCwiSGVpZ2h0IjowLjAsIkJvcmRlclN0eWxlIjp7IiRpZCI6IjEzNSIsIkxpbmVDb2xvciI6bnVsbCwiTGluZVdlaWdodCI6MC4wLCJMaW5lVHlwZSI6MCwiUGFyZW50U3R5bGUiOm51bGx9LCJQYXJlbnRTdHlsZSI6bnVsbH0sIkRhdGVTdHlsZSI6eyIkaWQiOiIxMzYiLCJGb250U2V0dGluZ3MiOnsiJGlkIjoiMTM3IiwiRm9udFNpemUiOjEwLCJGb250TmFtZSI6IkNhbGlicmkiLCJJc0JvbGQiOmZhbHNlLCJJc0l0YWxpYyI6ZmFsc2UsIklzVW5kZXJsaW5lZCI6ZmFsc2UsIlBhcmVudFN0eWxlIjpudWxsfSwiQXV0b1NpemUiOjAsIkZvcmVncm91bmQiOnsiJGlkIjoiMTM4IiwiQ29sb3IiOnsiJGlkIjoiMTM5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0MCIsIlRvcCI6MC4wLCJMZWZ0IjowLjAsIlJpZ2h0IjowLjAsIkJvdHRvbSI6MC4wfSwiUGFkZGluZyI6eyIkaWQiOiIxNDEiLCJUb3AiOjAuMCwiTGVmdCI6MC4wLCJSaWdodCI6MC4wLCJCb3R0b20iOjAuMH0sIkJhY2tncm91bmQiOnsiJGlkIjoiMTQyIiwiQ29sb3IiOnsiJGlkIjoiMTQzIiwiQSI6MjU1LCJSIjoxNCwiRyI6NDAsIkIiOjY1fX0sIklzVmlzaWJsZSI6dHJ1ZSwiV2lkdGgiOjAuMCwiSGVpZ2h0IjowLjAsIkJvcmRlclN0eWxlIjp7IiRpZCI6IjE0NCIsIkxpbmVDb2xvciI6bnVsbCwiTGluZVdlaWdodCI6MC4wLCJMaW5lVHlwZSI6MCwiUGFyZW50U3R5bGUiOm51bGx9LCJQYXJlbnRTdHlsZSI6bnVsbH0sIkRhdGVGb3JtYXQiOnsiJGlkIjoiMTQ1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0NiIsIkZvcm1hdCI6MCwiSXNWaXNpYmxlIjpmYWxzZSwiTGFzdEtub3duVmlzaWJpbGl0eVN0YXRlIjpmYWxzZX0sIklzVmlzaWJsZSI6dHJ1ZSwiVmFyaWFuY2VTdHlsZSI6eyIkaWQiOiIxNDciLCJUZXh0U3R5bGUiOnsiJGlkIjoiMTQ4IiwiRm9udFNldHRpbmdzIjp7IiRpZCI6IjE0OSIsIkZvbnRTaXplIjoxMCwiRm9udE5hbWUiOiJDYWxpYnJpIiwiSXNCb2xkIjpmYWxzZSwiSXNJdGFsaWMiOmZhbHNlLCJJc1VuZGVybGluZWQiOmZhbHNlLCJQYXJlbnRTdHlsZSI6bnVsbH0sIkF1dG9TaXplIjowLCJGb3JlZ3JvdW5kIjp7IiRpZCI6IjE1MCIsIkNvbG9yIjp7IiRpZCI6IjE1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TIiLCJUb3AiOjAuMCwiTGVmdCI6MC4wLCJSaWdodCI6MC4wLCJCb3R0b20iOjAuMH0sIlBhZGRpbmciOnsiJGlkIjoiMTUzIiwiVG9wIjowLjAsIkxlZnQiOjAuMCwiUmlnaHQiOjAuMCwiQm90dG9tIjowLjB9LCJCYWNrZ3JvdW5kIjp7IiRpZCI6IjE1NCIsIkNvbG9yIjp7IiRpZCI6IjE1NSIsIkEiOjI1NSwiUiI6MCwiRyI6MCwiQiI6MH19LCJJc1Zpc2libGUiOnRydWUsIldpZHRoIjowLjAsIkhlaWdodCI6MC4wLCJCb3JkZXJTdHlsZSI6eyIkaWQiOiIxNTYiLCJMaW5lQ29sb3IiOm51bGwsIkxpbmVXZWlnaHQiOjAuMCwiTGluZVR5cGUiOjAsIlBhcmVudFN0eWxlIjpudWxsfSwiUGFyZW50U3R5bGUiOm51bGx9LCJQYXJlbnRTdHlsZSI6bnVsbH0sIlBhcmVudFN0eWxlIjpudWxsfSwiRGVmYXVsdE1vdFN0eWxlIjp7IiRpZCI6IjE1NyIsIlNoYXBlIjoyLCJDb25uZWN0b3JNYXJnaW4iOnsiJGlkIjoiMTU4IiwiVG9wIjowLjAsIkxlZnQiOjIuMCwiUmlnaHQiOjIuMCwiQm90dG9tIjowLjB9LCJDb25uZWN0b3JTdHlsZSI6eyIkaWQiOiIxNTkiLCJMaW5lQ29sb3IiOnsiJGlkIjoiMTYwIiwiJHR5cGUiOiJOTFJFLkNvbW1vbi5Eb20uU29saWRDb2xvckJydXNoLCBOTFJFLkNvbW1vbiIsIkNvbG9yIjp7IiRpZCI6IjE2MSIsIkEiOjEyNywiUiI6MjMzLCJHIjoxMTMsIkIiOjUwfX0sIkxpbmVXZWlnaHQiOjEuMCwiTGluZVR5cGUiOjAsIlBhcmVudFN0eWxlIjpudWxsfSwiSXNCZWxvd1RpbWViYW5kIjpmYWxzZSwiUG9zaXRpb25PblRhc2siOjEsIkhpZGVEYXRlIjpmYWxzZSwiU2hhcGVTaXplIjoxLCJTcGFjaW5nIjowLjAsIlBhZGRpbmciOnsiJGlkIjoiMTYyIiwiVG9wIjo1LjAsIkxlZnQiOjMuMCwiUmlnaHQiOjAuMCwiQm90dG9tIjoyLjB9LCJTaGFwZVN0eWxlIjp7IiRpZCI6IjE2MyIsIk1hcmdpbiI6eyIkaWQiOiIxNjQiLCJUb3AiOjAuMCwiTGVmdCI6MC4wLCJSaWdodCI6MC4wLCJCb3R0b20iOjAuMH0sIlBhZGRpbmciOnsiJGlkIjoiMTY1IiwiVG9wIjowLjAsIkxlZnQiOjAuMCwiUmlnaHQiOjAuMCwiQm90dG9tIjowLjB9LCJCYWNrZ3JvdW5kIjp7IiRpZCI6IjE2NiIsIkNvbG9yIjp7IiRpZCI6IjE2NyIsIkEiOjI1NSwiUiI6MjMzLCJHIjoxMTMsIkIiOjUwfX0sIklzVmlzaWJsZSI6dHJ1ZSwiV2lkdGgiOjEzLjAsIkhlaWdodCI6MTMuMCwiQm9yZGVyU3R5bGUiOnsiJGlkIjoiMTY4IiwiTGluZUNvbG9yIjp7IiRpZCI6IjE2OSIsIiR0eXBlIjoiTkxSRS5Db21tb24uRG9tLlNvbGlkQ29sb3JCcnVzaCwgTkxSRS5Db21tb24iLCJDb2xvciI6eyIkaWQiOiIxNzAiLCJBIjoyNTUsIlIiOjIzNCwiRyI6MjIsIkIiOjMwfX0sIkxpbmVXZWlnaHQiOjAuMCwiTGluZVR5cGUiOjAsIlBhcmVudFN0eWxlIjpudWxsfSwiUGFyZW50U3R5bGUiOm51bGx9LCJUaXRsZVN0eWxlIjp7IiRpZCI6IjE3MSIsIkZvbnRTZXR0aW5ncyI6eyIkaWQiOiIxNzIiLCJGb250U2l6ZSI6MTEsIkZvbnROYW1lIjoiQ2FsaWJyaSIsIklzQm9sZCI6dHJ1ZSwiSXNJdGFsaWMiOmZhbHNlLCJJc1VuZGVybGluZWQiOmZhbHNlLCJQYXJlbnRTdHlsZSI6bnVsbH0sIkF1dG9TaXplIjowLCJGb3JlZ3JvdW5kIjp7IiRpZCI6IjE3MyIsIkNvbG9yIjp7IiRpZCI6IjE3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zUiLCJUb3AiOjAuMCwiTGVmdCI6MC4wLCJSaWdodCI6MC4wLCJCb3R0b20iOjAuMH0sIlBhZGRpbmciOnsiJGlkIjoiMTc2IiwiVG9wIjowLjAsIkxlZnQiOjAuMCwiUmlnaHQiOjAuMCwiQm90dG9tIjowLjB9LCJCYWNrZ3JvdW5kIjp7IiRpZCI6IjE3NyIsIkNvbG9yIjp7IiRpZCI6IjE3OCIsIkEiOjI1NSwiUiI6MCwiRyI6MCwiQiI6MH19LCJJc1Zpc2libGUiOnRydWUsIldpZHRoIjowLjAsIkhlaWdodCI6MC4wLCJCb3JkZXJTdHlsZSI6eyIkaWQiOiIxNzkiLCJMaW5lQ29sb3IiOm51bGwsIkxpbmVXZWlnaHQiOjAuMCwiTGluZVR5cGUiOjAsIlBhcmVudFN0eWxlIjpudWxsfSwiUGFyZW50U3R5bGUiOm51bGx9LCJEYXRlU3R5bGUiOnsiJGlkIjoiMTgwIiwiRm9udFNldHRpbmdzIjp7IiRpZCI6IjE4MSIsIkZvbnRTaXplIjoxMCwiRm9udE5hbWUiOiJDYWxpYnJpIiwiSXNCb2xkIjpmYWxzZSwiSXNJdGFsaWMiOmZhbHNlLCJJc1VuZGVybGluZWQiOmZhbHNlLCJQYXJlbnRTdHlsZSI6bnVsbH0sIkF1dG9TaXplIjowLCJGb3JlZ3JvdW5kIjp7IiRpZCI6IjE4MiIsIkNvbG9yIjp7IiRpZCI6IjE4My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xODQiLCJUb3AiOjAuMCwiTGVmdCI6MC4wLCJSaWdodCI6MC4wLCJCb3R0b20iOjAuMH0sIlBhZGRpbmciOnsiJGlkIjoiMTg1IiwiVG9wIjowLjAsIkxlZnQiOjAuMCwiUmlnaHQiOjAuMCwiQm90dG9tIjowLjB9LCJCYWNrZ3JvdW5kIjp7IiRpZCI6IjE4NiIsIkNvbG9yIjp7IiRpZCI6IjE4NyIsIkEiOjI1NSwiUiI6MTQsIkciOjQwLCJCIjo2NX19LCJJc1Zpc2libGUiOnRydWUsIldpZHRoIjowLjAsIkhlaWdodCI6MC4wLCJCb3JkZXJTdHlsZSI6eyIkaWQiOiIxODgiLCJMaW5lQ29sb3IiOm51bGwsIkxpbmVXZWlnaHQiOjAuMCwiTGluZVR5cGUiOjAsIlBhcmVudFN0eWxlIjpudWxsfSwiUGFyZW50U3R5bGUiOm51bGx9LCJEYXRlRm9ybWF0Ijp7IiRpZCI6IjE4O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TAiLCJGb3JtYXQiOjAsIklzVmlzaWJsZSI6ZmFsc2UsIkxhc3RLbm93blZpc2liaWxpdHlTdGF0ZSI6ZmFsc2V9LCJJc1Zpc2libGUiOnRydWUsIlZhcmlhbmNlU3R5bGUiOnsiJGlkIjoiMTkxIiwiVGV4dFN0eWxlIjp7IiRpZCI6IjE5MiIsIkZvbnRTZXR0aW5ncyI6eyIkaWQiOiIxOTMiLCJGb250U2l6ZSI6MTAsIkZvbnROYW1lIjoiQ2FsaWJyaSIsIklzQm9sZCI6ZmFsc2UsIklzSXRhbGljIjpmYWxzZSwiSXNVbmRlcmxpbmVkIjpmYWxzZSwiUGFyZW50U3R5bGUiOm51bGx9LCJBdXRvU2l6ZSI6MCwiRm9yZWdyb3VuZCI6eyIkaWQiOiIxOTQiLCJDb2xvciI6eyIkaWQiOiIxOT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k2IiwiVG9wIjowLjAsIkxlZnQiOjAuMCwiUmlnaHQiOjAuMCwiQm90dG9tIjowLjB9LCJQYWRkaW5nIjp7IiRpZCI6IjE5NyIsIlRvcCI6MC4wLCJMZWZ0IjowLjAsIlJpZ2h0IjowLjAsIkJvdHRvbSI6MC4wfSwiQmFja2dyb3VuZCI6eyIkaWQiOiIxOTgiLCJDb2xvciI6eyIkaWQiOiIxOTkiLCJBIjoyNTUsIlIiOjAsIkciOjAsIkIiOjB9fSwiSXNWaXNpYmxlIjp0cnVlLCJXaWR0aCI6MC4wLCJIZWlnaHQiOjAuMCwiQm9yZGVyU3R5bGUiOnsiJGlkIjoiMjAwIiwiTGluZUNvbG9yIjpudWxsLCJMaW5lV2VpZ2h0IjowLjAsIkxpbmVUeXBlIjowLCJQYXJlbnRTdHlsZSI6bnVsbH0sIlBhcmVudFN0eWxlIjpudWxsfSwiUGFyZW50U3R5bGUiOm51bGx9LCJQYXJlbnRTdHlsZSI6bnVsbH0sIkRlZmF1bHRUYXNrU3R5bGUiOnsiJGlkIjoiMjAxIiwiU2hhcGUiOjMsIlNoYXBlVGhpY2tuZXNzIjowLCJEdXJhdGlvbkZvcm1hdCI6MCwiSW5jbHVkZU5vbldvcmtpbmdEYXlzSW5EdXJhdGlvbiI6ZmFsc2UsIlBlcmNlbnRhZ2VDb21wbGV0ZVN0eWxlIjp7IiRpZCI6IjIwMiIsIkZvbnRTZXR0aW5ncyI6eyIkaWQiOiIyMDMiLCJGb250U2l6ZSI6MTAsIkZvbnROYW1lIjoiQ2FsaWJyaSIsIklzQm9sZCI6ZmFsc2UsIklzSXRhbGljIjpmYWxzZSwiSXNVbmRlcmxpbmVkIjpmYWxzZSwiUGFyZW50U3R5bGUiOm51bGx9LCJBdXRvU2l6ZSI6MCwiRm9yZWdyb3VuZCI6eyIkaWQiOiIyMDQiLCJDb2xvciI6eyIkaWQiOiIyMDU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jA2IiwiVG9wIjowLjAsIkxlZnQiOjAuMCwiUmlnaHQiOjAuMCwiQm90dG9tIjowLjB9LCJQYWRkaW5nIjp7IiRpZCI6IjIwNyIsIlRvcCI6MC4wLCJMZWZ0IjowLjAsIlJpZ2h0IjowLjAsIkJvdHRvbSI6MC4wfSwiQmFja2dyb3VuZCI6eyIkaWQiOiIyMDgiLCJDb2xvciI6eyIkaWQiOiIyMDkiLCJBIjo4OSwiUiI6MCwiRyI6MCwiQiI6MH19LCJJc1Zpc2libGUiOnRydWUsIldpZHRoIjowLjAsIkhlaWdodCI6MC4wLCJCb3JkZXJTdHlsZSI6eyIkaWQiOiIyMTAiLCJMaW5lQ29sb3IiOm51bGwsIkxpbmVXZWlnaHQiOjAuMCwiTGluZVR5cGUiOjAsIlBhcmVudFN0eWxlIjpudWxsfSwiUGFyZW50U3R5bGUiOm51bGx9LCJEdXJhdGlvblN0eWxlIjp7IiRpZCI6IjIxMSIsIkZvbnRTZXR0aW5ncyI6eyIkaWQiOiIyMTIiLCJGb250U2l6ZSI6MTAsIkZvbnROYW1lIjoiQ2FsaWJyaSIsIklzQm9sZCI6ZmFsc2UsIklzSXRhbGljIjpmYWxzZSwiSXNVbmRlcmxpbmVkIjpmYWxzZSwiUGFyZW50U3R5bGUiOm51bGx9LCJBdXRvU2l6ZSI6MCwiRm9yZWdyb3VuZCI6eyIkaWQiOiIyMTMiLCJDb2xvciI6eyIkaWQiOiIyMTQ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yMTUiLCJUb3AiOjAuMCwiTGVmdCI6MC4wLCJSaWdodCI6MC4wLCJCb3R0b20iOjAuMH0sIlBhZGRpbmciOnsiJGlkIjoiMjE2IiwiVG9wIjowLjAsIkxlZnQiOjAuMCwiUmlnaHQiOjAuMCwiQm90dG9tIjowLjB9LCJCYWNrZ3JvdW5kIjp7IiRpZCI6IjIxNyIsIkNvbG9yIjp7IiRpZCI6IjIxOCIsIkEiOjI1NSwiUiI6MjM3LCJHIjoxMjUsIkIiOjQ5fX0sIklzVmlzaWJsZSI6dHJ1ZSwiV2lkdGgiOjAuMCwiSGVpZ2h0IjowLjAsIkJvcmRlclN0eWxlIjp7IiRpZCI6IjIxOSIsIkxpbmVDb2xvciI6bnVsbCwiTGluZVdlaWdodCI6MC4wLCJMaW5lVHlwZSI6MCwiUGFyZW50U3R5bGUiOm51bGx9LCJQYXJlbnRTdHlsZSI6bnVsbH0sIkhvcml6b250YWxDb25uZWN0b3JTdHlsZSI6eyIkaWQiOiIyMjAiLCJMaW5lQ29sb3IiOnsiJGlkIjoiMjIxIiwiJHR5cGUiOiJOTFJFLkNvbW1vbi5Eb20uU29saWRDb2xvckJydXNoLCBOTFJFLkNvbW1vbiIsIkNvbG9yIjp7IiRpZCI6IjIyMiIsIkEiOjUxLCJSIjoyMSwiRyI6OTYsIkIiOjEzMH19LCJMaW5lV2VpZ2h0IjoxLjAsIkxpbmVUeXBlIjowLCJQYXJlbnRTdHlsZSI6bnVsbH0sIlZlcnRpY2FsQ29ubmVjdG9yU3R5bGUiOnsiJGlkIjoiMjIzIiwiTGluZUNvbG9yIjp7IiRpZCI6IjIyNCIsIiR0eXBlIjoiTkxSRS5Db21tb24uRG9tLlNvbGlkQ29sb3JCcnVzaCwgTkxSRS5Db21tb24iLCJDb2xvciI6eyIkaWQiOiIyMjU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MiwiU3BhY2luZyI6MywiSXNCZWxvd1RpbWViYW5kIjpmYWxzZSwiUGVyY2VudGFnZUNvbXBsZXRlU2hhcGVPcGFjaXR5IjozNSwiQmFzZWxpbmVTdHlsZSI6eyIkaWQiOiIyMjYiLCJTaGFwZVN0eWxlIjp7IiRpZCI6IjIyNyIsIk1hcmdpbiI6eyIkaWQiOiIyMjgiLCJUb3AiOjAuMCwiTGVmdCI6MC4wLCJSaWdodCI6MC4wLCJCb3R0b20iOjAuMH0sIlBhZGRpbmciOnsiJGlkIjoiMjI5IiwiVG9wIjowLjAsIkxlZnQiOjAuMCwiUmlnaHQiOjAuMCwiQm90dG9tIjowLjB9LCJCYWNrZ3JvdW5kIjp7IiRpZCI6IjIzMCIsIkNvbG9yIjp7IiRpZCI6IjIzMSIsIkEiOjE1MywiUiI6MCwiRyI6MCwiQiI6MH19LCJJc1Zpc2libGUiOnRydWUsIldpZHRoIjowLjAsIkhlaWdodCI6MC4wLCJCb3JkZXJTdHlsZSI6eyIkaWQiOiIyMzIiLCJMaW5lQ29sb3IiOnsiJGlkIjoiMjMzIiwiJHR5cGUiOiJOTFJFLkNvbW1vbi5Eb20uU29saWRDb2xvckJydXNoLCBOTFJFLkNvbW1vbiIsIkNvbG9yIjp7IiRpZCI6IjIzNCIsIkEiOjI1NSwiUiI6MjU1LCJHIjowLCJCIjowfX0sIkxpbmVXZWlnaHQiOjAuMCwiTGluZVR5cGUiOjAsIlBhcmVudFN0eWxlIjpudWxsfSwiUGFyZW50U3R5bGUiOm51bGx9LCJNYXJnaW4iOnsiJGlkIjoiMjM1IiwiVG9wIjowLjAsIkxlZnQiOjAuMCwiUmlnaHQiOjAuMCwiQm90dG9tIjowLjB9LCJQYWRkaW5nIjp7IiRpZCI6IjIzNiIsIlRvcCI6MC4wLCJMZWZ0IjowLjAsIlJpZ2h0IjowLjAsIkJvdHRvbSI6MC4wfSwiQmFja2dyb3VuZCI6bnVsbCwiSXNWaXNpYmxlIjp0cnVlLCJXaWR0aCI6MC4wLCJIZWlnaHQiOjAuMCwiQm9yZGVyU3R5bGUiOm51bGwsIlBhcmVudFN0eWxlIjpudWxsfSwiU2hhcGVTdHlsZSI6eyIkaWQiOiIyMzciLCJNYXJnaW4iOnsiJGlkIjoiMjM4IiwiVG9wIjowLjAsIkxlZnQiOjQuMCwiUmlnaHQiOjQuMCwiQm90dG9tIjowLjB9LCJQYWRkaW5nIjp7IiRpZCI6IjIzOSIsIlRvcCI6MC4wLCJMZWZ0IjowLjAsIlJpZ2h0IjowLjAsIkJvdHRvbSI6MC4wfSwiQmFja2dyb3VuZCI6eyIkaWQiOiIyNDAiLCJDb2xvciI6eyIkaWQiOiIyNDEiLCJBIjoyNTUsIlIiOjIxLCJHIjo5NiwiQiI6MTMwfX0sIklzVmlzaWJsZSI6dHJ1ZSwiV2lkdGgiOjAuMCwiSGVpZ2h0IjoxMC4wLCJCb3JkZXJTdHlsZSI6eyIkaWQiOiIyNDIiLCJMaW5lQ29sb3IiOnsiJGlkIjoiMjQzIiwiJHR5cGUiOiJOTFJFLkNvbW1vbi5Eb20uU29saWRDb2xvckJydXNoLCBOTFJFLkNvbW1vbiIsIkNvbG9yIjp7IiRpZCI6IjI0NCIsIkEiOjI1NSwiUiI6MjM0LCJHIjoyMiwiQiI6MzB9fSwiTGluZVdlaWdodCI6MC4wLCJMaW5lVHlwZSI6MCwiUGFyZW50U3R5bGUiOm51bGx9LCJQYXJlbnRTdHlsZSI6bnVsbH0sIlRpdGxlU3R5bGUiOnsiJGlkIjoiMjQ1IiwiRm9udFNldHRpbmdzIjp7IiRpZCI6IjI0NiIsIkZvbnRTaXplIjoxMSwiRm9udE5hbWUiOiJDYWxpYnJpIiwiSXNCb2xkIjpmYWxzZSwiSXNJdGFsaWMiOmZhbHNlLCJJc1VuZGVybGluZWQiOmZhbHNlLCJQYXJlbnRTdHlsZSI6bnVsbH0sIkF1dG9TaXplIjowLCJGb3JlZ3JvdW5kIjp7IiRpZCI6IjI0NyIsIkNvbG9yIjp7IiRpZCI6IjI0OC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yNDkiLCJUb3AiOjAuMCwiTGVmdCI6MC4wLCJSaWdodCI6MC4wLCJCb3R0b20iOjAuMH0sIlBhZGRpbmciOnsiJGlkIjoiMjUwIiwiVG9wIjowLjAsIkxlZnQiOjAuMCwiUmlnaHQiOjAuMCwiQm90dG9tIjowLjB9LCJCYWNrZ3JvdW5kIjp7IiRpZCI6IjI1MSIsIkNvbG9yIjp7IiRpZCI6IjI1MiIsIkEiOjI1NSwiUiI6MCwiRyI6MCwiQiI6MH19LCJJc1Zpc2libGUiOnRydWUsIldpZHRoIjowLjAsIkhlaWdodCI6MC4wLCJCb3JkZXJTdHlsZSI6eyIkaWQiOiIyNTMiLCJMaW5lQ29sb3IiOm51bGwsIkxpbmVXZWlnaHQiOjAuMCwiTGluZVR5cGUiOjAsIlBhcmVudFN0eWxlIjpudWxsfSwiUGFyZW50U3R5bGUiOm51bGx9LCJEYXRlU3R5bGUiOnsiJGlkIjoiMjU0IiwiRm9udFNldHRpbmdzIjp7IiRpZCI6IjI1NSIsIkZvbnRTaXplIjoxMCwiRm9udE5hbWUiOiJDYWxpYnJpIiwiSXNCb2xkIjpmYWxzZSwiSXNJdGFsaWMiOmZhbHNlLCJJc1VuZGVybGluZWQiOmZhbHNlLCJQYXJlbnRTdHlsZSI6bnVsbH0sIkF1dG9TaXplIjowLCJGb3JlZ3JvdW5kIjp7IiRpZCI6IjI1NiIsIkNvbG9yIjp7IiRpZCI6IjI1Ny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yNTgiLCJUb3AiOjAuMCwiTGVmdCI6MC4wLCJSaWdodCI6MC4wLCJCb3R0b20iOjAuMH0sIlBhZGRpbmciOnsiJGlkIjoiMjU5IiwiVG9wIjowLjAsIkxlZnQiOjAuMCwiUmlnaHQiOjAuMCwiQm90dG9tIjowLjB9LCJCYWNrZ3JvdW5kIjp7IiRpZCI6IjI2MCIsIkNvbG9yIjp7IiRpZCI6IjI2MSIsIkEiOjI1NSwiUiI6MTQsIkciOjQwLCJCIjo2NX19LCJJc1Zpc2libGUiOnRydWUsIldpZHRoIjowLjAsIkhlaWdodCI6MC4wLCJCb3JkZXJTdHlsZSI6eyIkaWQiOiIyNjIiLCJMaW5lQ29sb3IiOm51bGwsIkxpbmVXZWlnaHQiOjAuMCwiTGluZVR5cGUiOjAsIlBhcmVudFN0eWxlIjpudWxsfSwiUGFyZW50U3R5bGUiOm51bGx9LCJEYXRlRm9ybWF0Ijp7IiRpZCI6IjI2M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NjQiLCJGb3JtYXQiOjAsIklzVmlzaWJsZSI6ZmFsc2UsIkxhc3RLbm93blZpc2liaWxpdHlTdGF0ZSI6ZmFsc2V9LCJJc1Zpc2libGUiOnRydWUsIlZhcmlhbmNlU3R5bGUiOnsiJGlkIjoiMjY1IiwiVGV4dFN0eWxlIjp7IiRpZCI6IjI2NiIsIkZvbnRTZXR0aW5ncyI6eyIkaWQiOiIyNjciLCJGb250U2l6ZSI6MTAsIkZvbnROYW1lIjoiQ2FsaWJyaSIsIklzQm9sZCI6ZmFsc2UsIklzSXRhbGljIjpmYWxzZSwiSXNVbmRlcmxpbmVkIjpmYWxzZSwiUGFyZW50U3R5bGUiOm51bGx9LCJBdXRvU2l6ZSI6MCwiRm9yZWdyb3VuZCI6eyIkaWQiOiIyNjgiLCJDb2xvciI6eyIkaWQiOiIyNj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cwIiwiVG9wIjowLjAsIkxlZnQiOjAuMCwiUmlnaHQiOjAuMCwiQm90dG9tIjowLjB9LCJQYWRkaW5nIjp7IiRpZCI6IjI3MSIsIlRvcCI6MC4wLCJMZWZ0IjowLjAsIlJpZ2h0IjowLjAsIkJvdHRvbSI6MC4wfSwiQmFja2dyb3VuZCI6eyIkaWQiOiIyNzIiLCJDb2xvciI6eyIkaWQiOiIyNzMiLCJBIjoyNTUsIlIiOjAsIkciOjAsIkIiOjB9fSwiSXNWaXNpYmxlIjp0cnVlLCJXaWR0aCI6MC4wLCJIZWlnaHQiOjAuMCwiQm9yZGVyU3R5bGUiOnsiJGlkIjoiMjc0IiwiTGluZUNvbG9yIjpudWxsLCJMaW5lV2VpZ2h0IjowLjAsIkxpbmVUeXBlIjowLCJQYXJlbnRTdHlsZSI6bnVsbH0sIlBhcmVudFN0eWxlIjpudWxsfSwiUGFyZW50U3R5bGUiOm51bGx9LCJQYXJlbnRTdHlsZSI6bnVsbCwiX2V4cGxpY2l0bHlTZXQiOnsiJGlkIjoiMjc1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lsZXN0b25lU3R5bGUiOm51bGwsIkdyaWRsaW5lUGFuZWxTdHlsZSI6eyIkaWQiOiIyNzYiLCJHcmlkbGluZVN0eWxlIjp7IiRpZCI6IjI3NyIsIkxpbmVDb2xvciI6eyIkaWQiOiIyNzgiLCIkdHlwZSI6Ik5MUkUuQ29tbW9uLkRvbS5Tb2xpZENvbG9yQnJ1c2gsIE5MUkUuQ29tbW9uIiwiQ29sb3IiOnsiJGlkIjoiMjc5IiwiQSI6MzgsIlIiOjkxLCJHIjoxNTUsIkIiOjIxM319LCJMaW5lV2VpZ2h0IjoxLjAsIkxpbmVUeXBlIjowLCJQYXJlbnRTdHlsZSI6bnVsbH0sIk1hcmdpbiI6eyIkaWQiOiIyODAiLCJUb3AiOjAuMCwiTGVmdCI6MC4wLCJSaWdodCI6MC4wLCJCb3R0b20iOjAuMH0sIlBhZGRpbmciOnsiJGlkIjoiMjgxIiwiVG9wIjowLjAsIkxlZnQiOjAuMCwiUmlnaHQiOjAuMCwiQm90dG9tIjowLjB9LCJCYWNrZ3JvdW5kIjpudWxsLCJJc1Zpc2libGUiOnRydWUsIldpZHRoIjowLjAsIkhlaWdodCI6MC4wLCJCb3JkZXJTdHlsZSI6eyIkaWQiOiIyODIiLCJMaW5lQ29sb3IiOm51bGwsIkxpbmVXZWlnaHQiOjAuMCwiTGluZVR5cGUiOjAsIlBhcmVudFN0eWxlIjpudWxsfSwiUGFyZW50U3R5bGUiOm51bGx9LCJBY3Rpdml0eUxpbmVQYW5lbFN0eWxlIjp7IiRpZCI6IjI4MyIsIkFjdGl2aXR5TGluZVN0eWxlIjp7IiRpZCI6IjI4NCIsIkxpbmVDb2xvciI6eyIkaWQiOiIyODUiLCIkdHlwZSI6Ik5MUkUuQ29tbW9uLkRvbS5Tb2xpZENvbG9yQnJ1c2gsIE5MUkUuQ29tbW9uIiwiQ29sb3IiOnsiJGlkIjoiMjg2IiwiQSI6MzgsIlIiOjY4LCJHIjoxMTQsIkIiOjE5Nn19LCJMaW5lV2VpZ2h0IjoxLjAsIkxpbmVUeXBlIjowLCJQYXJlbnRTdHlsZSI6bnVsbH0sIk1hcmdpbiI6eyIkaWQiOiIyODciLCJUb3AiOjAuMCwiTGVmdCI6MC4wLCJSaWdodCI6MC4wLCJCb3R0b20iOjAuMH0sIlBhZGRpbmciOnsiJGlkIjoiMjg4IiwiVG9wIjowLjAsIkxlZnQiOjAuMCwiUmlnaHQiOjAuMCwiQm90dG9tIjowLjB9LCJCYWNrZ3JvdW5kIjpudWxsLCJJc1Zpc2libGUiOnRydWUsIldpZHRoIjowLjAsIkhlaWdodCI6MC4wLCJCb3JkZXJTdHlsZSI6eyIkaWQiOiIyODkiLCJMaW5lQ29sb3IiOm51bGwsIkxpbmVXZWlnaHQiOjAuMCwiTGluZVR5cGUiOjAsIlBhcmVudFN0eWxlIjpudWxsfSwiUGFyZW50U3R5bGUiOm51bGx9LCJfc2VsZWN0ZWRUaGVtZVByZXNldENvbG9ycyI6eyIkaWQiOiIyOTAiLCJUZXh0TGlnaHQiOnsiJGlkIjoiMjkxIiwiQSI6MjU1LCJSIjoyNTUsIkciOjI1NSwiQiI6MjU1fSwiVGV4dERhcmsiOnsiJGlkIjoiMjkyIiwiQSI6MjU1LCJSIjowLCJHIjowLCJCIjowfSwiQWNjZW50MSI6eyIkaWQiOiIyOTMiLCJBIjoyNTUsIlIiOjIzMiwiRyI6MjMyLCJCIjoyMzJ9LCJBY2NlbnQyIjp7IiRpZCI6IjI5NCIsIkEiOjI1NSwiUiI6MTQsIkciOjQwLCJCIjo2NX0sIkFjY2VudDMiOnsiJGlkIjoiMjk1IiwiQSI6MjU1LCJSIjoyMSwiRyI6OTYsIkIiOjEzMH0sIkFjY2VudDQiOnsiJGlkIjoiMjk2IiwiQSI6MjU1LCJSIjoyMzMsIkciOjExMywiQiI6NTB9LCJBY2NlbnQ1Ijp7IiRpZCI6IjI5NyIsIkEiOjI1NSwiUiI6MjUsIkciOjEwNywiQiI6MzZ9LCJBY2NlbnQ2Ijp7IiRpZCI6IjI5OCIsIkEiOjI1NSwiUiI6MTUsIkciOjE1OCwiQiI6MjEzfSwiQWNjZW50NyI6eyIkaWQiOiIyOTkiLCJBIjoyNTUsIlIiOjE2MCwiRyI6NDMsIkIiOjE0N30sIkFjY2VudDgiOnsiJGlkIjoiMzAwIiwiQSI6MjU1LCJSIjo3OCwiRyI6MTY3LCJCIjo0Nn19LCJTaG93RWxhcHNlZFRpbWVHcmFkaWVudFN0eWxlIjpmYWxzZSwiVGltZWJhbmRSZXNlcnZlZExlZnRBcmVhU3R5bGUiOnsiJGlkIjoiMzAxIiwiQWN0aXZpdHlIZWFkZXJXaWR0aCI6MC4wLCJJc1NldCI6ZmFsc2V9LCJEZWZhdWx0U3dpbWxhbmVTdHlsZSI6bnVsbCwiRGVmYXVsdFN3aW1sYW5lVjJTdHlsZSI6eyIkaWQiOiIzMDIiLCJTdHlsZUlkIjoiMzMyY2ZiMTMtYjQwMS00ZWMzLWI2NTUtNzM5NjhkMDRkNzQ5IiwiSGVhZGVyU3R5bGUiOnsiJGlkIjoiMzAzIiwiVGV4dElzVmVydGljYWwiOmZhbHNlLCJUZXh0U3R5bGUiOnsiJGlkIjoiMzA0IiwiRm9udFNldHRpbmdzIjp7IiRpZCI6IjMwNSIsIkZvbnRTaXplIjoxMSwiRm9udE5hbWUiOiJDYWxpYnJpIiwiSXNCb2xkIjpmYWxzZSwiSXNJdGFsaWMiOmZhbHNlLCJJc1VuZGVybGluZWQiOmZhbHNlLCJQYXJlbnRTdHlsZSI6bnVsbH0sIkF1dG9TaXplIjoyLCJGb3JlZ3JvdW5kIjp7IiRpZCI6IjMwNiIsIkNvbG9yIjp7IiRpZCI6IjMwNy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MwOCIsIlRvcCI6MC4wLCJMZWZ0IjowLjAsIlJpZ2h0IjowLjAsIkJvdHRvbSI6MC4wfSwiUGFkZGluZyI6eyIkaWQiOiIzMDkiLCJUb3AiOjAuMCwiTGVmdCI6MC4wLCJSaWdodCI6MC4wLCJCb3R0b20iOjAuMH0sIkJhY2tncm91bmQiOnsiJGlkIjoiMzEwIiwiQ29sb3IiOnsiJGlkIjoiMzExIiwiQSI6MjU1LCJSIjoyNTUsIkciOjI1NSwiQiI6MjU1fX0sIklzVmlzaWJsZSI6dHJ1ZSwiV2lkdGgiOjAuMCwiSGVpZ2h0IjowLjAsIkJvcmRlclN0eWxlIjpudWxsLCJQYXJlbnRTdHlsZSI6bnVsbH0sIlJlY3RhbmdsZVN0eWxlIjp7IiRpZCI6IjMxMiIsIk1hcmdpbiI6eyIkaWQiOiIzMTMiLCJUb3AiOjAuMCwiTGVmdCI6MC4wLCJSaWdodCI6MC4wLCJCb3R0b20iOjAuMH0sIlBhZGRpbmciOnsiJGlkIjoiMzE0IiwiVG9wIjowLjAsIkxlZnQiOjAuMCwiUmlnaHQiOjAuMCwiQm90dG9tIjowLjB9LCJCYWNrZ3JvdW5kIjp7IiRpZCI6IjMxNSIsIkNvbG9yIjp7IiRpZCI6IjMxNiIsIkEiOjI1NSwiUiI6MjEsIkciOjk2LCJCIjoxMzB9fSwiSXNWaXNpYmxlIjp0cnVlLCJXaWR0aCI6MC4wLCJIZWlnaHQiOjAuMCwiQm9yZGVyU3R5bGUiOnsiJGlkIjoiMzE3IiwiTGluZUNvbG9yIjp7IiRpZCI6IjMxOCIsIiR0eXBlIjoiTkxSRS5Db21tb24uRG9tLlNvbGlkQ29sb3JCcnVzaCwgTkxSRS5Db21tb24iLCJDb2xvciI6eyIkaWQiOiIzMTkiLCJBIjoyNTUsIlIiOjI1NSwiRyI6MjU1LCJCIjoyNTV9fSwiTGluZVdlaWdodCI6MC4wLCJMaW5lVHlwZSI6MCwiUGFyZW50U3R5bGUiOm51bGx9LCJQYXJlbnRTdHlsZSI6bnVsbH0sIk1hcmdpbiI6eyIkaWQiOiIzMjAiLCJUb3AiOjAuMCwiTGVmdCI6MC4wLCJSaWdodCI6MC4wLCJCb3R0b20iOjAuMH0sIlBhZGRpbmciOnsiJGlkIjoiMzIxIiwiVG9wIjowLjAsIkxlZnQiOjAuMCwiUmlnaHQiOjAuMCwiQm90dG9tIjowLjB9LCJCYWNrZ3JvdW5kIjpudWxsLCJJc1Zpc2libGUiOnRydWUsIldpZHRoIjowLjAsIkhlaWdodCI6MC4wLCJCb3JkZXJTdHlsZSI6bnVsbCwiUGFyZW50U3R5bGUiOm51bGx9LCJCYWNrZ3JvdW5kU3R5bGUiOnsiJGlkIjoiMzIyIiwiTWFyZ2luIjp7IiRpZCI6IjMyMyIsIlRvcCI6MC4wLCJMZWZ0IjowLjAsIlJpZ2h0IjowLjAsIkJvdHRvbSI6MC4wfSwiUGFkZGluZyI6eyIkaWQiOiIzMjQiLCJUb3AiOjAuMCwiTGVmdCI6MC4wLCJSaWdodCI6MC4wLCJCb3R0b20iOjAuMH0sIkJhY2tncm91bmQiOnsiJGlkIjoiMzI1IiwiQ29sb3IiOnsiJGlkIjoiMzI2IiwiQSI6NTEsIlIiOjIwMCwiRyI6MjAwLCJCIjoyMDB9fSwiSXNWaXNpYmxlIjp0cnVlLCJXaWR0aCI6MC4wLCJIZWlnaHQiOjAuMCwiQm9yZGVyU3R5bGUiOnsiJGlkIjoiMzI3IiwiTGluZUNvbG9yIjp7IiRpZCI6IjMyOCIsIiR0eXBlIjoiTkxSRS5Db21tb24uRG9tLlNvbGlkQ29sb3JCcnVzaCwgTkxSRS5Db21tb24iLCJDb2xvciI6eyIkaWQiOiIzMjkiLCJBIjoyNTUsIlIiOjIzNCwiRyI6MjIsIkIiOjMwfX0sIkxpbmVXZWlnaHQiOjAuMCwiTGluZVR5cGUiOjAsIlBhcmVudFN0eWxlIjpudWxsfSwiUGFyZW50U3R5bGUiOm51bGx9LCJJc0Fib3ZlVGltZWJhbmQiOmZhbHNlLCJTcGFjaW5nIjozLCJEZWZhdWx0U3dpbWxhbmVUYXNrU3R5bGUiOnsiJGlkIjoiMzMwIiwiJHR5cGUiOiJOTFJFLkNvbW1vbi5Eb20uU3R5bGVzLkV4cGxpY2l0U2V0YWJsZVRhc2tTdHlsZSwgTkxSRS5Db21tb24iLCJTaGFwZSI6MSwiU2hhcGVUaGlja25lc3MiOjAsIkR1cmF0aW9uRm9ybWF0IjowLCJJbmNsdWRlTm9uV29ya2luZ0RheXNJbkR1cmF0aW9uIjpmYWxzZSwiUGVyY2VudGFnZUNvbXBsZXRlU3R5bGUiOnsiJGlkIjoiMzMxIiwiRm9udFNldHRpbmdzIjp7IiRpZCI6IjMzMiIsIkZvbnRTaXplIjoxMCwiRm9udE5hbWUiOiJDYWxpYnJpIiwiSXNCb2xkIjpmYWxzZSwiSXNJdGFsaWMiOmZhbHNlLCJJc1VuZGVybGluZWQiOmZhbHNlLCJQYXJlbnRTdHlsZSI6bnVsbH0sIkF1dG9TaXplIjowLCJGb3JlZ3JvdW5kIjp7IiRpZCI6IjMzMyIsIkNvbG9yIjp7IiRpZCI6IjMzNC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zMzUiLCJUb3AiOjAuMCwiTGVmdCI6MC4wLCJSaWdodCI6MC4wLCJCb3R0b20iOjAuMH0sIlBhZGRpbmciOnsiJGlkIjoiMzM2IiwiVG9wIjowLjAsIkxlZnQiOjAuMCwiUmlnaHQiOjAuMCwiQm90dG9tIjowLjB9LCJCYWNrZ3JvdW5kIjp7IiRpZCI6IjMzNyIsIkNvbG9yIjp7IiRpZCI6IjMzOCIsIkEiOjg5LCJSIjowLCJHIjowLCJCIjowfX0sIklzVmlzaWJsZSI6dHJ1ZSwiV2lkdGgiOjAuMCwiSGVpZ2h0IjowLjAsIkJvcmRlclN0eWxlIjp7IiRpZCI6IjMzOSIsIkxpbmVDb2xvciI6bnVsbCwiTGluZVdlaWdodCI6MC4wLCJMaW5lVHlwZSI6MCwiUGFyZW50U3R5bGUiOm51bGx9LCJQYXJlbnRTdHlsZSI6bnVsbH0sIkR1cmF0aW9uU3R5bGUiOnsiJGlkIjoiMzQwIiwiRm9udFNldHRpbmdzIjp7IiRpZCI6IjM0MSIsIkZvbnRTaXplIjoxMCwiRm9udE5hbWUiOiJDYWxpYnJpIiwiSXNCb2xkIjpmYWxzZSwiSXNJdGFsaWMiOmZhbHNlLCJJc1VuZGVybGluZWQiOmZhbHNlLCJQYXJlbnRTdHlsZSI6bnVsbH0sIkF1dG9TaXplIjowLCJGb3JlZ3JvdW5kIjp7IiRpZCI6IjM0MiIsIkNvbG9yIjp7IiRpZCI6IjM0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M0NCIsIlRvcCI6MC4wLCJMZWZ0IjowLjAsIlJpZ2h0IjowLjAsIkJvdHRvbSI6MC4wfSwiUGFkZGluZyI6eyIkaWQiOiIzNDUiLCJUb3AiOjAuMCwiTGVmdCI6MC4wLCJSaWdodCI6MC4wLCJCb3R0b20iOjAuMH0sIkJhY2tncm91bmQiOnsiJGlkIjoiMzQ2IiwiQ29sb3IiOnsiJGlkIjoiMzQ3IiwiQSI6MjU1LCJSIjoyMzcsIkciOjEyNSwiQiI6NDl9fSwiSXNWaXNpYmxlIjp0cnVlLCJXaWR0aCI6MC4wLCJIZWlnaHQiOjAuMCwiQm9yZGVyU3R5bGUiOnsiJGlkIjoiMzQ4IiwiTGluZUNvbG9yIjpudWxsLCJMaW5lV2VpZ2h0IjowLjAsIkxpbmVUeXBlIjowLCJQYXJlbnRTdHlsZSI6bnVsbH0sIlBhcmVudFN0eWxlIjpudWxsfSwiSG9yaXpvbnRhbENvbm5lY3RvclN0eWxlIjp7IiRpZCI6IjM0OSIsIkxpbmVDb2xvciI6eyIkaWQiOiIzNTAiLCIkdHlwZSI6Ik5MUkUuQ29tbW9uLkRvbS5Tb2xpZENvbG9yQnJ1c2gsIE5MUkUuQ29tbW9uIiwiQ29sb3IiOnsiJGlkIjoiMzUxIiwiQSI6MjU1LCJSIjowLCJHIjowLCJCIjowfX0sIkxpbmVXZWlnaHQiOjAuMCwiTGluZVR5cGUiOjAsIlBhcmVudFN0eWxlIjpudWxsfSwiVmVydGljYWxDb25uZWN0b3JTdHlsZSI6eyIkaWQiOiIzNTIiLCJMaW5lQ29sb3IiOnsiJGlkIjoiMzUzIiwiJHR5cGUiOiJOTFJFLkNvbW1vbi5Eb20uU29saWRDb2xvckJydXNoLCBOTFJFLkNvbW1vbiIsIkNvbG9yIjp7IiRpZCI6IjM1NC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yLCJTcGFjaW5nIjozLCJJc0JlbG93VGltZWJhbmQiOmZhbHNlLCJQZXJjZW50YWdlQ29tcGxldGVTaGFwZU9wYWNpdHkiOjM1LCJCYXNlbGluZVN0eWxlIjp7IiRpZCI6IjM1NSIsIlNoYXBlU3R5bGUiOnsiJGlkIjoiMzU2IiwiTWFyZ2luIjp7IiRpZCI6IjM1NyIsIlRvcCI6MC4wLCJMZWZ0IjowLjAsIlJpZ2h0IjowLjAsIkJvdHRvbSI6MC4wfSwiUGFkZGluZyI6eyIkaWQiOiIzNTgiLCJUb3AiOjAuMCwiTGVmdCI6MC4wLCJSaWdodCI6MC4wLCJCb3R0b20iOjAuMH0sIkJhY2tncm91bmQiOnsiJGlkIjoiMzU5IiwiQ29sb3IiOnsiJGlkIjoiMzYwIiwiQSI6MTUzLCJSIjowLCJHIjowLCJCIjowfX0sIklzVmlzaWJsZSI6dHJ1ZSwiV2lkdGgiOjAuMCwiSGVpZ2h0IjowLjAsIkJvcmRlclN0eWxlIjp7IiRpZCI6IjM2MSIsIkxpbmVDb2xvciI6eyIkaWQiOiIzNjIiLCIkdHlwZSI6Ik5MUkUuQ29tbW9uLkRvbS5Tb2xpZENvbG9yQnJ1c2gsIE5MUkUuQ29tbW9uIiwiQ29sb3IiOnsiJGlkIjoiMzYzIiwiQSI6MjU1LCJSIjoyNTUsIkciOjAsIkIiOjB9fSwiTGluZVdlaWdodCI6MC4wLCJMaW5lVHlwZSI6MCwiUGFyZW50U3R5bGUiOm51bGx9LCJQYXJlbnRTdHlsZSI6bnVsbH0sIk1hcmdpbiI6eyIkaWQiOiIzNjQiLCJUb3AiOjAuMCwiTGVmdCI6MC4wLCJSaWdodCI6MC4wLCJCb3R0b20iOjAuMH0sIlBhZGRpbmciOnsiJGlkIjoiMzY1IiwiVG9wIjowLjAsIkxlZnQiOjAuMCwiUmlnaHQiOjAuMCwiQm90dG9tIjowLjB9LCJCYWNrZ3JvdW5kIjpudWxsLCJJc1Zpc2libGUiOnRydWUsIldpZHRoIjowLjAsIkhlaWdodCI6MC4wLCJCb3JkZXJTdHlsZSI6bnVsbCwiUGFyZW50U3R5bGUiOm51bGx9LCJTaGFwZVN0eWxlIjp7IiRpZCI6IjM2NiIsIk1hcmdpbiI6eyIkaWQiOiIzNjciLCJUb3AiOjAuMCwiTGVmdCI6NC4wLCJSaWdodCI6NC4wLCJCb3R0b20iOjAuMH0sIlBhZGRpbmciOnsiJGlkIjoiMzY4IiwiVG9wIjowLjAsIkxlZnQiOjAuMCwiUmlnaHQiOjAuMCwiQm90dG9tIjowLjB9LCJCYWNrZ3JvdW5kIjp7IiRpZCI6IjM2OSIsIkNvbG9yIjp7IiRpZCI6IjM3MCIsIkEiOjI1NSwiUiI6MjEsIkciOjk2LCJCIjoxMzB9fSwiSXNWaXNpYmxlIjp0cnVlLCJXaWR0aCI6MC4wLCJIZWlnaHQiOjEwLjAsIkJvcmRlclN0eWxlIjp7IiRpZCI6IjM3MSIsIkxpbmVDb2xvciI6eyIkaWQiOiIzNzIiLCIkdHlwZSI6Ik5MUkUuQ29tbW9uLkRvbS5Tb2xpZENvbG9yQnJ1c2gsIE5MUkUuQ29tbW9uIiwiQ29sb3IiOnsiJGlkIjoiMzczIiwiQSI6MjU1LCJSIjoyMzQsIkciOjIyLCJCIjozMH19LCJMaW5lV2VpZ2h0IjowLjAsIkxpbmVUeXBlIjowLCJQYXJlbnRTdHlsZSI6bnVsbH0sIlBhcmVudFN0eWxlIjpudWxsfSwiVGl0bGVTdHlsZSI6eyIkaWQiOiIzNzQiLCJGb250U2V0dGluZ3MiOnsiJGlkIjoiMzc1IiwiRm9udFNpemUiOjExLCJGb250TmFtZSI6IkNhbGlicmkiLCJJc0JvbGQiOmZhbHNlLCJJc0l0YWxpYyI6ZmFsc2UsIklzVW5kZXJsaW5lZCI6ZmFsc2UsIlBhcmVudFN0eWxlIjpudWxsfSwiQXV0b1NpemUiOjAsIkZvcmVncm91bmQiOnsiJGlkIjoiMzc2IiwiQ29sb3IiOnsiJGlkIjoiMzc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3OCIsIlRvcCI6MC4wLCJMZWZ0IjowLjAsIlJpZ2h0IjowLjAsIkJvdHRvbSI6MC4wfSwiUGFkZGluZyI6eyIkaWQiOiIzNzkiLCJUb3AiOjAuMCwiTGVmdCI6MC4wLCJSaWdodCI6MC4wLCJCb3R0b20iOjAuMH0sIkJhY2tncm91bmQiOnsiJGlkIjoiMzgwIiwiQ29sb3IiOnsiJGlkIjoiMzgxIiwiQSI6MjU1LCJSIjowLCJHIjowLCJCIjowfX0sIklzVmlzaWJsZSI6dHJ1ZSwiV2lkdGgiOjAuMCwiSGVpZ2h0IjowLjAsIkJvcmRlclN0eWxlIjp7IiRpZCI6IjM4MiIsIkxpbmVDb2xvciI6bnVsbCwiTGluZVdlaWdodCI6MC4wLCJMaW5lVHlwZSI6MCwiUGFyZW50U3R5bGUiOm51bGx9LCJQYXJlbnRTdHlsZSI6bnVsbH0sIkRhdGVTdHlsZSI6eyIkaWQiOiIzODMiLCJGb250U2V0dGluZ3MiOnsiJGlkIjoiMzg0IiwiRm9udFNpemUiOjEwLCJGb250TmFtZSI6IkNhbGlicmkiLCJJc0JvbGQiOmZhbHNlLCJJc0l0YWxpYyI6ZmFsc2UsIklzVW5kZXJsaW5lZCI6ZmFsc2UsIlBhcmVudFN0eWxlIjpudWxsfSwiQXV0b1NpemUiOjAsIkZvcmVncm91bmQiOnsiJGlkIjoiMzg1IiwiQ29sb3IiOnsiJGlkIjoiMzg2IiwiQSI6MjU1LCJSIjoxNCwiRyI6NDAsIkIiOjY1fX0sIk1heFdpZHRoIjoyMDAuMCwiTWF4SGVpZ2h0IjoiSW5maW5pdHkiLCJTbWFydEZvcmVncm91bmRJc0FjdGl2ZSI6ZmFsc2UsIkhvcml6b250YWxBbGlnbm1lbnQiOjIsIlZlcnRpY2FsQWxpZ25tZW50IjoxLCJTbWFydEZvcmVncm91bmQiOm51bGwsIkJhY2tncm91bmRGaWxsVHlwZSI6MCwiTWFyZ2luIjp7IiRpZCI6IjM4NyIsIlRvcCI6MC4wLCJMZWZ0IjowLjAsIlJpZ2h0IjowLjAsIkJvdHRvbSI6MC4wfSwiUGFkZGluZyI6eyIkaWQiOiIzODgiLCJUb3AiOjAuMCwiTGVmdCI6MC4wLCJSaWdodCI6MC4wLCJCb3R0b20iOjAuMH0sIkJhY2tncm91bmQiOnsiJGlkIjoiMzg5IiwiQ29sb3IiOnsiJGlkIjoiMzkwIiwiQSI6MjU1LCJSIjoxNCwiRyI6NDAsIkIiOjY1fX0sIklzVmlzaWJsZSI6dHJ1ZSwiV2lkdGgiOjAuMCwiSGVpZ2h0IjowLjAsIkJvcmRlclN0eWxlIjp7IiRpZCI6IjM5MSIsIkxpbmVDb2xvciI6bnVsbCwiTGluZVdlaWdodCI6MC4wLCJMaW5lVHlwZSI6MCwiUGFyZW50U3R5bGUiOm51bGx9LCJQYXJlbnRTdHlsZSI6bnVsbH0sIkRhdGVGb3JtYXQiOnsiJGlkIjoiMzk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5MyIsIkZvcm1hdCI6MCwiSXNWaXNpYmxlIjpmYWxzZSwiTGFzdEtub3duVmlzaWJpbGl0eVN0YXRlIjpmYWxzZX0sIklzVmlzaWJsZSI6dHJ1ZSwiVmFyaWFuY2VTdHlsZSI6eyIkaWQiOiIzOTQiLCJUZXh0U3R5bGUiOnsiJGlkIjoiMzk1IiwiRm9udFNldHRpbmdzIjp7IiRpZCI6IjM5NiIsIkZvbnRTaXplIjoxMCwiRm9udE5hbWUiOiJDYWxpYnJpIiwiSXNCb2xkIjpmYWxzZSwiSXNJdGFsaWMiOmZhbHNlLCJJc1VuZGVybGluZWQiOmZhbHNlLCJQYXJlbnRTdHlsZSI6bnVsbH0sIkF1dG9TaXplIjowLCJGb3JlZ3JvdW5kIjp7IiRpZCI6IjM5NyIsIkNvbG9yIjp7IiRpZCI6IjM5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OTkiLCJUb3AiOjAuMCwiTGVmdCI6MC4wLCJSaWdodCI6MC4wLCJCb3R0b20iOjAuMH0sIlBhZGRpbmciOnsiJGlkIjoiNDAwIiwiVG9wIjowLjAsIkxlZnQiOjAuMCwiUmlnaHQiOjAuMCwiQm90dG9tIjowLjB9LCJCYWNrZ3JvdW5kIjp7IiRpZCI6IjQwMSIsIkNvbG9yIjp7IiRpZCI6IjQwMiIsIkEiOjI1NSwiUiI6MCwiRyI6MCwiQiI6MH19LCJJc1Zpc2libGUiOnRydWUsIldpZHRoIjowLjAsIkhlaWdodCI6MC4wLCJCb3JkZXJTdHlsZSI6eyIkaWQiOiI0MDMiLCJMaW5lQ29sb3IiOm51bGwsIkxpbmVXZWlnaHQiOjAuMCwiTGluZVR5cGUiOjAsIlBhcmVudFN0eWxlIjpudWxsfSwiUGFyZW50U3R5bGUiOm51bGx9LCJQYXJlbnRTdHlsZSI6bnVsbH0sIlBhcmVudFN0eWxlIjpudWxsLCJfZXhwbGljaXRseVNldCI6eyIkaWQiOiI0MDQ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0MDUiLCJTaGFwZSI6MSwiQ29ubmVjdG9yTWFyZ2luIjp7IiRpZCI6IjQwNiIsIlRvcCI6MC4wLCJMZWZ0IjoyLjAsIlJpZ2h0IjoyLjAsIkJvdHRvbSI6MC4wfSwiQ29ubmVjdG9yU3R5bGUiOnsiJGlkIjoiNDA3IiwiTGluZUNvbG9yIjp7IiRpZCI6IjQwOCIsIiR0eXBlIjoiTkxSRS5Db21tb24uRG9tLlNvbGlkQ29sb3JCcnVzaCwgTkxSRS5Db21tb24iLCJDb2xvciI6eyIkaWQiOiI0MDkiLCJBIjoxMjcsIlIiOjExLCJHIjo0OCwiQiI6NjV9fSwiTGluZVdlaWdodCI6MS4wLCJMaW5lVHlwZSI6MCwiUGFyZW50U3R5bGUiOm51bGx9LCJJc0JlbG93VGltZWJhbmQiOmZhbHNlLCJQb3NpdGlvbk9uVGFzayI6MSwiSGlkZURhdGUiOmZhbHNlLCJTaGFwZVNpemUiOjAsIlNwYWNpbmciOjAuMCwiUGFkZGluZyI6eyIkaWQiOiI0MTAiLCJUb3AiOjUuMCwiTGVmdCI6My4wLCJSaWdodCI6MC4wLCJCb3R0b20iOjIuMH0sIlNoYXBlU3R5bGUiOnsiJGlkIjoiNDExIiwiTWFyZ2luIjp7IiRpZCI6IjQxMiIsIlRvcCI6MC4wLCJMZWZ0IjowLjAsIlJpZ2h0IjowLjAsIkJvdHRvbSI6MC4wfSwiUGFkZGluZyI6eyIkaWQiOiI0MTMiLCJUb3AiOjAuMCwiTGVmdCI6MC4wLCJSaWdodCI6MC4wLCJCb3R0b20iOjAuMH0sIkJhY2tncm91bmQiOnsiJGlkIjoiNDE0IiwiQ29sb3IiOnsiJGlkIjoiNDE1IiwiQSI6MjU1LCJSIjoxMSwiRyI6NDgsIkIiOjY1fX0sIklzVmlzaWJsZSI6dHJ1ZSwiV2lkdGgiOjEyLjAsIkhlaWdodCI6MTQuMCwiQm9yZGVyU3R5bGUiOnsiJGlkIjoiNDE2IiwiTGluZUNvbG9yIjp7IiRpZCI6IjQxNyIsIiR0eXBlIjoiTkxSRS5Db21tb24uRG9tLlNvbGlkQ29sb3JCcnVzaCwgTkxSRS5Db21tb24iLCJDb2xvciI6eyIkaWQiOiI0MTgiLCJBIjoyNTUsIlIiOjI1NSwiRyI6MCwiQiI6MH19LCJMaW5lV2VpZ2h0IjowLjAsIkxpbmVUeXBlIjowLCJQYXJlbnRTdHlsZSI6bnVsbH0sIlBhcmVudFN0eWxlIjpudWxsfSwiVGl0bGVTdHlsZSI6eyIkaWQiOiI0MTkiLCJGb250U2V0dGluZ3MiOnsiJGlkIjoiNDIwIiwiRm9udFNpemUiOjExLCJGb250TmFtZSI6IkNhbGlicmkiLCJJc0JvbGQiOmZhbHNlLCJJc0l0YWxpYyI6ZmFsc2UsIklzVW5kZXJsaW5lZCI6ZmFsc2UsIlBhcmVudFN0eWxlIjpudWxsfSwiQXV0b1NpemUiOjAsIkZvcmVncm91bmQiOnsiJGlkIjoiNDIxIiwiQ29sb3IiOnsiJGlkIjoiNDI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QyMyIsIlRvcCI6MC4wLCJMZWZ0IjowLjAsIlJpZ2h0IjowLjAsIkJvdHRvbSI6MC4wfSwiUGFkZGluZyI6eyIkaWQiOiI0MjQiLCJUb3AiOjAuMCwiTGVmdCI6MC4wLCJSaWdodCI6MC4wLCJCb3R0b20iOjAuMH0sIkJhY2tncm91bmQiOnsiJGlkIjoiNDI1IiwiQ29sb3IiOnsiJGlkIjoiNDI2IiwiQSI6MjU1LCJSIjowLCJHIjowLCJCIjowfX0sIklzVmlzaWJsZSI6dHJ1ZSwiV2lkdGgiOjAuMCwiSGVpZ2h0IjowLjAsIkJvcmRlclN0eWxlIjp7IiRpZCI6IjQyNyIsIkxpbmVDb2xvciI6bnVsbCwiTGluZVdlaWdodCI6MC4wLCJMaW5lVHlwZSI6MCwiUGFyZW50U3R5bGUiOm51bGx9LCJQYXJlbnRTdHlsZSI6bnVsbH0sIkRhdGVTdHlsZSI6eyIkaWQiOiI0MjgiLCJGb250U2V0dGluZ3MiOnsiJGlkIjoiNDI5IiwiRm9udFNpemUiOjEwLCJGb250TmFtZSI6IkNhbGlicmkiLCJJc0JvbGQiOmZhbHNlLCJJc0l0YWxpYyI6ZmFsc2UsIklzVW5kZXJsaW5lZCI6ZmFsc2UsIlBhcmVudFN0eWxlIjpudWxsfSwiQXV0b1NpemUiOjAsIkZvcmVncm91bmQiOnsiJGlkIjoiNDMwIiwiQ29sb3IiOnsiJGlkIjoiNDM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QzMiIsIlRvcCI6MC4wLCJMZWZ0IjowLjAsIlJpZ2h0IjowLjAsIkJvdHRvbSI6MC4wfSwiUGFkZGluZyI6eyIkaWQiOiI0MzMiLCJUb3AiOjAuMCwiTGVmdCI6MC4wLCJSaWdodCI6MC4wLCJCb3R0b20iOjAuMH0sIkJhY2tncm91bmQiOnsiJGlkIjoiNDM0IiwiQ29sb3IiOnsiJGlkIjoiNDM1IiwiQSI6MjU1LCJSIjoxNCwiRyI6NDAsIkIiOjY1fX0sIklzVmlzaWJsZSI6dHJ1ZSwiV2lkdGgiOjAuMCwiSGVpZ2h0IjowLjAsIkJvcmRlclN0eWxlIjp7IiRpZCI6IjQzNiIsIkxpbmVDb2xvciI6bnVsbCwiTGluZVdlaWdodCI6MC4wLCJMaW5lVHlwZSI6MCwiUGFyZW50U3R5bGUiOm51bGx9LCJQYXJlbnRTdHlsZSI6bnVsbH0sIkRhdGVGb3JtYXQiOnsiJGlkIjoiNDM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zOCIsIkZvcm1hdCI6MCwiSXNWaXNpYmxlIjpmYWxzZSwiTGFzdEtub3duVmlzaWJpbGl0eVN0YXRlIjpmYWxzZX0sIklzVmlzaWJsZSI6dHJ1ZSwiVmFyaWFuY2VTdHlsZSI6eyIkaWQiOiI0MzkiLCJUZXh0U3R5bGUiOnsiJGlkIjoiNDQwIiwiRm9udFNldHRpbmdzIjp7IiRpZCI6IjQ0MSIsIkZvbnRTaXplIjoxMCwiRm9udE5hbWUiOiJDYWxpYnJpIiwiSXNCb2xkIjpmYWxzZSwiSXNJdGFsaWMiOmZhbHNlLCJJc1VuZGVybGluZWQiOmZhbHNlLCJQYXJlbnRTdHlsZSI6bnVsbH0sIkF1dG9TaXplIjowLCJGb3JlZ3JvdW5kIjp7IiRpZCI6IjQ0MiIsIkNvbG9yIjp7IiRpZCI6IjQ0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DQiLCJUb3AiOjAuMCwiTGVmdCI6MC4wLCJSaWdodCI6MC4wLCJCb3R0b20iOjAuMH0sIlBhZGRpbmciOnsiJGlkIjoiNDQ1IiwiVG9wIjowLjAsIkxlZnQiOjAuMCwiUmlnaHQiOjAuMCwiQm90dG9tIjowLjB9LCJCYWNrZ3JvdW5kIjp7IiRpZCI6IjQ0NiIsIkNvbG9yIjp7IiRpZCI6IjQ0NyIsIkEiOjI1NSwiUiI6MCwiRyI6MCwiQiI6MH19LCJJc1Zpc2libGUiOnRydWUsIldpZHRoIjowLjAsIkhlaWdodCI6MC4wLCJCb3JkZXJTdHlsZSI6eyIkaWQiOiI0NDgiLCJMaW5lQ29sb3IiOm51bGwsIkxpbmVXZWlnaHQiOjAuMCwiTGluZVR5cGUiOjAsIlBhcmVudFN0eWxlIjpudWxsfSwiUGFyZW50U3R5bGUiOm51bGx9LCJQYXJlbnRTdHlsZSI6bnVsbH0sIlBhcmVudFN0eWxlIjpudWxsfSwiRGVmYXVsdFN3aW1sYW5lTWlsZXN0b25lU3R5bGUiOnsiJGlkIjoiNDQ5IiwiVGl0bGVQb3NpdGlvbiI6IkxlZnQiLCJEYXRlUG9zaXRpb24iOiJSaWdodCIsIlZhcmlhbmNlUG9zaXRpb24iOiJSaWdodCIsIlNoYXBlVHlwZSI6MSwiU2hhcGVTaXplIjowLCJTcGFjaW5nIjo1LCJTaGFwZVN0eWxlIjp7IiRpZCI6IjQ1MCIsIk1hcmdpbiI6eyIkaWQiOiI0NTEiLCJUb3AiOjAuMCwiTGVmdCI6MC4wLCJSaWdodCI6MC4wLCJCb3R0b20iOjAuMH0sIlBhZGRpbmciOnsiJGlkIjoiNDUyIiwiVG9wIjowLjAsIkxlZnQiOjAuMCwiUmlnaHQiOjAuMCwiQm90dG9tIjowLjB9LCJCYWNrZ3JvdW5kIjp7IiRpZCI6IjQ1MyIsIkNvbG9yIjp7IiRpZCI6IjQ1NCIsIkEiOjI1NSwiUiI6MjEsIkciOjk2LCJCIjoxMzB9fSwiSXNWaXNpYmxlIjp0cnVlLCJXaWR0aCI6MTIuMCwiSGVpZ2h0IjoxNC4wLCJCb3JkZXJTdHlsZSI6eyIkaWQiOiI0NTUiLCJMaW5lQ29sb3IiOnsiJGlkIjoiNDU2IiwiJHR5cGUiOiJOTFJFLkNvbW1vbi5Eb20uU29saWRDb2xvckJydXNoLCBOTFJFLkNvbW1vbiIsIkNvbG9yIjp7IiRpZCI6IjQ1NyIsIkEiOjI1NSwiUiI6MjM0LCJHIjoyMiwiQiI6MzB9fSwiTGluZVdlaWdodCI6MC4wLCJMaW5lVHlwZSI6MCwiUGFyZW50U3R5bGUiOm51bGx9LCJQYXJlbnRTdHlsZSI6bnVsbH0sIlRpdGxlU3R5bGUiOnsiJGlkIjoiNDU4IiwiRm9udFNldHRpbmdzIjp7IiRpZCI6IjQ1OSIsIkZvbnRTaXplIjoxMSwiRm9udE5hbWUiOiJDYWxpYnJpIiwiSXNCb2xkIjpmYWxzZSwiSXNJdGFsaWMiOmZhbHNlLCJJc1VuZGVybGluZWQiOmZhbHNlLCJQYXJlbnRTdHlsZSI6bnVsbH0sIkF1dG9TaXplIjowLCJGb3JlZ3JvdW5kIjp7IiRpZCI6IjQ2MCIsIkNvbG9yIjp7IiRpZCI6IjQ2MS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0NjIiLCJUb3AiOjAuMCwiTGVmdCI6MC4wLCJSaWdodCI6MC4wLCJCb3R0b20iOjAuMH0sIlBhZGRpbmciOnsiJGlkIjoiNDYzIiwiVG9wIjowLjAsIkxlZnQiOjAuMCwiUmlnaHQiOjAuMCwiQm90dG9tIjowLjB9LCJCYWNrZ3JvdW5kIjp7IiRpZCI6IjQ2NCIsIkNvbG9yIjp7IiRpZCI6IjQ2NSIsIkEiOjI1NSwiUiI6MCwiRyI6MCwiQiI6MH19LCJJc1Zpc2libGUiOnRydWUsIldpZHRoIjowLjAsIkhlaWdodCI6MC4wLCJCb3JkZXJTdHlsZSI6eyIkaWQiOiI0NjYiLCJMaW5lQ29sb3IiOm51bGwsIkxpbmVXZWlnaHQiOjAuMCwiTGluZVR5cGUiOjAsIlBhcmVudFN0eWxlIjpudWxsfSwiUGFyZW50U3R5bGUiOm51bGx9LCJEYXRlU3R5bGUiOnsiJGlkIjoiNDY3IiwiRm9udFNldHRpbmdzIjp7IiRpZCI6IjQ2OCIsIkZvbnRTaXplIjoxMCwiRm9udE5hbWUiOiJDYWxpYnJpIiwiSXNCb2xkIjpmYWxzZSwiSXNJdGFsaWMiOmZhbHNlLCJJc1VuZGVybGluZWQiOmZhbHNlLCJQYXJlbnRTdHlsZSI6bnVsbH0sIkF1dG9TaXplIjowLCJGb3JlZ3JvdW5kIjp7IiRpZCI6IjQ2OSIsIkNvbG9yIjp7IiRpZCI6IjQ3MC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0NzEiLCJUb3AiOjAuMCwiTGVmdCI6MC4wLCJSaWdodCI6MC4wLCJCb3R0b20iOjAuMH0sIlBhZGRpbmciOnsiJGlkIjoiNDcyIiwiVG9wIjowLjAsIkxlZnQiOjAuMCwiUmlnaHQiOjAuMCwiQm90dG9tIjowLjB9LCJCYWNrZ3JvdW5kIjp7IiRpZCI6IjQ3MyIsIkNvbG9yIjp7IiRpZCI6IjQ3NCIsIkEiOjI1NSwiUiI6MTQsIkciOjQwLCJCIjo2NX19LCJJc1Zpc2libGUiOnRydWUsIldpZHRoIjowLjAsIkhlaWdodCI6MC4wLCJCb3JkZXJTdHlsZSI6eyIkaWQiOiI0NzUiLCJMaW5lQ29sb3IiOm51bGwsIkxpbmVXZWlnaHQiOjAuMCwiTGluZVR5cGUiOjAsIlBhcmVudFN0eWxlIjpudWxsfSwiUGFyZW50U3R5bGUiOm51bGx9LCJEYXRlRm9ybWF0Ijp7IiRpZCI6IjQ3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NzciLCJGb3JtYXQiOjAsIklzVmlzaWJsZSI6ZmFsc2UsIkxhc3RLbm93blZpc2liaWxpdHlTdGF0ZSI6ZmFsc2V9LCJJc1Zpc2libGUiOnRydWUsIlZhcmlhbmNlU3R5bGUiOnsiJGlkIjoiNDc4IiwiVGV4dFN0eWxlIjp7IiRpZCI6IjQ3OSIsIkZvbnRTZXR0aW5ncyI6eyIkaWQiOiI0ODAiLCJGb250U2l6ZSI6MTAsIkZvbnROYW1lIjoiQ2FsaWJyaSIsIklzQm9sZCI6ZmFsc2UsIklzSXRhbGljIjpmYWxzZSwiSXNVbmRlcmxpbmVkIjpmYWxzZSwiUGFyZW50U3R5bGUiOm51bGx9LCJBdXRvU2l6ZSI6MCwiRm9yZWdyb3VuZCI6eyIkaWQiOiI0ODEiLCJDb2xvciI6eyIkaWQiOiI0OD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gzIiwiVG9wIjowLjAsIkxlZnQiOjAuMCwiUmlnaHQiOjAuMCwiQm90dG9tIjowLjB9LCJQYWRkaW5nIjp7IiRpZCI6IjQ4NCIsIlRvcCI6MC4wLCJMZWZ0IjowLjAsIlJpZ2h0IjowLjAsIkJvdHRvbSI6MC4wfSwiQmFja2dyb3VuZCI6eyIkaWQiOiI0ODUiLCJDb2xvciI6eyIkaWQiOiI0ODYiLCJBIjoyNTUsIlIiOjAsIkciOjAsIkIiOjB9fSwiSXNWaXNpYmxlIjp0cnVlLCJXaWR0aCI6MC4wLCJIZWlnaHQiOjAuMCwiQm9yZGVyU3R5bGUiOnsiJGlkIjoiNDg3IiwiTGluZUNvbG9yIjpudWxsLCJMaW5lV2VpZ2h0IjowLjAsIkxpbmVUeXBlIjowLCJQYXJlbnRTdHlsZSI6bnVsbH0sIlBhcmVudFN0eWxlIjpudWxsfSwiUGFyZW50U3R5bGUiOm51bGx9LCJQYXJlbnRTdHlsZSI6bnVsbH0sIkRlZmF1bHRTd2ltbGFuZUFjdGl2aXR5U3R5bGUiOnsiJGlkIjoiNDg4IiwiSGVhZGVyU3R5bGUiOnsiJGlkIjoiNDg5IiwiVGV4dFN0eWxlIjp7IiRpZCI6IjQ5MCIsIkZvbnRTZXR0aW5ncyI6eyIkaWQiOiI0OTEiLCJGb250U2l6ZSI6MTEsIkZvbnROYW1lIjoiQ2FsaWJyaSIsIklzQm9sZCI6ZmFsc2UsIklzSXRhbGljIjpmYWxzZSwiSXNVbmRlcmxpbmVkIjpmYWxzZSwiUGFyZW50U3R5bGUiOm51bGx9LCJBdXRvU2l6ZSI6MiwiRm9yZWdyb3VuZCI6eyIkaWQiOiI0OTIiLCJDb2xvciI6eyIkaWQiOiI0OTMiLCJBIjoyNTUsIlIiOjAsIkciOjAsIkIiOjB9fSwiTWF4V2lkdGgiOiJJbmZpbml0eSIsIk1heEhlaWdodCI6IkluZmluaXR5IiwiU21hcnRGb3JlZ3JvdW5kSXNBY3RpdmUiOmZhbHNlLCJIb3Jpem9udGFsQWxpZ25tZW50IjowLCJWZXJ0aWNhbEFsaWdubWVudCI6MCwiU21hcnRGb3JlZ3JvdW5kIjpudWxsLCJCYWNrZ3JvdW5kRmlsbFR5cGUiOjAsIk1hcmdpbiI6eyIkaWQiOiI0OTQiLCJUb3AiOjAuMCwiTGVmdCI6MC4wLCJSaWdodCI6MC4wLCJCb3R0b20iOjAuMH0sIlBhZGRpbmciOnsiJGlkIjoiNDk1IiwiVG9wIjowLjAsIkxlZnQiOjAuMCwiUmlnaHQiOjAuMCwiQm90dG9tIjowLjB9LCJCYWNrZ3JvdW5kIjp7IiRpZCI6IjQ5NiIsIkNvbG9yIjp7IiRpZCI6IjQ5NyIsIkEiOjI1NSwiUiI6MCwiRyI6MCwiQiI6MH19LCJJc1Zpc2libGUiOnRydWUsIldpZHRoIjowLjAsIkhlaWdodCI6MC4wLCJCb3JkZXJTdHlsZSI6bnVsbCwiUGFyZW50U3R5bGUiOm51bGx9LCJSZWN0YW5nbGVTdHlsZSI6eyIkaWQiOiI0OTgiLCJNYXJnaW4iOnsiJGlkIjoiNDk5IiwiVG9wIjowLjAsIkxlZnQiOjAuMCwiUmlnaHQiOjAuMCwiQm90dG9tIjowLjB9LCJQYWRkaW5nIjp7IiRpZCI6IjUwMCIsIlRvcCI6MC4wLCJMZWZ0IjowLjAsIlJpZ2h0IjowLjAsIkJvdHRvbSI6MC4wfSwiQmFja2dyb3VuZCI6eyIkaWQiOiI1MDEiLCJDb2xvciI6eyIkaWQiOiI1MDIiLCJBIjo2MywiUiI6MjEsIkciOjk2LCJCIjoxMzB9fSwiSXNWaXNpYmxlIjp0cnVlLCJXaWR0aCI6MC4wLCJIZWlnaHQiOjAuMCwiQm9yZGVyU3R5bGUiOnsiJGlkIjoiNTAzIiwiTGluZUNvbG9yIjp7IiRpZCI6IjUwNCIsIiR0eXBlIjoiTkxSRS5Db21tb24uRG9tLlNvbGlkQ29sb3JCcnVzaCwgTkxSRS5Db21tb24iLCJDb2xvciI6eyIkaWQiOiI1MDUiLCJBIjoyNTUsIlIiOjI1NSwiRyI6MCwiQiI6MH19LCJMaW5lV2VpZ2h0IjowLjAsIkxpbmVUeXBlIjowLCJQYXJlbnRTdHlsZSI6bnVsbH0sIlBhcmVudFN0eWxlIjpudWxsfSwiTWFyZ2luIjp7IiRpZCI6IjUwNiIsIlRvcCI6MC4wLCJMZWZ0IjowLjAsIlJpZ2h0IjowLjAsIkJvdHRvbSI6MC4wfSwiUGFkZGluZyI6eyIkaWQiOiI1MDciLCJUb3AiOjAuMCwiTGVmdCI6MC4wLCJSaWdodCI6MC4wLCJCb3R0b20iOjAuMH0sIkJhY2tncm91bmQiOm51bGwsIklzVmlzaWJsZSI6dHJ1ZSwiV2lkdGgiOjAuMCwiSGVpZ2h0IjowLjAsIkJvcmRlclN0eWxlIjpudWxsLCJQYXJlbnRTdHlsZSI6bnVsbH0sIkJhY2tncm91bmRTdHlsZSI6eyIkaWQiOiI1MDgiLCJNYXJnaW4iOnsiJGlkIjoiNTA5IiwiVG9wIjowLjAsIkxlZnQiOjAuMCwiUmlnaHQiOjAuMCwiQm90dG9tIjowLjB9LCJQYWRkaW5nIjp7IiRpZCI6IjUxMCIsIlRvcCI6MC4wLCJMZWZ0IjowLjAsIlJpZ2h0IjowLjAsIkJvdHRvbSI6MC4wfSwiQmFja2dyb3VuZCI6eyIkaWQiOiI1MTEiLCJDb2xvciI6eyIkaWQiOiI1MTIiLCJBIjo1MSwiUiI6MjAwLCJHIjoyMDAsIkIiOjIwMH19LCJJc1Zpc2libGUiOnRydWUsIldpZHRoIjowLjAsIkhlaWdodCI6MC4wLCJCb3JkZXJTdHlsZSI6eyIkaWQiOiI1MTMiLCJMaW5lQ29sb3IiOnsiJGlkIjoiNTE0IiwiJHR5cGUiOiJOTFJFLkNvbW1vbi5Eb20uU29saWRDb2xvckJydXNoLCBOTFJFLkNvbW1vbiIsIkNvbG9yIjp7IiRpZCI6IjUxNSIsIkEiOjI1NSwiUiI6MjM0LCJHIjoyMiwiQiI6MzB9fSwiTGluZVdlaWdodCI6MC4wLCJMaW5lVHlwZSI6MCwiUGFyZW50U3R5bGUiOm51bGx9LCJQYXJlbnRTdHlsZSI6bnVsbH0sIk1hcmdpbiI6eyIkaWQiOiI1MTYiLCJUb3AiOjAuMCwiTGVmdCI6MC4wLCJSaWdodCI6MC4wLCJCb3R0b20iOjAuMH0sIlBhZGRpbmciOnsiJGlkIjoiNTE3IiwiVG9wIjowLjAsIkxlZnQiOjAuMCwiUmlnaHQiOjAuMCwiQm90dG9tIjowLjB9LCJJc1Zpc2libGUiOnRydWUsIldpZHRoIjowLjAsIkhlaWdodCI6MC4wLCJCb3JkZXJTdHlsZSI6eyIkaWQiOiI1MTgiLCJMaW5lQ29sb3IiOm51bGwsIkxpbmVXZWlnaHQiOjAuMCwiTGluZVR5cGUiOjAsIlBhcmVudFN0eWxlIjpudWxsfSwiUGFyZW50U3R5bGUiOm51bGx9LCJNYXJnaW4iOnsiJGlkIjoiNTE5IiwiVG9wIjowLjAsIkxlZnQiOjAuMCwiUmlnaHQiOjAuMCwiQm90dG9tIjowLjB9LCJQYWRkaW5nIjp7IiRpZCI6IjUyMCIsIlRvcCI6MC4wLCJMZWZ0IjowLjAsIlJpZ2h0IjowLjAsIkJvdHRvbSI6MC4wfSwiSXNWaXNpYmxlIjp0cnVlLCJXaWR0aCI6MC4wLCJIZWlnaHQiOjAuMCwiQm9yZGVyU3R5bGUiOnsiJGlkIjoiNTIxIiwiTGluZUNvbG9yIjpudWxsLCJMaW5lV2VpZ2h0IjowLjAsIkxpbmVUeXBlIjowLCJQYXJlbnRTdHlsZSI6bnVsbH0sIlBhcmVudFN0eWxlIjpudWxsfSwiX2FkZGl0aW9uYWxTd2ltbGFuZVYyU3R5bGVzIjpbeyIkaWQiOiI1MjIiLCJTdHlsZUlkIjoiOTg1MTNlMTAtNTUxYy00ZjMwLWFjMTEtYTA2OTBlOTAzMTM0IiwiSGVhZGVyU3R5bGUiOnsiJGlkIjoiNTIzIiwiVGV4dElzVmVydGljYWwiOmZhbHNlLCJUZXh0U3R5bGUiOnsiJGlkIjoiNTI0IiwiRm9udFNldHRpbmdzIjp7IiRpZCI6IjUyNSIsIkZvbnRTaXplIjoxMSwiRm9udE5hbWUiOiJDYWxpYnJpIiwiSXNCb2xkIjpmYWxzZSwiSXNJdGFsaWMiOmZhbHNlLCJJc1VuZGVybGluZWQiOmZhbHNlLCJQYXJlbnRTdHlsZSI6bnVsbH0sIkF1dG9TaXplIjoyLCJGb3JlZ3JvdW5kIjp7IiRpZCI6IjUyNiIsIkNvbG9yIjp7IiRpZCI6IjUyNyIsIkEiOjI1NSwiUiI6MjU1LCJHIjoyNTUsIkIiOjI1NX19LCJNYXhXaWR0aCI6IkluZmluaXR5IiwiTWF4SGVpZ2h0IjoiSW5maW5pdHkiLCJTbWFydEZvcmVncm91bmRJc0FjdGl2ZSI6ZmFsc2UsIkhvcml6b250YWxBbGlnbm1lbnQiOjEsIlZlcnRpY2FsQWxpZ25tZW50IjowLCJTbWFydEZvcmVncm91bmQiOm51bGwsIkJhY2tncm91bmRGaWxsVHlwZSI6MCwiTWFyZ2luIjp7IiRpZCI6IjUyOCIsIlRvcCI6MC4wLCJMZWZ0IjowLjAsIlJpZ2h0IjowLjAsIkJvdHRvbSI6MC4wfSwiUGFkZGluZyI6eyIkaWQiOiI1MjkiLCJUb3AiOjAuMCwiTGVmdCI6MC4wLCJSaWdodCI6MC4wLCJCb3R0b20iOjAuMH0sIkJhY2tncm91bmQiOnsiJGlkIjoiNTMwIiwiQ29sb3IiOnsiJGlkIjoiNTMxIiwiQSI6MjU1LCJSIjoyNTUsIkciOjI1NSwiQiI6MjU1fX0sIklzVmlzaWJsZSI6dHJ1ZSwiV2lkdGgiOjAuMCwiSGVpZ2h0IjowLjAsIkJvcmRlclN0eWxlIjpudWxsLCJQYXJlbnRTdHlsZSI6bnVsbH0sIlJlY3RhbmdsZVN0eWxlIjp7IiRpZCI6IjUzMiIsIk1hcmdpbiI6eyIkaWQiOiI1MzMiLCJUb3AiOjAuMCwiTGVmdCI6MC4wLCJSaWdodCI6MC4wLCJCb3R0b20iOjAuMH0sIlBhZGRpbmciOnsiJGlkIjoiNTM0IiwiVG9wIjowLjAsIkxlZnQiOjAuMCwiUmlnaHQiOjAuMCwiQm90dG9tIjowLjB9LCJCYWNrZ3JvdW5kIjp7IiRpZCI6IjUzNSIsIkNvbG9yIjp7IiRpZCI6IjUzNiIsIkEiOjI1NSwiUiI6MjMzLCJHIjoxMTMsIkIiOjUwfX0sIklzVmlzaWJsZSI6dHJ1ZSwiV2lkdGgiOjAuMCwiSGVpZ2h0IjowLjAsIkJvcmRlclN0eWxlIjp7IiRpZCI6IjUzNyIsIkxpbmVDb2xvciI6eyIkaWQiOiI1MzgiLCIkdHlwZSI6Ik5MUkUuQ29tbW9uLkRvbS5Tb2xpZENvbG9yQnJ1c2gsIE5MUkUuQ29tbW9uIiwiQ29sb3IiOnsiJGlkIjoiNTM5IiwiQSI6MjU1LCJSIjoyNTUsIkciOjI1NSwiQiI6MjU1fX0sIkxpbmVXZWlnaHQiOjAuMCwiTGluZVR5cGUiOjAsIlBhcmVudFN0eWxlIjpudWxsfSwiUGFyZW50U3R5bGUiOm51bGx9LCJNYXJnaW4iOnsiJGlkIjoiNTQwIiwiVG9wIjowLjAsIkxlZnQiOjAuMCwiUmlnaHQiOjAuMCwiQm90dG9tIjowLjB9LCJQYWRkaW5nIjp7IiRpZCI6IjU0MSIsIlRvcCI6MC4wLCJMZWZ0IjowLjAsIlJpZ2h0IjowLjAsIkJvdHRvbSI6MC4wfSwiQmFja2dyb3VuZCI6bnVsbCwiSXNWaXNpYmxlIjp0cnVlLCJXaWR0aCI6MC4wLCJIZWlnaHQiOjAuMCwiQm9yZGVyU3R5bGUiOm51bGwsIlBhcmVudFN0eWxlIjpudWxsfSwiQmFja2dyb3VuZFN0eWxlIjp7IiRpZCI6IjU0MiIsIk1hcmdpbiI6eyIkaWQiOiI1NDMiLCJUb3AiOjAuMCwiTGVmdCI6MC4wLCJSaWdodCI6MC4wLCJCb3R0b20iOjAuMH0sIlBhZGRpbmciOnsiJGlkIjoiNTQ0IiwiVG9wIjowLjAsIkxlZnQiOjAuMCwiUmlnaHQiOjAuMCwiQm90dG9tIjowLjB9LCJCYWNrZ3JvdW5kIjp7IiRpZCI6IjU0NSIsIkNvbG9yIjp7IiRpZCI6IjU0NiIsIkEiOjUxLCJSIjoyMDAsIkciOjIwMCwiQiI6MjAwfX0sIklzVmlzaWJsZSI6dHJ1ZSwiV2lkdGgiOjAuMCwiSGVpZ2h0IjowLjAsIkJvcmRlclN0eWxlIjp7IiRpZCI6IjU0NyIsIkxpbmVDb2xvciI6eyIkaWQiOiI1NDgiLCIkdHlwZSI6Ik5MUkUuQ29tbW9uLkRvbS5Tb2xpZENvbG9yQnJ1c2gsIE5MUkUuQ29tbW9uIiwiQ29sb3IiOnsiJGlkIjoiNTQ5IiwiQSI6MjU1LCJSIjoyMzQsIkciOjIyLCJCIjozMH19LCJMaW5lV2VpZ2h0IjowLjAsIkxpbmVUeXBlIjowLCJQYXJlbnRTdHlsZSI6bnVsbH0sIlBhcmVudFN0eWxlIjpudWxsfSwiSXNBYm92ZVRpbWViYW5kIjpmYWxzZSwiU3BhY2luZyI6MywiRGVmYXVsdFN3aW1sYW5lVGFza1N0eWxlIjp7IiRpZCI6IjU1MCIsIiR0eXBlIjoiTkxSRS5Db21tb24uRG9tLlN0eWxlcy5FeHBsaWNpdFNldGFibGVUYXNrU3R5bGUsIE5MUkUuQ29tbW9uIiwiU2hhcGUiOjEsIlNoYXBlVGhpY2tuZXNzIjowLCJEdXJhdGlvbkZvcm1hdCI6MCwiSW5jbHVkZU5vbldvcmtpbmdEYXlzSW5EdXJhdGlvbiI6ZmFsc2UsIlBlcmNlbnRhZ2VDb21wbGV0ZVN0eWxlIjp7IiRpZCI6IjU1MSIsIkZvbnRTZXR0aW5ncyI6eyIkaWQiOiI1NTIiLCJGb250U2l6ZSI6MTAsIkZvbnROYW1lIjoiQ2FsaWJyaSIsIklzQm9sZCI6ZmFsc2UsIklzSXRhbGljIjpmYWxzZSwiSXNVbmRlcmxpbmVkIjpmYWxzZSwiUGFyZW50U3R5bGUiOm51bGx9LCJBdXRvU2l6ZSI6MCwiRm9yZWdyb3VuZCI6eyIkaWQiOiI1NTMiLCJDb2xvciI6eyIkaWQiOiI1NT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TU1IiwiVG9wIjowLjAsIkxlZnQiOjAuMCwiUmlnaHQiOjAuMCwiQm90dG9tIjowLjB9LCJQYWRkaW5nIjp7IiRpZCI6IjU1NiIsIlRvcCI6MC4wLCJMZWZ0IjowLjAsIlJpZ2h0IjowLjAsIkJvdHRvbSI6MC4wfSwiQmFja2dyb3VuZCI6eyIkaWQiOiI1NTciLCJDb2xvciI6eyIkaWQiOiI1NTgiLCJBIjo4OSwiUiI6MCwiRyI6MCwiQiI6MH19LCJJc1Zpc2libGUiOnRydWUsIldpZHRoIjowLjAsIkhlaWdodCI6MC4wLCJCb3JkZXJTdHlsZSI6eyIkaWQiOiI1NTkiLCJMaW5lQ29sb3IiOm51bGwsIkxpbmVXZWlnaHQiOjAuMCwiTGluZVR5cGUiOjAsIlBhcmVudFN0eWxlIjpudWxsfSwiUGFyZW50U3R5bGUiOm51bGx9LCJEdXJhdGlvblN0eWxlIjp7IiRpZCI6IjU2MCIsIkZvbnRTZXR0aW5ncyI6eyIkaWQiOiI1NjEiLCJGb250U2l6ZSI6MTAsIkZvbnROYW1lIjoiQ2FsaWJyaSIsIklzQm9sZCI6ZmFsc2UsIklzSXRhbGljIjpmYWxzZSwiSXNVbmRlcmxpbmVkIjpmYWxzZSwiUGFyZW50U3R5bGUiOm51bGx9LCJBdXRvU2l6ZSI6MCwiRm9yZWdyb3VuZCI6eyIkaWQiOiI1NjIiLCJDb2xvciI6eyIkaWQiOiI1Nj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1NjQiLCJUb3AiOjAuMCwiTGVmdCI6MC4wLCJSaWdodCI6MC4wLCJCb3R0b20iOjAuMH0sIlBhZGRpbmciOnsiJGlkIjoiNTY1IiwiVG9wIjowLjAsIkxlZnQiOjAuMCwiUmlnaHQiOjAuMCwiQm90dG9tIjowLjB9LCJCYWNrZ3JvdW5kIjp7IiRpZCI6IjU2NiIsIkNvbG9yIjp7IiRpZCI6IjU2NyIsIkEiOjI1NSwiUiI6MjM3LCJHIjoxMjUsIkIiOjQ5fX0sIklzVmlzaWJsZSI6dHJ1ZSwiV2lkdGgiOjAuMCwiSGVpZ2h0IjowLjAsIkJvcmRlclN0eWxlIjp7IiRpZCI6IjU2OCIsIkxpbmVDb2xvciI6bnVsbCwiTGluZVdlaWdodCI6MC4wLCJMaW5lVHlwZSI6MCwiUGFyZW50U3R5bGUiOm51bGx9LCJQYXJlbnRTdHlsZSI6bnVsbH0sIkhvcml6b250YWxDb25uZWN0b3JTdHlsZSI6eyIkaWQiOiI1NjkiLCJMaW5lQ29sb3IiOnsiJGlkIjoiNTcwIiwiJHR5cGUiOiJOTFJFLkNvbW1vbi5Eb20uU29saWRDb2xvckJydXNoLCBOTFJFLkNvbW1vbiIsIkNvbG9yIjp7IiRpZCI6IjU3MSIsIkEiOjI1NSwiUiI6MCwiRyI6MCwiQiI6MH19LCJMaW5lV2VpZ2h0IjowLjAsIkxpbmVUeXBlIjowLCJQYXJlbnRTdHlsZSI6bnVsbH0sIlZlcnRpY2FsQ29ubmVjdG9yU3R5bGUiOnsiJGlkIjoiNTcyIiwiTGluZUNvbG9yIjp7IiRpZCI6IjU3MyIsIiR0eXBlIjoiTkxSRS5Db21tb24uRG9tLlNvbGlkQ29sb3JCcnVzaCwgTkxSRS5Db21tb24iLCJDb2xvciI6eyIkaWQiOiI1NzQ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1NzUiLCJTaGFwZVN0eWxlIjp7IiRpZCI6IjU3NiIsIk1hcmdpbiI6eyIkaWQiOiI1NzciLCJUb3AiOjAuMCwiTGVmdCI6MC4wLCJSaWdodCI6MC4wLCJCb3R0b20iOjAuMH0sIlBhZGRpbmciOnsiJGlkIjoiNTc4IiwiVG9wIjowLjAsIkxlZnQiOjAuMCwiUmlnaHQiOjAuMCwiQm90dG9tIjowLjB9LCJCYWNrZ3JvdW5kIjp7IiRpZCI6IjU3OSIsIkNvbG9yIjp7IiRpZCI6IjU4MCIsIkEiOjE1MywiUiI6MCwiRyI6MCwiQiI6MH19LCJJc1Zpc2libGUiOnRydWUsIldpZHRoIjowLjAsIkhlaWdodCI6MC4wLCJCb3JkZXJTdHlsZSI6eyIkaWQiOiI1ODEiLCJMaW5lQ29sb3IiOnsiJGlkIjoiNTgyIiwiJHR5cGUiOiJOTFJFLkNvbW1vbi5Eb20uU29saWRDb2xvckJydXNoLCBOTFJFLkNvbW1vbiIsIkNvbG9yIjp7IiRpZCI6IjU4MyIsIkEiOjI1NSwiUiI6MjU1LCJHIjowLCJCIjowfX0sIkxpbmVXZWlnaHQiOjAuMCwiTGluZVR5cGUiOjAsIlBhcmVudFN0eWxlIjpudWxsfSwiUGFyZW50U3R5bGUiOm51bGx9LCJNYXJnaW4iOnsiJGlkIjoiNTg0IiwiVG9wIjowLjAsIkxlZnQiOjAuMCwiUmlnaHQiOjAuMCwiQm90dG9tIjowLjB9LCJQYWRkaW5nIjp7IiRpZCI6IjU4NSIsIlRvcCI6MC4wLCJMZWZ0IjowLjAsIlJpZ2h0IjowLjAsIkJvdHRvbSI6MC4wfSwiQmFja2dyb3VuZCI6bnVsbCwiSXNWaXNpYmxlIjp0cnVlLCJXaWR0aCI6MC4wLCJIZWlnaHQiOjAuMCwiQm9yZGVyU3R5bGUiOm51bGwsIlBhcmVudFN0eWxlIjpudWxsfSwiU2hhcGVTdHlsZSI6eyIkaWQiOiI1ODYiLCJNYXJnaW4iOnsiJGlkIjoiNTg3IiwiVG9wIjowLjAsIkxlZnQiOjQuMCwiUmlnaHQiOjQuMCwiQm90dG9tIjowLjB9LCJQYWRkaW5nIjp7IiRpZCI6IjU4OCIsIlRvcCI6MC4wLCJMZWZ0IjowLjAsIlJpZ2h0IjowLjAsIkJvdHRvbSI6MC4wfSwiQmFja2dyb3VuZCI6eyIkaWQiOiI1ODkiLCJDb2xvciI6eyIkaWQiOiI1OTAiLCJBIjoyNTUsIlIiOjIzMywiRyI6MTEzLCJCIjo1MH19LCJJc1Zpc2libGUiOnRydWUsIldpZHRoIjowLjAsIkhlaWdodCI6MTAuMCwiQm9yZGVyU3R5bGUiOnsiJGlkIjoiNTkxIiwiTGluZUNvbG9yIjp7IiRpZCI6IjU5MiIsIiR0eXBlIjoiTkxSRS5Db21tb24uRG9tLlNvbGlkQ29sb3JCcnVzaCwgTkxSRS5Db21tb24iLCJDb2xvciI6eyIkaWQiOiI1OTMiLCJBIjoyNTUsIlIiOjIzNCwiRyI6MjIsIkIiOjMwfX0sIkxpbmVXZWlnaHQiOjAuMCwiTGluZVR5cGUiOjAsIlBhcmVudFN0eWxlIjpudWxsfSwiUGFyZW50U3R5bGUiOm51bGx9LCJUaXRsZVN0eWxlIjp7IiRpZCI6IjU5NCIsIkZvbnRTZXR0aW5ncyI6eyIkaWQiOiI1OTUiLCJGb250U2l6ZSI6MTEsIkZvbnROYW1lIjoiQ2FsaWJyaSIsIklzQm9sZCI6ZmFsc2UsIklzSXRhbGljIjpmYWxzZSwiSXNVbmRlcmxpbmVkIjpmYWxzZSwiUGFyZW50U3R5bGUiOm51bGx9LCJBdXRvU2l6ZSI6MCwiRm9yZWdyb3VuZCI6eyIkaWQiOiI1OTYiLCJDb2xvciI6eyIkaWQiOiI1OT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k4IiwiVG9wIjowLjAsIkxlZnQiOjAuMCwiUmlnaHQiOjAuMCwiQm90dG9tIjowLjB9LCJQYWRkaW5nIjp7IiRpZCI6IjU5OSIsIlRvcCI6MC4wLCJMZWZ0IjowLjAsIlJpZ2h0IjowLjAsIkJvdHRvbSI6MC4wfSwiQmFja2dyb3VuZCI6eyIkaWQiOiI2MDAiLCJDb2xvciI6eyIkaWQiOiI2MDEiLCJBIjoyNTUsIlIiOjAsIkciOjAsIkIiOjB9fSwiSXNWaXNpYmxlIjp0cnVlLCJXaWR0aCI6MC4wLCJIZWlnaHQiOjAuMCwiQm9yZGVyU3R5bGUiOnsiJGlkIjoiNjAyIiwiTGluZUNvbG9yIjpudWxsLCJMaW5lV2VpZ2h0IjowLjAsIkxpbmVUeXBlIjowLCJQYXJlbnRTdHlsZSI6bnVsbH0sIlBhcmVudFN0eWxlIjpudWxsfSwiRGF0ZVN0eWxlIjp7IiRpZCI6IjYwMyIsIkZvbnRTZXR0aW5ncyI6eyIkaWQiOiI2MDQiLCJGb250U2l6ZSI6MTAsIkZvbnROYW1lIjoiQ2FsaWJyaSIsIklzQm9sZCI6ZmFsc2UsIklzSXRhbGljIjpmYWxzZSwiSXNVbmRlcmxpbmVkIjpmYWxzZSwiUGFyZW50U3R5bGUiOm51bGx9LCJBdXRvU2l6ZSI6MCwiRm9yZWdyb3VuZCI6eyIkaWQiOiI2MDUiLCJDb2xvciI6eyIkaWQiOiI2MD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NjA3IiwiVG9wIjowLjAsIkxlZnQiOjAuMCwiUmlnaHQiOjAuMCwiQm90dG9tIjowLjB9LCJQYWRkaW5nIjp7IiRpZCI6IjYwOCIsIlRvcCI6MC4wLCJMZWZ0IjowLjAsIlJpZ2h0IjowLjAsIkJvdHRvbSI6MC4wfSwiQmFja2dyb3VuZCI6eyIkaWQiOiI2MDkiLCJDb2xvciI6eyIkaWQiOiI2MTAiLCJBIjoyNTUsIlIiOjE0LCJHIjo0MCwiQiI6NjV9fSwiSXNWaXNpYmxlIjp0cnVlLCJXaWR0aCI6MC4wLCJIZWlnaHQiOjAuMCwiQm9yZGVyU3R5bGUiOnsiJGlkIjoiNjExIiwiTGluZUNvbG9yIjpudWxsLCJMaW5lV2VpZ2h0IjowLjAsIkxpbmVUeXBlIjowLCJQYXJlbnRTdHlsZSI6bnVsbH0sIlBhcmVudFN0eWxlIjpudWxsfSwiRGF0ZUZvcm1hdCI6eyIkaWQiOiI2MT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EzIiwiRm9ybWF0IjowLCJJc1Zpc2libGUiOmZhbHNlLCJMYXN0S25vd25WaXNpYmlsaXR5U3RhdGUiOmZhbHNlfSwiSXNWaXNpYmxlIjp0cnVlLCJWYXJpYW5jZVN0eWxlIjp7IiRpZCI6IjYxNCIsIlRleHRTdHlsZSI6eyIkaWQiOiI2MTUiLCJGb250U2V0dGluZ3MiOnsiJGlkIjoiNjE2IiwiRm9udFNpemUiOjEwLCJGb250TmFtZSI6IkNhbGlicmkiLCJJc0JvbGQiOmZhbHNlLCJJc0l0YWxpYyI6ZmFsc2UsIklzVW5kZXJsaW5lZCI6ZmFsc2UsIlBhcmVudFN0eWxlIjpudWxsfSwiQXV0b1NpemUiOjAsIkZvcmVncm91bmQiOnsiJGlkIjoiNjE3IiwiQ29sb3IiOnsiJGlkIjoiNjE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xOSIsIlRvcCI6MC4wLCJMZWZ0IjowLjAsIlJpZ2h0IjowLjAsIkJvdHRvbSI6MC4wfSwiUGFkZGluZyI6eyIkaWQiOiI2MjAiLCJUb3AiOjAuMCwiTGVmdCI6MC4wLCJSaWdodCI6MC4wLCJCb3R0b20iOjAuMH0sIkJhY2tncm91bmQiOnsiJGlkIjoiNjIxIiwiQ29sb3IiOnsiJGlkIjoiNjIyIiwiQSI6MjU1LCJSIjowLCJHIjowLCJCIjowfX0sIklzVmlzaWJsZSI6dHJ1ZSwiV2lkdGgiOjAuMCwiSGVpZ2h0IjowLjAsIkJvcmRlclN0eWxlIjp7IiRpZCI6IjYyMyIsIkxpbmVDb2xvciI6bnVsbCwiTGluZVdlaWdodCI6MC4wLCJMaW5lVHlwZSI6MCwiUGFyZW50U3R5bGUiOm51bGx9LCJQYXJlbnRTdHlsZSI6bnVsbH0sIlBhcmVudFN0eWxlIjpudWxsfSwiUGFyZW50U3R5bGUiOm51bGwsIl9leHBsaWNpdGx5U2V0Ijp7IiRpZCI6IjYy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YyNSIsIlNoYXBlIjoxLCJDb25uZWN0b3JNYXJnaW4iOnsiJGlkIjoiNjI2IiwiVG9wIjowLjAsIkxlZnQiOjIuMCwiUmlnaHQiOjIuMCwiQm90dG9tIjowLjB9LCJDb25uZWN0b3JTdHlsZSI6eyIkaWQiOiI2MjciLCJMaW5lQ29sb3IiOnsiJGlkIjoiNjI4IiwiJHR5cGUiOiJOTFJFLkNvbW1vbi5Eb20uU29saWRDb2xvckJydXNoLCBOTFJFLkNvbW1vbiIsIkNvbG9yIjp7IiRpZCI6IjYyOSIsIkEiOjEyNywiUiI6MTI4LCJHIjo1MywiQiI6MTR9fSwiTGluZVdlaWdodCI6MS4wLCJMaW5lVHlwZSI6MCwiUGFyZW50U3R5bGUiOm51bGx9LCJJc0JlbG93VGltZWJhbmQiOmZhbHNlLCJQb3NpdGlvbk9uVGFzayI6MSwiSGlkZURhdGUiOmZhbHNlLCJTaGFwZVNpemUiOjAsIlNwYWNpbmciOjAuMCwiUGFkZGluZyI6eyIkaWQiOiI2MzAiLCJUb3AiOjUuMCwiTGVmdCI6My4wLCJSaWdodCI6MC4wLCJCb3R0b20iOjIuMH0sIlNoYXBlU3R5bGUiOnsiJGlkIjoiNjMxIiwiTWFyZ2luIjp7IiRpZCI6IjYzMiIsIlRvcCI6MC4wLCJMZWZ0IjowLjAsIlJpZ2h0IjowLjAsIkJvdHRvbSI6MC4wfSwiUGFkZGluZyI6eyIkaWQiOiI2MzMiLCJUb3AiOjAuMCwiTGVmdCI6MC4wLCJSaWdodCI6MC4wLCJCb3R0b20iOjAuMH0sIkJhY2tncm91bmQiOnsiJGlkIjoiNjM0IiwiQ29sb3IiOnsiJGlkIjoiNjM1IiwiQSI6MjU1LCJSIjoxMjgsIkciOjUzLCJCIjoxNH19LCJJc1Zpc2libGUiOnRydWUsIldpZHRoIjoxMi4wLCJIZWlnaHQiOjE0LjAsIkJvcmRlclN0eWxlIjp7IiRpZCI6IjYzNiIsIkxpbmVDb2xvciI6eyIkaWQiOiI2MzciLCIkdHlwZSI6Ik5MUkUuQ29tbW9uLkRvbS5Tb2xpZENvbG9yQnJ1c2gsIE5MUkUuQ29tbW9uIiwiQ29sb3IiOnsiJGlkIjoiNjM4IiwiQSI6MjU1LCJSIjoyNTUsIkciOjI1NSwiQiI6MjU1fX0sIkxpbmVXZWlnaHQiOjAuMCwiTGluZVR5cGUiOjAsIlBhcmVudFN0eWxlIjpudWxsfSwiUGFyZW50U3R5bGUiOm51bGx9LCJUaXRsZVN0eWxlIjp7IiRpZCI6IjYzOSIsIkZvbnRTZXR0aW5ncyI6eyIkaWQiOiI2NDAiLCJGb250U2l6ZSI6MTEsIkZvbnROYW1lIjoiQ2FsaWJyaSIsIklzQm9sZCI6ZmFsc2UsIklzSXRhbGljIjpmYWxzZSwiSXNVbmRlcmxpbmVkIjpmYWxzZSwiUGFyZW50U3R5bGUiOm51bGx9LCJBdXRvU2l6ZSI6MCwiRm9yZWdyb3VuZCI6eyIkaWQiOiI2NDEiLCJDb2xvciI6eyIkaWQiOiI2NDI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NjQzIiwiVG9wIjowLjAsIkxlZnQiOjAuMCwiUmlnaHQiOjAuMCwiQm90dG9tIjowLjB9LCJQYWRkaW5nIjp7IiRpZCI6IjY0NCIsIlRvcCI6MC4wLCJMZWZ0IjowLjAsIlJpZ2h0IjowLjAsIkJvdHRvbSI6MC4wfSwiQmFja2dyb3VuZCI6eyIkaWQiOiI2NDUiLCJDb2xvciI6eyIkaWQiOiI2NDYiLCJBIjoyNTUsIlIiOjAsIkciOjAsIkIiOjB9fSwiSXNWaXNpYmxlIjp0cnVlLCJXaWR0aCI6MC4wLCJIZWlnaHQiOjAuMCwiQm9yZGVyU3R5bGUiOnsiJGlkIjoiNjQ3IiwiTGluZUNvbG9yIjpudWxsLCJMaW5lV2VpZ2h0IjowLjAsIkxpbmVUeXBlIjowLCJQYXJlbnRTdHlsZSI6bnVsbH0sIlBhcmVudFN0eWxlIjpudWxsfSwiRGF0ZVN0eWxlIjp7IiRpZCI6IjY0OCIsIkZvbnRTZXR0aW5ncyI6eyIkaWQiOiI2NDkiLCJGb250U2l6ZSI6MTAsIkZvbnROYW1lIjoiQ2FsaWJyaSIsIklzQm9sZCI6ZmFsc2UsIklzSXRhbGljIjpmYWxzZSwiSXNVbmRlcmxpbmVkIjpmYWxzZSwiUGFyZW50U3R5bGUiOm51bGx9LCJBdXRvU2l6ZSI6MCwiRm9yZWdyb3VuZCI6eyIkaWQiOiI2NTAiLCJDb2xvciI6eyIkaWQiOiI2NTEiLCJBIjoyNTUsIlIiOjE0LCJHIjo0MCwiQiI6NjV9fSwiTWF4V2lkdGgiOjIwMC4wLCJNYXhIZWlnaHQiOiJJbmZpbml0eSIsIlNtYXJ0Rm9yZWdyb3VuZElzQWN0aXZlIjpmYWxzZSwiSG9yaXpvbnRhbEFsaWdubWVudCI6MSwiVmVydGljYWxBbGlnbm1lbnQiOjEsIlNtYXJ0Rm9yZWdyb3VuZCI6bnVsbCwiQmFja2dyb3VuZEZpbGxUeXBlIjowLCJNYXJnaW4iOnsiJGlkIjoiNjUyIiwiVG9wIjowLjAsIkxlZnQiOjAuMCwiUmlnaHQiOjAuMCwiQm90dG9tIjowLjB9LCJQYWRkaW5nIjp7IiRpZCI6IjY1MyIsIlRvcCI6MC4wLCJMZWZ0IjowLjAsIlJpZ2h0IjowLjAsIkJvdHRvbSI6MC4wfSwiQmFja2dyb3VuZCI6eyIkaWQiOiI2NTQiLCJDb2xvciI6eyIkaWQiOiI2NTUiLCJBIjoyNTUsIlIiOjE0LCJHIjo0MCwiQiI6NjV9fSwiSXNWaXNpYmxlIjp0cnVlLCJXaWR0aCI6MC4wLCJIZWlnaHQiOjAuMCwiQm9yZGVyU3R5bGUiOnsiJGlkIjoiNjU2IiwiTGluZUNvbG9yIjpudWxsLCJMaW5lV2VpZ2h0IjowLjAsIkxpbmVUeXBlIjowLCJQYXJlbnRTdHlsZSI6bnVsbH0sIlBhcmVudFN0eWxlIjpudWxsfSwiRGF0ZUZvcm1hdCI6eyIkaWQiOiI2NT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U4IiwiRm9ybWF0IjowLCJJc1Zpc2libGUiOmZhbHNlLCJMYXN0S25vd25WaXNpYmlsaXR5U3RhdGUiOmZhbHNlfSwiSXNWaXNpYmxlIjpmYWxzZSwiVmFyaWFuY2VTdHlsZSI6eyIkaWQiOiI2NTkiLCJUZXh0U3R5bGUiOnsiJGlkIjoiNjYwIiwiRm9udFNldHRpbmdzIjp7IiRpZCI6IjY2MSIsIkZvbnRTaXplIjoxMCwiRm9udE5hbWUiOiJDYWxpYnJpIiwiSXNCb2xkIjpmYWxzZSwiSXNJdGFsaWMiOmZhbHNlLCJJc1VuZGVybGluZWQiOmZhbHNlLCJQYXJlbnRTdHlsZSI6bnVsbH0sIkF1dG9TaXplIjowLCJGb3JlZ3JvdW5kIjp7IiRpZCI6IjY2MiIsIkNvbG9yIjp7IiRpZCI6IjY2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2NjQiLCJUb3AiOjAuMCwiTGVmdCI6MC4wLCJSaWdodCI6MC4wLCJCb3R0b20iOjAuMH0sIlBhZGRpbmciOnsiJGlkIjoiNjY1IiwiVG9wIjowLjAsIkxlZnQiOjAuMCwiUmlnaHQiOjAuMCwiQm90dG9tIjowLjB9LCJCYWNrZ3JvdW5kIjp7IiRpZCI6IjY2NiIsIkNvbG9yIjp7IiRpZCI6IjY2NyIsIkEiOjI1NSwiUiI6MCwiRyI6MCwiQiI6MH19LCJJc1Zpc2libGUiOnRydWUsIldpZHRoIjowLjAsIkhlaWdodCI6MC4wLCJCb3JkZXJTdHlsZSI6eyIkaWQiOiI2NjgiLCJMaW5lQ29sb3IiOm51bGwsIkxpbmVXZWlnaHQiOjAuMCwiTGluZVR5cGUiOjAsIlBhcmVudFN0eWxlIjpudWxsfSwiUGFyZW50U3R5bGUiOm51bGx9LCJQYXJlbnRTdHlsZSI6bnVsbH0sIlBhcmVudFN0eWxlIjpudWxsfSwiRGVmYXVsdFN3aW1sYW5lTWlsZXN0b25lU3R5bGUiOnsiJGlkIjoiNjY5IiwiVGl0bGVQb3NpdGlvbiI6IkxlZnQiLCJEYXRlUG9zaXRpb24iOiJSaWdodCIsIlZhcmlhbmNlUG9zaXRpb24iOiJSaWdodCIsIlNoYXBlVHlwZSI6MSwiU2hhcGVTaXplIjowLCJTcGFjaW5nIjo1LCJTaGFwZVN0eWxlIjp7IiRpZCI6IjY3MCIsIk1hcmdpbiI6eyIkaWQiOiI2NzEiLCJUb3AiOjAuMCwiTGVmdCI6MC4wLCJSaWdodCI6MC4wLCJCb3R0b20iOjAuMH0sIlBhZGRpbmciOnsiJGlkIjoiNjcyIiwiVG9wIjowLjAsIkxlZnQiOjAuMCwiUmlnaHQiOjAuMCwiQm90dG9tIjowLjB9LCJCYWNrZ3JvdW5kIjp7IiRpZCI6IjY3MyIsIkNvbG9yIjp7IiRpZCI6IjY3NCIsIkEiOjI1NSwiUiI6MjMzLCJHIjoxMTMsIkIiOjUwfX0sIklzVmlzaWJsZSI6dHJ1ZSwiV2lkdGgiOjEyLjAsIkhlaWdodCI6MTQuMCwiQm9yZGVyU3R5bGUiOnsiJGlkIjoiNjc1IiwiTGluZUNvbG9yIjp7IiRpZCI6IjY3NiIsIiR0eXBlIjoiTkxSRS5Db21tb24uRG9tLlNvbGlkQ29sb3JCcnVzaCwgTkxSRS5Db21tb24iLCJDb2xvciI6eyIkaWQiOiI2NzciLCJBIjoyNTUsIlIiOjIzNCwiRyI6MjIsIkIiOjMwfX0sIkxpbmVXZWlnaHQiOjAuMCwiTGluZVR5cGUiOjAsIlBhcmVudFN0eWxlIjpudWxsfSwiUGFyZW50U3R5bGUiOm51bGx9LCJUaXRsZVN0eWxlIjp7IiRpZCI6IjY3OCIsIkZvbnRTZXR0aW5ncyI6eyIkaWQiOiI2NzkiLCJGb250U2l6ZSI6MTEsIkZvbnROYW1lIjoiQ2FsaWJyaSIsIklzQm9sZCI6ZmFsc2UsIklzSXRhbGljIjpmYWxzZSwiSXNVbmRlcmxpbmVkIjpmYWxzZSwiUGFyZW50U3R5bGUiOm51bGx9LCJBdXRvU2l6ZSI6MCwiRm9yZWdyb3VuZCI6eyIkaWQiOiI2ODAiLCJDb2xvciI6eyIkaWQiOiI2ODE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NjgyIiwiVG9wIjowLjAsIkxlZnQiOjAuMCwiUmlnaHQiOjAuMCwiQm90dG9tIjowLjB9LCJQYWRkaW5nIjp7IiRpZCI6IjY4MyIsIlRvcCI6MC4wLCJMZWZ0IjowLjAsIlJpZ2h0IjowLjAsIkJvdHRvbSI6MC4wfSwiQmFja2dyb3VuZCI6eyIkaWQiOiI2ODQiLCJDb2xvciI6eyIkaWQiOiI2ODUiLCJBIjoyNTUsIlIiOjAsIkciOjAsIkIiOjB9fSwiSXNWaXNpYmxlIjp0cnVlLCJXaWR0aCI6MC4wLCJIZWlnaHQiOjAuMCwiQm9yZGVyU3R5bGUiOnsiJGlkIjoiNjg2IiwiTGluZUNvbG9yIjpudWxsLCJMaW5lV2VpZ2h0IjowLjAsIkxpbmVUeXBlIjowLCJQYXJlbnRTdHlsZSI6bnVsbH0sIlBhcmVudFN0eWxlIjpudWxsfSwiRGF0ZVN0eWxlIjp7IiRpZCI6IjY4NyIsIkZvbnRTZXR0aW5ncyI6eyIkaWQiOiI2ODgiLCJGb250U2l6ZSI6MTAsIkZvbnROYW1lIjoiQ2FsaWJyaSIsIklzQm9sZCI6ZmFsc2UsIklzSXRhbGljIjpmYWxzZSwiSXNVbmRlcmxpbmVkIjpmYWxzZSwiUGFyZW50U3R5bGUiOm51bGx9LCJBdXRvU2l6ZSI6MCwiRm9yZWdyb3VuZCI6eyIkaWQiOiI2ODkiLCJDb2xvciI6eyIkaWQiOiI2OTA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NjkxIiwiVG9wIjowLjAsIkxlZnQiOjAuMCwiUmlnaHQiOjAuMCwiQm90dG9tIjowLjB9LCJQYWRkaW5nIjp7IiRpZCI6IjY5MiIsIlRvcCI6MC4wLCJMZWZ0IjowLjAsIlJpZ2h0IjowLjAsIkJvdHRvbSI6MC4wfSwiQmFja2dyb3VuZCI6eyIkaWQiOiI2OTMiLCJDb2xvciI6eyIkaWQiOiI2OTQiLCJBIjoyNTUsIlIiOjE0LCJHIjo0MCwiQiI6NjV9fSwiSXNWaXNpYmxlIjp0cnVlLCJXaWR0aCI6MC4wLCJIZWlnaHQiOjAuMCwiQm9yZGVyU3R5bGUiOnsiJGlkIjoiNjk1IiwiTGluZUNvbG9yIjpudWxsLCJMaW5lV2VpZ2h0IjowLjAsIkxpbmVUeXBlIjowLCJQYXJlbnRTdHlsZSI6bnVsbH0sIlBhcmVudFN0eWxlIjpudWxsfSwiRGF0ZUZvcm1hdCI6eyIkaWQiOiI2O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k3IiwiRm9ybWF0IjowLCJJc1Zpc2libGUiOmZhbHNlLCJMYXN0S25vd25WaXNpYmlsaXR5U3RhdGUiOmZhbHNlfSwiSXNWaXNpYmxlIjp0cnVlLCJWYXJpYW5jZVN0eWxlIjp7IiRpZCI6IjY5OCIsIlRleHRTdHlsZSI6eyIkaWQiOiI2OTkiLCJGb250U2V0dGluZ3MiOnsiJGlkIjoiNzAwIiwiRm9udFNpemUiOjEwLCJGb250TmFtZSI6IkNhbGlicmkiLCJJc0JvbGQiOmZhbHNlLCJJc0l0YWxpYyI6ZmFsc2UsIklzVW5kZXJsaW5lZCI6ZmFsc2UsIlBhcmVudFN0eWxlIjpudWxsfSwiQXV0b1NpemUiOjAsIkZvcmVncm91bmQiOnsiJGlkIjoiNzAxIiwiQ29sb3IiOnsiJGlkIjoiNzA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cwMyIsIlRvcCI6MC4wLCJMZWZ0IjowLjAsIlJpZ2h0IjowLjAsIkJvdHRvbSI6MC4wfSwiUGFkZGluZyI6eyIkaWQiOiI3MDQiLCJUb3AiOjAuMCwiTGVmdCI6MC4wLCJSaWdodCI6MC4wLCJCb3R0b20iOjAuMH0sIkJhY2tncm91bmQiOnsiJGlkIjoiNzA1IiwiQ29sb3IiOnsiJGlkIjoiNzA2IiwiQSI6MjU1LCJSIjowLCJHIjowLCJCIjowfX0sIklzVmlzaWJsZSI6dHJ1ZSwiV2lkdGgiOjAuMCwiSGVpZ2h0IjowLjAsIkJvcmRlclN0eWxlIjp7IiRpZCI6IjcwNyIsIkxpbmVDb2xvciI6bnVsbCwiTGluZVdlaWdodCI6MC4wLCJMaW5lVHlwZSI6MCwiUGFyZW50U3R5bGUiOm51bGx9LCJQYXJlbnRTdHlsZSI6bnVsbH0sIlBhcmVudFN0eWxlIjpudWxsfSwiUGFyZW50U3R5bGUiOm51bGx9LCJEZWZhdWx0U3dpbWxhbmVBY3Rpdml0eVN0eWxlIjp7IiRpZCI6IjcwOCIsIkhlYWRlclN0eWxlIjp7IiRpZCI6IjcwOSIsIlRleHRTdHlsZSI6eyIkaWQiOiI3MTAiLCJGb250U2V0dGluZ3MiOnsiJGlkIjoiNzExIiwiRm9udFNpemUiOjExLCJGb250TmFtZSI6IkNhbGlicmkiLCJJc0JvbGQiOmZhbHNlLCJJc0l0YWxpYyI6ZmFsc2UsIklzVW5kZXJsaW5lZCI6ZmFsc2UsIlBhcmVudFN0eWxlIjpudWxsfSwiQXV0b1NpemUiOjIsIkZvcmVncm91bmQiOnsiJGlkIjoiNzEyIiwiQ29sb3IiOnsiJGlkIjoiNzE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NzE0IiwiVG9wIjowLjAsIkxlZnQiOjAuMCwiUmlnaHQiOjAuMCwiQm90dG9tIjowLjB9LCJQYWRkaW5nIjp7IiRpZCI6IjcxNSIsIlRvcCI6MC4wLCJMZWZ0IjowLjAsIlJpZ2h0IjowLjAsIkJvdHRvbSI6MC4wfSwiQmFja2dyb3VuZCI6eyIkaWQiOiI3MTYiLCJDb2xvciI6eyIkaWQiOiI3MTciLCJBIjoyNTUsIlIiOjAsIkciOjAsIkIiOjB9fSwiSXNWaXNpYmxlIjp0cnVlLCJXaWR0aCI6MC4wLCJIZWlnaHQiOjAuMCwiQm9yZGVyU3R5bGUiOm51bGwsIlBhcmVudFN0eWxlIjpudWxsfSwiUmVjdGFuZ2xlU3R5bGUiOnsiJGlkIjoiNzE4IiwiTWFyZ2luIjp7IiRpZCI6IjcxOSIsIlRvcCI6MC4wLCJMZWZ0IjowLjAsIlJpZ2h0IjowLjAsIkJvdHRvbSI6MC4wfSwiUGFkZGluZyI6eyIkaWQiOiI3MjAiLCJUb3AiOjAuMCwiTGVmdCI6MC4wLCJSaWdodCI6MC4wLCJCb3R0b20iOjAuMH0sIkJhY2tncm91bmQiOnsiJGlkIjoiNzIxIiwiQ29sb3IiOnsiJGlkIjoiNzIyIiwiQSI6NjMsIlIiOjIzMywiRyI6MTEzLCJCIjo1MH19LCJJc1Zpc2libGUiOnRydWUsIldpZHRoIjowLjAsIkhlaWdodCI6MC4wLCJCb3JkZXJTdHlsZSI6eyIkaWQiOiI3MjMiLCJMaW5lQ29sb3IiOnsiJGlkIjoiNzI0IiwiJHR5cGUiOiJOTFJFLkNvbW1vbi5Eb20uU29saWRDb2xvckJydXNoLCBOTFJFLkNvbW1vbiIsIkNvbG9yIjp7IiRpZCI6IjcyNSIsIkEiOjI1NSwiUiI6MjU1LCJHIjoyNTUsIkIiOjI1NX19LCJMaW5lV2VpZ2h0IjowLjAsIkxpbmVUeXBlIjowLCJQYXJlbnRTdHlsZSI6bnVsbH0sIlBhcmVudFN0eWxlIjpudWxsfSwiTWFyZ2luIjp7IiRpZCI6IjcyNiIsIlRvcCI6MC4wLCJMZWZ0IjowLjAsIlJpZ2h0IjowLjAsIkJvdHRvbSI6MC4wfSwiUGFkZGluZyI6eyIkaWQiOiI3MjciLCJUb3AiOjAuMCwiTGVmdCI6MC4wLCJSaWdodCI6MC4wLCJCb3R0b20iOjAuMH0sIkJhY2tncm91bmQiOm51bGwsIklzVmlzaWJsZSI6dHJ1ZSwiV2lkdGgiOjAuMCwiSGVpZ2h0IjowLjAsIkJvcmRlclN0eWxlIjpudWxsLCJQYXJlbnRTdHlsZSI6bnVsbH0sIkJhY2tncm91bmRTdHlsZSI6eyIkaWQiOiI3MjgiLCJNYXJnaW4iOnsiJGlkIjoiNzI5IiwiVG9wIjowLjAsIkxlZnQiOjAuMCwiUmlnaHQiOjAuMCwiQm90dG9tIjowLjB9LCJQYWRkaW5nIjp7IiRpZCI6IjczMCIsIlRvcCI6MC4wLCJMZWZ0IjowLjAsIlJpZ2h0IjowLjAsIkJvdHRvbSI6MC4wfSwiQmFja2dyb3VuZCI6eyIkaWQiOiI3MzEiLCJDb2xvciI6eyIkaWQiOiI3MzIiLCJBIjo1MSwiUiI6MjAwLCJHIjoyMDAsIkIiOjIwMH19LCJJc1Zpc2libGUiOnRydWUsIldpZHRoIjowLjAsIkhlaWdodCI6MC4wLCJCb3JkZXJTdHlsZSI6eyIkaWQiOiI3MzMiLCJMaW5lQ29sb3IiOnsiJGlkIjoiNzM0IiwiJHR5cGUiOiJOTFJFLkNvbW1vbi5Eb20uU29saWRDb2xvckJydXNoLCBOTFJFLkNvbW1vbiIsIkNvbG9yIjp7IiRpZCI6IjczNSIsIkEiOjI1NSwiUiI6MjM0LCJHIjoyMiwiQiI6MzB9fSwiTGluZVdlaWdodCI6MC4wLCJMaW5lVHlwZSI6MCwiUGFyZW50U3R5bGUiOm51bGx9LCJQYXJlbnRTdHlsZSI6bnVsbH0sIk1hcmdpbiI6eyIkaWQiOiI3MzYiLCJUb3AiOjAuMCwiTGVmdCI6MC4wLCJSaWdodCI6MC4wLCJCb3R0b20iOjAuMH0sIlBhZGRpbmciOnsiJGlkIjoiNzM3IiwiVG9wIjowLjAsIkxlZnQiOjAuMCwiUmlnaHQiOjAuMCwiQm90dG9tIjowLjB9LCJJc1Zpc2libGUiOnRydWUsIldpZHRoIjowLjAsIkhlaWdodCI6MC4wLCJCb3JkZXJTdHlsZSI6eyIkaWQiOiI3MzgiLCJMaW5lQ29sb3IiOm51bGwsIkxpbmVXZWlnaHQiOjAuMCwiTGluZVR5cGUiOjAsIlBhcmVudFN0eWxlIjpudWxsfSwiUGFyZW50U3R5bGUiOm51bGx9LCJNYXJnaW4iOnsiJGlkIjoiNzM5IiwiVG9wIjowLjAsIkxlZnQiOjAuMCwiUmlnaHQiOjAuMCwiQm90dG9tIjowLjB9LCJQYWRkaW5nIjp7IiRpZCI6Ijc0MCIsIlRvcCI6MC4wLCJMZWZ0IjowLjAsIlJpZ2h0IjowLjAsIkJvdHRvbSI6MC4wfSwiSXNWaXNpYmxlIjp0cnVlLCJXaWR0aCI6MC4wLCJIZWlnaHQiOjAuMCwiQm9yZGVyU3R5bGUiOnsiJGlkIjoiNzQxIiwiTGluZUNvbG9yIjpudWxsLCJMaW5lV2VpZ2h0IjowLjAsIkxpbmVUeXBlIjowLCJQYXJlbnRTdHlsZSI6bnVsbH0sIlBhcmVudFN0eWxlIjpudWxsfSx7IiRpZCI6Ijc0MiIsIlN0eWxlSWQiOiJiMjRmODA0NS1mNjliLTRhNDMtODI5Zi1hNTY1MDNmZGNkNjkiLCJIZWFkZXJTdHlsZSI6eyIkaWQiOiI3NDMiLCJUZXh0SXNWZXJ0aWNhbCI6ZmFsc2UsIlRleHRTdHlsZSI6eyIkaWQiOiI3NDQiLCJGb250U2V0dGluZ3MiOnsiJGlkIjoiNzQ1IiwiRm9udFNpemUiOjExLCJGb250TmFtZSI6IkNhbGlicmkiLCJJc0JvbGQiOmZhbHNlLCJJc0l0YWxpYyI6ZmFsc2UsIklzVW5kZXJsaW5lZCI6ZmFsc2UsIlBhcmVudFN0eWxlIjpudWxsfSwiQXV0b1NpemUiOjIsIkZvcmVncm91bmQiOnsiJGlkIjoiNzQ2IiwiQ29sb3IiOnsiJGlkIjoiNzQ3IiwiQSI6MjU1LCJSIjoyNTUsIkciOjI1NSwiQiI6MjU1fX0sIk1heFdpZHRoIjoiSW5maW5pdHkiLCJNYXhIZWlnaHQiOiJJbmZpbml0eSIsIlNtYXJ0Rm9yZWdyb3VuZElzQWN0aXZlIjpmYWxzZSwiSG9yaXpvbnRhbEFsaWdubWVudCI6MSwiVmVydGljYWxBbGlnbm1lbnQiOjAsIlNtYXJ0Rm9yZWdyb3VuZCI6bnVsbCwiQmFja2dyb3VuZEZpbGxUeXBlIjowLCJNYXJnaW4iOnsiJGlkIjoiNzQ4IiwiVG9wIjowLjAsIkxlZnQiOjAuMCwiUmlnaHQiOjAuMCwiQm90dG9tIjowLjB9LCJQYWRkaW5nIjp7IiRpZCI6Ijc0OSIsIlRvcCI6MC4wLCJMZWZ0IjowLjAsIlJpZ2h0IjowLjAsIkJvdHRvbSI6MC4wfSwiQmFja2dyb3VuZCI6eyIkaWQiOiI3NTAiLCJDb2xvciI6eyIkaWQiOiI3NTEiLCJBIjoyNTUsIlIiOjI1NSwiRyI6MjU1LCJCIjoyNTV9fSwiSXNWaXNpYmxlIjp0cnVlLCJXaWR0aCI6MC4wLCJIZWlnaHQiOjAuMCwiQm9yZGVyU3R5bGUiOm51bGwsIlBhcmVudFN0eWxlIjpudWxsfSwiUmVjdGFuZ2xlU3R5bGUiOnsiJGlkIjoiNzUyIiwiTWFyZ2luIjp7IiRpZCI6Ijc1MyIsIlRvcCI6MC4wLCJMZWZ0IjowLjAsIlJpZ2h0IjowLjAsIkJvdHRvbSI6MC4wfSwiUGFkZGluZyI6eyIkaWQiOiI3NTQiLCJUb3AiOjAuMCwiTGVmdCI6MC4wLCJSaWdodCI6MC4wLCJCb3R0b20iOjAuMH0sIkJhY2tncm91bmQiOnsiJGlkIjoiNzU1IiwiQ29sb3IiOnsiJGlkIjoiNzU2IiwiQSI6MjU1LCJSIjoyNSwiRyI6MTA3LCJCIjozNn19LCJJc1Zpc2libGUiOnRydWUsIldpZHRoIjowLjAsIkhlaWdodCI6MC4wLCJCb3JkZXJTdHlsZSI6eyIkaWQiOiI3NTciLCJMaW5lQ29sb3IiOnsiJGlkIjoiNzU4IiwiJHR5cGUiOiJOTFJFLkNvbW1vbi5Eb20uU29saWRDb2xvckJydXNoLCBOTFJFLkNvbW1vbiIsIkNvbG9yIjp7IiRpZCI6Ijc1OSIsIkEiOjI1NSwiUiI6MjU1LCJHIjoyNTUsIkIiOjI1NX19LCJMaW5lV2VpZ2h0IjowLjAsIkxpbmVUeXBlIjowLCJQYXJlbnRTdHlsZSI6bnVsbH0sIlBhcmVudFN0eWxlIjpudWxsfSwiTWFyZ2luIjp7IiRpZCI6Ijc2MCIsIlRvcCI6MC4wLCJMZWZ0IjowLjAsIlJpZ2h0IjowLjAsIkJvdHRvbSI6MC4wfSwiUGFkZGluZyI6eyIkaWQiOiI3NjEiLCJUb3AiOjAuMCwiTGVmdCI6MC4wLCJSaWdodCI6MC4wLCJCb3R0b20iOjAuMH0sIkJhY2tncm91bmQiOm51bGwsIklzVmlzaWJsZSI6dHJ1ZSwiV2lkdGgiOjAuMCwiSGVpZ2h0IjowLjAsIkJvcmRlclN0eWxlIjpudWxsLCJQYXJlbnRTdHlsZSI6bnVsbH0sIkJhY2tncm91bmRTdHlsZSI6eyIkaWQiOiI3NjIiLCJNYXJnaW4iOnsiJGlkIjoiNzYzIiwiVG9wIjowLjAsIkxlZnQiOjAuMCwiUmlnaHQiOjAuMCwiQm90dG9tIjowLjB9LCJQYWRkaW5nIjp7IiRpZCI6Ijc2NCIsIlRvcCI6MC4wLCJMZWZ0IjowLjAsIlJpZ2h0IjowLjAsIkJvdHRvbSI6MC4wfSwiQmFja2dyb3VuZCI6eyIkaWQiOiI3NjUiLCJDb2xvciI6eyIkaWQiOiI3NjYiLCJBIjo1MSwiUiI6MjAwLCJHIjoyMDAsIkIiOjIwMH19LCJJc1Zpc2libGUiOnRydWUsIldpZHRoIjowLjAsIkhlaWdodCI6MC4wLCJCb3JkZXJTdHlsZSI6eyIkaWQiOiI3NjciLCJMaW5lQ29sb3IiOnsiJGlkIjoiNzY4IiwiJHR5cGUiOiJOTFJFLkNvbW1vbi5Eb20uU29saWRDb2xvckJydXNoLCBOTFJFLkNvbW1vbiIsIkNvbG9yIjp7IiRpZCI6Ijc2OSIsIkEiOjI1NSwiUiI6MjM0LCJHIjoyMiwiQiI6MzB9fSwiTGluZVdlaWdodCI6MC4wLCJMaW5lVHlwZSI6MCwiUGFyZW50U3R5bGUiOm51bGx9LCJQYXJlbnRTdHlsZSI6bnVsbH0sIklzQWJvdmVUaW1lYmFuZCI6ZmFsc2UsIlNwYWNpbmciOjMsIkRlZmF1bHRTd2ltbGFuZVRhc2tTdHlsZSI6eyIkaWQiOiI3NzAiLCIkdHlwZSI6Ik5MUkUuQ29tbW9uLkRvbS5TdHlsZXMuRXhwbGljaXRTZXRhYmxlVGFza1N0eWxlLCBOTFJFLkNvbW1vbiIsIlNoYXBlIjoxLCJTaGFwZVRoaWNrbmVzcyI6MCwiRHVyYXRpb25Gb3JtYXQiOjAsIkluY2x1ZGVOb25Xb3JraW5nRGF5c0luRHVyYXRpb24iOmZhbHNlLCJQZXJjZW50YWdlQ29tcGxldGVTdHlsZSI6eyIkaWQiOiI3NzEiLCJGb250U2V0dGluZ3MiOnsiJGlkIjoiNzcyIiwiRm9udFNpemUiOjEwLCJGb250TmFtZSI6IkNhbGlicmkiLCJJc0JvbGQiOmZhbHNlLCJJc0l0YWxpYyI6ZmFsc2UsIklzVW5kZXJsaW5lZCI6ZmFsc2UsIlBhcmVudFN0eWxlIjpudWxsfSwiQXV0b1NpemUiOjAsIkZvcmVncm91bmQiOnsiJGlkIjoiNzczIiwiQ29sb3IiOnsiJGlkIjoiNzc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c3NSIsIlRvcCI6MC4wLCJMZWZ0IjowLjAsIlJpZ2h0IjowLjAsIkJvdHRvbSI6MC4wfSwiUGFkZGluZyI6eyIkaWQiOiI3NzYiLCJUb3AiOjAuMCwiTGVmdCI6MC4wLCJSaWdodCI6MC4wLCJCb3R0b20iOjAuMH0sIkJhY2tncm91bmQiOnsiJGlkIjoiNzc3IiwiQ29sb3IiOnsiJGlkIjoiNzc4IiwiQSI6ODksIlIiOjAsIkciOjAsIkIiOjB9fSwiSXNWaXNpYmxlIjp0cnVlLCJXaWR0aCI6MC4wLCJIZWlnaHQiOjAuMCwiQm9yZGVyU3R5bGUiOnsiJGlkIjoiNzc5IiwiTGluZUNvbG9yIjpudWxsLCJMaW5lV2VpZ2h0IjowLjAsIkxpbmVUeXBlIjowLCJQYXJlbnRTdHlsZSI6bnVsbH0sIlBhcmVudFN0eWxlIjpudWxsfSwiRHVyYXRpb25TdHlsZSI6eyIkaWQiOiI3ODAiLCJGb250U2V0dGluZ3MiOnsiJGlkIjoiNzgxIiwiRm9udFNpemUiOjEwLCJGb250TmFtZSI6IkNhbGlicmkiLCJJc0JvbGQiOmZhbHNlLCJJc0l0YWxpYyI6ZmFsc2UsIklzVW5kZXJsaW5lZCI6ZmFsc2UsIlBhcmVudFN0eWxlIjpudWxsfSwiQXV0b1NpemUiOjAsIkZvcmVncm91bmQiOnsiJGlkIjoiNzgyIiwiQ29sb3IiOnsiJGlkIjoiNzgz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Nzg0IiwiVG9wIjowLjAsIkxlZnQiOjAuMCwiUmlnaHQiOjAuMCwiQm90dG9tIjowLjB9LCJQYWRkaW5nIjp7IiRpZCI6Ijc4NSIsIlRvcCI6MC4wLCJMZWZ0IjowLjAsIlJpZ2h0IjowLjAsIkJvdHRvbSI6MC4wfSwiQmFja2dyb3VuZCI6eyIkaWQiOiI3ODYiLCJDb2xvciI6eyIkaWQiOiI3ODciLCJBIjoyNTUsIlIiOjIzNywiRyI6MTI1LCJCIjo0OX19LCJJc1Zpc2libGUiOnRydWUsIldpZHRoIjowLjAsIkhlaWdodCI6MC4wLCJCb3JkZXJTdHlsZSI6eyIkaWQiOiI3ODgiLCJMaW5lQ29sb3IiOm51bGwsIkxpbmVXZWlnaHQiOjAuMCwiTGluZVR5cGUiOjAsIlBhcmVudFN0eWxlIjpudWxsfSwiUGFyZW50U3R5bGUiOm51bGx9LCJIb3Jpem9udGFsQ29ubmVjdG9yU3R5bGUiOnsiJGlkIjoiNzg5IiwiTGluZUNvbG9yIjp7IiRpZCI6Ijc5MCIsIiR0eXBlIjoiTkxSRS5Db21tb24uRG9tLlNvbGlkQ29sb3JCcnVzaCwgTkxSRS5Db21tb24iLCJDb2xvciI6eyIkaWQiOiI3OTEiLCJBIjoyNTUsIlIiOjAsIkciOjAsIkIiOjB9fSwiTGluZVdlaWdodCI6MC4wLCJMaW5lVHlwZSI6MCwiUGFyZW50U3R5bGUiOm51bGx9LCJWZXJ0aWNhbENvbm5lY3RvclN0eWxlIjp7IiRpZCI6Ijc5MiIsIkxpbmVDb2xvciI6eyIkaWQiOiI3OTMiLCIkdHlwZSI6Ik5MUkUuQ29tbW9uLkRvbS5Tb2xpZENvbG9yQnJ1c2gsIE5MUkUuQ29tbW9uIiwiQ29sb3IiOnsiJGlkIjoiNzk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Nzk1IiwiU2hhcGVTdHlsZSI6eyIkaWQiOiI3OTYiLCJNYXJnaW4iOnsiJGlkIjoiNzk3IiwiVG9wIjowLjAsIkxlZnQiOjAuMCwiUmlnaHQiOjAuMCwiQm90dG9tIjowLjB9LCJQYWRkaW5nIjp7IiRpZCI6Ijc5OCIsIlRvcCI6MC4wLCJMZWZ0IjowLjAsIlJpZ2h0IjowLjAsIkJvdHRvbSI6MC4wfSwiQmFja2dyb3VuZCI6eyIkaWQiOiI3OTkiLCJDb2xvciI6eyIkaWQiOiI4MDAiLCJBIjoxNTMsIlIiOjAsIkciOjAsIkIiOjB9fSwiSXNWaXNpYmxlIjp0cnVlLCJXaWR0aCI6MC4wLCJIZWlnaHQiOjAuMCwiQm9yZGVyU3R5bGUiOnsiJGlkIjoiODAxIiwiTGluZUNvbG9yIjp7IiRpZCI6IjgwMiIsIiR0eXBlIjoiTkxSRS5Db21tb24uRG9tLlNvbGlkQ29sb3JCcnVzaCwgTkxSRS5Db21tb24iLCJDb2xvciI6eyIkaWQiOiI4MDMiLCJBIjoyNTUsIlIiOjI1NSwiRyI6MCwiQiI6MH19LCJMaW5lV2VpZ2h0IjowLjAsIkxpbmVUeXBlIjowLCJQYXJlbnRTdHlsZSI6bnVsbH0sIlBhcmVudFN0eWxlIjpudWxsfSwiTWFyZ2luIjp7IiRpZCI6IjgwNCIsIlRvcCI6MC4wLCJMZWZ0IjowLjAsIlJpZ2h0IjowLjAsIkJvdHRvbSI6MC4wfSwiUGFkZGluZyI6eyIkaWQiOiI4MDUiLCJUb3AiOjAuMCwiTGVmdCI6MC4wLCJSaWdodCI6MC4wLCJCb3R0b20iOjAuMH0sIkJhY2tncm91bmQiOm51bGwsIklzVmlzaWJsZSI6dHJ1ZSwiV2lkdGgiOjAuMCwiSGVpZ2h0IjowLjAsIkJvcmRlclN0eWxlIjpudWxsLCJQYXJlbnRTdHlsZSI6bnVsbH0sIlNoYXBlU3R5bGUiOnsiJGlkIjoiODA2IiwiTWFyZ2luIjp7IiRpZCI6IjgwNyIsIlRvcCI6MC4wLCJMZWZ0Ijo0LjAsIlJpZ2h0Ijo0LjAsIkJvdHRvbSI6MC4wfSwiUGFkZGluZyI6eyIkaWQiOiI4MDgiLCJUb3AiOjAuMCwiTGVmdCI6MC4wLCJSaWdodCI6MC4wLCJCb3R0b20iOjAuMH0sIkJhY2tncm91bmQiOnsiJGlkIjoiODA5IiwiQ29sb3IiOnsiJGlkIjoiODEwIiwiQSI6MjU1LCJSIjoyNSwiRyI6MTA3LCJCIjozNn19LCJJc1Zpc2libGUiOnRydWUsIldpZHRoIjowLjAsIkhlaWdodCI6MTAuMCwiQm9yZGVyU3R5bGUiOnsiJGlkIjoiODExIiwiTGluZUNvbG9yIjp7IiRpZCI6IjgxMiIsIiR0eXBlIjoiTkxSRS5Db21tb24uRG9tLlNvbGlkQ29sb3JCcnVzaCwgTkxSRS5Db21tb24iLCJDb2xvciI6eyIkaWQiOiI4MTMiLCJBIjoyNTUsIlIiOjIzNCwiRyI6MjIsIkIiOjMwfX0sIkxpbmVXZWlnaHQiOjAuMCwiTGluZVR5cGUiOjAsIlBhcmVudFN0eWxlIjpudWxsfSwiUGFyZW50U3R5bGUiOm51bGx9LCJUaXRsZVN0eWxlIjp7IiRpZCI6IjgxNCIsIkZvbnRTZXR0aW5ncyI6eyIkaWQiOiI4MTUiLCJGb250U2l6ZSI6MTEsIkZvbnROYW1lIjoiQ2FsaWJyaSIsIklzQm9sZCI6ZmFsc2UsIklzSXRhbGljIjpmYWxzZSwiSXNVbmRlcmxpbmVkIjpmYWxzZSwiUGFyZW50U3R5bGUiOm51bGx9LCJBdXRvU2l6ZSI6MCwiRm9yZWdyb3VuZCI6eyIkaWQiOiI4MTYiLCJDb2xvciI6eyIkaWQiOiI4MT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DE4IiwiVG9wIjowLjAsIkxlZnQiOjAuMCwiUmlnaHQiOjAuMCwiQm90dG9tIjowLjB9LCJQYWRkaW5nIjp7IiRpZCI6IjgxOSIsIlRvcCI6MC4wLCJMZWZ0IjowLjAsIlJpZ2h0IjowLjAsIkJvdHRvbSI6MC4wfSwiQmFja2dyb3VuZCI6eyIkaWQiOiI4MjAiLCJDb2xvciI6eyIkaWQiOiI4MjEiLCJBIjoyNTUsIlIiOjAsIkciOjAsIkIiOjB9fSwiSXNWaXNpYmxlIjp0cnVlLCJXaWR0aCI6MC4wLCJIZWlnaHQiOjAuMCwiQm9yZGVyU3R5bGUiOnsiJGlkIjoiODIyIiwiTGluZUNvbG9yIjpudWxsLCJMaW5lV2VpZ2h0IjowLjAsIkxpbmVUeXBlIjowLCJQYXJlbnRTdHlsZSI6bnVsbH0sIlBhcmVudFN0eWxlIjpudWxsfSwiRGF0ZVN0eWxlIjp7IiRpZCI6IjgyMyIsIkZvbnRTZXR0aW5ncyI6eyIkaWQiOiI4MjQiLCJGb250U2l6ZSI6MTAsIkZvbnROYW1lIjoiQ2FsaWJyaSIsIklzQm9sZCI6ZmFsc2UsIklzSXRhbGljIjpmYWxzZSwiSXNVbmRlcmxpbmVkIjpmYWxzZSwiUGFyZW50U3R5bGUiOm51bGx9LCJBdXRvU2l6ZSI6MCwiRm9yZWdyb3VuZCI6eyIkaWQiOiI4MjUiLCJDb2xvciI6eyIkaWQiOiI4Mj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ODI3IiwiVG9wIjowLjAsIkxlZnQiOjAuMCwiUmlnaHQiOjAuMCwiQm90dG9tIjowLjB9LCJQYWRkaW5nIjp7IiRpZCI6IjgyOCIsIlRvcCI6MC4wLCJMZWZ0IjowLjAsIlJpZ2h0IjowLjAsIkJvdHRvbSI6MC4wfSwiQmFja2dyb3VuZCI6eyIkaWQiOiI4MjkiLCJDb2xvciI6eyIkaWQiOiI4MzAiLCJBIjoyNTUsIlIiOjE0LCJHIjo0MCwiQiI6NjV9fSwiSXNWaXNpYmxlIjp0cnVlLCJXaWR0aCI6MC4wLCJIZWlnaHQiOjAuMCwiQm9yZGVyU3R5bGUiOnsiJGlkIjoiODMxIiwiTGluZUNvbG9yIjpudWxsLCJMaW5lV2VpZ2h0IjowLjAsIkxpbmVUeXBlIjowLCJQYXJlbnRTdHlsZSI6bnVsbH0sIlBhcmVudFN0eWxlIjpudWxsfSwiRGF0ZUZvcm1hdCI6eyIkaWQiOiI4Mz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DMzIiwiRm9ybWF0IjowLCJJc1Zpc2libGUiOmZhbHNlLCJMYXN0S25vd25WaXNpYmlsaXR5U3RhdGUiOmZhbHNlfSwiSXNWaXNpYmxlIjp0cnVlLCJWYXJpYW5jZVN0eWxlIjp7IiRpZCI6IjgzNCIsIlRleHRTdHlsZSI6eyIkaWQiOiI4MzUiLCJGb250U2V0dGluZ3MiOnsiJGlkIjoiODM2IiwiRm9udFNpemUiOjEwLCJGb250TmFtZSI6IkNhbGlicmkiLCJJc0JvbGQiOmZhbHNlLCJJc0l0YWxpYyI6ZmFsc2UsIklzVW5kZXJsaW5lZCI6ZmFsc2UsIlBhcmVudFN0eWxlIjpudWxsfSwiQXV0b1NpemUiOjAsIkZvcmVncm91bmQiOnsiJGlkIjoiODM3IiwiQ29sb3IiOnsiJGlkIjoiODM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gzOSIsIlRvcCI6MC4wLCJMZWZ0IjowLjAsIlJpZ2h0IjowLjAsIkJvdHRvbSI6MC4wfSwiUGFkZGluZyI6eyIkaWQiOiI4NDAiLCJUb3AiOjAuMCwiTGVmdCI6MC4wLCJSaWdodCI6MC4wLCJCb3R0b20iOjAuMH0sIkJhY2tncm91bmQiOnsiJGlkIjoiODQxIiwiQ29sb3IiOnsiJGlkIjoiODQyIiwiQSI6MjU1LCJSIjowLCJHIjowLCJCIjowfX0sIklzVmlzaWJsZSI6dHJ1ZSwiV2lkdGgiOjAuMCwiSGVpZ2h0IjowLjAsIkJvcmRlclN0eWxlIjp7IiRpZCI6Ijg0MyIsIkxpbmVDb2xvciI6bnVsbCwiTGluZVdlaWdodCI6MC4wLCJMaW5lVHlwZSI6MCwiUGFyZW50U3R5bGUiOm51bGx9LCJQYXJlbnRTdHlsZSI6bnVsbH0sIlBhcmVudFN0eWxlIjpudWxsfSwiUGFyZW50U3R5bGUiOm51bGwsIl9leHBsaWNpdGx5U2V0Ijp7IiRpZCI6Ijg0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g0NSIsIlNoYXBlIjoxLCJDb25uZWN0b3JNYXJnaW4iOnsiJGlkIjoiODQ2IiwiVG9wIjowLjAsIkxlZnQiOjIuMCwiUmlnaHQiOjIuMCwiQm90dG9tIjowLjB9LCJDb25uZWN0b3JTdHlsZSI6eyIkaWQiOiI4NDciLCJMaW5lQ29sb3IiOnsiJGlkIjoiODQ4IiwiJHR5cGUiOiJOTFJFLkNvbW1vbi5Eb20uU29saWRDb2xvckJydXNoLCBOTFJFLkNvbW1vbiIsIkNvbG9yIjp7IiRpZCI6Ijg0OSIsIkEiOjEyNywiUiI6MTMsIkciOjUzLCJCIjoxOH19LCJMaW5lV2VpZ2h0IjoxLjAsIkxpbmVUeXBlIjowLCJQYXJlbnRTdHlsZSI6bnVsbH0sIklzQmVsb3dUaW1lYmFuZCI6ZmFsc2UsIlBvc2l0aW9uT25UYXNrIjoxLCJIaWRlRGF0ZSI6ZmFsc2UsIlNoYXBlU2l6ZSI6MCwiU3BhY2luZyI6MC4wLCJQYWRkaW5nIjp7IiRpZCI6Ijg1MCIsIlRvcCI6NS4wLCJMZWZ0IjozLjAsIlJpZ2h0IjowLjAsIkJvdHRvbSI6Mi4wfSwiU2hhcGVTdHlsZSI6eyIkaWQiOiI4NTEiLCJNYXJnaW4iOnsiJGlkIjoiODUyIiwiVG9wIjowLjAsIkxlZnQiOjAuMCwiUmlnaHQiOjAuMCwiQm90dG9tIjowLjB9LCJQYWRkaW5nIjp7IiRpZCI6Ijg1MyIsIlRvcCI6MC4wLCJMZWZ0IjowLjAsIlJpZ2h0IjowLjAsIkJvdHRvbSI6MC4wfSwiQmFja2dyb3VuZCI6eyIkaWQiOiI4NTQiLCJDb2xvciI6eyIkaWQiOiI4NTUiLCJBIjoyNTUsIlIiOjEzLCJHIjo1MywiQiI6MTh9fSwiSXNWaXNpYmxlIjp0cnVlLCJXaWR0aCI6MTIuMCwiSGVpZ2h0IjoxNC4wLCJCb3JkZXJTdHlsZSI6eyIkaWQiOiI4NTYiLCJMaW5lQ29sb3IiOnsiJGlkIjoiODU3IiwiJHR5cGUiOiJOTFJFLkNvbW1vbi5Eb20uU29saWRDb2xvckJydXNoLCBOTFJFLkNvbW1vbiIsIkNvbG9yIjp7IiRpZCI6Ijg1OCIsIkEiOjI1NSwiUiI6MjU1LCJHIjoyNTUsIkIiOjI1NX19LCJMaW5lV2VpZ2h0IjowLjAsIkxpbmVUeXBlIjowLCJQYXJlbnRTdHlsZSI6bnVsbH0sIlBhcmVudFN0eWxlIjpudWxsfSwiVGl0bGVTdHlsZSI6eyIkaWQiOiI4NTkiLCJGb250U2V0dGluZ3MiOnsiJGlkIjoiODYwIiwiRm9udFNpemUiOjExLCJGb250TmFtZSI6IkNhbGlicmkiLCJJc0JvbGQiOmZhbHNlLCJJc0l0YWxpYyI6ZmFsc2UsIklzVW5kZXJsaW5lZCI6ZmFsc2UsIlBhcmVudFN0eWxlIjpudWxsfSwiQXV0b1NpemUiOjAsIkZvcmVncm91bmQiOnsiJGlkIjoiODYxIiwiQ29sb3IiOnsiJGlkIjoiODY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g2MyIsIlRvcCI6MC4wLCJMZWZ0IjowLjAsIlJpZ2h0IjowLjAsIkJvdHRvbSI6MC4wfSwiUGFkZGluZyI6eyIkaWQiOiI4NjQiLCJUb3AiOjAuMCwiTGVmdCI6MC4wLCJSaWdodCI6MC4wLCJCb3R0b20iOjAuMH0sIkJhY2tncm91bmQiOnsiJGlkIjoiODY1IiwiQ29sb3IiOnsiJGlkIjoiODY2IiwiQSI6MjU1LCJSIjowLCJHIjowLCJCIjowfX0sIklzVmlzaWJsZSI6dHJ1ZSwiV2lkdGgiOjAuMCwiSGVpZ2h0IjowLjAsIkJvcmRlclN0eWxlIjp7IiRpZCI6Ijg2NyIsIkxpbmVDb2xvciI6bnVsbCwiTGluZVdlaWdodCI6MC4wLCJMaW5lVHlwZSI6MCwiUGFyZW50U3R5bGUiOm51bGx9LCJQYXJlbnRTdHlsZSI6bnVsbH0sIkRhdGVTdHlsZSI6eyIkaWQiOiI4NjgiLCJGb250U2V0dGluZ3MiOnsiJGlkIjoiODY5IiwiRm9udFNpemUiOjEwLCJGb250TmFtZSI6IkNhbGlicmkiLCJJc0JvbGQiOmZhbHNlLCJJc0l0YWxpYyI6ZmFsc2UsIklzVW5kZXJsaW5lZCI6ZmFsc2UsIlBhcmVudFN0eWxlIjpudWxsfSwiQXV0b1NpemUiOjAsIkZvcmVncm91bmQiOnsiJGlkIjoiODcwIiwiQ29sb3IiOnsiJGlkIjoiODc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g3MiIsIlRvcCI6MC4wLCJMZWZ0IjowLjAsIlJpZ2h0IjowLjAsIkJvdHRvbSI6MC4wfSwiUGFkZGluZyI6eyIkaWQiOiI4NzMiLCJUb3AiOjAuMCwiTGVmdCI6MC4wLCJSaWdodCI6MC4wLCJCb3R0b20iOjAuMH0sIkJhY2tncm91bmQiOnsiJGlkIjoiODc0IiwiQ29sb3IiOnsiJGlkIjoiODc1IiwiQSI6MjU1LCJSIjoxNCwiRyI6NDAsIkIiOjY1fX0sIklzVmlzaWJsZSI6dHJ1ZSwiV2lkdGgiOjAuMCwiSGVpZ2h0IjowLjAsIkJvcmRlclN0eWxlIjp7IiRpZCI6Ijg3NiIsIkxpbmVDb2xvciI6bnVsbCwiTGluZVdlaWdodCI6MC4wLCJMaW5lVHlwZSI6MCwiUGFyZW50U3R5bGUiOm51bGx9LCJQYXJlbnRTdHlsZSI6bnVsbH0sIkRhdGVGb3JtYXQiOnsiJGlkIjoiODc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g3OCIsIkZvcm1hdCI6MCwiSXNWaXNpYmxlIjpmYWxzZSwiTGFzdEtub3duVmlzaWJpbGl0eVN0YXRlIjpmYWxzZX0sIklzVmlzaWJsZSI6ZmFsc2UsIlZhcmlhbmNlU3R5bGUiOnsiJGlkIjoiODc5IiwiVGV4dFN0eWxlIjp7IiRpZCI6Ijg4MCIsIkZvbnRTZXR0aW5ncyI6eyIkaWQiOiI4ODEiLCJGb250U2l6ZSI6MTAsIkZvbnROYW1lIjoiQ2FsaWJyaSIsIklzQm9sZCI6ZmFsc2UsIklzSXRhbGljIjpmYWxzZSwiSXNVbmRlcmxpbmVkIjpmYWxzZSwiUGFyZW50U3R5bGUiOm51bGx9LCJBdXRvU2l6ZSI6MCwiRm9yZWdyb3VuZCI6eyIkaWQiOiI4ODIiLCJDb2xvciI6eyIkaWQiOiI4OD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Dg0IiwiVG9wIjowLjAsIkxlZnQiOjAuMCwiUmlnaHQiOjAuMCwiQm90dG9tIjowLjB9LCJQYWRkaW5nIjp7IiRpZCI6Ijg4NSIsIlRvcCI6MC4wLCJMZWZ0IjowLjAsIlJpZ2h0IjowLjAsIkJvdHRvbSI6MC4wfSwiQmFja2dyb3VuZCI6eyIkaWQiOiI4ODYiLCJDb2xvciI6eyIkaWQiOiI4ODciLCJBIjoyNTUsIlIiOjAsIkciOjAsIkIiOjB9fSwiSXNWaXNpYmxlIjp0cnVlLCJXaWR0aCI6MC4wLCJIZWlnaHQiOjAuMCwiQm9yZGVyU3R5bGUiOnsiJGlkIjoiODg4IiwiTGluZUNvbG9yIjpudWxsLCJMaW5lV2VpZ2h0IjowLjAsIkxpbmVUeXBlIjowLCJQYXJlbnRTdHlsZSI6bnVsbH0sIlBhcmVudFN0eWxlIjpudWxsfSwiUGFyZW50U3R5bGUiOm51bGx9LCJQYXJlbnRTdHlsZSI6bnVsbH0sIkRlZmF1bHRTd2ltbGFuZU1pbGVzdG9uZVN0eWxlIjp7IiRpZCI6Ijg4OSIsIlRpdGxlUG9zaXRpb24iOiJMZWZ0IiwiRGF0ZVBvc2l0aW9uIjoiUmlnaHQiLCJWYXJpYW5jZVBvc2l0aW9uIjoiUmlnaHQiLCJTaGFwZVR5cGUiOjEsIlNoYXBlU2l6ZSI6MCwiU3BhY2luZyI6NSwiU2hhcGVTdHlsZSI6eyIkaWQiOiI4OTAiLCJNYXJnaW4iOnsiJGlkIjoiODkxIiwiVG9wIjowLjAsIkxlZnQiOjAuMCwiUmlnaHQiOjAuMCwiQm90dG9tIjowLjB9LCJQYWRkaW5nIjp7IiRpZCI6Ijg5MiIsIlRvcCI6MC4wLCJMZWZ0IjowLjAsIlJpZ2h0IjowLjAsIkJvdHRvbSI6MC4wfSwiQmFja2dyb3VuZCI6eyIkaWQiOiI4OTMiLCJDb2xvciI6eyIkaWQiOiI4OTQiLCJBIjoyNTUsIlIiOjI1LCJHIjoxMDcsIkIiOjM2fX0sIklzVmlzaWJsZSI6dHJ1ZSwiV2lkdGgiOjEyLjAsIkhlaWdodCI6MTQuMCwiQm9yZGVyU3R5bGUiOnsiJGlkIjoiODk1IiwiTGluZUNvbG9yIjp7IiRpZCI6Ijg5NiIsIiR0eXBlIjoiTkxSRS5Db21tb24uRG9tLlNvbGlkQ29sb3JCcnVzaCwgTkxSRS5Db21tb24iLCJDb2xvciI6eyIkaWQiOiI4OTciLCJBIjoyNTUsIlIiOjIzNCwiRyI6MjIsIkIiOjMwfX0sIkxpbmVXZWlnaHQiOjAuMCwiTGluZVR5cGUiOjAsIlBhcmVudFN0eWxlIjpudWxsfSwiUGFyZW50U3R5bGUiOm51bGx9LCJUaXRsZVN0eWxlIjp7IiRpZCI6Ijg5OCIsIkZvbnRTZXR0aW5ncyI6eyIkaWQiOiI4OTkiLCJGb250U2l6ZSI6MTEsIkZvbnROYW1lIjoiQ2FsaWJyaSIsIklzQm9sZCI6ZmFsc2UsIklzSXRhbGljIjpmYWxzZSwiSXNVbmRlcmxpbmVkIjpmYWxzZSwiUGFyZW50U3R5bGUiOm51bGx9LCJBdXRvU2l6ZSI6MCwiRm9yZWdyb3VuZCI6eyIkaWQiOiI5MDAiLCJDb2xvciI6eyIkaWQiOiI5MDE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OTAyIiwiVG9wIjowLjAsIkxlZnQiOjAuMCwiUmlnaHQiOjAuMCwiQm90dG9tIjowLjB9LCJQYWRkaW5nIjp7IiRpZCI6IjkwMyIsIlRvcCI6MC4wLCJMZWZ0IjowLjAsIlJpZ2h0IjowLjAsIkJvdHRvbSI6MC4wfSwiQmFja2dyb3VuZCI6eyIkaWQiOiI5MDQiLCJDb2xvciI6eyIkaWQiOiI5MDUiLCJBIjoyNTUsIlIiOjAsIkciOjAsIkIiOjB9fSwiSXNWaXNpYmxlIjp0cnVlLCJXaWR0aCI6MC4wLCJIZWlnaHQiOjAuMCwiQm9yZGVyU3R5bGUiOnsiJGlkIjoiOTA2IiwiTGluZUNvbG9yIjpudWxsLCJMaW5lV2VpZ2h0IjowLjAsIkxpbmVUeXBlIjowLCJQYXJlbnRTdHlsZSI6bnVsbH0sIlBhcmVudFN0eWxlIjpudWxsfSwiRGF0ZVN0eWxlIjp7IiRpZCI6IjkwNyIsIkZvbnRTZXR0aW5ncyI6eyIkaWQiOiI5MDgiLCJGb250U2l6ZSI6MTAsIkZvbnROYW1lIjoiQ2FsaWJyaSIsIklzQm9sZCI6ZmFsc2UsIklzSXRhbGljIjpmYWxzZSwiSXNVbmRlcmxpbmVkIjpmYWxzZSwiUGFyZW50U3R5bGUiOm51bGx9LCJBdXRvU2l6ZSI6MCwiRm9yZWdyb3VuZCI6eyIkaWQiOiI5MDkiLCJDb2xvciI6eyIkaWQiOiI5MTA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OTExIiwiVG9wIjowLjAsIkxlZnQiOjAuMCwiUmlnaHQiOjAuMCwiQm90dG9tIjowLjB9LCJQYWRkaW5nIjp7IiRpZCI6IjkxMiIsIlRvcCI6MC4wLCJMZWZ0IjowLjAsIlJpZ2h0IjowLjAsIkJvdHRvbSI6MC4wfSwiQmFja2dyb3VuZCI6eyIkaWQiOiI5MTMiLCJDb2xvciI6eyIkaWQiOiI5MTQiLCJBIjoyNTUsIlIiOjE0LCJHIjo0MCwiQiI6NjV9fSwiSXNWaXNpYmxlIjp0cnVlLCJXaWR0aCI6MC4wLCJIZWlnaHQiOjAuMCwiQm9yZGVyU3R5bGUiOnsiJGlkIjoiOTE1IiwiTGluZUNvbG9yIjpudWxsLCJMaW5lV2VpZ2h0IjowLjAsIkxpbmVUeXBlIjowLCJQYXJlbnRTdHlsZSI6bnVsbH0sIlBhcmVudFN0eWxlIjpudWxsfSwiRGF0ZUZvcm1hdCI6eyIkaWQiOiI5M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E3IiwiRm9ybWF0IjowLCJJc1Zpc2libGUiOmZhbHNlLCJMYXN0S25vd25WaXNpYmlsaXR5U3RhdGUiOmZhbHNlfSwiSXNWaXNpYmxlIjp0cnVlLCJWYXJpYW5jZVN0eWxlIjp7IiRpZCI6IjkxOCIsIlRleHRTdHlsZSI6eyIkaWQiOiI5MTkiLCJGb250U2V0dGluZ3MiOnsiJGlkIjoiOTIwIiwiRm9udFNpemUiOjEwLCJGb250TmFtZSI6IkNhbGlicmkiLCJJc0JvbGQiOmZhbHNlLCJJc0l0YWxpYyI6ZmFsc2UsIklzVW5kZXJsaW5lZCI6ZmFsc2UsIlBhcmVudFN0eWxlIjpudWxsfSwiQXV0b1NpemUiOjAsIkZvcmVncm91bmQiOnsiJGlkIjoiOTIxIiwiQ29sb3IiOnsiJGlkIjoiOTI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kyMyIsIlRvcCI6MC4wLCJMZWZ0IjowLjAsIlJpZ2h0IjowLjAsIkJvdHRvbSI6MC4wfSwiUGFkZGluZyI6eyIkaWQiOiI5MjQiLCJUb3AiOjAuMCwiTGVmdCI6MC4wLCJSaWdodCI6MC4wLCJCb3R0b20iOjAuMH0sIkJhY2tncm91bmQiOnsiJGlkIjoiOTI1IiwiQ29sb3IiOnsiJGlkIjoiOTI2IiwiQSI6MjU1LCJSIjowLCJHIjowLCJCIjowfX0sIklzVmlzaWJsZSI6dHJ1ZSwiV2lkdGgiOjAuMCwiSGVpZ2h0IjowLjAsIkJvcmRlclN0eWxlIjp7IiRpZCI6IjkyNyIsIkxpbmVDb2xvciI6bnVsbCwiTGluZVdlaWdodCI6MC4wLCJMaW5lVHlwZSI6MCwiUGFyZW50U3R5bGUiOm51bGx9LCJQYXJlbnRTdHlsZSI6bnVsbH0sIlBhcmVudFN0eWxlIjpudWxsfSwiUGFyZW50U3R5bGUiOm51bGx9LCJEZWZhdWx0U3dpbWxhbmVBY3Rpdml0eVN0eWxlIjp7IiRpZCI6IjkyOCIsIkhlYWRlclN0eWxlIjp7IiRpZCI6IjkyOSIsIlRleHRTdHlsZSI6eyIkaWQiOiI5MzAiLCJGb250U2V0dGluZ3MiOnsiJGlkIjoiOTMxIiwiRm9udFNpemUiOjExLCJGb250TmFtZSI6IkNhbGlicmkiLCJJc0JvbGQiOmZhbHNlLCJJc0l0YWxpYyI6ZmFsc2UsIklzVW5kZXJsaW5lZCI6ZmFsc2UsIlBhcmVudFN0eWxlIjpudWxsfSwiQXV0b1NpemUiOjIsIkZvcmVncm91bmQiOnsiJGlkIjoiOTMyIiwiQ29sb3IiOnsiJGlkIjoiOTM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OTM0IiwiVG9wIjowLjAsIkxlZnQiOjAuMCwiUmlnaHQiOjAuMCwiQm90dG9tIjowLjB9LCJQYWRkaW5nIjp7IiRpZCI6IjkzNSIsIlRvcCI6MC4wLCJMZWZ0IjowLjAsIlJpZ2h0IjowLjAsIkJvdHRvbSI6MC4wfSwiQmFja2dyb3VuZCI6eyIkaWQiOiI5MzYiLCJDb2xvciI6eyIkaWQiOiI5MzciLCJBIjoyNTUsIlIiOjAsIkciOjAsIkIiOjB9fSwiSXNWaXNpYmxlIjp0cnVlLCJXaWR0aCI6MC4wLCJIZWlnaHQiOjAuMCwiQm9yZGVyU3R5bGUiOm51bGwsIlBhcmVudFN0eWxlIjpudWxsfSwiUmVjdGFuZ2xlU3R5bGUiOnsiJGlkIjoiOTM4IiwiTWFyZ2luIjp7IiRpZCI6IjkzOSIsIlRvcCI6MC4wLCJMZWZ0IjowLjAsIlJpZ2h0IjowLjAsIkJvdHRvbSI6MC4wfSwiUGFkZGluZyI6eyIkaWQiOiI5NDAiLCJUb3AiOjAuMCwiTGVmdCI6MC4wLCJSaWdodCI6MC4wLCJCb3R0b20iOjAuMH0sIkJhY2tncm91bmQiOnsiJGlkIjoiOTQxIiwiQ29sb3IiOnsiJGlkIjoiOTQyIiwiQSI6NjMsIlIiOjI1LCJHIjoxMDcsIkIiOjM2fX0sIklzVmlzaWJsZSI6dHJ1ZSwiV2lkdGgiOjAuMCwiSGVpZ2h0IjowLjAsIkJvcmRlclN0eWxlIjp7IiRpZCI6Ijk0MyIsIkxpbmVDb2xvciI6eyIkaWQiOiI5NDQiLCIkdHlwZSI6Ik5MUkUuQ29tbW9uLkRvbS5Tb2xpZENvbG9yQnJ1c2gsIE5MUkUuQ29tbW9uIiwiQ29sb3IiOnsiJGlkIjoiOTQ1IiwiQSI6MjU1LCJSIjoyNTUsIkciOjI1NSwiQiI6MjU1fX0sIkxpbmVXZWlnaHQiOjAuMCwiTGluZVR5cGUiOjAsIlBhcmVudFN0eWxlIjpudWxsfSwiUGFyZW50U3R5bGUiOm51bGx9LCJNYXJnaW4iOnsiJGlkIjoiOTQ2IiwiVG9wIjowLjAsIkxlZnQiOjAuMCwiUmlnaHQiOjAuMCwiQm90dG9tIjowLjB9LCJQYWRkaW5nIjp7IiRpZCI6Ijk0NyIsIlRvcCI6MC4wLCJMZWZ0IjowLjAsIlJpZ2h0IjowLjAsIkJvdHRvbSI6MC4wfSwiQmFja2dyb3VuZCI6bnVsbCwiSXNWaXNpYmxlIjp0cnVlLCJXaWR0aCI6MC4wLCJIZWlnaHQiOjAuMCwiQm9yZGVyU3R5bGUiOm51bGwsIlBhcmVudFN0eWxlIjpudWxsfSwiQmFja2dyb3VuZFN0eWxlIjp7IiRpZCI6Ijk0OCIsIk1hcmdpbiI6eyIkaWQiOiI5NDkiLCJUb3AiOjAuMCwiTGVmdCI6MC4wLCJSaWdodCI6MC4wLCJCb3R0b20iOjAuMH0sIlBhZGRpbmciOnsiJGlkIjoiOTUwIiwiVG9wIjowLjAsIkxlZnQiOjAuMCwiUmlnaHQiOjAuMCwiQm90dG9tIjowLjB9LCJCYWNrZ3JvdW5kIjp7IiRpZCI6Ijk1MSIsIkNvbG9yIjp7IiRpZCI6Ijk1MiIsIkEiOjUxLCJSIjoyMDAsIkciOjIwMCwiQiI6MjAwfX0sIklzVmlzaWJsZSI6dHJ1ZSwiV2lkdGgiOjAuMCwiSGVpZ2h0IjowLjAsIkJvcmRlclN0eWxlIjp7IiRpZCI6Ijk1MyIsIkxpbmVDb2xvciI6eyIkaWQiOiI5NTQiLCIkdHlwZSI6Ik5MUkUuQ29tbW9uLkRvbS5Tb2xpZENvbG9yQnJ1c2gsIE5MUkUuQ29tbW9uIiwiQ29sb3IiOnsiJGlkIjoiOTU1IiwiQSI6MjU1LCJSIjoyMzQsIkciOjIyLCJCIjozMH19LCJMaW5lV2VpZ2h0IjowLjAsIkxpbmVUeXBlIjowLCJQYXJlbnRTdHlsZSI6bnVsbH0sIlBhcmVudFN0eWxlIjpudWxsfSwiTWFyZ2luIjp7IiRpZCI6Ijk1NiIsIlRvcCI6MC4wLCJMZWZ0IjowLjAsIlJpZ2h0IjowLjAsIkJvdHRvbSI6MC4wfSwiUGFkZGluZyI6eyIkaWQiOiI5NTciLCJUb3AiOjAuMCwiTGVmdCI6MC4wLCJSaWdodCI6MC4wLCJCb3R0b20iOjAuMH0sIklzVmlzaWJsZSI6dHJ1ZSwiV2lkdGgiOjAuMCwiSGVpZ2h0IjowLjAsIkJvcmRlclN0eWxlIjp7IiRpZCI6Ijk1OCIsIkxpbmVDb2xvciI6bnVsbCwiTGluZVdlaWdodCI6MC4wLCJMaW5lVHlwZSI6MCwiUGFyZW50U3R5bGUiOm51bGx9LCJQYXJlbnRTdHlsZSI6bnVsbH0sIk1hcmdpbiI6eyIkaWQiOiI5NTkiLCJUb3AiOjAuMCwiTGVmdCI6MC4wLCJSaWdodCI6MC4wLCJCb3R0b20iOjAuMH0sIlBhZGRpbmciOnsiJGlkIjoiOTYwIiwiVG9wIjowLjAsIkxlZnQiOjAuMCwiUmlnaHQiOjAuMCwiQm90dG9tIjowLjB9LCJJc1Zpc2libGUiOnRydWUsIldpZHRoIjowLjAsIkhlaWdodCI6MC4wLCJCb3JkZXJTdHlsZSI6eyIkaWQiOiI5NjEiLCJMaW5lQ29sb3IiOm51bGwsIkxpbmVXZWlnaHQiOjAuMCwiTGluZVR5cGUiOjAsIlBhcmVudFN0eWxlIjpudWxsfSwiUGFyZW50U3R5bGUiOm51bGx9LHsiJGlkIjoiOTYyIiwiU3R5bGVJZCI6IjA3MDJkZWE4LWMxMTQtNGQ3MS1iZTQwLWNkMzA2MmM0Njk3MCIsIkhlYWRlclN0eWxlIjp7IiRpZCI6Ijk2MyIsIlRleHRJc1ZlcnRpY2FsIjpmYWxzZSwiVGV4dFN0eWxlIjp7IiRpZCI6Ijk2NCIsIkZvbnRTZXR0aW5ncyI6eyIkaWQiOiI5NjUiLCJGb250U2l6ZSI6MTEsIkZvbnROYW1lIjoiQ2FsaWJyaSIsIklzQm9sZCI6ZmFsc2UsIklzSXRhbGljIjpmYWxzZSwiSXNVbmRlcmxpbmVkIjpmYWxzZSwiUGFyZW50U3R5bGUiOm51bGx9LCJBdXRvU2l6ZSI6MiwiRm9yZWdyb3VuZCI6eyIkaWQiOiI5NjYiLCJDb2xvciI6eyIkaWQiOiI5Njc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5NjgiLCJUb3AiOjAuMCwiTGVmdCI6MC4wLCJSaWdodCI6MC4wLCJCb3R0b20iOjAuMH0sIlBhZGRpbmciOnsiJGlkIjoiOTY5IiwiVG9wIjowLjAsIkxlZnQiOjAuMCwiUmlnaHQiOjAuMCwiQm90dG9tIjowLjB9LCJCYWNrZ3JvdW5kIjp7IiRpZCI6Ijk3MCIsIkNvbG9yIjp7IiRpZCI6Ijk3MSIsIkEiOjI1NSwiUiI6MjU1LCJHIjoyNTUsIkIiOjI1NX19LCJJc1Zpc2libGUiOnRydWUsIldpZHRoIjowLjAsIkhlaWdodCI6MC4wLCJCb3JkZXJTdHlsZSI6bnVsbCwiUGFyZW50U3R5bGUiOm51bGx9LCJSZWN0YW5nbGVTdHlsZSI6eyIkaWQiOiI5NzIiLCJNYXJnaW4iOnsiJGlkIjoiOTczIiwiVG9wIjowLjAsIkxlZnQiOjAuMCwiUmlnaHQiOjAuMCwiQm90dG9tIjowLjB9LCJQYWRkaW5nIjp7IiRpZCI6Ijk3NCIsIlRvcCI6MC4wLCJMZWZ0IjowLjAsIlJpZ2h0IjowLjAsIkJvdHRvbSI6MC4wfSwiQmFja2dyb3VuZCI6eyIkaWQiOiI5NzUiLCJDb2xvciI6eyIkaWQiOiI5NzYiLCJBIjoyNTUsIlIiOjE1LCJHIjoxNTgsIkIiOjIxM319LCJJc1Zpc2libGUiOnRydWUsIldpZHRoIjowLjAsIkhlaWdodCI6MC4wLCJCb3JkZXJTdHlsZSI6eyIkaWQiOiI5NzciLCJMaW5lQ29sb3IiOnsiJGlkIjoiOTc4IiwiJHR5cGUiOiJOTFJFLkNvbW1vbi5Eb20uU29saWRDb2xvckJydXNoLCBOTFJFLkNvbW1vbiIsIkNvbG9yIjp7IiRpZCI6Ijk3OSIsIkEiOjI1NSwiUiI6MjU1LCJHIjoyNTUsIkIiOjI1NX19LCJMaW5lV2VpZ2h0IjowLjAsIkxpbmVUeXBlIjowLCJQYXJlbnRTdHlsZSI6bnVsbH0sIlBhcmVudFN0eWxlIjpudWxsfSwiTWFyZ2luIjp7IiRpZCI6Ijk4MCIsIlRvcCI6MC4wLCJMZWZ0IjowLjAsIlJpZ2h0IjowLjAsIkJvdHRvbSI6MC4wfSwiUGFkZGluZyI6eyIkaWQiOiI5ODEiLCJUb3AiOjAuMCwiTGVmdCI6MC4wLCJSaWdodCI6MC4wLCJCb3R0b20iOjAuMH0sIkJhY2tncm91bmQiOm51bGwsIklzVmlzaWJsZSI6dHJ1ZSwiV2lkdGgiOjAuMCwiSGVpZ2h0IjowLjAsIkJvcmRlclN0eWxlIjpudWxsLCJQYXJlbnRTdHlsZSI6bnVsbH0sIkJhY2tncm91bmRTdHlsZSI6eyIkaWQiOiI5ODIiLCJNYXJnaW4iOnsiJGlkIjoiOTgzIiwiVG9wIjowLjAsIkxlZnQiOjAuMCwiUmlnaHQiOjAuMCwiQm90dG9tIjowLjB9LCJQYWRkaW5nIjp7IiRpZCI6Ijk4NCIsIlRvcCI6MC4wLCJMZWZ0IjowLjAsIlJpZ2h0IjowLjAsIkJvdHRvbSI6MC4wfSwiQmFja2dyb3VuZCI6eyIkaWQiOiI5ODUiLCJDb2xvciI6eyIkaWQiOiI5ODYiLCJBIjo1MSwiUiI6MjAwLCJHIjoyMDAsIkIiOjIwMH19LCJJc1Zpc2libGUiOnRydWUsIldpZHRoIjowLjAsIkhlaWdodCI6MC4wLCJCb3JkZXJTdHlsZSI6eyIkaWQiOiI5ODciLCJMaW5lQ29sb3IiOnsiJGlkIjoiOTg4IiwiJHR5cGUiOiJOTFJFLkNvbW1vbi5Eb20uU29saWRDb2xvckJydXNoLCBOTFJFLkNvbW1vbiIsIkNvbG9yIjp7IiRpZCI6Ijk4OSIsIkEiOjI1NSwiUiI6MjM0LCJHIjoyMiwiQiI6MzB9fSwiTGluZVdlaWdodCI6MC4wLCJMaW5lVHlwZSI6MCwiUGFyZW50U3R5bGUiOm51bGx9LCJQYXJlbnRTdHlsZSI6bnVsbH0sIklzQWJvdmVUaW1lYmFuZCI6ZmFsc2UsIlNwYWNpbmciOjMsIkRlZmF1bHRTd2ltbGFuZVRhc2tTdHlsZSI6eyIkaWQiOiI5OTAiLCIkdHlwZSI6Ik5MUkUuQ29tbW9uLkRvbS5TdHlsZXMuRXhwbGljaXRTZXRhYmxlVGFza1N0eWxlLCBOTFJFLkNvbW1vbiIsIlNoYXBlIjoxLCJTaGFwZVRoaWNrbmVzcyI6MCwiRHVyYXRpb25Gb3JtYXQiOjAsIkluY2x1ZGVOb25Xb3JraW5nRGF5c0luRHVyYXRpb24iOmZhbHNlLCJQZXJjZW50YWdlQ29tcGxldGVTdHlsZSI6eyIkaWQiOiI5OTEiLCJGb250U2V0dGluZ3MiOnsiJGlkIjoiOTkyIiwiRm9udFNpemUiOjEwLCJGb250TmFtZSI6IkNhbGlicmkiLCJJc0JvbGQiOmZhbHNlLCJJc0l0YWxpYyI6ZmFsc2UsIklzVW5kZXJsaW5lZCI6ZmFsc2UsIlBhcmVudFN0eWxlIjpudWxsfSwiQXV0b1NpemUiOjAsIkZvcmVncm91bmQiOnsiJGlkIjoiOTkzIiwiQ29sb3IiOnsiJGlkIjoiOTk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k5NSIsIlRvcCI6MC4wLCJMZWZ0IjowLjAsIlJpZ2h0IjowLjAsIkJvdHRvbSI6MC4wfSwiUGFkZGluZyI6eyIkaWQiOiI5OTYiLCJUb3AiOjAuMCwiTGVmdCI6MC4wLCJSaWdodCI6MC4wLCJCb3R0b20iOjAuMH0sIkJhY2tncm91bmQiOnsiJGlkIjoiOTk3IiwiQ29sb3IiOnsiJGlkIjoiOTk4IiwiQSI6ODksIlIiOjAsIkciOjAsIkIiOjB9fSwiSXNWaXNpYmxlIjp0cnVlLCJXaWR0aCI6MC4wLCJIZWlnaHQiOjAuMCwiQm9yZGVyU3R5bGUiOnsiJGlkIjoiOTk5IiwiTGluZUNvbG9yIjpudWxsLCJMaW5lV2VpZ2h0IjowLjAsIkxpbmVUeXBlIjowLCJQYXJlbnRTdHlsZSI6bnVsbH0sIlBhcmVudFN0eWxlIjpudWxsfSwiRHVyYXRpb25TdHlsZSI6eyIkaWQiOiIxMDAwIiwiRm9udFNldHRpbmdzIjp7IiRpZCI6IjEwMDEiLCJGb250U2l6ZSI6MTAsIkZvbnROYW1lIjoiQ2FsaWJyaSIsIklzQm9sZCI6ZmFsc2UsIklzSXRhbGljIjpmYWxzZSwiSXNVbmRlcmxpbmVkIjpmYWxzZSwiUGFyZW50U3R5bGUiOm51bGx9LCJBdXRvU2l6ZSI6MCwiRm9yZWdyb3VuZCI6eyIkaWQiOiIxMDAyIiwiQ29sb3IiOnsiJGlkIjoiMTAw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wMDQiLCJUb3AiOjAuMCwiTGVmdCI6MC4wLCJSaWdodCI6MC4wLCJCb3R0b20iOjAuMH0sIlBhZGRpbmciOnsiJGlkIjoiMTAwNSIsIlRvcCI6MC4wLCJMZWZ0IjowLjAsIlJpZ2h0IjowLjAsIkJvdHRvbSI6MC4wfSwiQmFja2dyb3VuZCI6eyIkaWQiOiIxMDA2IiwiQ29sb3IiOnsiJGlkIjoiMTAwNyIsIkEiOjI1NSwiUiI6MjM3LCJHIjoxMjUsIkIiOjQ5fX0sIklzVmlzaWJsZSI6dHJ1ZSwiV2lkdGgiOjAuMCwiSGVpZ2h0IjowLjAsIkJvcmRlclN0eWxlIjp7IiRpZCI6IjEwMDgiLCJMaW5lQ29sb3IiOm51bGwsIkxpbmVXZWlnaHQiOjAuMCwiTGluZVR5cGUiOjAsIlBhcmVudFN0eWxlIjpudWxsfSwiUGFyZW50U3R5bGUiOm51bGx9LCJIb3Jpem9udGFsQ29ubmVjdG9yU3R5bGUiOnsiJGlkIjoiMTAwOSIsIkxpbmVDb2xvciI6eyIkaWQiOiIxMDEwIiwiJHR5cGUiOiJOTFJFLkNvbW1vbi5Eb20uU29saWRDb2xvckJydXNoLCBOTFJFLkNvbW1vbiIsIkNvbG9yIjp7IiRpZCI6IjEwMTEiLCJBIjoyNTUsIlIiOjAsIkciOjAsIkIiOjB9fSwiTGluZVdlaWdodCI6MC4wLCJMaW5lVHlwZSI6MCwiUGFyZW50U3R5bGUiOm51bGx9LCJWZXJ0aWNhbENvbm5lY3RvclN0eWxlIjp7IiRpZCI6IjEwMTIiLCJMaW5lQ29sb3IiOnsiJGlkIjoiMTAxMyIsIiR0eXBlIjoiTkxSRS5Db21tb24uRG9tLlNvbGlkQ29sb3JCcnVzaCwgTkxSRS5Db21tb24iLCJDb2xvciI6eyIkaWQiOiIxMDE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MTAxNSIsIlNoYXBlU3R5bGUiOnsiJGlkIjoiMTAxNiIsIk1hcmdpbiI6eyIkaWQiOiIxMDE3IiwiVG9wIjowLjAsIkxlZnQiOjAuMCwiUmlnaHQiOjAuMCwiQm90dG9tIjowLjB9LCJQYWRkaW5nIjp7IiRpZCI6IjEwMTgiLCJUb3AiOjAuMCwiTGVmdCI6MC4wLCJSaWdodCI6MC4wLCJCb3R0b20iOjAuMH0sIkJhY2tncm91bmQiOnsiJGlkIjoiMTAxOSIsIkNvbG9yIjp7IiRpZCI6IjEwMjAiLCJBIjoxNTMsIlIiOjAsIkciOjAsIkIiOjB9fSwiSXNWaXNpYmxlIjp0cnVlLCJXaWR0aCI6MC4wLCJIZWlnaHQiOjAuMCwiQm9yZGVyU3R5bGUiOnsiJGlkIjoiMTAyMSIsIkxpbmVDb2xvciI6eyIkaWQiOiIxMDIyIiwiJHR5cGUiOiJOTFJFLkNvbW1vbi5Eb20uU29saWRDb2xvckJydXNoLCBOTFJFLkNvbW1vbiIsIkNvbG9yIjp7IiRpZCI6IjEwMjMiLCJBIjoyNTUsIlIiOjI1NSwiRyI6MCwiQiI6MH19LCJMaW5lV2VpZ2h0IjowLjAsIkxpbmVUeXBlIjowLCJQYXJlbnRTdHlsZSI6bnVsbH0sIlBhcmVudFN0eWxlIjpudWxsfSwiTWFyZ2luIjp7IiRpZCI6IjEwMjQiLCJUb3AiOjAuMCwiTGVmdCI6MC4wLCJSaWdodCI6MC4wLCJCb3R0b20iOjAuMH0sIlBhZGRpbmciOnsiJGlkIjoiMTAyNSIsIlRvcCI6MC4wLCJMZWZ0IjowLjAsIlJpZ2h0IjowLjAsIkJvdHRvbSI6MC4wfSwiQmFja2dyb3VuZCI6bnVsbCwiSXNWaXNpYmxlIjp0cnVlLCJXaWR0aCI6MC4wLCJIZWlnaHQiOjAuMCwiQm9yZGVyU3R5bGUiOm51bGwsIlBhcmVudFN0eWxlIjpudWxsfSwiU2hhcGVTdHlsZSI6eyIkaWQiOiIxMDI2IiwiTWFyZ2luIjp7IiRpZCI6IjEwMjciLCJUb3AiOjAuMCwiTGVmdCI6NC4wLCJSaWdodCI6NC4wLCJCb3R0b20iOjAuMH0sIlBhZGRpbmciOnsiJGlkIjoiMTAyOCIsIlRvcCI6MC4wLCJMZWZ0IjowLjAsIlJpZ2h0IjowLjAsIkJvdHRvbSI6MC4wfSwiQmFja2dyb3VuZCI6eyIkaWQiOiIxMDI5IiwiQ29sb3IiOnsiJGlkIjoiMTAzMCIsIkEiOjI1NSwiUiI6MTUsIkciOjE1OCwiQiI6MjEzfX0sIklzVmlzaWJsZSI6dHJ1ZSwiV2lkdGgiOjAuMCwiSGVpZ2h0IjoxMC4wLCJCb3JkZXJTdHlsZSI6eyIkaWQiOiIxMDMxIiwiTGluZUNvbG9yIjp7IiRpZCI6IjEwMzIiLCIkdHlwZSI6Ik5MUkUuQ29tbW9uLkRvbS5Tb2xpZENvbG9yQnJ1c2gsIE5MUkUuQ29tbW9uIiwiQ29sb3IiOnsiJGlkIjoiMTAzMyIsIkEiOjI1NSwiUiI6MjM0LCJHIjoyMiwiQiI6MzB9fSwiTGluZVdlaWdodCI6MC4wLCJMaW5lVHlwZSI6MCwiUGFyZW50U3R5bGUiOm51bGx9LCJQYXJlbnRTdHlsZSI6bnVsbH0sIlRpdGxlU3R5bGUiOnsiJGlkIjoiMTAzNCIsIkZvbnRTZXR0aW5ncyI6eyIkaWQiOiIxMDM1IiwiRm9udFNpemUiOjExLCJGb250TmFtZSI6IkNhbGlicmkiLCJJc0JvbGQiOmZhbHNlLCJJc0l0YWxpYyI6ZmFsc2UsIklzVW5kZXJsaW5lZCI6ZmFsc2UsIlBhcmVudFN0eWxlIjpudWxsfSwiQXV0b1NpemUiOjAsIkZvcmVncm91bmQiOnsiJGlkIjoiMTAzNiIsIkNvbG9yIjp7IiRpZCI6IjEwMz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AzOCIsIlRvcCI6MC4wLCJMZWZ0IjowLjAsIlJpZ2h0IjowLjAsIkJvdHRvbSI6MC4wfSwiUGFkZGluZyI6eyIkaWQiOiIxMDM5IiwiVG9wIjowLjAsIkxlZnQiOjAuMCwiUmlnaHQiOjAuMCwiQm90dG9tIjowLjB9LCJCYWNrZ3JvdW5kIjp7IiRpZCI6IjEwNDAiLCJDb2xvciI6eyIkaWQiOiIxMDQxIiwiQSI6MjU1LCJSIjowLCJHIjowLCJCIjowfX0sIklzVmlzaWJsZSI6dHJ1ZSwiV2lkdGgiOjAuMCwiSGVpZ2h0IjowLjAsIkJvcmRlclN0eWxlIjp7IiRpZCI6IjEwNDIiLCJMaW5lQ29sb3IiOm51bGwsIkxpbmVXZWlnaHQiOjAuMCwiTGluZVR5cGUiOjAsIlBhcmVudFN0eWxlIjpudWxsfSwiUGFyZW50U3R5bGUiOm51bGx9LCJEYXRlU3R5bGUiOnsiJGlkIjoiMTA0MyIsIkZvbnRTZXR0aW5ncyI6eyIkaWQiOiIxMDQ0IiwiRm9udFNpemUiOjEwLCJGb250TmFtZSI6IkNhbGlicmkiLCJJc0JvbGQiOmZhbHNlLCJJc0l0YWxpYyI6ZmFsc2UsIklzVW5kZXJsaW5lZCI6ZmFsc2UsIlBhcmVudFN0eWxlIjpudWxsfSwiQXV0b1NpemUiOjAsIkZvcmVncm91bmQiOnsiJGlkIjoiMTA0NSIsIkNvbG9yIjp7IiRpZCI6IjEwND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MTA0NyIsIlRvcCI6MC4wLCJMZWZ0IjowLjAsIlJpZ2h0IjowLjAsIkJvdHRvbSI6MC4wfSwiUGFkZGluZyI6eyIkaWQiOiIxMDQ4IiwiVG9wIjowLjAsIkxlZnQiOjAuMCwiUmlnaHQiOjAuMCwiQm90dG9tIjowLjB9LCJCYWNrZ3JvdW5kIjp7IiRpZCI6IjEwNDkiLCJDb2xvciI6eyIkaWQiOiIxMDUwIiwiQSI6MjU1LCJSIjoxNCwiRyI6NDAsIkIiOjY1fX0sIklzVmlzaWJsZSI6dHJ1ZSwiV2lkdGgiOjAuMCwiSGVpZ2h0IjowLjAsIkJvcmRlclN0eWxlIjp7IiRpZCI6IjEwNTEiLCJMaW5lQ29sb3IiOm51bGwsIkxpbmVXZWlnaHQiOjAuMCwiTGluZVR5cGUiOjAsIlBhcmVudFN0eWxlIjpudWxsfSwiUGFyZW50U3R5bGUiOm51bGx9LCJEYXRlRm9ybWF0Ijp7IiRpZCI6IjEwNT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A1MyIsIkZvcm1hdCI6MCwiSXNWaXNpYmxlIjpmYWxzZSwiTGFzdEtub3duVmlzaWJpbGl0eVN0YXRlIjpmYWxzZX0sIklzVmlzaWJsZSI6dHJ1ZSwiVmFyaWFuY2VTdHlsZSI6eyIkaWQiOiIxMDU0IiwiVGV4dFN0eWxlIjp7IiRpZCI6IjEwNTUiLCJGb250U2V0dGluZ3MiOnsiJGlkIjoiMTA1NiIsIkZvbnRTaXplIjoxMCwiRm9udE5hbWUiOiJDYWxpYnJpIiwiSXNCb2xkIjpmYWxzZSwiSXNJdGFsaWMiOmZhbHNlLCJJc1VuZGVybGluZWQiOmZhbHNlLCJQYXJlbnRTdHlsZSI6bnVsbH0sIkF1dG9TaXplIjowLCJGb3JlZ3JvdW5kIjp7IiRpZCI6IjEwNTciLCJDb2xvciI6eyIkaWQiOiIxMDU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wNTkiLCJUb3AiOjAuMCwiTGVmdCI6MC4wLCJSaWdodCI6MC4wLCJCb3R0b20iOjAuMH0sIlBhZGRpbmciOnsiJGlkIjoiMTA2MCIsIlRvcCI6MC4wLCJMZWZ0IjowLjAsIlJpZ2h0IjowLjAsIkJvdHRvbSI6MC4wfSwiQmFja2dyb3VuZCI6eyIkaWQiOiIxMDYxIiwiQ29sb3IiOnsiJGlkIjoiMTA2MiIsIkEiOjI1NSwiUiI6MCwiRyI6MCwiQiI6MH19LCJJc1Zpc2libGUiOnRydWUsIldpZHRoIjowLjAsIkhlaWdodCI6MC4wLCJCb3JkZXJTdHlsZSI6eyIkaWQiOiIxMDYzIiwiTGluZUNvbG9yIjpudWxsLCJMaW5lV2VpZ2h0IjowLjAsIkxpbmVUeXBlIjowLCJQYXJlbnRTdHlsZSI6bnVsbH0sIlBhcmVudFN0eWxlIjpudWxsfSwiUGFyZW50U3R5bGUiOm51bGx9LCJQYXJlbnRTdHlsZSI6bnVsbCwiX2V4cGxpY2l0bHlTZXQiOnsiJGlkIjoiMTA2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EwNjUiLCJTaGFwZSI6MSwiQ29ubmVjdG9yTWFyZ2luIjp7IiRpZCI6IjEwNjYiLCJUb3AiOjAuMCwiTGVmdCI6Mi4wLCJSaWdodCI6Mi4wLCJCb3R0b20iOjAuMH0sIkNvbm5lY3RvclN0eWxlIjp7IiRpZCI6IjEwNjciLCJMaW5lQ29sb3IiOnsiJGlkIjoiMTA2OCIsIiR0eXBlIjoiTkxSRS5Db21tb24uRG9tLlNvbGlkQ29sb3JCcnVzaCwgTkxSRS5Db21tb24iLCJDb2xvciI6eyIkaWQiOiIxMDY5IiwiQSI6MTI3LCJSIjoxMSwiRyI6MTE4LCJCIjoxNTl9fSwiTGluZVdlaWdodCI6MS4wLCJMaW5lVHlwZSI6MCwiUGFyZW50U3R5bGUiOm51bGx9LCJJc0JlbG93VGltZWJhbmQiOmZhbHNlLCJQb3NpdGlvbk9uVGFzayI6MSwiSGlkZURhdGUiOmZhbHNlLCJTaGFwZVNpemUiOjAsIlNwYWNpbmciOjAuMCwiUGFkZGluZyI6eyIkaWQiOiIxMDcwIiwiVG9wIjo1LjAsIkxlZnQiOjMuMCwiUmlnaHQiOjAuMCwiQm90dG9tIjoyLjB9LCJTaGFwZVN0eWxlIjp7IiRpZCI6IjEwNzEiLCJNYXJnaW4iOnsiJGlkIjoiMTA3MiIsIlRvcCI6MC4wLCJMZWZ0IjowLjAsIlJpZ2h0IjowLjAsIkJvdHRvbSI6MC4wfSwiUGFkZGluZyI6eyIkaWQiOiIxMDczIiwiVG9wIjowLjAsIkxlZnQiOjAuMCwiUmlnaHQiOjAuMCwiQm90dG9tIjowLjB9LCJCYWNrZ3JvdW5kIjp7IiRpZCI6IjEwNzQiLCJDb2xvciI6eyIkaWQiOiIxMDc1IiwiQSI6MjU1LCJSIjoxMSwiRyI6MTE4LCJCIjoxNTl9fSwiSXNWaXNpYmxlIjp0cnVlLCJXaWR0aCI6MTIuMCwiSGVpZ2h0IjoxNC4wLCJCb3JkZXJTdHlsZSI6eyIkaWQiOiIxMDc2IiwiTGluZUNvbG9yIjp7IiRpZCI6IjEwNzciLCIkdHlwZSI6Ik5MUkUuQ29tbW9uLkRvbS5Tb2xpZENvbG9yQnJ1c2gsIE5MUkUuQ29tbW9uIiwiQ29sb3IiOnsiJGlkIjoiMTA3OCIsIkEiOjI1NSwiUiI6MjU1LCJHIjowLCJCIjowfX0sIkxpbmVXZWlnaHQiOjAuMCwiTGluZVR5cGUiOjAsIlBhcmVudFN0eWxlIjpudWxsfSwiUGFyZW50U3R5bGUiOm51bGx9LCJUaXRsZVN0eWxlIjp7IiRpZCI6IjEwNzkiLCJGb250U2V0dGluZ3MiOnsiJGlkIjoiMTA4MCIsIkZvbnRTaXplIjoxMSwiRm9udE5hbWUiOiJDYWxpYnJpIiwiSXNCb2xkIjpmYWxzZSwiSXNJdGFsaWMiOmZhbHNlLCJJc1VuZGVybGluZWQiOmZhbHNlLCJQYXJlbnRTdHlsZSI6bnVsbH0sIkF1dG9TaXplIjowLCJGb3JlZ3JvdW5kIjp7IiRpZCI6IjEwODEiLCJDb2xvciI6eyIkaWQiOiIxMDg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EwODMiLCJUb3AiOjAuMCwiTGVmdCI6MC4wLCJSaWdodCI6MC4wLCJCb3R0b20iOjAuMH0sIlBhZGRpbmciOnsiJGlkIjoiMTA4NCIsIlRvcCI6MC4wLCJMZWZ0IjowLjAsIlJpZ2h0IjowLjAsIkJvdHRvbSI6MC4wfSwiQmFja2dyb3VuZCI6eyIkaWQiOiIxMDg1IiwiQ29sb3IiOnsiJGlkIjoiMTA4NiIsIkEiOjI1NSwiUiI6MCwiRyI6MCwiQiI6MH19LCJJc1Zpc2libGUiOnRydWUsIldpZHRoIjowLjAsIkhlaWdodCI6MC4wLCJCb3JkZXJTdHlsZSI6eyIkaWQiOiIxMDg3IiwiTGluZUNvbG9yIjpudWxsLCJMaW5lV2VpZ2h0IjowLjAsIkxpbmVUeXBlIjowLCJQYXJlbnRTdHlsZSI6bnVsbH0sIlBhcmVudFN0eWxlIjpudWxsfSwiRGF0ZVN0eWxlIjp7IiRpZCI6IjEwODgiLCJGb250U2V0dGluZ3MiOnsiJGlkIjoiMTA4OSIsIkZvbnRTaXplIjoxMCwiRm9udE5hbWUiOiJDYWxpYnJpIiwiSXNCb2xkIjpmYWxzZSwiSXNJdGFsaWMiOmZhbHNlLCJJc1VuZGVybGluZWQiOmZhbHNlLCJQYXJlbnRTdHlsZSI6bnVsbH0sIkF1dG9TaXplIjowLCJGb3JlZ3JvdW5kIjp7IiRpZCI6IjEwOTAiLCJDb2xvciI6eyIkaWQiOiIxMDk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EwOTIiLCJUb3AiOjAuMCwiTGVmdCI6MC4wLCJSaWdodCI6MC4wLCJCb3R0b20iOjAuMH0sIlBhZGRpbmciOnsiJGlkIjoiMTA5MyIsIlRvcCI6MC4wLCJMZWZ0IjowLjAsIlJpZ2h0IjowLjAsIkJvdHRvbSI6MC4wfSwiQmFja2dyb3VuZCI6eyIkaWQiOiIxMDk0IiwiQ29sb3IiOnsiJGlkIjoiMTA5NSIsIkEiOjI1NSwiUiI6MTQsIkciOjQwLCJCIjo2NX19LCJJc1Zpc2libGUiOnRydWUsIldpZHRoIjowLjAsIkhlaWdodCI6MC4wLCJCb3JkZXJTdHlsZSI6eyIkaWQiOiIxMDk2IiwiTGluZUNvbG9yIjpudWxsLCJMaW5lV2VpZ2h0IjowLjAsIkxpbmVUeXBlIjowLCJQYXJlbnRTdHlsZSI6bnVsbH0sIlBhcmVudFN0eWxlIjpudWxsfSwiRGF0ZUZvcm1hdCI6eyIkaWQiOiIxMDk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OTgiLCJGb3JtYXQiOjAsIklzVmlzaWJsZSI6ZmFsc2UsIkxhc3RLbm93blZpc2liaWxpdHlTdGF0ZSI6ZmFsc2V9LCJJc1Zpc2libGUiOmZhbHNlLCJWYXJpYW5jZVN0eWxlIjp7IiRpZCI6IjEwOTkiLCJUZXh0U3R5bGUiOnsiJGlkIjoiMTEwMCIsIkZvbnRTZXR0aW5ncyI6eyIkaWQiOiIxMTAxIiwiRm9udFNpemUiOjEwLCJGb250TmFtZSI6IkNhbGlicmkiLCJJc0JvbGQiOmZhbHNlLCJJc0l0YWxpYyI6ZmFsc2UsIklzVW5kZXJsaW5lZCI6ZmFsc2UsIlBhcmVudFN0eWxlIjpudWxsfSwiQXV0b1NpemUiOjAsIkZvcmVncm91bmQiOnsiJGlkIjoiMTEwMiIsIkNvbG9yIjp7IiRpZCI6IjExMD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EwNCIsIlRvcCI6MC4wLCJMZWZ0IjowLjAsIlJpZ2h0IjowLjAsIkJvdHRvbSI6MC4wfSwiUGFkZGluZyI6eyIkaWQiOiIxMTA1IiwiVG9wIjowLjAsIkxlZnQiOjAuMCwiUmlnaHQiOjAuMCwiQm90dG9tIjowLjB9LCJCYWNrZ3JvdW5kIjp7IiRpZCI6IjExMDYiLCJDb2xvciI6eyIkaWQiOiIxMTA3IiwiQSI6MjU1LCJSIjowLCJHIjowLCJCIjowfX0sIklzVmlzaWJsZSI6dHJ1ZSwiV2lkdGgiOjAuMCwiSGVpZ2h0IjowLjAsIkJvcmRlclN0eWxlIjp7IiRpZCI6IjExMDgiLCJMaW5lQ29sb3IiOm51bGwsIkxpbmVXZWlnaHQiOjAuMCwiTGluZVR5cGUiOjAsIlBhcmVudFN0eWxlIjpudWxsfSwiUGFyZW50U3R5bGUiOm51bGx9LCJQYXJlbnRTdHlsZSI6bnVsbH0sIlBhcmVudFN0eWxlIjpudWxsfSwiRGVmYXVsdFN3aW1sYW5lTWlsZXN0b25lU3R5bGUiOnsiJGlkIjoiMTEwOSIsIlRpdGxlUG9zaXRpb24iOiJMZWZ0IiwiRGF0ZVBvc2l0aW9uIjoiUmlnaHQiLCJWYXJpYW5jZVBvc2l0aW9uIjoiUmlnaHQiLCJTaGFwZVR5cGUiOjEsIlNoYXBlU2l6ZSI6MCwiU3BhY2luZyI6NSwiU2hhcGVTdHlsZSI6eyIkaWQiOiIxMTEwIiwiTWFyZ2luIjp7IiRpZCI6IjExMTEiLCJUb3AiOjAuMCwiTGVmdCI6MC4wLCJSaWdodCI6MC4wLCJCb3R0b20iOjAuMH0sIlBhZGRpbmciOnsiJGlkIjoiMTExMiIsIlRvcCI6MC4wLCJMZWZ0IjowLjAsIlJpZ2h0IjowLjAsIkJvdHRvbSI6MC4wfSwiQmFja2dyb3VuZCI6eyIkaWQiOiIxMTEzIiwiQ29sb3IiOnsiJGlkIjoiMTExNCIsIkEiOjI1NSwiUiI6MTUsIkciOjE1OCwiQiI6MjEzfX0sIklzVmlzaWJsZSI6dHJ1ZSwiV2lkdGgiOjEyLjAsIkhlaWdodCI6MTQuMCwiQm9yZGVyU3R5bGUiOnsiJGlkIjoiMTExNSIsIkxpbmVDb2xvciI6eyIkaWQiOiIxMTE2IiwiJHR5cGUiOiJOTFJFLkNvbW1vbi5Eb20uU29saWRDb2xvckJydXNoLCBOTFJFLkNvbW1vbiIsIkNvbG9yIjp7IiRpZCI6IjExMTciLCJBIjoyNTUsIlIiOjIzNCwiRyI6MjIsIkIiOjMwfX0sIkxpbmVXZWlnaHQiOjAuMCwiTGluZVR5cGUiOjAsIlBhcmVudFN0eWxlIjpudWxsfSwiUGFyZW50U3R5bGUiOm51bGx9LCJUaXRsZVN0eWxlIjp7IiRpZCI6IjExMTgiLCJGb250U2V0dGluZ3MiOnsiJGlkIjoiMTExOSIsIkZvbnRTaXplIjoxMSwiRm9udE5hbWUiOiJDYWxpYnJpIiwiSXNCb2xkIjpmYWxzZSwiSXNJdGFsaWMiOmZhbHNlLCJJc1VuZGVybGluZWQiOmZhbHNlLCJQYXJlbnRTdHlsZSI6bnVsbH0sIkF1dG9TaXplIjowLCJGb3JlZ3JvdW5kIjp7IiRpZCI6IjExMjAiLCJDb2xvciI6eyIkaWQiOiIxMTIx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ExMjIiLCJUb3AiOjAuMCwiTGVmdCI6MC4wLCJSaWdodCI6MC4wLCJCb3R0b20iOjAuMH0sIlBhZGRpbmciOnsiJGlkIjoiMTEyMyIsIlRvcCI6MC4wLCJMZWZ0IjowLjAsIlJpZ2h0IjowLjAsIkJvdHRvbSI6MC4wfSwiQmFja2dyb3VuZCI6eyIkaWQiOiIxMTI0IiwiQ29sb3IiOnsiJGlkIjoiMTEyNSIsIkEiOjI1NSwiUiI6MCwiRyI6MCwiQiI6MH19LCJJc1Zpc2libGUiOnRydWUsIldpZHRoIjowLjAsIkhlaWdodCI6MC4wLCJCb3JkZXJTdHlsZSI6eyIkaWQiOiIxMTI2IiwiTGluZUNvbG9yIjpudWxsLCJMaW5lV2VpZ2h0IjowLjAsIkxpbmVUeXBlIjowLCJQYXJlbnRTdHlsZSI6bnVsbH0sIlBhcmVudFN0eWxlIjpudWxsfSwiRGF0ZVN0eWxlIjp7IiRpZCI6IjExMjciLCJGb250U2V0dGluZ3MiOnsiJGlkIjoiMTEyOCIsIkZvbnRTaXplIjoxMCwiRm9udE5hbWUiOiJDYWxpYnJpIiwiSXNCb2xkIjpmYWxzZSwiSXNJdGFsaWMiOmZhbHNlLCJJc1VuZGVybGluZWQiOmZhbHNlLCJQYXJlbnRTdHlsZSI6bnVsbH0sIkF1dG9TaXplIjowLCJGb3JlZ3JvdW5kIjp7IiRpZCI6IjExMjkiLCJDb2xvciI6eyIkaWQiOiIxMTMw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xMzEiLCJUb3AiOjAuMCwiTGVmdCI6MC4wLCJSaWdodCI6MC4wLCJCb3R0b20iOjAuMH0sIlBhZGRpbmciOnsiJGlkIjoiMTEzMiIsIlRvcCI6MC4wLCJMZWZ0IjowLjAsIlJpZ2h0IjowLjAsIkJvdHRvbSI6MC4wfSwiQmFja2dyb3VuZCI6eyIkaWQiOiIxMTMzIiwiQ29sb3IiOnsiJGlkIjoiMTEzNCIsIkEiOjI1NSwiUiI6MTQsIkciOjQwLCJCIjo2NX19LCJJc1Zpc2libGUiOnRydWUsIldpZHRoIjowLjAsIkhlaWdodCI6MC4wLCJCb3JkZXJTdHlsZSI6eyIkaWQiOiIxMTM1IiwiTGluZUNvbG9yIjpudWxsLCJMaW5lV2VpZ2h0IjowLjAsIkxpbmVUeXBlIjowLCJQYXJlbnRTdHlsZSI6bnVsbH0sIlBhcmVudFN0eWxlIjpudWxsfSwiRGF0ZUZvcm1hdCI6eyIkaWQiOiIxMTM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xMzciLCJGb3JtYXQiOjAsIklzVmlzaWJsZSI6ZmFsc2UsIkxhc3RLbm93blZpc2liaWxpdHlTdGF0ZSI6ZmFsc2V9LCJJc1Zpc2libGUiOnRydWUsIlZhcmlhbmNlU3R5bGUiOnsiJGlkIjoiMTEzOCIsIlRleHRTdHlsZSI6eyIkaWQiOiIxMTM5IiwiRm9udFNldHRpbmdzIjp7IiRpZCI6IjExNDAiLCJGb250U2l6ZSI6MTAsIkZvbnROYW1lIjoiQ2FsaWJyaSIsIklzQm9sZCI6ZmFsc2UsIklzSXRhbGljIjpmYWxzZSwiSXNVbmRlcmxpbmVkIjpmYWxzZSwiUGFyZW50U3R5bGUiOm51bGx9LCJBdXRvU2l6ZSI6MCwiRm9yZWdyb3VuZCI6eyIkaWQiOiIxMTQxIiwiQ29sb3IiOnsiJGlkIjoiMTE0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TQzIiwiVG9wIjowLjAsIkxlZnQiOjAuMCwiUmlnaHQiOjAuMCwiQm90dG9tIjowLjB9LCJQYWRkaW5nIjp7IiRpZCI6IjExNDQiLCJUb3AiOjAuMCwiTGVmdCI6MC4wLCJSaWdodCI6MC4wLCJCb3R0b20iOjAuMH0sIkJhY2tncm91bmQiOnsiJGlkIjoiMTE0NSIsIkNvbG9yIjp7IiRpZCI6IjExNDYiLCJBIjoyNTUsIlIiOjAsIkciOjAsIkIiOjB9fSwiSXNWaXNpYmxlIjp0cnVlLCJXaWR0aCI6MC4wLCJIZWlnaHQiOjAuMCwiQm9yZGVyU3R5bGUiOnsiJGlkIjoiMTE0NyIsIkxpbmVDb2xvciI6bnVsbCwiTGluZVdlaWdodCI6MC4wLCJMaW5lVHlwZSI6MCwiUGFyZW50U3R5bGUiOm51bGx9LCJQYXJlbnRTdHlsZSI6bnVsbH0sIlBhcmVudFN0eWxlIjpudWxsfSwiUGFyZW50U3R5bGUiOm51bGx9LCJEZWZhdWx0U3dpbWxhbmVBY3Rpdml0eVN0eWxlIjp7IiRpZCI6IjExNDgiLCJIZWFkZXJTdHlsZSI6eyIkaWQiOiIxMTQ5IiwiVGV4dFN0eWxlIjp7IiRpZCI6IjExNTAiLCJGb250U2V0dGluZ3MiOnsiJGlkIjoiMTE1MSIsIkZvbnRTaXplIjoxMSwiRm9udE5hbWUiOiJDYWxpYnJpIiwiSXNCb2xkIjpmYWxzZSwiSXNJdGFsaWMiOmZhbHNlLCJJc1VuZGVybGluZWQiOmZhbHNlLCJQYXJlbnRTdHlsZSI6bnVsbH0sIkF1dG9TaXplIjoyLCJGb3JlZ3JvdW5kIjp7IiRpZCI6IjExNTIiLCJDb2xvciI6eyIkaWQiOiIxMTU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MTE1NCIsIlRvcCI6MC4wLCJMZWZ0IjowLjAsIlJpZ2h0IjowLjAsIkJvdHRvbSI6MC4wfSwiUGFkZGluZyI6eyIkaWQiOiIxMTU1IiwiVG9wIjowLjAsIkxlZnQiOjAuMCwiUmlnaHQiOjAuMCwiQm90dG9tIjowLjB9LCJCYWNrZ3JvdW5kIjp7IiRpZCI6IjExNTYiLCJDb2xvciI6eyIkaWQiOiIxMTU3IiwiQSI6MjU1LCJSIjowLCJHIjowLCJCIjowfX0sIklzVmlzaWJsZSI6dHJ1ZSwiV2lkdGgiOjAuMCwiSGVpZ2h0IjowLjAsIkJvcmRlclN0eWxlIjpudWxsLCJQYXJlbnRTdHlsZSI6bnVsbH0sIlJlY3RhbmdsZVN0eWxlIjp7IiRpZCI6IjExNTgiLCJNYXJnaW4iOnsiJGlkIjoiMTE1OSIsIlRvcCI6MC4wLCJMZWZ0IjowLjAsIlJpZ2h0IjowLjAsIkJvdHRvbSI6MC4wfSwiUGFkZGluZyI6eyIkaWQiOiIxMTYwIiwiVG9wIjowLjAsIkxlZnQiOjAuMCwiUmlnaHQiOjAuMCwiQm90dG9tIjowLjB9LCJCYWNrZ3JvdW5kIjp7IiRpZCI6IjExNjEiLCJDb2xvciI6eyIkaWQiOiIxMTYyIiwiQSI6MTI3LCJSIjoxNSwiRyI6MTU4LCJCIjoyMTN9fSwiSXNWaXNpYmxlIjp0cnVlLCJXaWR0aCI6MC4wLCJIZWlnaHQiOjAuMCwiQm9yZGVyU3R5bGUiOnsiJGlkIjoiMTE2MyIsIkxpbmVDb2xvciI6eyIkaWQiOiIxMTY0IiwiJHR5cGUiOiJOTFJFLkNvbW1vbi5Eb20uU29saWRDb2xvckJydXNoLCBOTFJFLkNvbW1vbiIsIkNvbG9yIjp7IiRpZCI6IjExNjUiLCJBIjoyNTUsIlIiOjI1NSwiRyI6MCwiQiI6MH19LCJMaW5lV2VpZ2h0IjowLjAsIkxpbmVUeXBlIjowLCJQYXJlbnRTdHlsZSI6bnVsbH0sIlBhcmVudFN0eWxlIjpudWxsfSwiTWFyZ2luIjp7IiRpZCI6IjExNjYiLCJUb3AiOjAuMCwiTGVmdCI6MC4wLCJSaWdodCI6MC4wLCJCb3R0b20iOjAuMH0sIlBhZGRpbmciOnsiJGlkIjoiMTE2NyIsIlRvcCI6MC4wLCJMZWZ0IjowLjAsIlJpZ2h0IjowLjAsIkJvdHRvbSI6MC4wfSwiQmFja2dyb3VuZCI6bnVsbCwiSXNWaXNpYmxlIjp0cnVlLCJXaWR0aCI6MC4wLCJIZWlnaHQiOjAuMCwiQm9yZGVyU3R5bGUiOm51bGwsIlBhcmVudFN0eWxlIjpudWxsfSwiQmFja2dyb3VuZFN0eWxlIjp7IiRpZCI6IjExNjgiLCJNYXJnaW4iOnsiJGlkIjoiMTE2OSIsIlRvcCI6MC4wLCJMZWZ0IjowLjAsIlJpZ2h0IjowLjAsIkJvdHRvbSI6MC4wfSwiUGFkZGluZyI6eyIkaWQiOiIxMTcwIiwiVG9wIjowLjAsIkxlZnQiOjAuMCwiUmlnaHQiOjAuMCwiQm90dG9tIjowLjB9LCJCYWNrZ3JvdW5kIjp7IiRpZCI6IjExNzEiLCJDb2xvciI6eyIkaWQiOiIxMTcyIiwiQSI6NTEsIlIiOjIwMCwiRyI6MjAwLCJCIjoyMDB9fSwiSXNWaXNpYmxlIjp0cnVlLCJXaWR0aCI6MC4wLCJIZWlnaHQiOjAuMCwiQm9yZGVyU3R5bGUiOnsiJGlkIjoiMTE3MyIsIkxpbmVDb2xvciI6eyIkaWQiOiIxMTc0IiwiJHR5cGUiOiJOTFJFLkNvbW1vbi5Eb20uU29saWRDb2xvckJydXNoLCBOTFJFLkNvbW1vbiIsIkNvbG9yIjp7IiRpZCI6IjExNzUiLCJBIjoyNTUsIlIiOjIzNCwiRyI6MjIsIkIiOjMwfX0sIkxpbmVXZWlnaHQiOjAuMCwiTGluZVR5cGUiOjAsIlBhcmVudFN0eWxlIjpudWxsfSwiUGFyZW50U3R5bGUiOm51bGx9LCJNYXJnaW4iOnsiJGlkIjoiMTE3NiIsIlRvcCI6MC4wLCJMZWZ0IjowLjAsIlJpZ2h0IjowLjAsIkJvdHRvbSI6MC4wfSwiUGFkZGluZyI6eyIkaWQiOiIxMTc3IiwiVG9wIjowLjAsIkxlZnQiOjAuMCwiUmlnaHQiOjAuMCwiQm90dG9tIjowLjB9LCJJc1Zpc2libGUiOnRydWUsIldpZHRoIjowLjAsIkhlaWdodCI6MC4wLCJCb3JkZXJTdHlsZSI6eyIkaWQiOiIxMTc4IiwiTGluZUNvbG9yIjpudWxsLCJMaW5lV2VpZ2h0IjowLjAsIkxpbmVUeXBlIjowLCJQYXJlbnRTdHlsZSI6bnVsbH0sIlBhcmVudFN0eWxlIjpudWxsfSwiTWFyZ2luIjp7IiRpZCI6IjExNzkiLCJUb3AiOjAuMCwiTGVmdCI6MC4wLCJSaWdodCI6MC4wLCJCb3R0b20iOjAuMH0sIlBhZGRpbmciOnsiJGlkIjoiMTE4MCIsIlRvcCI6MC4wLCJMZWZ0IjowLjAsIlJpZ2h0IjowLjAsIkJvdHRvbSI6MC4wfSwiSXNWaXNpYmxlIjp0cnVlLCJXaWR0aCI6MC4wLCJIZWlnaHQiOjAuMCwiQm9yZGVyU3R5bGUiOnsiJGlkIjoiMTE4MSIsIkxpbmVDb2xvciI6bnVsbCwiTGluZVdlaWdodCI6MC4wLCJMaW5lVHlwZSI6MCwiUGFyZW50U3R5bGUiOm51bGx9LCJQYXJlbnRTdHlsZSI6bnVsbH1dLCJDb25kaXRpb25hbEZvcm1hdHRpbmciOnsiJGlkIjoiMTE4MiIsIlB2QUZvcm1hdHRpbmciOnsiJGlkIjoiMTE4MyIsIkRlbGF5VGFza1N0eWxlIjp7IiRpZCI6IjExODQiLCJTdHlsZU9wdGlvbnMiOjI0LCJUaXRsZUZvcmVncm91bmQiOnsiJGlkIjoiMTE4NSIsIkNvbG9yIjp7IiRpZCI6IjExODYiLCJBIjoyNTUsIlIiOjE3NSwiRyI6MCwiQiI6MH19LCJBY3R1YWxTaGFwZXNCYWNrZ3JvdW5kIjp7IiRpZCI6IjExODciLCJDb2xvciI6eyIkaWQiOiIxMTg4IiwiQSI6NjIsIlIiOjI1NSwiRyI6MCwiQiI6MH19LCJBY3R1YWxTaGFwZXNCb3JkZXJTdHlsZSI6eyIkaWQiOiIxMTg5IiwiTGluZUNvbG9yIjp7IiRpZCI6IjExOTAiLCIkdHlwZSI6Ik5MUkUuQ29tbW9uLkRvbS5Tb2xpZENvbG9yQnJ1c2gsIE5MUkUuQ29tbW9uIiwiQ29sb3IiOnsiJGlkIjoiMTE5MSIsIkEiOjE2MywiUiI6MjU1LCJHIjowLCJCIjowfX0sIkxpbmVXZWlnaHQiOjMuMCwiTGluZVR5cGUiOjAsIlBhcmVudFN0eWxlIjpudWxsfSwiQmFzZWxpbmVTaGFwZXNCYWNrZ3JvdW5kIjp7IiRpZCI6IjExOTIiLCJDb2xvciI6eyIkaWQiOiIxMTkzIiwiQSI6MTg0LCJSIjoyNTUsIkciOjAsIkIiOjB9fSwiVmFyaWFuY2VGb3JlZ3JvdW5kIjp7IiRpZCI6IjExOTQiLCJDb2xvciI6eyIkaWQiOiIxMTk1IiwiQSI6MjU1LCJSIjoxNzUsIkciOjAsIkIiOjB9fSwiSXNWaXNpYmxlIjp0cnVlfSwiRGVsYXlNaWxlc3RvbmVTdHlsZSI6eyIkaWQiOiIxMTk2IiwiU3R5bGVPcHRpb25zIjoxOCwiVGl0bGVGb3JlZ3JvdW5kIjp7IiRpZCI6IjExOTciLCJDb2xvciI6eyIkaWQiOiIxMTk4IiwiQSI6MjU1LCJSIjoxNzUsIkciOjAsIkIiOjB9fSwiQWN0dWFsU2hhcGVzQmFja2dyb3VuZCI6eyIkaWQiOiIxMTk5IiwiQ29sb3IiOnsiJGlkIjoiMTIwMCIsIkEiOjI1NSwiUiI6MjIyLCJHIjo4MCwiQiI6NTB9fSwiQWN0dWFsU2hhcGVzQm9yZGVyU3R5bGUiOnsiJGlkIjoiMTIwMSIsIkxpbmVDb2xvciI6eyIkaWQiOiIxMjAyIiwiJHR5cGUiOiJOTFJFLkNvbW1vbi5Eb20uU29saWRDb2xvckJydXNoLCBOTFJFLkNvbW1vbiIsIkNvbG9yIjp7IiRpZCI6IjEyMDMiLCJBIjoxNjMsIlIiOjI1NSwiRyI6MCwiQiI6MH19LCJMaW5lV2VpZ2h0IjozLjAsIkxpbmVUeXBlIjowLCJQYXJlbnRTdHlsZSI6bnVsbH0sIkJhc2VsaW5lU2hhcGVzQmFja2dyb3VuZCI6eyIkaWQiOiIxMjA0IiwiQ29sb3IiOnsiJGlkIjoiMTIwNSIsIkEiOjE4NCwiUiI6MjU1LCJHIjowLCJCIjowfX0sIlZhcmlhbmNlRm9yZWdyb3VuZCI6eyIkaWQiOiIxMjA2IiwiQ29sb3IiOnsiJGlkIjoiMTIwNyIsIkEiOjI1NSwiUiI6MTc1LCJHIjowLCJCIjowfX0sIklzVmlzaWJsZSI6dHJ1ZX0sIkFkdmFuY2VUYXNrU3R5bGUiOnsiJGlkIjoiMTIwOCIsIlN0eWxlT3B0aW9ucyI6MjQsIlRpdGxlRm9yZWdyb3VuZCI6eyIkaWQiOiIxMjA5IiwiQ29sb3IiOnsiJGlkIjoiMTIxMCIsIkEiOjI1NSwiUiI6MCwiRyI6MTEwLCJCIjowfX0sIkFjdHVhbFNoYXBlc0JhY2tncm91bmQiOnsiJGlkIjoiMTIxMSIsIkNvbG9yIjp7IiRpZCI6IjEyMTIiLCJBIjo2MSwiUiI6MCwiRyI6MTI4LCJCIjowfX0sIkFjdHVhbFNoYXBlc0JvcmRlclN0eWxlIjp7IiRpZCI6IjEyMTMiLCJMaW5lQ29sb3IiOnsiJGlkIjoiMTIxNCIsIiR0eXBlIjoiTkxSRS5Db21tb24uRG9tLlNvbGlkQ29sb3JCcnVzaCwgTkxSRS5Db21tb24iLCJDb2xvciI6eyIkaWQiOiIxMjE1IiwiQSI6MTYzLCJSIjowLCJHIjoxMjgsIkIiOjB9fSwiTGluZVdlaWdodCI6My4wLCJMaW5lVHlwZSI6MCwiUGFyZW50U3R5bGUiOm51bGx9LCJCYXNlbGluZVNoYXBlc0JhY2tncm91bmQiOnsiJGlkIjoiMTIxNiIsIkNvbG9yIjp7IiRpZCI6IjEyMTciLCJBIjoxODQsIlIiOjAsIkciOjEyOCwiQiI6MH19LCJWYXJpYW5jZUZvcmVncm91bmQiOnsiJGlkIjoiMTIxOCIsIkNvbG9yIjp7IiRpZCI6IjEyMTkiLCJBIjoyNTUsIlIiOjAsIkciOjExMCwiQiI6MH19LCJJc1Zpc2libGUiOnRydWV9LCJBZHZhbmNlTWlsZXN0b25lU3R5bGUiOnsiJGlkIjoiMTIyMCIsIlN0eWxlT3B0aW9ucyI6MTgsIlRpdGxlRm9yZWdyb3VuZCI6eyIkaWQiOiIxMjIxIiwiQ29sb3IiOnsiJGlkIjoiMTIyMiIsIkEiOjI1NSwiUiI6MCwiRyI6MTEwLCJCIjowfX0sIkFjdHVhbFNoYXBlc0JhY2tncm91bmQiOnsiJGlkIjoiMTIyMyIsIkNvbG9yIjp7IiRpZCI6IjEyMjQiLCJBIjoyNTUsIlIiOjIwLCJHIjoxMDAsIkIiOjB9fSwiQWN0dWFsU2hhcGVzQm9yZGVyU3R5bGUiOnsiJGlkIjoiMTIyNSIsIkxpbmVDb2xvciI6eyIkaWQiOiIxMjI2IiwiJHR5cGUiOiJOTFJFLkNvbW1vbi5Eb20uU29saWRDb2xvckJydXNoLCBOTFJFLkNvbW1vbiIsIkNvbG9yIjp7IiRpZCI6IjEyMjciLCJBIjoxNjMsIlIiOjAsIkciOjEyOCwiQiI6MH19LCJMaW5lV2VpZ2h0IjozLjAsIkxpbmVUeXBlIjowLCJQYXJlbnRTdHlsZSI6bnVsbH0sIkJhc2VsaW5lU2hhcGVzQmFja2dyb3VuZCI6eyIkaWQiOiIxMjI4IiwiQ29sb3IiOnsiJGlkIjoiMTIyOSIsIkEiOjE4NCwiUiI6MCwiRyI6MTI4LCJCIjowfX0sIlZhcmlhbmNlRm9yZWdyb3VuZCI6eyIkaWQiOiIxMjMwIiwiQ29sb3IiOnsiJGlkIjoiMTIzMSIsIkEiOjI1NSwiUiI6MCwiRyI6MTEwLCJCIjowfX0sIklzVmlzaWJsZSI6dHJ1ZX19LCJWYXJpYW5jZURpc3BsYXlTZXR0aW5ncyI6eyIkaWQiOiIxMjMyIiwiVGFza1ZhcmlhbmNlRGlzcGxheU9wdGlvbnMiOnsiJGlkIjoiMTIzMyIsIlNob3dEZWxheVZhcmlhbmNlIjp0cnVlLCJTaG93QWR2YW5jZVZhcmlhbmNlIjp0cnVlLCJTaG93XzBfVmFyaWFuY2UiOmZhbHNlfSwiTWlsZXN0b25lVmFyaWFuY2VEaXNwbGF5T3B0aW9ucyI6eyIkaWQiOiIxMjM0IiwiU2hvd0RlbGF5VmFyaWFuY2UiOnRydWUsIlNob3dBZHZhbmNlVmFyaWFuY2UiOnRydWUsIlNob3dfMF9WYXJpYW5jZSI6ZmFsc2V9fX19LCJTY2FsZSI6bnVsbCwiU2NhbGVWMiI6eyIkaWQiOiIxMjM1IiwiU3RhcnREYXRlIjoiMDAwMS0wMS0wMVQwMDowMDowMCIsIkVuZERhdGUiOiIyMDI1LTEyLTA1VDIzOjU5OjAwIiwiQXV0b0RhdGVSYW5nZSI6dHJ1ZSwiV29ya2luZ0RheXMiOjMxLCJGaXNjYWxZZWFyIjp7IiRpZCI6IjEyMzYiLCJTdGFydE1vbnRoIjoxLCJVc2VTdGFydGluZ1llYXJGb3JOdW1iZXJpbmciOnRydWUsIlNob3dGaXNjYWxZZWFyTGFiZWwiOnRydWV9LCJUb2RheU1hcmtlclRleHQiOiJUb2RheSIsIkF1dG9TY2FsZVR5cGUiOnRydWUsIlRpbWViYW5kU2NhbGVzIjp7IiRpZCI6IjEyMzciLCJUb3BTY2FsZUxheWVyIjp7IiRpZCI6IjEyMzgiLCJGb3JtYXQiOiJNTU0iLCJUeXBlIjoyLCJHcm91cGluZ0ludGVydmFscyI6eyIkaWQiOiIxMjM5IiwiSXNTZXQiOmZhbHNlLCJHcm91cGluZ1N0ZXBDb3VudCI6MX19LCJNaWRkbGVTY2FsZUxheWVyIjp7IiRpZCI6IjEyNDAiLCJGb3JtYXQiOm51bGwsIlR5cGUiOjAsIkdyb3VwaW5nSW50ZXJ2YWxzIjp7IiRpZCI6IjEyNDEiLCJJc1NldCI6ZmFsc2UsIkdyb3VwaW5nU3RlcENvdW50IjoxfX0sIkJvdHRvbVNjYWxlTGF5ZXIiOnsiJGlkIjoiMTI0MiIsIkZvcm1hdCI6bnVsbCwiVHlwZSI6MCwiR3JvdXBpbmdJbnRlcnZhbHMiOnsiJGlkIjoiMTI0MyIsIklzU2V0IjpmYWxzZSwiR3JvdXBpbmdTdGVwQ291bnQiOjF9fX19LCJNaWxlc3RvbmVzIjpbXSwiVGFza3MiOlt7IiRpZCI6IjEyNDQiLCJHcm91cE5hbWUiOm51bGwsIlN0YXJ0RGF0ZSI6IjIwMjUtMDktMDVUMDA6MDA6MDAiLCJFbmREYXRlIjoiMjAyNS0wOS0xMFQyMzo1OTowMFoiLCJQZXJjZW50YWdlQ29tcGxldGUiOm51bGwsIlN0eWxlIjp7IiRpZCI6IjEyNDUiLCJTaGFwZSI6MywiU2hhcGVUaGlja25lc3MiOjAsIkR1cmF0aW9uRm9ybWF0IjowLCJJbmNsdWRlTm9uV29ya2luZ0RheXNJbkR1cmF0aW9uIjpmYWxzZSwiUGVyY2VudGFnZUNvbXBsZXRlU3R5bGUiOnsiJGlkIjoiMTI0NiIsIkZvbnRTZXR0aW5ncyI6eyIkaWQiOiIxMjQ3IiwiRm9udFNpemUiOjEwLCJGb250TmFtZSI6IkNhbGlicmkiLCJJc0JvbGQiOmZhbHNlLCJJc0l0YWxpYyI6ZmFsc2UsIklzVW5kZXJsaW5lZCI6ZmFsc2UsIlBhcmVudFN0eWxlIjpudWxsfSwiQXV0b1NpemUiOjAsIkZvcmVncm91bmQiOnsiJGlkIjoiMTI0OCIsIkNvbG9yIjp7IiRpZCI6IjEyNDk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I1MCIsIlRvcCI6MC4wLCJMZWZ0IjowLjAsIlJpZ2h0IjowLjAsIkJvdHRvbSI6MC4wfSwiUGFkZGluZyI6eyIkaWQiOiIxMjUxIiwiVG9wIjowLjAsIkxlZnQiOjAuMCwiUmlnaHQiOjAuMCwiQm90dG9tIjowLjB9LCJCYWNrZ3JvdW5kIjp7IiRpZCI6IjEyNTIiLCJDb2xvciI6eyIkaWQiOiIxMjUzIiwiQSI6ODksIlIiOjAsIkciOjAsIkIiOjB9fSwiSXNWaXNpYmxlIjp0cnVlLCJXaWR0aCI6MC4wLCJIZWlnaHQiOjAuMCwiQm9yZGVyU3R5bGUiOnsiJGlkIjoiMTI1NCIsIkxpbmVDb2xvciI6bnVsbCwiTGluZVdlaWdodCI6MC4wLCJMaW5lVHlwZSI6MCwiUGFyZW50U3R5bGUiOm51bGx9LCJQYXJlbnRTdHlsZSI6bnVsbH0sIkR1cmF0aW9uU3R5bGUiOnsiJGlkIjoiMTI1NSIsIkZvbnRTZXR0aW5ncyI6eyIkaWQiOiIxMjU2IiwiRm9udFNpemUiOjEwLCJGb250TmFtZSI6IkNhbGlicmkiLCJJc0JvbGQiOmZhbHNlLCJJc0l0YWxpYyI6ZmFsc2UsIklzVW5kZXJsaW5lZCI6ZmFsc2UsIlBhcmVudFN0eWxlIjpudWxsfSwiQXV0b1NpemUiOjAsIkZvcmVncm91bmQiOnsiJGlkIjoiMTI1NyIsIkNvbG9yIjp7IiRpZCI6IjEyNTg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MjU5IiwiVG9wIjowLjAsIkxlZnQiOjAuMCwiUmlnaHQiOjAuMCwiQm90dG9tIjowLjB9LCJQYWRkaW5nIjp7IiRpZCI6IjEyNjAiLCJUb3AiOjAuMCwiTGVmdCI6MC4wLCJSaWdodCI6MC4wLCJCb3R0b20iOjAuMH0sIkJhY2tncm91bmQiOnsiJGlkIjoiMTI2MSIsIkNvbG9yIjp7IiRpZCI6IjEyNjIiLCJBIjoyNTUsIlIiOjIzNywiRyI6MTI1LCJCIjo0OX19LCJJc1Zpc2libGUiOnRydWUsIldpZHRoIjowLjAsIkhlaWdodCI6MC4wLCJCb3JkZXJTdHlsZSI6eyIkaWQiOiIxMjYzIiwiTGluZUNvbG9yIjpudWxsLCJMaW5lV2VpZ2h0IjowLjAsIkxpbmVUeXBlIjowLCJQYXJlbnRTdHlsZSI6bnVsbH0sIlBhcmVudFN0eWxlIjpudWxsfSwiSG9yaXpvbnRhbENvbm5lY3RvclN0eWxlIjp7IiRpZCI6IjEyNjQiLCJMaW5lQ29sb3IiOnsiJGlkIjoiMTI2NSIsIiR0eXBlIjoiTkxSRS5Db21tb24uRG9tLlNvbGlkQ29sb3JCcnVzaCwgTkxSRS5Db21tb24iLCJDb2xvciI6eyIkaWQiOiIxMjY2IiwiQSI6NTEsIlIiOjIxLCJHIjo5NiwiQiI6MTMwfX0sIkxpbmVXZWlnaHQiOjEuMCwiTGluZVR5cGUiOjAsIlBhcmVudFN0eWxlIjpudWxsfSwiVmVydGljYWxDb25uZWN0b3JTdHlsZSI6eyIkaWQiOiIxMjY3IiwiTGluZUNvbG9yIjp7IiRpZCI6IjEyNjgiLCIkdHlwZSI6Ik5MUkUuQ29tbW9uLkRvbS5Tb2xpZENvbG9yQnJ1c2gsIE5MUkUuQ29tbW9uIiwiQ29sb3IiOnsiJGlkIjoiMTI2OS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I3MCIsIlNoYXBlU3R5bGUiOnsiJGlkIjoiMTI3MSIsIk1hcmdpbiI6eyIkaWQiOiIxMjcyIiwiVG9wIjowLjAsIkxlZnQiOjAuMCwiUmlnaHQiOjAuMCwiQm90dG9tIjowLjB9LCJQYWRkaW5nIjp7IiRpZCI6IjEyNzMiLCJUb3AiOjAuMCwiTGVmdCI6MC4wLCJSaWdodCI6MC4wLCJCb3R0b20iOjAuMH0sIkJhY2tncm91bmQiOnsiJGlkIjoiMTI3NCIsIkNvbG9yIjp7IiRpZCI6IjEyNzUiLCJBIjoxNTMsIlIiOjAsIkciOjAsIkIiOjB9fSwiSXNWaXNpYmxlIjp0cnVlLCJXaWR0aCI6MC4wLCJIZWlnaHQiOjAuMCwiQm9yZGVyU3R5bGUiOm51bGwsIlBhcmVudFN0eWxlIjpudWxsfSwiTWFyZ2luIjp7IiRpZCI6IjEyNzYiLCJUb3AiOjAuMCwiTGVmdCI6MC4wLCJSaWdodCI6MC4wLCJCb3R0b20iOjAuMH0sIlBhZGRpbmciOnsiJGlkIjoiMTI3NyIsIlRvcCI6MC4wLCJMZWZ0IjowLjAsIlJpZ2h0IjowLjAsIkJvdHRvbSI6MC4wfSwiQmFja2dyb3VuZCI6bnVsbCwiSXNWaXNpYmxlIjp0cnVlLCJXaWR0aCI6MC4wLCJIZWlnaHQiOjAuMCwiQm9yZGVyU3R5bGUiOm51bGwsIlBhcmVudFN0eWxlIjpudWxsfSwiU2hhcGVTdHlsZSI6eyIkaWQiOiIxMjc4IiwiTWFyZ2luIjp7IiRpZCI6IjEyNzkiLCJUb3AiOjAuMCwiTGVmdCI6NC4wLCJSaWdodCI6NC4wLCJCb3R0b20iOjAuMH0sIlBhZGRpbmciOnsiJGlkIjoiMTI4MCIsIlRvcCI6MC4wLCJMZWZ0IjowLjAsIlJpZ2h0IjowLjAsIkJvdHRvbSI6MC4wfSwiQmFja2dyb3VuZCI6eyIkaWQiOiIxMjgxIiwiQ29sb3IiOnsiJGlkIjoiMTI4MiIsIkEiOjI1NSwiUiI6MjEsIkciOjk2LCJCIjoxMzB9fSwiSXNWaXNpYmxlIjp0cnVlLCJXaWR0aCI6MC4wLCJIZWlnaHQiOjEwLjAsIkJvcmRlclN0eWxlIjp7IiRpZCI6IjEyODMiLCJMaW5lQ29sb3IiOnsiJGlkIjoiMTI4NCIsIiR0eXBlIjoiTkxSRS5Db21tb24uRG9tLlNvbGlkQ29sb3JCcnVzaCwgTkxSRS5Db21tb24iLCJDb2xvciI6eyIkaWQiOiIxMjg1IiwiQSI6MjU1LCJSIjoyMzQsIkciOjIyLCJCIjozMH19LCJMaW5lV2VpZ2h0IjowLjAsIkxpbmVUeXBlIjowLCJQYXJlbnRTdHlsZSI6bnVsbH0sIlBhcmVudFN0eWxlIjpudWxsfSwiVGl0bGVTdHlsZSI6eyIkaWQiOiIxMjg2IiwiRm9udFNldHRpbmdzIjp7IiRpZCI6IjEyODciLCJGb250U2l6ZSI6MTEsIkZvbnROYW1lIjoiQ2FsaWJyaSIsIklzQm9sZCI6ZmFsc2UsIklzSXRhbGljIjpmYWxzZSwiSXNVbmRlcmxpbmVkIjpmYWxzZSwiUGFyZW50U3R5bGUiOm51bGx9LCJBdXRvU2l6ZSI6MCwiRm9yZWdyb3VuZCI6eyIkaWQiOiIxMjg4IiwiQ29sb3IiOnsiJGlkIjoiMTI4OS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MjkwIiwiVG9wIjowLjAsIkxlZnQiOjAuMCwiUmlnaHQiOjAuMCwiQm90dG9tIjowLjB9LCJQYWRkaW5nIjp7IiRpZCI6IjEyOTEiLCJUb3AiOjAuMCwiTGVmdCI6MC4wLCJSaWdodCI6MC4wLCJCb3R0b20iOjAuMH0sIkJhY2tncm91bmQiOnsiJGlkIjoiMTI5MiIsIkNvbG9yIjp7IiRpZCI6IjEyOTMiLCJBIjowLCJSIjoyNTUsIkciOjI1NSwiQiI6MjU1fX0sIklzVmlzaWJsZSI6dHJ1ZSwiV2lkdGgiOjAuMCwiSGVpZ2h0IjowLjAsIkJvcmRlclN0eWxlIjp7IiRpZCI6IjEyOTQiLCJMaW5lQ29sb3IiOm51bGwsIkxpbmVXZWlnaHQiOjAuMCwiTGluZVR5cGUiOjAsIlBhcmVudFN0eWxlIjpudWxsfSwiUGFyZW50U3R5bGUiOm51bGx9LCJEYXRlU3R5bGUiOnsiJGlkIjoiMTI5NSIsIkZvbnRTZXR0aW5ncyI6eyIkaWQiOiIxMjk2IiwiRm9udFNpemUiOjEwLCJGb250TmFtZSI6IkNhbGlicmkiLCJJc0JvbGQiOmZhbHNlLCJJc0l0YWxpYyI6ZmFsc2UsIklzVW5kZXJsaW5lZCI6ZmFsc2UsIlBhcmVudFN0eWxlIjpudWxsfSwiQXV0b1NpemUiOjAsIkZvcmVncm91bmQiOnsiJGlkIjoiMTI5NyIsIkNvbG9yIjp7IiRpZCI6IjEyOTg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I5OSIsIlRvcCI6MC4wLCJMZWZ0IjowLjAsIlJpZ2h0IjowLjAsIkJvdHRvbSI6MC4wfSwiUGFkZGluZyI6eyIkaWQiOiIxMzAwIiwiVG9wIjowLjAsIkxlZnQiOjAuMCwiUmlnaHQiOjAuMCwiQm90dG9tIjowLjB9LCJCYWNrZ3JvdW5kIjp7IiRpZCI6IjEzMDEiLCJDb2xvciI6eyIkaWQiOiIxMzAyIiwiQSI6MCwiUiI6MjU1LCJHIjoyNTUsIkIiOjI1NX19LCJJc1Zpc2libGUiOnRydWUsIldpZHRoIjowLjAsIkhlaWdodCI6MC4wLCJCb3JkZXJTdHlsZSI6eyIkaWQiOiIxMzAzIiwiTGluZUNvbG9yIjpudWxsLCJMaW5lV2VpZ2h0IjowLjAsIkxpbmVUeXBlIjowLCJQYXJlbnRTdHlsZSI6bnVsbH0sIlBhcmVudFN0eWxlIjpudWxsfSwiRGF0ZUZvcm1hdCI6eyIkaWQiOiIxMzA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MDUiLCJGb3JtYXQiOjAsIklzVmlzaWJsZSI6ZmFsc2UsIkxhc3RLbm93blZpc2liaWxpdHlTdGF0ZSI6ZmFsc2V9LCJJc1Zpc2libGUiOmZhbHNlLCJWYXJpYW5jZVN0eWxlIjp7IiRpZCI6IjEzMDYiLCJUZXh0U3R5bGUiOnsiJGlkIjoiMTMwNyIsIkZvbnRTZXR0aW5ncyI6eyIkaWQiOiIxMzA4IiwiRm9udFNpemUiOjEwLCJGb250TmFtZSI6IkNhbGlicmkiLCJJc0JvbGQiOmZhbHNlLCJJc0l0YWxpYyI6ZmFsc2UsIklzVW5kZXJsaW5lZCI6ZmFsc2UsIlBhcmVudFN0eWxlIjpudWxsfSwiQXV0b1NpemUiOjAsIkZvcmVncm91bmQiOnsiJGlkIjoiMTMwOSIsIkNvbG9yIjp7IiRpZCI6IjEzMT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xMSIsIlRvcCI6MC4wLCJMZWZ0IjowLjAsIlJpZ2h0IjowLjAsIkJvdHRvbSI6MC4wfSwiUGFkZGluZyI6eyIkaWQiOiIxMzEyIiwiVG9wIjowLjAsIkxlZnQiOjAuMCwiUmlnaHQiOjAuMCwiQm90dG9tIjowLjB9LCJCYWNrZ3JvdW5kIjp7IiRpZCI6IjEzMTMiLCJDb2xvciI6eyIkaWQiOiIxMzE0IiwiQSI6MjU1LCJSIjowLCJHIjowLCJCIjowfX0sIklzVmlzaWJsZSI6dHJ1ZSwiV2lkdGgiOjAuMCwiSGVpZ2h0IjowLjAsIkJvcmRlclN0eWxlIjp7IiRpZCI6IjEzMTUiLCJMaW5lQ29sb3IiOm51bGwsIkxpbmVXZWlnaHQiOjAuMCwiTGluZVR5cGUiOjAsIlBhcmVudFN0eWxlIjpudWxsfSwiUGFyZW50U3R5bGUiOm51bGx9LCJQYXJlbnRTdHlsZSI6bnVsbH0sIlBhcmVudFN0eWxlIjpudWxsfSwiSW5kZXgiOjAsIlNtYXJ0RHVyYXRpb25BY3RpdmF0ZWQiOmZhbHNlLCJEYXRlRm9ybWF0Ijp7IiRyZWYiOiIxMzA0In0sIldlZWtOdW1iZXJpbmciOnsiJGlkIjoiMTMxNiIsIkZvcm1hdCI6MCwiSXNWaXNpYmxlIjpmYWxzZSwiTGFzdEtub3duVmlzaWJpbGl0eVN0YXRlIjpmYWxzZX0sIkJhc2VsaW5lRGF0YSI6eyIkaWQiOiIxMzE3IiwiU3RhcnREYXRlIjoiMjAyNS0wOS0wNVQwMDowMDowMCIsIkVuZERhdGUiOiIyMDI1LTA5LTEwVDIzOjU5OjAwIn0sIklkIjoiNDk0ZmY5MWYtYjJmYi00NjQ2LWFjNDQtMDU4ZmEwZmY5MmZhIiwiSW1wb3J0SWQiOm51bGwsIlRpdGxlIjoiQWN0YSBkZSBDb25zdGl0dWNpw7NuIGFwcm9iYWRhIiwiTm90ZSI6bnVsbCwiSHlwZXJsaW5rIjp7IiRpZCI6IjEzMTgiLCJBZGRyZXNzIjoiIiwiU3ViQWRkcmVzcyI6IiJ9LCJJc0NoYW5nZWQiOmZhbHNlLCJJc05ldyI6ZmFsc2V9LHsiJGlkIjoiMTMxOSIsIkdyb3VwTmFtZSI6bnVsbCwiU3RhcnREYXRlIjoiMjAyNS0wOS0xMFQwMDowMDowMFoiLCJFbmREYXRlIjoiMjAyNS0wOS0yMFQyMzo1OTowMFoiLCJQZXJjZW50YWdlQ29tcGxldGUiOm51bGwsIlN0eWxlIjp7IiRpZCI6IjEzMjAiLCJTaGFwZSI6MywiU2hhcGVUaGlja25lc3MiOjAsIkR1cmF0aW9uRm9ybWF0IjowLCJJbmNsdWRlTm9uV29ya2luZ0RheXNJbkR1cmF0aW9uIjpmYWxzZSwiUGVyY2VudGFnZUNvbXBsZXRlU3R5bGUiOnsiJGlkIjoiMTMyMSIsIkZvbnRTZXR0aW5ncyI6eyIkaWQiOiIxMzIyIiwiRm9udFNpemUiOjEwLCJGb250TmFtZSI6IkNhbGlicmkiLCJJc0JvbGQiOmZhbHNlLCJJc0l0YWxpYyI6ZmFsc2UsIklzVW5kZXJsaW5lZCI6ZmFsc2UsIlBhcmVudFN0eWxlIjpudWxsfSwiQXV0b1NpemUiOjAsIkZvcmVncm91bmQiOnsiJGlkIjoiMTMyMyIsIkNvbG9yIjp7IiRpZCI6IjEzMj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MyNSIsIlRvcCI6MC4wLCJMZWZ0IjowLjAsIlJpZ2h0IjowLjAsIkJvdHRvbSI6MC4wfSwiUGFkZGluZyI6eyIkaWQiOiIxMzI2IiwiVG9wIjowLjAsIkxlZnQiOjAuMCwiUmlnaHQiOjAuMCwiQm90dG9tIjowLjB9LCJCYWNrZ3JvdW5kIjp7IiRpZCI6IjEzMjciLCJDb2xvciI6eyIkaWQiOiIxMzI4IiwiQSI6ODksIlIiOjAsIkciOjAsIkIiOjB9fSwiSXNWaXNpYmxlIjp0cnVlLCJXaWR0aCI6MC4wLCJIZWlnaHQiOjAuMCwiQm9yZGVyU3R5bGUiOnsiJGlkIjoiMTMyOSIsIkxpbmVDb2xvciI6bnVsbCwiTGluZVdlaWdodCI6MC4wLCJMaW5lVHlwZSI6MCwiUGFyZW50U3R5bGUiOm51bGx9LCJQYXJlbnRTdHlsZSI6bnVsbH0sIkR1cmF0aW9uU3R5bGUiOnsiJGlkIjoiMTMzMCIsIkZvbnRTZXR0aW5ncyI6eyIkaWQiOiIxMzMxIiwiRm9udFNpemUiOjEwLCJGb250TmFtZSI6IkNhbGlicmkiLCJJc0JvbGQiOmZhbHNlLCJJc0l0YWxpYyI6ZmFsc2UsIklzVW5kZXJsaW5lZCI6ZmFsc2UsIlBhcmVudFN0eWxlIjpudWxsfSwiQXV0b1NpemUiOjAsIkZvcmVncm91bmQiOnsiJGlkIjoiMTMzMiIsIkNvbG9yIjp7IiRpZCI6IjEzMz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MzM0IiwiVG9wIjowLjAsIkxlZnQiOjAuMCwiUmlnaHQiOjAuMCwiQm90dG9tIjowLjB9LCJQYWRkaW5nIjp7IiRpZCI6IjEzMzUiLCJUb3AiOjAuMCwiTGVmdCI6MC4wLCJSaWdodCI6MC4wLCJCb3R0b20iOjAuMH0sIkJhY2tncm91bmQiOnsiJGlkIjoiMTMzNiIsIkNvbG9yIjp7IiRpZCI6IjEzMzciLCJBIjoyNTUsIlIiOjIzNywiRyI6MTI1LCJCIjo0OX19LCJJc1Zpc2libGUiOnRydWUsIldpZHRoIjowLjAsIkhlaWdodCI6MC4wLCJCb3JkZXJTdHlsZSI6eyIkaWQiOiIxMzM4IiwiTGluZUNvbG9yIjpudWxsLCJMaW5lV2VpZ2h0IjowLjAsIkxpbmVUeXBlIjowLCJQYXJlbnRTdHlsZSI6bnVsbH0sIlBhcmVudFN0eWxlIjpudWxsfSwiSG9yaXpvbnRhbENvbm5lY3RvclN0eWxlIjp7IiRpZCI6IjEzMzkiLCJMaW5lQ29sb3IiOnsiJGlkIjoiMTM0MCIsIiR0eXBlIjoiTkxSRS5Db21tb24uRG9tLlNvbGlkQ29sb3JCcnVzaCwgTkxSRS5Db21tb24iLCJDb2xvciI6eyIkaWQiOiIxMzQxIiwiQSI6NTEsIlIiOjIxLCJHIjo5NiwiQiI6MTMwfX0sIkxpbmVXZWlnaHQiOjEuMCwiTGluZVR5cGUiOjAsIlBhcmVudFN0eWxlIjpudWxsfSwiVmVydGljYWxDb25uZWN0b3JTdHlsZSI6eyIkaWQiOiIxMzQyIiwiTGluZUNvbG9yIjp7IiRpZCI6IjEzNDMiLCIkdHlwZSI6Ik5MUkUuQ29tbW9uLkRvbS5Tb2xpZENvbG9yQnJ1c2gsIE5MUkUuQ29tbW9uIiwiQ29sb3IiOnsiJGlkIjoiMTM0NC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M0NSIsIlNoYXBlU3R5bGUiOnsiJGlkIjoiMTM0NiIsIk1hcmdpbiI6eyIkaWQiOiIxMzQ3IiwiVG9wIjowLjAsIkxlZnQiOjAuMCwiUmlnaHQiOjAuMCwiQm90dG9tIjowLjB9LCJQYWRkaW5nIjp7IiRpZCI6IjEzNDgiLCJUb3AiOjAuMCwiTGVmdCI6MC4wLCJSaWdodCI6MC4wLCJCb3R0b20iOjAuMH0sIkJhY2tncm91bmQiOnsiJGlkIjoiMTM0OSIsIkNvbG9yIjp7IiRpZCI6IjEzNTAiLCJBIjoxNTMsIlIiOjAsIkciOjAsIkIiOjB9fSwiSXNWaXNpYmxlIjp0cnVlLCJXaWR0aCI6MC4wLCJIZWlnaHQiOjAuMCwiQm9yZGVyU3R5bGUiOm51bGwsIlBhcmVudFN0eWxlIjpudWxsfSwiTWFyZ2luIjp7IiRpZCI6IjEzNTEiLCJUb3AiOjAuMCwiTGVmdCI6MC4wLCJSaWdodCI6MC4wLCJCb3R0b20iOjAuMH0sIlBhZGRpbmciOnsiJGlkIjoiMTM1MiIsIlRvcCI6MC4wLCJMZWZ0IjowLjAsIlJpZ2h0IjowLjAsIkJvdHRvbSI6MC4wfSwiQmFja2dyb3VuZCI6bnVsbCwiSXNWaXNpYmxlIjp0cnVlLCJXaWR0aCI6MC4wLCJIZWlnaHQiOjAuMCwiQm9yZGVyU3R5bGUiOm51bGwsIlBhcmVudFN0eWxlIjpudWxsfSwiU2hhcGVTdHlsZSI6eyIkaWQiOiIxMzUzIiwiTWFyZ2luIjp7IiRpZCI6IjEzNTQiLCJUb3AiOjAuMCwiTGVmdCI6NC4wLCJSaWdodCI6NC4wLCJCb3R0b20iOjAuMH0sIlBhZGRpbmciOnsiJGlkIjoiMTM1NSIsIlRvcCI6MC4wLCJMZWZ0IjowLjAsIlJpZ2h0IjowLjAsIkJvdHRvbSI6MC4wfSwiQmFja2dyb3VuZCI6eyIkaWQiOiIxMzU2IiwiQ29sb3IiOnsiJGlkIjoiMTM1NyIsIkEiOjI1NSwiUiI6MjEsIkciOjk2LCJCIjoxMzB9fSwiSXNWaXNpYmxlIjp0cnVlLCJXaWR0aCI6MC4wLCJIZWlnaHQiOjEwLjAsIkJvcmRlclN0eWxlIjp7IiRpZCI6IjEzNTgiLCJMaW5lQ29sb3IiOnsiJGlkIjoiMTM1OSIsIiR0eXBlIjoiTkxSRS5Db21tb24uRG9tLlNvbGlkQ29sb3JCcnVzaCwgTkxSRS5Db21tb24iLCJDb2xvciI6eyIkaWQiOiIxMzYwIiwiQSI6MjU1LCJSIjoyMzQsIkciOjIyLCJCIjozMH19LCJMaW5lV2VpZ2h0IjowLjAsIkxpbmVUeXBlIjowLCJQYXJlbnRTdHlsZSI6bnVsbH0sIlBhcmVudFN0eWxlIjpudWxsfSwiVGl0bGVTdHlsZSI6eyIkaWQiOiIxMzYxIiwiRm9udFNldHRpbmdzIjp7IiRpZCI6IjEzNjIiLCJGb250U2l6ZSI6MTEsIkZvbnROYW1lIjoiQ2FsaWJyaSIsIklzQm9sZCI6ZmFsc2UsIklzSXRhbGljIjpmYWxzZSwiSXNVbmRlcmxpbmVkIjpmYWxzZSwiUGFyZW50U3R5bGUiOm51bGx9LCJBdXRvU2l6ZSI6MCwiRm9yZWdyb3VuZCI6eyIkaWQiOiIxMzYzIiwiQ29sb3IiOnsiJGlkIjoiMTM2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MzY1IiwiVG9wIjowLjAsIkxlZnQiOjAuMCwiUmlnaHQiOjAuMCwiQm90dG9tIjowLjB9LCJQYWRkaW5nIjp7IiRpZCI6IjEzNjYiLCJUb3AiOjAuMCwiTGVmdCI6MC4wLCJSaWdodCI6MC4wLCJCb3R0b20iOjAuMH0sIkJhY2tncm91bmQiOnsiJGlkIjoiMTM2NyIsIkNvbG9yIjp7IiRpZCI6IjEzNjgiLCJBIjowLCJSIjoyNTUsIkciOjI1NSwiQiI6MjU1fX0sIklzVmlzaWJsZSI6dHJ1ZSwiV2lkdGgiOjAuMCwiSGVpZ2h0IjowLjAsIkJvcmRlclN0eWxlIjp7IiRpZCI6IjEzNjkiLCJMaW5lQ29sb3IiOm51bGwsIkxpbmVXZWlnaHQiOjAuMCwiTGluZVR5cGUiOjAsIlBhcmVudFN0eWxlIjpudWxsfSwiUGFyZW50U3R5bGUiOm51bGx9LCJEYXRlU3R5bGUiOnsiJGlkIjoiMTM3MCIsIkZvbnRTZXR0aW5ncyI6eyIkaWQiOiIxMzcxIiwiRm9udFNpemUiOjEwLCJGb250TmFtZSI6IkNhbGlicmkiLCJJc0JvbGQiOmZhbHNlLCJJc0l0YWxpYyI6ZmFsc2UsIklzVW5kZXJsaW5lZCI6ZmFsc2UsIlBhcmVudFN0eWxlIjpudWxsfSwiQXV0b1NpemUiOjAsIkZvcmVncm91bmQiOnsiJGlkIjoiMTM3MiIsIkNvbG9yIjp7IiRpZCI6IjEzNz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M3NCIsIlRvcCI6MC4wLCJMZWZ0IjowLjAsIlJpZ2h0IjowLjAsIkJvdHRvbSI6MC4wfSwiUGFkZGluZyI6eyIkaWQiOiIxMzc1IiwiVG9wIjowLjAsIkxlZnQiOjAuMCwiUmlnaHQiOjAuMCwiQm90dG9tIjowLjB9LCJCYWNrZ3JvdW5kIjp7IiRpZCI6IjEzNzYiLCJDb2xvciI6eyIkaWQiOiIxMzc3IiwiQSI6MCwiUiI6MjU1LCJHIjoyNTUsIkIiOjI1NX19LCJJc1Zpc2libGUiOnRydWUsIldpZHRoIjowLjAsIkhlaWdodCI6MC4wLCJCb3JkZXJTdHlsZSI6eyIkaWQiOiIxMzc4IiwiTGluZUNvbG9yIjpudWxsLCJMaW5lV2VpZ2h0IjowLjAsIkxpbmVUeXBlIjowLCJQYXJlbnRTdHlsZSI6bnVsbH0sIlBhcmVudFN0eWxlIjpudWxsfSwiRGF0ZUZvcm1hdCI6eyIkaWQiOiIxMzc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ODAiLCJGb3JtYXQiOjAsIklzVmlzaWJsZSI6ZmFsc2UsIkxhc3RLbm93blZpc2liaWxpdHlTdGF0ZSI6ZmFsc2V9LCJJc1Zpc2libGUiOmZhbHNlLCJWYXJpYW5jZVN0eWxlIjp7IiRpZCI6IjEzODEiLCJUZXh0U3R5bGUiOnsiJGlkIjoiMTM4MiIsIkZvbnRTZXR0aW5ncyI6eyIkaWQiOiIxMzgzIiwiRm9udFNpemUiOjEwLCJGb250TmFtZSI6IkNhbGlicmkiLCJJc0JvbGQiOmZhbHNlLCJJc0l0YWxpYyI6ZmFsc2UsIklzVW5kZXJsaW5lZCI6ZmFsc2UsIlBhcmVudFN0eWxlIjpudWxsfSwiQXV0b1NpemUiOjAsIkZvcmVncm91bmQiOnsiJGlkIjoiMTM4NCIsIkNvbG9yIjp7IiRpZCI6IjEzOD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4NiIsIlRvcCI6MC4wLCJMZWZ0IjowLjAsIlJpZ2h0IjowLjAsIkJvdHRvbSI6MC4wfSwiUGFkZGluZyI6eyIkaWQiOiIxMzg3IiwiVG9wIjowLjAsIkxlZnQiOjAuMCwiUmlnaHQiOjAuMCwiQm90dG9tIjowLjB9LCJCYWNrZ3JvdW5kIjp7IiRpZCI6IjEzODgiLCJDb2xvciI6eyIkaWQiOiIxMzg5IiwiQSI6MjU1LCJSIjowLCJHIjowLCJCIjowfX0sIklzVmlzaWJsZSI6dHJ1ZSwiV2lkdGgiOjAuMCwiSGVpZ2h0IjowLjAsIkJvcmRlclN0eWxlIjp7IiRpZCI6IjEzOTAiLCJMaW5lQ29sb3IiOm51bGwsIkxpbmVXZWlnaHQiOjAuMCwiTGluZVR5cGUiOjAsIlBhcmVudFN0eWxlIjpudWxsfSwiUGFyZW50U3R5bGUiOm51bGx9LCJQYXJlbnRTdHlsZSI6bnVsbH0sIlBhcmVudFN0eWxlIjpudWxsfSwiSW5kZXgiOjEsIlNtYXJ0RHVyYXRpb25BY3RpdmF0ZWQiOmZhbHNlLCJEYXRlRm9ybWF0Ijp7IiRyZWYiOiIxMzc5In0sIldlZWtOdW1iZXJpbmciOnsiJGlkIjoiMTM5MSIsIkZvcm1hdCI6MCwiSXNWaXNpYmxlIjpmYWxzZSwiTGFzdEtub3duVmlzaWJpbGl0eVN0YXRlIjpmYWxzZX0sIkJhc2VsaW5lRGF0YSI6eyIkaWQiOiIxMzkyIiwiU3RhcnREYXRlIjoiMjAyNS0wOS0xMFQwMDowMDowMCIsIkVuZERhdGUiOiIyMDI1LTA5LTIwVDIzOjU5OjAwIn0sIklkIjoiOGI4N2Q3ODctZTkzZi00MDMyLWIwM2EtYTRkNzVkOTFhMWYwIiwiSW1wb3J0SWQiOm51bGwsIlRpdGxlIjoiR2VzdGnDs24gZGUgUmVxdWlzaXRvcyIsIk5vdGUiOm51bGwsIkh5cGVybGluayI6eyIkaWQiOiIxMzkzIiwiQWRkcmVzcyI6IiIsIlN1YkFkZHJlc3MiOiIifSwiSXNDaGFuZ2VkIjpmYWxzZSwiSXNOZXciOmZhbHNlfSx7IiRpZCI6IjEzOTQiLCJHcm91cE5hbWUiOm51bGwsIlN0YXJ0RGF0ZSI6IjIwMjUtMDktMjBUMDA6MDA6MDBaIiwiRW5kRGF0ZSI6IjIwMjUtMTAtMjVUMjM6NTk6MDBaIiwiUGVyY2VudGFnZUNvbXBsZXRlIjpudWxsLCJTdHlsZSI6eyIkaWQiOiIxMzk1IiwiU2hhcGUiOjMsIlNoYXBlVGhpY2tuZXNzIjowLCJEdXJhdGlvbkZvcm1hdCI6MCwiSW5jbHVkZU5vbldvcmtpbmdEYXlzSW5EdXJhdGlvbiI6ZmFsc2UsIlBlcmNlbnRhZ2VDb21wbGV0ZVN0eWxlIjp7IiRpZCI6IjEzOTYiLCJGb250U2V0dGluZ3MiOnsiJGlkIjoiMTM5NyIsIkZvbnRTaXplIjoxMCwiRm9udE5hbWUiOiJDYWxpYnJpIiwiSXNCb2xkIjpmYWxzZSwiSXNJdGFsaWMiOmZhbHNlLCJJc1VuZGVybGluZWQiOmZhbHNlLCJQYXJlbnRTdHlsZSI6bnVsbH0sIkF1dG9TaXplIjowLCJGb3JlZ3JvdW5kIjp7IiRpZCI6IjEzOTgiLCJDb2xvciI6eyIkaWQiOiIxMzk5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E0MDAiLCJUb3AiOjAuMCwiTGVmdCI6MC4wLCJSaWdodCI6MC4wLCJCb3R0b20iOjAuMH0sIlBhZGRpbmciOnsiJGlkIjoiMTQwMSIsIlRvcCI6MC4wLCJMZWZ0IjowLjAsIlJpZ2h0IjowLjAsIkJvdHRvbSI6MC4wfSwiQmFja2dyb3VuZCI6eyIkaWQiOiIxNDAyIiwiQ29sb3IiOnsiJGlkIjoiMTQwMyIsIkEiOjg5LCJSIjowLCJHIjowLCJCIjowfX0sIklzVmlzaWJsZSI6dHJ1ZSwiV2lkdGgiOjAuMCwiSGVpZ2h0IjowLjAsIkJvcmRlclN0eWxlIjp7IiRpZCI6IjE0MDQiLCJMaW5lQ29sb3IiOm51bGwsIkxpbmVXZWlnaHQiOjAuMCwiTGluZVR5cGUiOjAsIlBhcmVudFN0eWxlIjpudWxsfSwiUGFyZW50U3R5bGUiOm51bGx9LCJEdXJhdGlvblN0eWxlIjp7IiRpZCI6IjE0MDUiLCJGb250U2V0dGluZ3MiOnsiJGlkIjoiMTQwNiIsIkZvbnRTaXplIjoxMCwiRm9udE5hbWUiOiJDYWxpYnJpIiwiSXNCb2xkIjpmYWxzZSwiSXNJdGFsaWMiOmZhbHNlLCJJc1VuZGVybGluZWQiOmZhbHNlLCJQYXJlbnRTdHlsZSI6bnVsbH0sIkF1dG9TaXplIjowLCJGb3JlZ3JvdW5kIjp7IiRpZCI6IjE0MDciLCJDb2xvciI6eyIkaWQiOiIxNDA4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MTQwOSIsIlRvcCI6MC4wLCJMZWZ0IjowLjAsIlJpZ2h0IjowLjAsIkJvdHRvbSI6MC4wfSwiUGFkZGluZyI6eyIkaWQiOiIxNDEwIiwiVG9wIjowLjAsIkxlZnQiOjAuMCwiUmlnaHQiOjAuMCwiQm90dG9tIjowLjB9LCJCYWNrZ3JvdW5kIjp7IiRpZCI6IjE0MTEiLCJDb2xvciI6eyIkaWQiOiIxNDEyIiwiQSI6MjU1LCJSIjoyMzcsIkciOjEyNSwiQiI6NDl9fSwiSXNWaXNpYmxlIjp0cnVlLCJXaWR0aCI6MC4wLCJIZWlnaHQiOjAuMCwiQm9yZGVyU3R5bGUiOnsiJGlkIjoiMTQxMyIsIkxpbmVDb2xvciI6bnVsbCwiTGluZVdlaWdodCI6MC4wLCJMaW5lVHlwZSI6MCwiUGFyZW50U3R5bGUiOm51bGx9LCJQYXJlbnRTdHlsZSI6bnVsbH0sIkhvcml6b250YWxDb25uZWN0b3JTdHlsZSI6eyIkaWQiOiIxNDE0IiwiTGluZUNvbG9yIjp7IiRpZCI6IjE0MTUiLCIkdHlwZSI6Ik5MUkUuQ29tbW9uLkRvbS5Tb2xpZENvbG9yQnJ1c2gsIE5MUkUuQ29tbW9uIiwiQ29sb3IiOnsiJGlkIjoiMTQxNiIsIkEiOjUxLCJSIjoyMSwiRyI6OTYsIkIiOjEzMH19LCJMaW5lV2VpZ2h0IjoxLjAsIkxpbmVUeXBlIjowLCJQYXJlbnRTdHlsZSI6bnVsbH0sIlZlcnRpY2FsQ29ubmVjdG9yU3R5bGUiOnsiJGlkIjoiMTQxNyIsIkxpbmVDb2xvciI6eyIkaWQiOiIxNDE4IiwiJHR5cGUiOiJOTFJFLkNvbW1vbi5Eb20uU29saWRDb2xvckJydXNoLCBOTFJFLkNvbW1vbiIsIkNvbG9yIjp7IiRpZCI6IjE0MTk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NiwiU3BhY2luZyI6MywiSXNCZWxvd1RpbWViYW5kIjp0cnVlLCJQZXJjZW50YWdlQ29tcGxldGVTaGFwZU9wYWNpdHkiOjM1LCJCYXNlbGluZVN0eWxlIjp7IiRpZCI6IjE0MjAiLCJTaGFwZVN0eWxlIjp7IiRpZCI6IjE0MjEiLCJNYXJnaW4iOnsiJGlkIjoiMTQyMiIsIlRvcCI6MC4wLCJMZWZ0IjowLjAsIlJpZ2h0IjowLjAsIkJvdHRvbSI6MC4wfSwiUGFkZGluZyI6eyIkaWQiOiIxNDIzIiwiVG9wIjowLjAsIkxlZnQiOjAuMCwiUmlnaHQiOjAuMCwiQm90dG9tIjowLjB9LCJCYWNrZ3JvdW5kIjp7IiRpZCI6IjE0MjQiLCJDb2xvciI6eyIkaWQiOiIxNDI1IiwiQSI6MTUzLCJSIjowLCJHIjowLCJCIjowfX0sIklzVmlzaWJsZSI6dHJ1ZSwiV2lkdGgiOjAuMCwiSGVpZ2h0IjowLjAsIkJvcmRlclN0eWxlIjpudWxsLCJQYXJlbnRTdHlsZSI6bnVsbH0sIk1hcmdpbiI6eyIkaWQiOiIxNDI2IiwiVG9wIjowLjAsIkxlZnQiOjAuMCwiUmlnaHQiOjAuMCwiQm90dG9tIjowLjB9LCJQYWRkaW5nIjp7IiRpZCI6IjE0MjciLCJUb3AiOjAuMCwiTGVmdCI6MC4wLCJSaWdodCI6MC4wLCJCb3R0b20iOjAuMH0sIkJhY2tncm91bmQiOm51bGwsIklzVmlzaWJsZSI6dHJ1ZSwiV2lkdGgiOjAuMCwiSGVpZ2h0IjowLjAsIkJvcmRlclN0eWxlIjpudWxsLCJQYXJlbnRTdHlsZSI6bnVsbH0sIlNoYXBlU3R5bGUiOnsiJGlkIjoiMTQyOCIsIk1hcmdpbiI6eyIkaWQiOiIxNDI5IiwiVG9wIjowLjAsIkxlZnQiOjQuMCwiUmlnaHQiOjQuMCwiQm90dG9tIjowLjB9LCJQYWRkaW5nIjp7IiRpZCI6IjE0MzAiLCJUb3AiOjAuMCwiTGVmdCI6MC4wLCJSaWdodCI6MC4wLCJCb3R0b20iOjAuMH0sIkJhY2tncm91bmQiOnsiJGlkIjoiMTQzMSIsIkNvbG9yIjp7IiRpZCI6IjE0MzIiLCJBIjoyNTUsIlIiOjIxLCJHIjo5NiwiQiI6MTMwfX0sIklzVmlzaWJsZSI6dHJ1ZSwiV2lkdGgiOjAuMCwiSGVpZ2h0IjoxMC4wLCJCb3JkZXJTdHlsZSI6eyIkaWQiOiIxNDMzIiwiTGluZUNvbG9yIjp7IiRpZCI6IjE0MzQiLCIkdHlwZSI6Ik5MUkUuQ29tbW9uLkRvbS5Tb2xpZENvbG9yQnJ1c2gsIE5MUkUuQ29tbW9uIiwiQ29sb3IiOnsiJGlkIjoiMTQzNSIsIkEiOjI1NSwiUiI6MjM0LCJHIjoyMiwiQiI6MzB9fSwiTGluZVdlaWdodCI6MC4wLCJMaW5lVHlwZSI6MCwiUGFyZW50U3R5bGUiOm51bGx9LCJQYXJlbnRTdHlsZSI6bnVsbH0sIlRpdGxlU3R5bGUiOnsiJGlkIjoiMTQzNiIsIkZvbnRTZXR0aW5ncyI6eyIkaWQiOiIxNDM3IiwiRm9udFNpemUiOjExLCJGb250TmFtZSI6IkNhbGlicmkiLCJJc0JvbGQiOmZhbHNlLCJJc0l0YWxpYyI6ZmFsc2UsIklzVW5kZXJsaW5lZCI6ZmFsc2UsIlBhcmVudFN0eWxlIjpudWxsfSwiQXV0b1NpemUiOjAsIkZvcmVncm91bmQiOnsiJGlkIjoiMTQzOCIsIkNvbG9yIjp7IiRpZCI6IjE0MzkiLCJBIjoyNTUsIlIiOjAsIkciOjAsIkIiOjB9fSwiTWF4V2lkdGgiOjcyMC4wLCJNYXhIZWlnaHQiOiJJbmZpbml0eSIsIlNtYXJ0Rm9yZWdyb3VuZElzQWN0aXZlIjpmYWxzZSwiSG9yaXpvbnRhbEFsaWdubWVudCI6MiwiVmVydGljYWxBbGlnbm1lbnQiOjEsIlNtYXJ0Rm9yZWdyb3VuZCI6bnVsbCwiQmFja2dyb3VuZEZpbGxUeXBlIjowLCJNYXJnaW4iOnsiJGlkIjoiMTQ0MCIsIlRvcCI6MC4wLCJMZWZ0IjowLjAsIlJpZ2h0IjowLjAsIkJvdHRvbSI6MC4wfSwiUGFkZGluZyI6eyIkaWQiOiIxNDQxIiwiVG9wIjowLjAsIkxlZnQiOjAuMCwiUmlnaHQiOjAuMCwiQm90dG9tIjowLjB9LCJCYWNrZ3JvdW5kIjp7IiRpZCI6IjE0NDIiLCJDb2xvciI6eyIkaWQiOiIxNDQzIiwiQSI6MCwiUiI6MjU1LCJHIjoyNTUsIkIiOjI1NX19LCJJc1Zpc2libGUiOnRydWUsIldpZHRoIjowLjAsIkhlaWdodCI6MC4wLCJCb3JkZXJTdHlsZSI6eyIkaWQiOiIxNDQ0IiwiTGluZUNvbG9yIjpudWxsLCJMaW5lV2VpZ2h0IjowLjAsIkxpbmVUeXBlIjowLCJQYXJlbnRTdHlsZSI6bnVsbH0sIlBhcmVudFN0eWxlIjpudWxsfSwiRGF0ZVN0eWxlIjp7IiRpZCI6IjE0NDUiLCJGb250U2V0dGluZ3MiOnsiJGlkIjoiMTQ0NiIsIkZvbnRTaXplIjoxMCwiRm9udE5hbWUiOiJDYWxpYnJpIiwiSXNCb2xkIjpmYWxzZSwiSXNJdGFsaWMiOmZhbHNlLCJJc1VuZGVybGluZWQiOmZhbHNlLCJQYXJlbnRTdHlsZSI6bnVsbH0sIkF1dG9TaXplIjowLCJGb3JlZ3JvdW5kIjp7IiRpZCI6IjE0NDciLCJDb2xvciI6eyIkaWQiOiIxNDQ4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0NDkiLCJUb3AiOjAuMCwiTGVmdCI6MC4wLCJSaWdodCI6MC4wLCJCb3R0b20iOjAuMH0sIlBhZGRpbmciOnsiJGlkIjoiMTQ1MCIsIlRvcCI6MC4wLCJMZWZ0IjowLjAsIlJpZ2h0IjowLjAsIkJvdHRvbSI6MC4wfSwiQmFja2dyb3VuZCI6eyIkaWQiOiIxNDUxIiwiQ29sb3IiOnsiJGlkIjoiMTQ1MiIsIkEiOjAsIlIiOjI1NSwiRyI6MjU1LCJCIjoyNTV9fSwiSXNWaXNpYmxlIjp0cnVlLCJXaWR0aCI6MC4wLCJIZWlnaHQiOjAuMCwiQm9yZGVyU3R5bGUiOnsiJGlkIjoiMTQ1MyIsIkxpbmVDb2xvciI6bnVsbCwiTGluZVdlaWdodCI6MC4wLCJMaW5lVHlwZSI6MCwiUGFyZW50U3R5bGUiOm51bGx9LCJQYXJlbnRTdHlsZSI6bnVsbH0sIkRhdGVGb3JtYXQiOnsiJGlkIjoiMTQ1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DU1IiwiRm9ybWF0IjowLCJJc1Zpc2libGUiOmZhbHNlLCJMYXN0S25vd25WaXNpYmlsaXR5U3RhdGUiOmZhbHNlfSwiSXNWaXNpYmxlIjpmYWxzZSwiVmFyaWFuY2VTdHlsZSI6eyIkaWQiOiIxNDU2IiwiVGV4dFN0eWxlIjp7IiRpZCI6IjE0NTciLCJGb250U2V0dGluZ3MiOnsiJGlkIjoiMTQ1OCIsIkZvbnRTaXplIjoxMCwiRm9udE5hbWUiOiJDYWxpYnJpIiwiSXNCb2xkIjpmYWxzZSwiSXNJdGFsaWMiOmZhbHNlLCJJc1VuZGVybGluZWQiOmZhbHNlLCJQYXJlbnRTdHlsZSI6bnVsbH0sIkF1dG9TaXplIjowLCJGb3JlZ3JvdW5kIjp7IiRpZCI6IjE0NTkiLCJDb2xvciI6eyIkaWQiOiIxNDY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0NjEiLCJUb3AiOjAuMCwiTGVmdCI6MC4wLCJSaWdodCI6MC4wLCJCb3R0b20iOjAuMH0sIlBhZGRpbmciOnsiJGlkIjoiMTQ2MiIsIlRvcCI6MC4wLCJMZWZ0IjowLjAsIlJpZ2h0IjowLjAsIkJvdHRvbSI6MC4wfSwiQmFja2dyb3VuZCI6eyIkaWQiOiIxNDYzIiwiQ29sb3IiOnsiJGlkIjoiMTQ2NCIsIkEiOjI1NSwiUiI6MCwiRyI6MCwiQiI6MH19LCJJc1Zpc2libGUiOnRydWUsIldpZHRoIjowLjAsIkhlaWdodCI6MC4wLCJCb3JkZXJTdHlsZSI6eyIkaWQiOiIxNDY1IiwiTGluZUNvbG9yIjpudWxsLCJMaW5lV2VpZ2h0IjowLjAsIkxpbmVUeXBlIjowLCJQYXJlbnRTdHlsZSI6bnVsbH0sIlBhcmVudFN0eWxlIjpudWxsfSwiUGFyZW50U3R5bGUiOm51bGx9LCJQYXJlbnRTdHlsZSI6bnVsbH0sIkluZGV4IjoyLCJTbWFydER1cmF0aW9uQWN0aXZhdGVkIjpmYWxzZSwiRGF0ZUZvcm1hdCI6eyIkcmVmIjoiMTQ1NCJ9LCJXZWVrTnVtYmVyaW5nIjp7IiRpZCI6IjE0NjYiLCJGb3JtYXQiOjAsIklzVmlzaWJsZSI6ZmFsc2UsIkxhc3RLbm93blZpc2liaWxpdHlTdGF0ZSI6ZmFsc2V9LCJCYXNlbGluZURhdGEiOnsiJGlkIjoiMTQ2NyIsIlN0YXJ0RGF0ZSI6IjIwMjUtMDktMjBUMDA6MDA6MDAiLCJFbmREYXRlIjoiMjAyNS0xMC0yNVQyMzo1OTowMCJ9LCJJZCI6IjE0NTdhYzUxLWNkMGItNGI5MS04MTViLTYwNzQyODE5OWM3OCIsIkltcG9ydElkIjpudWxsLCJUaXRsZSI6IlNwcmludCAxIiwiTm90ZSI6bnVsbCwiSHlwZXJsaW5rIjp7IiRpZCI6IjE0NjgiLCJBZGRyZXNzIjoiIiwiU3ViQWRkcmVzcyI6IiJ9LCJJc0NoYW5nZWQiOmZhbHNlLCJJc05ldyI6ZmFsc2V9LHsiJGlkIjoiMTQ2OSIsIkdyb3VwTmFtZSI6bnVsbCwiU3RhcnREYXRlIjoiMjAyNS0xMC0yNVQwMDowMDowMFoiLCJFbmREYXRlIjoiMjAyNS0xMS0xMVQyMzo1OTowMFoiLCJQZXJjZW50YWdlQ29tcGxldGUiOm51bGwsIlN0eWxlIjp7IiRpZCI6IjE0NzAiLCJTaGFwZSI6MywiU2hhcGVUaGlja25lc3MiOjAsIkR1cmF0aW9uRm9ybWF0IjowLCJJbmNsdWRlTm9uV29ya2luZ0RheXNJbkR1cmF0aW9uIjpmYWxzZSwiUGVyY2VudGFnZUNvbXBsZXRlU3R5bGUiOnsiJGlkIjoiMTQ3MSIsIkZvbnRTZXR0aW5ncyI6eyIkaWQiOiIxNDcyIiwiRm9udFNpemUiOjEwLCJGb250TmFtZSI6IkNhbGlicmkiLCJJc0JvbGQiOmZhbHNlLCJJc0l0YWxpYyI6ZmFsc2UsIklzVW5kZXJsaW5lZCI6ZmFsc2UsIlBhcmVudFN0eWxlIjpudWxsfSwiQXV0b1NpemUiOjAsIkZvcmVncm91bmQiOnsiJGlkIjoiMTQ3MyIsIkNvbG9yIjp7IiRpZCI6IjE0Nz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Q3NSIsIlRvcCI6MC4wLCJMZWZ0IjowLjAsIlJpZ2h0IjowLjAsIkJvdHRvbSI6MC4wfSwiUGFkZGluZyI6eyIkaWQiOiIxNDc2IiwiVG9wIjowLjAsIkxlZnQiOjAuMCwiUmlnaHQiOjAuMCwiQm90dG9tIjowLjB9LCJCYWNrZ3JvdW5kIjp7IiRpZCI6IjE0NzciLCJDb2xvciI6eyIkaWQiOiIxNDc4IiwiQSI6ODksIlIiOjAsIkciOjAsIkIiOjB9fSwiSXNWaXNpYmxlIjp0cnVlLCJXaWR0aCI6MC4wLCJIZWlnaHQiOjAuMCwiQm9yZGVyU3R5bGUiOnsiJGlkIjoiMTQ3OSIsIkxpbmVDb2xvciI6bnVsbCwiTGluZVdlaWdodCI6MC4wLCJMaW5lVHlwZSI6MCwiUGFyZW50U3R5bGUiOm51bGx9LCJQYXJlbnRTdHlsZSI6bnVsbH0sIkR1cmF0aW9uU3R5bGUiOnsiJGlkIjoiMTQ4MCIsIkZvbnRTZXR0aW5ncyI6eyIkaWQiOiIxNDgxIiwiRm9udFNpemUiOjEwLCJGb250TmFtZSI6IkNhbGlicmkiLCJJc0JvbGQiOmZhbHNlLCJJc0l0YWxpYyI6ZmFsc2UsIklzVW5kZXJsaW5lZCI6ZmFsc2UsIlBhcmVudFN0eWxlIjpudWxsfSwiQXV0b1NpemUiOjAsIkZvcmVncm91bmQiOnsiJGlkIjoiMTQ4MiIsIkNvbG9yIjp7IiRpZCI6IjE0OD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NDg0IiwiVG9wIjowLjAsIkxlZnQiOjAuMCwiUmlnaHQiOjAuMCwiQm90dG9tIjowLjB9LCJQYWRkaW5nIjp7IiRpZCI6IjE0ODUiLCJUb3AiOjAuMCwiTGVmdCI6MC4wLCJSaWdodCI6MC4wLCJCb3R0b20iOjAuMH0sIkJhY2tncm91bmQiOnsiJGlkIjoiMTQ4NiIsIkNvbG9yIjp7IiRpZCI6IjE0ODciLCJBIjoyNTUsIlIiOjIzNywiRyI6MTI1LCJCIjo0OX19LCJJc1Zpc2libGUiOnRydWUsIldpZHRoIjowLjAsIkhlaWdodCI6MC4wLCJCb3JkZXJTdHlsZSI6eyIkaWQiOiIxNDg4IiwiTGluZUNvbG9yIjpudWxsLCJMaW5lV2VpZ2h0IjowLjAsIkxpbmVUeXBlIjowLCJQYXJlbnRTdHlsZSI6bnVsbH0sIlBhcmVudFN0eWxlIjpudWxsfSwiSG9yaXpvbnRhbENvbm5lY3RvclN0eWxlIjp7IiRpZCI6IjE0ODkiLCJMaW5lQ29sb3IiOnsiJGlkIjoiMTQ5MCIsIiR0eXBlIjoiTkxSRS5Db21tb24uRG9tLlNvbGlkQ29sb3JCcnVzaCwgTkxSRS5Db21tb24iLCJDb2xvciI6eyIkaWQiOiIxNDkxIiwiQSI6NTEsIlIiOjIxLCJHIjo5NiwiQiI6MTMwfX0sIkxpbmVXZWlnaHQiOjEuMCwiTGluZVR5cGUiOjAsIlBhcmVudFN0eWxlIjpudWxsfSwiVmVydGljYWxDb25uZWN0b3JTdHlsZSI6eyIkaWQiOiIxNDkyIiwiTGluZUNvbG9yIjp7IiRpZCI6IjE0OTMiLCIkdHlwZSI6Ik5MUkUuQ29tbW9uLkRvbS5Tb2xpZENvbG9yQnJ1c2gsIE5MUkUuQ29tbW9uIiwiQ29sb3IiOnsiJGlkIjoiMTQ5NC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Q5NSIsIlNoYXBlU3R5bGUiOnsiJGlkIjoiMTQ5NiIsIk1hcmdpbiI6eyIkaWQiOiIxNDk3IiwiVG9wIjowLjAsIkxlZnQiOjAuMCwiUmlnaHQiOjAuMCwiQm90dG9tIjowLjB9LCJQYWRkaW5nIjp7IiRpZCI6IjE0OTgiLCJUb3AiOjAuMCwiTGVmdCI6MC4wLCJSaWdodCI6MC4wLCJCb3R0b20iOjAuMH0sIkJhY2tncm91bmQiOnsiJGlkIjoiMTQ5OSIsIkNvbG9yIjp7IiRpZCI6IjE1MDAiLCJBIjoxNTMsIlIiOjAsIkciOjAsIkIiOjB9fSwiSXNWaXNpYmxlIjp0cnVlLCJXaWR0aCI6MC4wLCJIZWlnaHQiOjAuMCwiQm9yZGVyU3R5bGUiOm51bGwsIlBhcmVudFN0eWxlIjpudWxsfSwiTWFyZ2luIjp7IiRpZCI6IjE1MDEiLCJUb3AiOjAuMCwiTGVmdCI6MC4wLCJSaWdodCI6MC4wLCJCb3R0b20iOjAuMH0sIlBhZGRpbmciOnsiJGlkIjoiMTUwMiIsIlRvcCI6MC4wLCJMZWZ0IjowLjAsIlJpZ2h0IjowLjAsIkJvdHRvbSI6MC4wfSwiQmFja2dyb3VuZCI6bnVsbCwiSXNWaXNpYmxlIjp0cnVlLCJXaWR0aCI6MC4wLCJIZWlnaHQiOjAuMCwiQm9yZGVyU3R5bGUiOm51bGwsIlBhcmVudFN0eWxlIjpudWxsfSwiU2hhcGVTdHlsZSI6eyIkaWQiOiIxNTAzIiwiTWFyZ2luIjp7IiRpZCI6IjE1MDQiLCJUb3AiOjAuMCwiTGVmdCI6NC4wLCJSaWdodCI6NC4wLCJCb3R0b20iOjAuMH0sIlBhZGRpbmciOnsiJGlkIjoiMTUwNSIsIlRvcCI6MC4wLCJMZWZ0IjowLjAsIlJpZ2h0IjowLjAsIkJvdHRvbSI6MC4wfSwiQmFja2dyb3VuZCI6eyIkaWQiOiIxNTA2IiwiQ29sb3IiOnsiJGlkIjoiMTUwNyIsIkEiOjI1NSwiUiI6MjEsIkciOjk2LCJCIjoxMzB9fSwiSXNWaXNpYmxlIjp0cnVlLCJXaWR0aCI6MC4wLCJIZWlnaHQiOjEwLjAsIkJvcmRlclN0eWxlIjp7IiRpZCI6IjE1MDgiLCJMaW5lQ29sb3IiOnsiJGlkIjoiMTUwOSIsIiR0eXBlIjoiTkxSRS5Db21tb24uRG9tLlNvbGlkQ29sb3JCcnVzaCwgTkxSRS5Db21tb24iLCJDb2xvciI6eyIkaWQiOiIxNTEwIiwiQSI6MjU1LCJSIjoyMzQsIkciOjIyLCJCIjozMH19LCJMaW5lV2VpZ2h0IjowLjAsIkxpbmVUeXBlIjowLCJQYXJlbnRTdHlsZSI6bnVsbH0sIlBhcmVudFN0eWxlIjpudWxsfSwiVGl0bGVTdHlsZSI6eyIkaWQiOiIxNTExIiwiRm9udFNldHRpbmdzIjp7IiRpZCI6IjE1MTIiLCJGb250U2l6ZSI6MTEsIkZvbnROYW1lIjoiQ2FsaWJyaSIsIklzQm9sZCI6ZmFsc2UsIklzSXRhbGljIjpmYWxzZSwiSXNVbmRlcmxpbmVkIjpmYWxzZSwiUGFyZW50U3R5bGUiOm51bGx9LCJBdXRvU2l6ZSI6MCwiRm9yZWdyb3VuZCI6eyIkaWQiOiIxNTEzIiwiQ29sb3IiOnsiJGlkIjoiMTUx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NTE1IiwiVG9wIjowLjAsIkxlZnQiOjAuMCwiUmlnaHQiOjAuMCwiQm90dG9tIjowLjB9LCJQYWRkaW5nIjp7IiRpZCI6IjE1MTYiLCJUb3AiOjAuMCwiTGVmdCI6MC4wLCJSaWdodCI6MC4wLCJCb3R0b20iOjAuMH0sIkJhY2tncm91bmQiOnsiJGlkIjoiMTUxNyIsIkNvbG9yIjp7IiRpZCI6IjE1MTgiLCJBIjowLCJSIjoyNTUsIkciOjI1NSwiQiI6MjU1fX0sIklzVmlzaWJsZSI6dHJ1ZSwiV2lkdGgiOjAuMCwiSGVpZ2h0IjowLjAsIkJvcmRlclN0eWxlIjp7IiRpZCI6IjE1MTkiLCJMaW5lQ29sb3IiOm51bGwsIkxpbmVXZWlnaHQiOjAuMCwiTGluZVR5cGUiOjAsIlBhcmVudFN0eWxlIjpudWxsfSwiUGFyZW50U3R5bGUiOm51bGx9LCJEYXRlU3R5bGUiOnsiJGlkIjoiMTUyMCIsIkZvbnRTZXR0aW5ncyI6eyIkaWQiOiIxNTIxIiwiRm9udFNpemUiOjEwLCJGb250TmFtZSI6IkNhbGlicmkiLCJJc0JvbGQiOmZhbHNlLCJJc0l0YWxpYyI6ZmFsc2UsIklzVW5kZXJsaW5lZCI6ZmFsc2UsIlBhcmVudFN0eWxlIjpudWxsfSwiQXV0b1NpemUiOjAsIkZvcmVncm91bmQiOnsiJGlkIjoiMTUyMiIsIkNvbG9yIjp7IiRpZCI6IjE1Mj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UyNCIsIlRvcCI6MC4wLCJMZWZ0IjowLjAsIlJpZ2h0IjowLjAsIkJvdHRvbSI6MC4wfSwiUGFkZGluZyI6eyIkaWQiOiIxNTI1IiwiVG9wIjowLjAsIkxlZnQiOjAuMCwiUmlnaHQiOjAuMCwiQm90dG9tIjowLjB9LCJCYWNrZ3JvdW5kIjp7IiRpZCI6IjE1MjYiLCJDb2xvciI6eyIkaWQiOiIxNTI3IiwiQSI6MCwiUiI6MjU1LCJHIjoyNTUsIkIiOjI1NX19LCJJc1Zpc2libGUiOnRydWUsIldpZHRoIjowLjAsIkhlaWdodCI6MC4wLCJCb3JkZXJTdHlsZSI6eyIkaWQiOiIxNTI4IiwiTGluZUNvbG9yIjpudWxsLCJMaW5lV2VpZ2h0IjowLjAsIkxpbmVUeXBlIjowLCJQYXJlbnRTdHlsZSI6bnVsbH0sIlBhcmVudFN0eWxlIjpudWxsfSwiRGF0ZUZvcm1hdCI6eyIkaWQiOiIxNTI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1MzAiLCJGb3JtYXQiOjAsIklzVmlzaWJsZSI6ZmFsc2UsIkxhc3RLbm93blZpc2liaWxpdHlTdGF0ZSI6ZmFsc2V9LCJJc1Zpc2libGUiOmZhbHNlLCJWYXJpYW5jZVN0eWxlIjp7IiRpZCI6IjE1MzEiLCJUZXh0U3R5bGUiOnsiJGlkIjoiMTUzMiIsIkZvbnRTZXR0aW5ncyI6eyIkaWQiOiIxNTMzIiwiRm9udFNpemUiOjEwLCJGb250TmFtZSI6IkNhbGlicmkiLCJJc0JvbGQiOmZhbHNlLCJJc0l0YWxpYyI6ZmFsc2UsIklzVW5kZXJsaW5lZCI6ZmFsc2UsIlBhcmVudFN0eWxlIjpudWxsfSwiQXV0b1NpemUiOjAsIkZvcmVncm91bmQiOnsiJGlkIjoiMTUzNCIsIkNvbG9yIjp7IiRpZCI6IjE1Mz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UzNiIsIlRvcCI6MC4wLCJMZWZ0IjowLjAsIlJpZ2h0IjowLjAsIkJvdHRvbSI6MC4wfSwiUGFkZGluZyI6eyIkaWQiOiIxNTM3IiwiVG9wIjowLjAsIkxlZnQiOjAuMCwiUmlnaHQiOjAuMCwiQm90dG9tIjowLjB9LCJCYWNrZ3JvdW5kIjp7IiRpZCI6IjE1MzgiLCJDb2xvciI6eyIkaWQiOiIxNTM5IiwiQSI6MjU1LCJSIjowLCJHIjowLCJCIjowfX0sIklzVmlzaWJsZSI6dHJ1ZSwiV2lkdGgiOjAuMCwiSGVpZ2h0IjowLjAsIkJvcmRlclN0eWxlIjp7IiRpZCI6IjE1NDAiLCJMaW5lQ29sb3IiOm51bGwsIkxpbmVXZWlnaHQiOjAuMCwiTGluZVR5cGUiOjAsIlBhcmVudFN0eWxlIjpudWxsfSwiUGFyZW50U3R5bGUiOm51bGx9LCJQYXJlbnRTdHlsZSI6bnVsbH0sIlBhcmVudFN0eWxlIjpudWxsfSwiSW5kZXgiOjMsIlNtYXJ0RHVyYXRpb25BY3RpdmF0ZWQiOmZhbHNlLCJEYXRlRm9ybWF0Ijp7IiRyZWYiOiIxNTI5In0sIldlZWtOdW1iZXJpbmciOnsiJGlkIjoiMTU0MSIsIkZvcm1hdCI6MCwiSXNWaXNpYmxlIjpmYWxzZSwiTGFzdEtub3duVmlzaWJpbGl0eVN0YXRlIjpmYWxzZX0sIkJhc2VsaW5lRGF0YSI6eyIkaWQiOiIxNTQyIiwiU3RhcnREYXRlIjoiMjAyNS0xMC0yNVQwMDowMDowMCIsIkVuZERhdGUiOiIyMDI1LTExLTExVDIzOjU5OjAwIn0sIklkIjoiZWY5M2MyYjMtYzdhZS00MDFmLTk3OTktMTYzZjg2ZGNjY2IxIiwiSW1wb3J0SWQiOm51bGwsIlRpdGxlIjoiU3ByaW50IDIiLCJOb3RlIjpudWxsLCJIeXBlcmxpbmsiOnsiJGlkIjoiMTU0MyIsIkFkZHJlc3MiOiIiLCJTdWJBZGRyZXNzIjoiIn0sIklzQ2hhbmdlZCI6ZmFsc2UsIklzTmV3IjpmYWxzZX0seyIkaWQiOiIxNTQ0IiwiR3JvdXBOYW1lIjpudWxsLCJTdGFydERhdGUiOiIyMDI1LTExLTExVDAwOjAwOjAwWiIsIkVuZERhdGUiOiIyMDI1LTExLTE4VDIzOjU5OjAwWiIsIlBlcmNlbnRhZ2VDb21wbGV0ZSI6bnVsbCwiU3R5bGUiOnsiJGlkIjoiMTU0NSIsIlNoYXBlIjozLCJTaGFwZVRoaWNrbmVzcyI6MCwiRHVyYXRpb25Gb3JtYXQiOjAsIkluY2x1ZGVOb25Xb3JraW5nRGF5c0luRHVyYXRpb24iOmZhbHNlLCJQZXJjZW50YWdlQ29tcGxldGVTdHlsZSI6eyIkaWQiOiIxNTQ2IiwiRm9udFNldHRpbmdzIjp7IiRpZCI6IjE1NDciLCJGb250U2l6ZSI6MTAsIkZvbnROYW1lIjoiQ2FsaWJyaSIsIklzQm9sZCI6ZmFsc2UsIklzSXRhbGljIjpmYWxzZSwiSXNVbmRlcmxpbmVkIjpmYWxzZSwiUGFyZW50U3R5bGUiOm51bGx9LCJBdXRvU2l6ZSI6MCwiRm9yZWdyb3VuZCI6eyIkaWQiOiIxNTQ4IiwiQ29sb3IiOnsiJGlkIjoiMTU0OS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xNTUwIiwiVG9wIjowLjAsIkxlZnQiOjAuMCwiUmlnaHQiOjAuMCwiQm90dG9tIjowLjB9LCJQYWRkaW5nIjp7IiRpZCI6IjE1NTEiLCJUb3AiOjAuMCwiTGVmdCI6MC4wLCJSaWdodCI6MC4wLCJCb3R0b20iOjAuMH0sIkJhY2tncm91bmQiOnsiJGlkIjoiMTU1MiIsIkNvbG9yIjp7IiRpZCI6IjE1NTMiLCJBIjo4OSwiUiI6MCwiRyI6MCwiQiI6MH19LCJJc1Zpc2libGUiOnRydWUsIldpZHRoIjowLjAsIkhlaWdodCI6MC4wLCJCb3JkZXJTdHlsZSI6eyIkaWQiOiIxNTU0IiwiTGluZUNvbG9yIjpudWxsLCJMaW5lV2VpZ2h0IjowLjAsIkxpbmVUeXBlIjowLCJQYXJlbnRTdHlsZSI6bnVsbH0sIlBhcmVudFN0eWxlIjpudWxsfSwiRHVyYXRpb25TdHlsZSI6eyIkaWQiOiIxNTU1IiwiRm9udFNldHRpbmdzIjp7IiRpZCI6IjE1NTYiLCJGb250U2l6ZSI6MTAsIkZvbnROYW1lIjoiQ2FsaWJyaSIsIklzQm9sZCI6ZmFsc2UsIklzSXRhbGljIjpmYWxzZSwiSXNVbmRlcmxpbmVkIjpmYWxzZSwiUGFyZW50U3R5bGUiOm51bGx9LCJBdXRvU2l6ZSI6MCwiRm9yZWdyb3VuZCI6eyIkaWQiOiIxNTU3IiwiQ29sb3IiOnsiJGlkIjoiMTU1OC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1NTkiLCJUb3AiOjAuMCwiTGVmdCI6MC4wLCJSaWdodCI6MC4wLCJCb3R0b20iOjAuMH0sIlBhZGRpbmciOnsiJGlkIjoiMTU2MCIsIlRvcCI6MC4wLCJMZWZ0IjowLjAsIlJpZ2h0IjowLjAsIkJvdHRvbSI6MC4wfSwiQmFja2dyb3VuZCI6eyIkaWQiOiIxNTYxIiwiQ29sb3IiOnsiJGlkIjoiMTU2MiIsIkEiOjI1NSwiUiI6MjM3LCJHIjoxMjUsIkIiOjQ5fX0sIklzVmlzaWJsZSI6dHJ1ZSwiV2lkdGgiOjAuMCwiSGVpZ2h0IjowLjAsIkJvcmRlclN0eWxlIjp7IiRpZCI6IjE1NjMiLCJMaW5lQ29sb3IiOm51bGwsIkxpbmVXZWlnaHQiOjAuMCwiTGluZVR5cGUiOjAsIlBhcmVudFN0eWxlIjpudWxsfSwiUGFyZW50U3R5bGUiOm51bGx9LCJIb3Jpem9udGFsQ29ubmVjdG9yU3R5bGUiOnsiJGlkIjoiMTU2NCIsIkxpbmVDb2xvciI6eyIkaWQiOiIxNTY1IiwiJHR5cGUiOiJOTFJFLkNvbW1vbi5Eb20uU29saWRDb2xvckJydXNoLCBOTFJFLkNvbW1vbiIsIkNvbG9yIjp7IiRpZCI6IjE1NjYiLCJBIjo1MSwiUiI6MjEsIkciOjk2LCJCIjoxMzB9fSwiTGluZVdlaWdodCI6MS4wLCJMaW5lVHlwZSI6MCwiUGFyZW50U3R5bGUiOm51bGx9LCJWZXJ0aWNhbENvbm5lY3RvclN0eWxlIjp7IiRpZCI6IjE1NjciLCJMaW5lQ29sb3IiOnsiJGlkIjoiMTU2OCIsIiR0eXBlIjoiTkxSRS5Db21tb24uRG9tLlNvbGlkQ29sb3JCcnVzaCwgTkxSRS5Db21tb24iLCJDb2xvciI6eyIkaWQiOiIxNTY5IiwiQSI6NTEsIlIiOjIxLCJHIjo5NiwiQiI6MTMwfX0sIkxpbmVXZWlnaHQiOjAuMCwiTGluZVR5cGUiOjAsIlBhcmVudFN0eWxlIjpudWxsfSwiTWFyZ2luIjpudWxsLCJTdGFydERhdGVQb3NpdGlvbiI6NCwiRW5kRGF0ZVBvc2l0aW9uIjo0LCJEYXRlSXNWaXNpYmxlIjp0cnVlLCJUaXRsZVBvc2l0aW9uIjozLCJEdXJhdGlvblBvc2l0aW9uIjo2LCJQZXJjZW50YWdlQ29tcGxldGVkUG9zaXRpb24iOjIsIlZhcmlhbmNlUG9zaXRpb24iOjYsIlNwYWNpbmciOjMsIklzQmVsb3dUaW1lYmFuZCI6dHJ1ZSwiUGVyY2VudGFnZUNvbXBsZXRlU2hhcGVPcGFjaXR5IjozNSwiQmFzZWxpbmVTdHlsZSI6eyIkaWQiOiIxNTcwIiwiU2hhcGVTdHlsZSI6eyIkaWQiOiIxNTcxIiwiTWFyZ2luIjp7IiRpZCI6IjE1NzIiLCJUb3AiOjAuMCwiTGVmdCI6MC4wLCJSaWdodCI6MC4wLCJCb3R0b20iOjAuMH0sIlBhZGRpbmciOnsiJGlkIjoiMTU3MyIsIlRvcCI6MC4wLCJMZWZ0IjowLjAsIlJpZ2h0IjowLjAsIkJvdHRvbSI6MC4wfSwiQmFja2dyb3VuZCI6eyIkaWQiOiIxNTc0IiwiQ29sb3IiOnsiJGlkIjoiMTU3NSIsIkEiOjE1MywiUiI6MCwiRyI6MCwiQiI6MH19LCJJc1Zpc2libGUiOnRydWUsIldpZHRoIjowLjAsIkhlaWdodCI6MC4wLCJCb3JkZXJTdHlsZSI6bnVsbCwiUGFyZW50U3R5bGUiOm51bGx9LCJNYXJnaW4iOnsiJGlkIjoiMTU3NiIsIlRvcCI6MC4wLCJMZWZ0IjowLjAsIlJpZ2h0IjowLjAsIkJvdHRvbSI6MC4wfSwiUGFkZGluZyI6eyIkaWQiOiIxNTc3IiwiVG9wIjowLjAsIkxlZnQiOjAuMCwiUmlnaHQiOjAuMCwiQm90dG9tIjowLjB9LCJCYWNrZ3JvdW5kIjpudWxsLCJJc1Zpc2libGUiOnRydWUsIldpZHRoIjowLjAsIkhlaWdodCI6MC4wLCJCb3JkZXJTdHlsZSI6bnVsbCwiUGFyZW50U3R5bGUiOm51bGx9LCJTaGFwZVN0eWxlIjp7IiRpZCI6IjE1NzgiLCJNYXJnaW4iOnsiJGlkIjoiMTU3OSIsIlRvcCI6MC4wLCJMZWZ0Ijo0LjAsIlJpZ2h0Ijo0LjAsIkJvdHRvbSI6MC4wfSwiUGFkZGluZyI6eyIkaWQiOiIxNTgwIiwiVG9wIjowLjAsIkxlZnQiOjAuMCwiUmlnaHQiOjAuMCwiQm90dG9tIjowLjB9LCJCYWNrZ3JvdW5kIjp7IiRpZCI6IjE1ODEiLCJDb2xvciI6eyIkaWQiOiIxNTgyIiwiQSI6MjU1LCJSIjoyMSwiRyI6OTYsIkIiOjEzMH19LCJJc1Zpc2libGUiOnRydWUsIldpZHRoIjowLjAsIkhlaWdodCI6MTAuMCwiQm9yZGVyU3R5bGUiOnsiJGlkIjoiMTU4MyIsIkxpbmVDb2xvciI6eyIkaWQiOiIxNTg0IiwiJHR5cGUiOiJOTFJFLkNvbW1vbi5Eb20uU29saWRDb2xvckJydXNoLCBOTFJFLkNvbW1vbiIsIkNvbG9yIjp7IiRpZCI6IjE1ODUiLCJBIjoyNTUsIlIiOjIzNCwiRyI6MjIsIkIiOjMwfX0sIkxpbmVXZWlnaHQiOjAuMCwiTGluZVR5cGUiOjAsIlBhcmVudFN0eWxlIjpudWxsfSwiUGFyZW50U3R5bGUiOm51bGx9LCJUaXRsZVN0eWxlIjp7IiRpZCI6IjE1ODYiLCJGb250U2V0dGluZ3MiOnsiJGlkIjoiMTU4NyIsIkZvbnRTaXplIjoxMSwiRm9udE5hbWUiOiJDYWxpYnJpIiwiSXNCb2xkIjpmYWxzZSwiSXNJdGFsaWMiOmZhbHNlLCJJc1VuZGVybGluZWQiOmZhbHNlLCJQYXJlbnRTdHlsZSI6bnVsbH0sIkF1dG9TaXplIjowLCJGb3JlZ3JvdW5kIjp7IiRpZCI6IjE1ODgiLCJDb2xvciI6eyIkaWQiOiIxNTg5IiwiQSI6MjU1LCJSIjowLCJHIjowLCJCIjowfX0sIk1heFdpZHRoIjo3MjAuMCwiTWF4SGVpZ2h0IjoiSW5maW5pdHkiLCJTbWFydEZvcmVncm91bmRJc0FjdGl2ZSI6ZmFsc2UsIkhvcml6b250YWxBbGlnbm1lbnQiOjIsIlZlcnRpY2FsQWxpZ25tZW50IjoxLCJTbWFydEZvcmVncm91bmQiOm51bGwsIkJhY2tncm91bmRGaWxsVHlwZSI6MCwiTWFyZ2luIjp7IiRpZCI6IjE1OTAiLCJUb3AiOjAuMCwiTGVmdCI6MC4wLCJSaWdodCI6MC4wLCJCb3R0b20iOjAuMH0sIlBhZGRpbmciOnsiJGlkIjoiMTU5MSIsIlRvcCI6MC4wLCJMZWZ0IjowLjAsIlJpZ2h0IjowLjAsIkJvdHRvbSI6MC4wfSwiQmFja2dyb3VuZCI6eyIkaWQiOiIxNTkyIiwiQ29sb3IiOnsiJGlkIjoiMTU5MyIsIkEiOjAsIlIiOjI1NSwiRyI6MjU1LCJCIjoyNTV9fSwiSXNWaXNpYmxlIjp0cnVlLCJXaWR0aCI6MC4wLCJIZWlnaHQiOjAuMCwiQm9yZGVyU3R5bGUiOnsiJGlkIjoiMTU5NCIsIkxpbmVDb2xvciI6bnVsbCwiTGluZVdlaWdodCI6MC4wLCJMaW5lVHlwZSI6MCwiUGFyZW50U3R5bGUiOm51bGx9LCJQYXJlbnRTdHlsZSI6bnVsbH0sIkRhdGVTdHlsZSI6eyIkaWQiOiIxNTk1IiwiRm9udFNldHRpbmdzIjp7IiRpZCI6IjE1OTYiLCJGb250U2l6ZSI6MTAsIkZvbnROYW1lIjoiQ2FsaWJyaSIsIklzQm9sZCI6ZmFsc2UsIklzSXRhbGljIjpmYWxzZSwiSXNVbmRlcmxpbmVkIjpmYWxzZSwiUGFyZW50U3R5bGUiOm51bGx9LCJBdXRvU2l6ZSI6MCwiRm9yZWdyb3VuZCI6eyIkaWQiOiIxNTk3IiwiQ29sb3IiOnsiJGlkIjoiMTU5OC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xNTk5IiwiVG9wIjowLjAsIkxlZnQiOjAuMCwiUmlnaHQiOjAuMCwiQm90dG9tIjowLjB9LCJQYWRkaW5nIjp7IiRpZCI6IjE2MDAiLCJUb3AiOjAuMCwiTGVmdCI6MC4wLCJSaWdodCI6MC4wLCJCb3R0b20iOjAuMH0sIkJhY2tncm91bmQiOnsiJGlkIjoiMTYwMSIsIkNvbG9yIjp7IiRpZCI6IjE2MDIiLCJBIjowLCJSIjoyNTUsIkciOjI1NSwiQiI6MjU1fX0sIklzVmlzaWJsZSI6dHJ1ZSwiV2lkdGgiOjAuMCwiSGVpZ2h0IjowLjAsIkJvcmRlclN0eWxlIjp7IiRpZCI6IjE2MDMiLCJMaW5lQ29sb3IiOm51bGwsIkxpbmVXZWlnaHQiOjAuMCwiTGluZVR5cGUiOjAsIlBhcmVudFN0eWxlIjpudWxsfSwiUGFyZW50U3R5bGUiOm51bGx9LCJEYXRlRm9ybWF0Ijp7IiRpZCI6IjE2MD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YwNSIsIkZvcm1hdCI6MCwiSXNWaXNpYmxlIjpmYWxzZSwiTGFzdEtub3duVmlzaWJpbGl0eVN0YXRlIjpmYWxzZX0sIklzVmlzaWJsZSI6ZmFsc2UsIlZhcmlhbmNlU3R5bGUiOnsiJGlkIjoiMTYwNiIsIlRleHRTdHlsZSI6eyIkaWQiOiIxNjA3IiwiRm9udFNldHRpbmdzIjp7IiRpZCI6IjE2MDgiLCJGb250U2l6ZSI6MTAsIkZvbnROYW1lIjoiQ2FsaWJyaSIsIklzQm9sZCI6ZmFsc2UsIklzSXRhbGljIjpmYWxzZSwiSXNVbmRlcmxpbmVkIjpmYWxzZSwiUGFyZW50U3R5bGUiOm51bGx9LCJBdXRvU2l6ZSI6MCwiRm9yZWdyb3VuZCI6eyIkaWQiOiIxNjA5IiwiQ29sb3IiOnsiJGlkIjoiMTYx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jExIiwiVG9wIjowLjAsIkxlZnQiOjAuMCwiUmlnaHQiOjAuMCwiQm90dG9tIjowLjB9LCJQYWRkaW5nIjp7IiRpZCI6IjE2MTIiLCJUb3AiOjAuMCwiTGVmdCI6MC4wLCJSaWdodCI6MC4wLCJCb3R0b20iOjAuMH0sIkJhY2tncm91bmQiOnsiJGlkIjoiMTYxMyIsIkNvbG9yIjp7IiRpZCI6IjE2MTQiLCJBIjoyNTUsIlIiOjAsIkciOjAsIkIiOjB9fSwiSXNWaXNpYmxlIjp0cnVlLCJXaWR0aCI6MC4wLCJIZWlnaHQiOjAuMCwiQm9yZGVyU3R5bGUiOnsiJGlkIjoiMTYxNSIsIkxpbmVDb2xvciI6bnVsbCwiTGluZVdlaWdodCI6MC4wLCJMaW5lVHlwZSI6MCwiUGFyZW50U3R5bGUiOm51bGx9LCJQYXJlbnRTdHlsZSI6bnVsbH0sIlBhcmVudFN0eWxlIjpudWxsfSwiUGFyZW50U3R5bGUiOm51bGx9LCJJbmRleCI6NCwiU21hcnREdXJhdGlvbkFjdGl2YXRlZCI6ZmFsc2UsIkRhdGVGb3JtYXQiOnsiJHJlZiI6IjE2MDQifSwiV2Vla051bWJlcmluZyI6eyIkaWQiOiIxNjE2IiwiRm9ybWF0IjowLCJJc1Zpc2libGUiOmZhbHNlLCJMYXN0S25vd25WaXNpYmlsaXR5U3RhdGUiOmZhbHNlfSwiQmFzZWxpbmVEYXRhIjp7IiRpZCI6IjE2MTciLCJTdGFydERhdGUiOiIyMDI1LTExLTExVDAwOjAwOjAwIiwiRW5kRGF0ZSI6IjIwMjUtMTEtMThUMjM6NTk6MDAifSwiSWQiOiJhYjI0YjYwMS05MTgwLTRhZjYtOTVlZC0wMmE1NGIyOGRjNTAiLCJJbXBvcnRJZCI6bnVsbCwiVGl0bGUiOiJTcHJpbnQgMyIsIk5vdGUiOm51bGwsIkh5cGVybGluayI6eyIkaWQiOiIxNjE4IiwiQWRkcmVzcyI6IiIsIlN1YkFkZHJlc3MiOiIifSwiSXNDaGFuZ2VkIjpmYWxzZSwiSXNOZXciOmZhbHNlfSx7IiRpZCI6IjE2MTkiLCJHcm91cE5hbWUiOm51bGwsIlN0YXJ0RGF0ZSI6IjIwMjUtMTEtMThUMDA6MDA6MDBaIiwiRW5kRGF0ZSI6IjIwMjUtMTEtMjdUMjM6NTk6MDBaIiwiUGVyY2VudGFnZUNvbXBsZXRlIjpudWxsLCJTdHlsZSI6eyIkaWQiOiIxNjIwIiwiU2hhcGUiOjMsIlNoYXBlVGhpY2tuZXNzIjowLCJEdXJhdGlvbkZvcm1hdCI6MCwiSW5jbHVkZU5vbldvcmtpbmdEYXlzSW5EdXJhdGlvbiI6ZmFsc2UsIlBlcmNlbnRhZ2VDb21wbGV0ZVN0eWxlIjp7IiRpZCI6IjE2MjEiLCJGb250U2V0dGluZ3MiOnsiJGlkIjoiMTYyMiIsIkZvbnRTaXplIjoxMCwiRm9udE5hbWUiOiJDYWxpYnJpIiwiSXNCb2xkIjpmYWxzZSwiSXNJdGFsaWMiOmZhbHNlLCJJc1VuZGVybGluZWQiOmZhbHNlLCJQYXJlbnRTdHlsZSI6bnVsbH0sIkF1dG9TaXplIjowLCJGb3JlZ3JvdW5kIjp7IiRpZCI6IjE2MjMiLCJDb2xvciI6eyIkaWQiOiIxNjI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E2MjUiLCJUb3AiOjAuMCwiTGVmdCI6MC4wLCJSaWdodCI6MC4wLCJCb3R0b20iOjAuMH0sIlBhZGRpbmciOnsiJGlkIjoiMTYyNiIsIlRvcCI6MC4wLCJMZWZ0IjowLjAsIlJpZ2h0IjowLjAsIkJvdHRvbSI6MC4wfSwiQmFja2dyb3VuZCI6eyIkaWQiOiIxNjI3IiwiQ29sb3IiOnsiJGlkIjoiMTYyOCIsIkEiOjg5LCJSIjowLCJHIjowLCJCIjowfX0sIklzVmlzaWJsZSI6dHJ1ZSwiV2lkdGgiOjAuMCwiSGVpZ2h0IjowLjAsIkJvcmRlclN0eWxlIjp7IiRpZCI6IjE2MjkiLCJMaW5lQ29sb3IiOm51bGwsIkxpbmVXZWlnaHQiOjAuMCwiTGluZVR5cGUiOjAsIlBhcmVudFN0eWxlIjpudWxsfSwiUGFyZW50U3R5bGUiOm51bGx9LCJEdXJhdGlvblN0eWxlIjp7IiRpZCI6IjE2MzAiLCJGb250U2V0dGluZ3MiOnsiJGlkIjoiMTYzMSIsIkZvbnRTaXplIjoxMCwiRm9udE5hbWUiOiJDYWxpYnJpIiwiSXNCb2xkIjpmYWxzZSwiSXNJdGFsaWMiOmZhbHNlLCJJc1VuZGVybGluZWQiOmZhbHNlLCJQYXJlbnRTdHlsZSI6bnVsbH0sIkF1dG9TaXplIjowLCJGb3JlZ3JvdW5kIjp7IiRpZCI6IjE2MzIiLCJDb2xvciI6eyIkaWQiOiIxNjMz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MTYzNCIsIlRvcCI6MC4wLCJMZWZ0IjowLjAsIlJpZ2h0IjowLjAsIkJvdHRvbSI6MC4wfSwiUGFkZGluZyI6eyIkaWQiOiIxNjM1IiwiVG9wIjowLjAsIkxlZnQiOjAuMCwiUmlnaHQiOjAuMCwiQm90dG9tIjowLjB9LCJCYWNrZ3JvdW5kIjp7IiRpZCI6IjE2MzYiLCJDb2xvciI6eyIkaWQiOiIxNjM3IiwiQSI6MjU1LCJSIjoyMzcsIkciOjEyNSwiQiI6NDl9fSwiSXNWaXNpYmxlIjp0cnVlLCJXaWR0aCI6MC4wLCJIZWlnaHQiOjAuMCwiQm9yZGVyU3R5bGUiOnsiJGlkIjoiMTYzOCIsIkxpbmVDb2xvciI6bnVsbCwiTGluZVdlaWdodCI6MC4wLCJMaW5lVHlwZSI6MCwiUGFyZW50U3R5bGUiOm51bGx9LCJQYXJlbnRTdHlsZSI6bnVsbH0sIkhvcml6b250YWxDb25uZWN0b3JTdHlsZSI6eyIkaWQiOiIxNjM5IiwiTGluZUNvbG9yIjp7IiRpZCI6IjE2NDAiLCIkdHlwZSI6Ik5MUkUuQ29tbW9uLkRvbS5Tb2xpZENvbG9yQnJ1c2gsIE5MUkUuQ29tbW9uIiwiQ29sb3IiOnsiJGlkIjoiMTY0MSIsIkEiOjUxLCJSIjoyMSwiRyI6OTYsIkIiOjEzMH19LCJMaW5lV2VpZ2h0IjoxLjAsIkxpbmVUeXBlIjowLCJQYXJlbnRTdHlsZSI6bnVsbH0sIlZlcnRpY2FsQ29ubmVjdG9yU3R5bGUiOnsiJGlkIjoiMTY0MiIsIkxpbmVDb2xvciI6eyIkaWQiOiIxNjQzIiwiJHR5cGUiOiJOTFJFLkNvbW1vbi5Eb20uU29saWRDb2xvckJydXNoLCBOTFJFLkNvbW1vbiIsIkNvbG9yIjp7IiRpZCI6IjE2NDQ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NiwiU3BhY2luZyI6MywiSXNCZWxvd1RpbWViYW5kIjp0cnVlLCJQZXJjZW50YWdlQ29tcGxldGVTaGFwZU9wYWNpdHkiOjM1LCJCYXNlbGluZVN0eWxlIjp7IiRpZCI6IjE2NDUiLCJTaGFwZVN0eWxlIjp7IiRpZCI6IjE2NDYiLCJNYXJnaW4iOnsiJGlkIjoiMTY0NyIsIlRvcCI6MC4wLCJMZWZ0IjowLjAsIlJpZ2h0IjowLjAsIkJvdHRvbSI6MC4wfSwiUGFkZGluZyI6eyIkaWQiOiIxNjQ4IiwiVG9wIjowLjAsIkxlZnQiOjAuMCwiUmlnaHQiOjAuMCwiQm90dG9tIjowLjB9LCJCYWNrZ3JvdW5kIjp7IiRpZCI6IjE2NDkiLCJDb2xvciI6eyIkaWQiOiIxNjUwIiwiQSI6MTUzLCJSIjowLCJHIjowLCJCIjowfX0sIklzVmlzaWJsZSI6dHJ1ZSwiV2lkdGgiOjAuMCwiSGVpZ2h0IjowLjAsIkJvcmRlclN0eWxlIjpudWxsLCJQYXJlbnRTdHlsZSI6bnVsbH0sIk1hcmdpbiI6eyIkaWQiOiIxNjUxIiwiVG9wIjowLjAsIkxlZnQiOjAuMCwiUmlnaHQiOjAuMCwiQm90dG9tIjowLjB9LCJQYWRkaW5nIjp7IiRpZCI6IjE2NTIiLCJUb3AiOjAuMCwiTGVmdCI6MC4wLCJSaWdodCI6MC4wLCJCb3R0b20iOjAuMH0sIkJhY2tncm91bmQiOm51bGwsIklzVmlzaWJsZSI6dHJ1ZSwiV2lkdGgiOjAuMCwiSGVpZ2h0IjowLjAsIkJvcmRlclN0eWxlIjpudWxsLCJQYXJlbnRTdHlsZSI6bnVsbH0sIlNoYXBlU3R5bGUiOnsiJGlkIjoiMTY1MyIsIk1hcmdpbiI6eyIkaWQiOiIxNjU0IiwiVG9wIjowLjAsIkxlZnQiOjQuMCwiUmlnaHQiOjQuMCwiQm90dG9tIjowLjB9LCJQYWRkaW5nIjp7IiRpZCI6IjE2NTUiLCJUb3AiOjAuMCwiTGVmdCI6MC4wLCJSaWdodCI6MC4wLCJCb3R0b20iOjAuMH0sIkJhY2tncm91bmQiOnsiJGlkIjoiMTY1NiIsIkNvbG9yIjp7IiRpZCI6IjE2NTciLCJBIjoyNTUsIlIiOjIxLCJHIjo5NiwiQiI6MTMwfX0sIklzVmlzaWJsZSI6dHJ1ZSwiV2lkdGgiOjAuMCwiSGVpZ2h0IjoxMC4wLCJCb3JkZXJTdHlsZSI6eyIkaWQiOiIxNjU4IiwiTGluZUNvbG9yIjp7IiRpZCI6IjE2NTkiLCIkdHlwZSI6Ik5MUkUuQ29tbW9uLkRvbS5Tb2xpZENvbG9yQnJ1c2gsIE5MUkUuQ29tbW9uIiwiQ29sb3IiOnsiJGlkIjoiMTY2MCIsIkEiOjI1NSwiUiI6MjM0LCJHIjoyMiwiQiI6MzB9fSwiTGluZVdlaWdodCI6MC4wLCJMaW5lVHlwZSI6MCwiUGFyZW50U3R5bGUiOm51bGx9LCJQYXJlbnRTdHlsZSI6bnVsbH0sIlRpdGxlU3R5bGUiOnsiJGlkIjoiMTY2MSIsIkZvbnRTZXR0aW5ncyI6eyIkaWQiOiIxNjYyIiwiRm9udFNpemUiOjExLCJGb250TmFtZSI6IkNhbGlicmkiLCJJc0JvbGQiOmZhbHNlLCJJc0l0YWxpYyI6ZmFsc2UsIklzVW5kZXJsaW5lZCI6ZmFsc2UsIlBhcmVudFN0eWxlIjpudWxsfSwiQXV0b1NpemUiOjAsIkZvcmVncm91bmQiOnsiJGlkIjoiMTY2MyIsIkNvbG9yIjp7IiRpZCI6IjE2NjQiLCJBIjoyNTUsIlIiOjAsIkciOjAsIkIiOjB9fSwiTWF4V2lkdGgiOjcyMC4wLCJNYXhIZWlnaHQiOiJJbmZpbml0eSIsIlNtYXJ0Rm9yZWdyb3VuZElzQWN0aXZlIjpmYWxzZSwiSG9yaXpvbnRhbEFsaWdubWVudCI6MiwiVmVydGljYWxBbGlnbm1lbnQiOjEsIlNtYXJ0Rm9yZWdyb3VuZCI6bnVsbCwiQmFja2dyb3VuZEZpbGxUeXBlIjowLCJNYXJnaW4iOnsiJGlkIjoiMTY2NSIsIlRvcCI6MC4wLCJMZWZ0IjowLjAsIlJpZ2h0IjowLjAsIkJvdHRvbSI6MC4wfSwiUGFkZGluZyI6eyIkaWQiOiIxNjY2IiwiVG9wIjowLjAsIkxlZnQiOjAuMCwiUmlnaHQiOjAuMCwiQm90dG9tIjowLjB9LCJCYWNrZ3JvdW5kIjp7IiRpZCI6IjE2NjciLCJDb2xvciI6eyIkaWQiOiIxNjY4IiwiQSI6MCwiUiI6MjU1LCJHIjoyNTUsIkIiOjI1NX19LCJJc1Zpc2libGUiOnRydWUsIldpZHRoIjowLjAsIkhlaWdodCI6MC4wLCJCb3JkZXJTdHlsZSI6eyIkaWQiOiIxNjY5IiwiTGluZUNvbG9yIjpudWxsLCJMaW5lV2VpZ2h0IjowLjAsIkxpbmVUeXBlIjowLCJQYXJlbnRTdHlsZSI6bnVsbH0sIlBhcmVudFN0eWxlIjpudWxsfSwiRGF0ZVN0eWxlIjp7IiRpZCI6IjE2NzAiLCJGb250U2V0dGluZ3MiOnsiJGlkIjoiMTY3MSIsIkZvbnRTaXplIjoxMCwiRm9udE5hbWUiOiJDYWxpYnJpIiwiSXNCb2xkIjpmYWxzZSwiSXNJdGFsaWMiOmZhbHNlLCJJc1VuZGVybGluZWQiOmZhbHNlLCJQYXJlbnRTdHlsZSI6bnVsbH0sIkF1dG9TaXplIjowLCJGb3JlZ3JvdW5kIjp7IiRpZCI6IjE2NzIiLCJDb2xvciI6eyIkaWQiOiIxNjcz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2NzQiLCJUb3AiOjAuMCwiTGVmdCI6MC4wLCJSaWdodCI6MC4wLCJCb3R0b20iOjAuMH0sIlBhZGRpbmciOnsiJGlkIjoiMTY3NSIsIlRvcCI6MC4wLCJMZWZ0IjowLjAsIlJpZ2h0IjowLjAsIkJvdHRvbSI6MC4wfSwiQmFja2dyb3VuZCI6eyIkaWQiOiIxNjc2IiwiQ29sb3IiOnsiJGlkIjoiMTY3NyIsIkEiOjAsIlIiOjI1NSwiRyI6MjU1LCJCIjoyNTV9fSwiSXNWaXNpYmxlIjp0cnVlLCJXaWR0aCI6MC4wLCJIZWlnaHQiOjAuMCwiQm9yZGVyU3R5bGUiOnsiJGlkIjoiMTY3OCIsIkxpbmVDb2xvciI6bnVsbCwiTGluZVdlaWdodCI6MC4wLCJMaW5lVHlwZSI6MCwiUGFyZW50U3R5bGUiOm51bGx9LCJQYXJlbnRTdHlsZSI6bnVsbH0sIkRhdGVGb3JtYXQiOnsiJGlkIjoiMTY3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jgwIiwiRm9ybWF0IjowLCJJc1Zpc2libGUiOmZhbHNlLCJMYXN0S25vd25WaXNpYmlsaXR5U3RhdGUiOmZhbHNlfSwiSXNWaXNpYmxlIjpmYWxzZSwiVmFyaWFuY2VTdHlsZSI6eyIkaWQiOiIxNjgxIiwiVGV4dFN0eWxlIjp7IiRpZCI6IjE2ODIiLCJGb250U2V0dGluZ3MiOnsiJGlkIjoiMTY4MyIsIkZvbnRTaXplIjoxMCwiRm9udE5hbWUiOiJDYWxpYnJpIiwiSXNCb2xkIjpmYWxzZSwiSXNJdGFsaWMiOmZhbHNlLCJJc1VuZGVybGluZWQiOmZhbHNlLCJQYXJlbnRTdHlsZSI6bnVsbH0sIkF1dG9TaXplIjowLCJGb3JlZ3JvdW5kIjp7IiRpZCI6IjE2ODQiLCJDb2xvciI6eyIkaWQiOiIxNjg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2ODYiLCJUb3AiOjAuMCwiTGVmdCI6MC4wLCJSaWdodCI6MC4wLCJCb3R0b20iOjAuMH0sIlBhZGRpbmciOnsiJGlkIjoiMTY4NyIsIlRvcCI6MC4wLCJMZWZ0IjowLjAsIlJpZ2h0IjowLjAsIkJvdHRvbSI6MC4wfSwiQmFja2dyb3VuZCI6eyIkaWQiOiIxNjg4IiwiQ29sb3IiOnsiJGlkIjoiMTY4OSIsIkEiOjI1NSwiUiI6MCwiRyI6MCwiQiI6MH19LCJJc1Zpc2libGUiOnRydWUsIldpZHRoIjowLjAsIkhlaWdodCI6MC4wLCJCb3JkZXJTdHlsZSI6eyIkaWQiOiIxNjkwIiwiTGluZUNvbG9yIjpudWxsLCJMaW5lV2VpZ2h0IjowLjAsIkxpbmVUeXBlIjowLCJQYXJlbnRTdHlsZSI6bnVsbH0sIlBhcmVudFN0eWxlIjpudWxsfSwiUGFyZW50U3R5bGUiOm51bGx9LCJQYXJlbnRTdHlsZSI6bnVsbH0sIkluZGV4Ijo1LCJTbWFydER1cmF0aW9uQWN0aXZhdGVkIjpmYWxzZSwiRGF0ZUZvcm1hdCI6eyIkcmVmIjoiMTY3OSJ9LCJXZWVrTnVtYmVyaW5nIjp7IiRpZCI6IjE2OTEiLCJGb3JtYXQiOjAsIklzVmlzaWJsZSI6ZmFsc2UsIkxhc3RLbm93blZpc2liaWxpdHlTdGF0ZSI6ZmFsc2V9LCJCYXNlbGluZURhdGEiOnsiJGlkIjoiMTY5MiIsIlN0YXJ0RGF0ZSI6IjIwMjUtMTEtMThUMDA6MDA6MDAiLCJFbmREYXRlIjoiMjAyNS0xMS0yN1QyMzo1OTowMCJ9LCJJZCI6ImI4MWFmOTNiLThlZDUtNDg1Zi05NzZhLTkwNTk2YjY4YzI2MiIsIkltcG9ydElkIjpudWxsLCJUaXRsZSI6IlNwcmludCA0IiwiTm90ZSI6bnVsbCwiSHlwZXJsaW5rIjp7IiRpZCI6IjE2OTMiLCJBZGRyZXNzIjoiIiwiU3ViQWRkcmVzcyI6IiJ9LCJJc0NoYW5nZWQiOmZhbHNlLCJJc05ldyI6ZmFsc2V9LHsiJGlkIjoiMTY5NCIsIkdyb3VwTmFtZSI6bnVsbCwiU3RhcnREYXRlIjoiMjAyNS0xMS0yN1QwMDowMDowMFoiLCJFbmREYXRlIjoiMjAyNS0xMi0wMlQyMzo1OTowMFoiLCJQZXJjZW50YWdlQ29tcGxldGUiOm51bGwsIlN0eWxlIjp7IiRpZCI6IjE2OTUiLCJTaGFwZSI6MywiU2hhcGVUaGlja25lc3MiOjAsIkR1cmF0aW9uRm9ybWF0IjowLCJJbmNsdWRlTm9uV29ya2luZ0RheXNJbkR1cmF0aW9uIjpmYWxzZSwiUGVyY2VudGFnZUNvbXBsZXRlU3R5bGUiOnsiJGlkIjoiMTY5NiIsIkZvbnRTZXR0aW5ncyI6eyIkaWQiOiIxNjk3IiwiRm9udFNpemUiOjEwLCJGb250TmFtZSI6IkNhbGlicmkiLCJJc0JvbGQiOmZhbHNlLCJJc0l0YWxpYyI6ZmFsc2UsIklzVW5kZXJsaW5lZCI6ZmFsc2UsIlBhcmVudFN0eWxlIjpudWxsfSwiQXV0b1NpemUiOjAsIkZvcmVncm91bmQiOnsiJGlkIjoiMTY5OCIsIkNvbG9yIjp7IiRpZCI6IjE2OTk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cwMCIsIlRvcCI6MC4wLCJMZWZ0IjowLjAsIlJpZ2h0IjowLjAsIkJvdHRvbSI6MC4wfSwiUGFkZGluZyI6eyIkaWQiOiIxNzAxIiwiVG9wIjowLjAsIkxlZnQiOjAuMCwiUmlnaHQiOjAuMCwiQm90dG9tIjowLjB9LCJCYWNrZ3JvdW5kIjp7IiRpZCI6IjE3MDIiLCJDb2xvciI6eyIkaWQiOiIxNzAzIiwiQSI6ODksIlIiOjAsIkciOjAsIkIiOjB9fSwiSXNWaXNpYmxlIjp0cnVlLCJXaWR0aCI6MC4wLCJIZWlnaHQiOjAuMCwiQm9yZGVyU3R5bGUiOnsiJGlkIjoiMTcwNCIsIkxpbmVDb2xvciI6bnVsbCwiTGluZVdlaWdodCI6MC4wLCJMaW5lVHlwZSI6MCwiUGFyZW50U3R5bGUiOm51bGx9LCJQYXJlbnRTdHlsZSI6bnVsbH0sIkR1cmF0aW9uU3R5bGUiOnsiJGlkIjoiMTcwNSIsIkZvbnRTZXR0aW5ncyI6eyIkaWQiOiIxNzA2IiwiRm9udFNpemUiOjEwLCJGb250TmFtZSI6IkNhbGlicmkiLCJJc0JvbGQiOmZhbHNlLCJJc0l0YWxpYyI6ZmFsc2UsIklzVW5kZXJsaW5lZCI6ZmFsc2UsIlBhcmVudFN0eWxlIjpudWxsfSwiQXV0b1NpemUiOjAsIkZvcmVncm91bmQiOnsiJGlkIjoiMTcwNyIsIkNvbG9yIjp7IiRpZCI6IjE3MDg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NzA5IiwiVG9wIjowLjAsIkxlZnQiOjAuMCwiUmlnaHQiOjAuMCwiQm90dG9tIjowLjB9LCJQYWRkaW5nIjp7IiRpZCI6IjE3MTAiLCJUb3AiOjAuMCwiTGVmdCI6MC4wLCJSaWdodCI6MC4wLCJCb3R0b20iOjAuMH0sIkJhY2tncm91bmQiOnsiJGlkIjoiMTcxMSIsIkNvbG9yIjp7IiRpZCI6IjE3MTIiLCJBIjoyNTUsIlIiOjIzNywiRyI6MTI1LCJCIjo0OX19LCJJc1Zpc2libGUiOnRydWUsIldpZHRoIjowLjAsIkhlaWdodCI6MC4wLCJCb3JkZXJTdHlsZSI6eyIkaWQiOiIxNzEzIiwiTGluZUNvbG9yIjpudWxsLCJMaW5lV2VpZ2h0IjowLjAsIkxpbmVUeXBlIjowLCJQYXJlbnRTdHlsZSI6bnVsbH0sIlBhcmVudFN0eWxlIjpudWxsfSwiSG9yaXpvbnRhbENvbm5lY3RvclN0eWxlIjp7IiRpZCI6IjE3MTQiLCJMaW5lQ29sb3IiOnsiJGlkIjoiMTcxNSIsIiR0eXBlIjoiTkxSRS5Db21tb24uRG9tLlNvbGlkQ29sb3JCcnVzaCwgTkxSRS5Db21tb24iLCJDb2xvciI6eyIkaWQiOiIxNzE2IiwiQSI6NTEsIlIiOjIxLCJHIjo5NiwiQiI6MTMwfX0sIkxpbmVXZWlnaHQiOjEuMCwiTGluZVR5cGUiOjAsIlBhcmVudFN0eWxlIjpudWxsfSwiVmVydGljYWxDb25uZWN0b3JTdHlsZSI6eyIkaWQiOiIxNzE3IiwiTGluZUNvbG9yIjp7IiRpZCI6IjE3MTgiLCIkdHlwZSI6Ik5MUkUuQ29tbW9uLkRvbS5Tb2xpZENvbG9yQnJ1c2gsIE5MUkUuQ29tbW9uIiwiQ29sb3IiOnsiJGlkIjoiMTcxOS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cyMCIsIlNoYXBlU3R5bGUiOnsiJGlkIjoiMTcyMSIsIk1hcmdpbiI6eyIkaWQiOiIxNzIyIiwiVG9wIjowLjAsIkxlZnQiOjAuMCwiUmlnaHQiOjAuMCwiQm90dG9tIjowLjB9LCJQYWRkaW5nIjp7IiRpZCI6IjE3MjMiLCJUb3AiOjAuMCwiTGVmdCI6MC4wLCJSaWdodCI6MC4wLCJCb3R0b20iOjAuMH0sIkJhY2tncm91bmQiOnsiJGlkIjoiMTcyNCIsIkNvbG9yIjp7IiRpZCI6IjE3MjUiLCJBIjoxNTMsIlIiOjAsIkciOjAsIkIiOjB9fSwiSXNWaXNpYmxlIjp0cnVlLCJXaWR0aCI6MC4wLCJIZWlnaHQiOjAuMCwiQm9yZGVyU3R5bGUiOm51bGwsIlBhcmVudFN0eWxlIjpudWxsfSwiTWFyZ2luIjp7IiRpZCI6IjE3MjYiLCJUb3AiOjAuMCwiTGVmdCI6MC4wLCJSaWdodCI6MC4wLCJCb3R0b20iOjAuMH0sIlBhZGRpbmciOnsiJGlkIjoiMTcyNyIsIlRvcCI6MC4wLCJMZWZ0IjowLjAsIlJpZ2h0IjowLjAsIkJvdHRvbSI6MC4wfSwiQmFja2dyb3VuZCI6bnVsbCwiSXNWaXNpYmxlIjp0cnVlLCJXaWR0aCI6MC4wLCJIZWlnaHQiOjAuMCwiQm9yZGVyU3R5bGUiOm51bGwsIlBhcmVudFN0eWxlIjpudWxsfSwiU2hhcGVTdHlsZSI6eyIkaWQiOiIxNzI4IiwiTWFyZ2luIjp7IiRpZCI6IjE3MjkiLCJUb3AiOjAuMCwiTGVmdCI6NC4wLCJSaWdodCI6NC4wLCJCb3R0b20iOjAuMH0sIlBhZGRpbmciOnsiJGlkIjoiMTczMCIsIlRvcCI6MC4wLCJMZWZ0IjowLjAsIlJpZ2h0IjowLjAsIkJvdHRvbSI6MC4wfSwiQmFja2dyb3VuZCI6eyIkaWQiOiIxNzMxIiwiQ29sb3IiOnsiJGlkIjoiMTczMiIsIkEiOjI1NSwiUiI6MjEsIkciOjk2LCJCIjoxMzB9fSwiSXNWaXNpYmxlIjp0cnVlLCJXaWR0aCI6MC4wLCJIZWlnaHQiOjEwLjAsIkJvcmRlclN0eWxlIjp7IiRpZCI6IjE3MzMiLCJMaW5lQ29sb3IiOnsiJGlkIjoiMTczNCIsIiR0eXBlIjoiTkxSRS5Db21tb24uRG9tLlNvbGlkQ29sb3JCcnVzaCwgTkxSRS5Db21tb24iLCJDb2xvciI6eyIkaWQiOiIxNzM1IiwiQSI6MjU1LCJSIjoyMzQsIkciOjIyLCJCIjozMH19LCJMaW5lV2VpZ2h0IjowLjAsIkxpbmVUeXBlIjowLCJQYXJlbnRTdHlsZSI6bnVsbH0sIlBhcmVudFN0eWxlIjpudWxsfSwiVGl0bGVTdHlsZSI6eyIkaWQiOiIxNzM2IiwiRm9udFNldHRpbmdzIjp7IiRpZCI6IjE3MzciLCJGb250U2l6ZSI6MTEsIkZvbnROYW1lIjoiQ2FsaWJyaSIsIklzQm9sZCI6ZmFsc2UsIklzSXRhbGljIjpmYWxzZSwiSXNVbmRlcmxpbmVkIjpmYWxzZSwiUGFyZW50U3R5bGUiOm51bGx9LCJBdXRvU2l6ZSI6MCwiRm9yZWdyb3VuZCI6eyIkaWQiOiIxNzM4IiwiQ29sb3IiOnsiJGlkIjoiMTczOS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NzQwIiwiVG9wIjowLjAsIkxlZnQiOjAuMCwiUmlnaHQiOjAuMCwiQm90dG9tIjowLjB9LCJQYWRkaW5nIjp7IiRpZCI6IjE3NDEiLCJUb3AiOjAuMCwiTGVmdCI6MC4wLCJSaWdodCI6MC4wLCJCb3R0b20iOjAuMH0sIkJhY2tncm91bmQiOnsiJGlkIjoiMTc0MiIsIkNvbG9yIjp7IiRpZCI6IjE3NDMiLCJBIjowLCJSIjoyNTUsIkciOjI1NSwiQiI6MjU1fX0sIklzVmlzaWJsZSI6dHJ1ZSwiV2lkdGgiOjAuMCwiSGVpZ2h0IjowLjAsIkJvcmRlclN0eWxlIjp7IiRpZCI6IjE3NDQiLCJMaW5lQ29sb3IiOm51bGwsIkxpbmVXZWlnaHQiOjAuMCwiTGluZVR5cGUiOjAsIlBhcmVudFN0eWxlIjpudWxsfSwiUGFyZW50U3R5bGUiOm51bGx9LCJEYXRlU3R5bGUiOnsiJGlkIjoiMTc0NSIsIkZvbnRTZXR0aW5ncyI6eyIkaWQiOiIxNzQ2IiwiRm9udFNpemUiOjEwLCJGb250TmFtZSI6IkNhbGlicmkiLCJJc0JvbGQiOmZhbHNlLCJJc0l0YWxpYyI6ZmFsc2UsIklzVW5kZXJsaW5lZCI6ZmFsc2UsIlBhcmVudFN0eWxlIjpudWxsfSwiQXV0b1NpemUiOjAsIkZvcmVncm91bmQiOnsiJGlkIjoiMTc0NyIsIkNvbG9yIjp7IiRpZCI6IjE3NDg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c0OSIsIlRvcCI6MC4wLCJMZWZ0IjowLjAsIlJpZ2h0IjowLjAsIkJvdHRvbSI6MC4wfSwiUGFkZGluZyI6eyIkaWQiOiIxNzUwIiwiVG9wIjowLjAsIkxlZnQiOjAuMCwiUmlnaHQiOjAuMCwiQm90dG9tIjowLjB9LCJCYWNrZ3JvdW5kIjp7IiRpZCI6IjE3NTEiLCJDb2xvciI6eyIkaWQiOiIxNzUyIiwiQSI6MCwiUiI6MjU1LCJHIjoyNTUsIkIiOjI1NX19LCJJc1Zpc2libGUiOnRydWUsIldpZHRoIjowLjAsIkhlaWdodCI6MC4wLCJCb3JkZXJTdHlsZSI6eyIkaWQiOiIxNzUzIiwiTGluZUNvbG9yIjpudWxsLCJMaW5lV2VpZ2h0IjowLjAsIkxpbmVUeXBlIjowLCJQYXJlbnRTdHlsZSI6bnVsbH0sIlBhcmVudFN0eWxlIjpudWxsfSwiRGF0ZUZvcm1hdCI6eyIkaWQiOiIxNzU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3NTUiLCJGb3JtYXQiOjAsIklzVmlzaWJsZSI6ZmFsc2UsIkxhc3RLbm93blZpc2liaWxpdHlTdGF0ZSI6ZmFsc2V9LCJJc1Zpc2libGUiOmZhbHNlLCJWYXJpYW5jZVN0eWxlIjp7IiRpZCI6IjE3NTYiLCJUZXh0U3R5bGUiOnsiJGlkIjoiMTc1NyIsIkZvbnRTZXR0aW5ncyI6eyIkaWQiOiIxNzU4IiwiRm9udFNpemUiOjEwLCJGb250TmFtZSI6IkNhbGlicmkiLCJJc0JvbGQiOmZhbHNlLCJJc0l0YWxpYyI6ZmFsc2UsIklzVW5kZXJsaW5lZCI6ZmFsc2UsIlBhcmVudFN0eWxlIjpudWxsfSwiQXV0b1NpemUiOjAsIkZvcmVncm91bmQiOnsiJGlkIjoiMTc1OSIsIkNvbG9yIjp7IiRpZCI6IjE3Nj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c2MSIsIlRvcCI6MC4wLCJMZWZ0IjowLjAsIlJpZ2h0IjowLjAsIkJvdHRvbSI6MC4wfSwiUGFkZGluZyI6eyIkaWQiOiIxNzYyIiwiVG9wIjowLjAsIkxlZnQiOjAuMCwiUmlnaHQiOjAuMCwiQm90dG9tIjowLjB9LCJCYWNrZ3JvdW5kIjp7IiRpZCI6IjE3NjMiLCJDb2xvciI6eyIkaWQiOiIxNzY0IiwiQSI6MjU1LCJSIjowLCJHIjowLCJCIjowfX0sIklzVmlzaWJsZSI6dHJ1ZSwiV2lkdGgiOjAuMCwiSGVpZ2h0IjowLjAsIkJvcmRlclN0eWxlIjp7IiRpZCI6IjE3NjUiLCJMaW5lQ29sb3IiOm51bGwsIkxpbmVXZWlnaHQiOjAuMCwiTGluZVR5cGUiOjAsIlBhcmVudFN0eWxlIjpudWxsfSwiUGFyZW50U3R5bGUiOm51bGx9LCJQYXJlbnRTdHlsZSI6bnVsbH0sIlBhcmVudFN0eWxlIjpudWxsfSwiSW5kZXgiOjYsIlNtYXJ0RHVyYXRpb25BY3RpdmF0ZWQiOmZhbHNlLCJEYXRlRm9ybWF0Ijp7IiRyZWYiOiIxNzU0In0sIldlZWtOdW1iZXJpbmciOnsiJGlkIjoiMTc2NiIsIkZvcm1hdCI6MCwiSXNWaXNpYmxlIjpmYWxzZSwiTGFzdEtub3duVmlzaWJpbGl0eVN0YXRlIjpmYWxzZX0sIkJhc2VsaW5lRGF0YSI6eyIkaWQiOiIxNzY3IiwiU3RhcnREYXRlIjoiMjAyNS0xMS0yN1QwMDowMDowMCIsIkVuZERhdGUiOiIyMDI1LTEyLTAyVDIzOjU5OjAwIn0sIklkIjoiZWMyZDAxZTMtYzEyOC00MjRhLTg1MTUtODkzMmIwNThmMmU3IiwiSW1wb3J0SWQiOm51bGwsIlRpdGxlIjoiU3ByaW50IDUiLCJOb3RlIjpudWxsLCJIeXBlcmxpbmsiOnsiJGlkIjoiMTc2OCIsIkFkZHJlc3MiOiIiLCJTdWJBZGRyZXNzIjoiIn0sIklzQ2hhbmdlZCI6ZmFsc2UsIklzTmV3IjpmYWxzZX0seyIkaWQiOiIxNzY5IiwiR3JvdXBOYW1lIjpudWxsLCJTdGFydERhdGUiOiIyMDI1LTExLTE4VDAwOjAwOjAwWiIsIkVuZERhdGUiOiIyMDI1LTEyLTA1VDIzOjU5OjAwWiIsIlBlcmNlbnRhZ2VDb21wbGV0ZSI6bnVsbCwiU3R5bGUiOnsiJGlkIjoiMTc3MCIsIlNoYXBlIjozLCJTaGFwZVRoaWNrbmVzcyI6MCwiRHVyYXRpb25Gb3JtYXQiOjAsIkluY2x1ZGVOb25Xb3JraW5nRGF5c0luRHVyYXRpb24iOmZhbHNlLCJQZXJjZW50YWdlQ29tcGxldGVTdHlsZSI6eyIkaWQiOiIxNzcxIiwiRm9udFNldHRpbmdzIjp7IiRpZCI6IjE3NzIiLCJGb250U2l6ZSI6MTAsIkZvbnROYW1lIjoiQ2FsaWJyaSIsIklzQm9sZCI6ZmFsc2UsIklzSXRhbGljIjpmYWxzZSwiSXNVbmRlcmxpbmVkIjpmYWxzZSwiUGFyZW50U3R5bGUiOm51bGx9LCJBdXRvU2l6ZSI6MCwiRm9yZWdyb3VuZCI6eyIkaWQiOiIxNzczIiwiQ29sb3IiOnsiJGlkIjoiMTc3NC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xNzc1IiwiVG9wIjowLjAsIkxlZnQiOjAuMCwiUmlnaHQiOjAuMCwiQm90dG9tIjowLjB9LCJQYWRkaW5nIjp7IiRpZCI6IjE3NzYiLCJUb3AiOjAuMCwiTGVmdCI6MC4wLCJSaWdodCI6MC4wLCJCb3R0b20iOjAuMH0sIkJhY2tncm91bmQiOnsiJGlkIjoiMTc3NyIsIkNvbG9yIjp7IiRpZCI6IjE3NzgiLCJBIjo4OSwiUiI6MCwiRyI6MCwiQiI6MH19LCJJc1Zpc2libGUiOnRydWUsIldpZHRoIjowLjAsIkhlaWdodCI6MC4wLCJCb3JkZXJTdHlsZSI6eyIkaWQiOiIxNzc5IiwiTGluZUNvbG9yIjpudWxsLCJMaW5lV2VpZ2h0IjowLjAsIkxpbmVUeXBlIjowLCJQYXJlbnRTdHlsZSI6bnVsbH0sIlBhcmVudFN0eWxlIjpudWxsfSwiRHVyYXRpb25TdHlsZSI6eyIkaWQiOiIxNzgwIiwiRm9udFNldHRpbmdzIjp7IiRpZCI6IjE3ODEiLCJGb250U2l6ZSI6MTAsIkZvbnROYW1lIjoiQ2FsaWJyaSIsIklzQm9sZCI6ZmFsc2UsIklzSXRhbGljIjpmYWxzZSwiSXNVbmRlcmxpbmVkIjpmYWxzZSwiUGFyZW50U3R5bGUiOm51bGx9LCJBdXRvU2l6ZSI6MCwiRm9yZWdyb3VuZCI6eyIkaWQiOiIxNzgyIiwiQ29sb3IiOnsiJGlkIjoiMTc4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3ODQiLCJUb3AiOjAuMCwiTGVmdCI6MC4wLCJSaWdodCI6MC4wLCJCb3R0b20iOjAuMH0sIlBhZGRpbmciOnsiJGlkIjoiMTc4NSIsIlRvcCI6MC4wLCJMZWZ0IjowLjAsIlJpZ2h0IjowLjAsIkJvdHRvbSI6MC4wfSwiQmFja2dyb3VuZCI6eyIkaWQiOiIxNzg2IiwiQ29sb3IiOnsiJGlkIjoiMTc4NyIsIkEiOjI1NSwiUiI6MjM3LCJHIjoxMjUsIkIiOjQ5fX0sIklzVmlzaWJsZSI6dHJ1ZSwiV2lkdGgiOjAuMCwiSGVpZ2h0IjowLjAsIkJvcmRlclN0eWxlIjp7IiRpZCI6IjE3ODgiLCJMaW5lQ29sb3IiOm51bGwsIkxpbmVXZWlnaHQiOjAuMCwiTGluZVR5cGUiOjAsIlBhcmVudFN0eWxlIjpudWxsfSwiUGFyZW50U3R5bGUiOm51bGx9LCJIb3Jpem9udGFsQ29ubmVjdG9yU3R5bGUiOnsiJGlkIjoiMTc4OSIsIkxpbmVDb2xvciI6eyIkaWQiOiIxNzkwIiwiJHR5cGUiOiJOTFJFLkNvbW1vbi5Eb20uU29saWRDb2xvckJydXNoLCBOTFJFLkNvbW1vbiIsIkNvbG9yIjp7IiRpZCI6IjE3OTEiLCJBIjo1MSwiUiI6MjEsIkciOjk2LCJCIjoxMzB9fSwiTGluZVdlaWdodCI6MS4wLCJMaW5lVHlwZSI6MCwiUGFyZW50U3R5bGUiOm51bGx9LCJWZXJ0aWNhbENvbm5lY3RvclN0eWxlIjp7IiRpZCI6IjE3OTIiLCJMaW5lQ29sb3IiOnsiJGlkIjoiMTc5MyIsIiR0eXBlIjoiTkxSRS5Db21tb24uRG9tLlNvbGlkQ29sb3JCcnVzaCwgTkxSRS5Db21tb24iLCJDb2xvciI6eyIkaWQiOiIxNzk0IiwiQSI6NTEsIlIiOjIxLCJHIjo5NiwiQiI6MTMwfX0sIkxpbmVXZWlnaHQiOjAuMCwiTGluZVR5cGUiOjAsIlBhcmVudFN0eWxlIjpudWxsfSwiTWFyZ2luIjpudWxsLCJTdGFydERhdGVQb3NpdGlvbiI6NCwiRW5kRGF0ZVBvc2l0aW9uIjo0LCJEYXRlSXNWaXNpYmxlIjp0cnVlLCJUaXRsZVBvc2l0aW9uIjozLCJEdXJhdGlvblBvc2l0aW9uIjo2LCJQZXJjZW50YWdlQ29tcGxldGVkUG9zaXRpb24iOjIsIlZhcmlhbmNlUG9zaXRpb24iOjYsIlNwYWNpbmciOjMsIklzQmVsb3dUaW1lYmFuZCI6dHJ1ZSwiUGVyY2VudGFnZUNvbXBsZXRlU2hhcGVPcGFjaXR5IjozNSwiQmFzZWxpbmVTdHlsZSI6eyIkaWQiOiIxNzk1IiwiU2hhcGVTdHlsZSI6eyIkaWQiOiIxNzk2IiwiTWFyZ2luIjp7IiRpZCI6IjE3OTciLCJUb3AiOjAuMCwiTGVmdCI6MC4wLCJSaWdodCI6MC4wLCJCb3R0b20iOjAuMH0sIlBhZGRpbmciOnsiJGlkIjoiMTc5OCIsIlRvcCI6MC4wLCJMZWZ0IjowLjAsIlJpZ2h0IjowLjAsIkJvdHRvbSI6MC4wfSwiQmFja2dyb3VuZCI6eyIkaWQiOiIxNzk5IiwiQ29sb3IiOnsiJGlkIjoiMTgwMCIsIkEiOjE1MywiUiI6MCwiRyI6MCwiQiI6MH19LCJJc1Zpc2libGUiOnRydWUsIldpZHRoIjowLjAsIkhlaWdodCI6MC4wLCJCb3JkZXJTdHlsZSI6bnVsbCwiUGFyZW50U3R5bGUiOm51bGx9LCJNYXJnaW4iOnsiJGlkIjoiMTgwMSIsIlRvcCI6MC4wLCJMZWZ0IjowLjAsIlJpZ2h0IjowLjAsIkJvdHRvbSI6MC4wfSwiUGFkZGluZyI6eyIkaWQiOiIxODAyIiwiVG9wIjowLjAsIkxlZnQiOjAuMCwiUmlnaHQiOjAuMCwiQm90dG9tIjowLjB9LCJCYWNrZ3JvdW5kIjpudWxsLCJJc1Zpc2libGUiOnRydWUsIldpZHRoIjowLjAsIkhlaWdodCI6MC4wLCJCb3JkZXJTdHlsZSI6bnVsbCwiUGFyZW50U3R5bGUiOm51bGx9LCJTaGFwZVN0eWxlIjp7IiRpZCI6IjE4MDMiLCJNYXJnaW4iOnsiJGlkIjoiMTgwNCIsIlRvcCI6MC4wLCJMZWZ0Ijo0LjAsIlJpZ2h0Ijo0LjAsIkJvdHRvbSI6MC4wfSwiUGFkZGluZyI6eyIkaWQiOiIxODA1IiwiVG9wIjowLjAsIkxlZnQiOjAuMCwiUmlnaHQiOjAuMCwiQm90dG9tIjowLjB9LCJCYWNrZ3JvdW5kIjp7IiRpZCI6IjE4MDYiLCJDb2xvciI6eyIkaWQiOiIxODA3IiwiQSI6MjU1LCJSIjoyNTQsIkciOjE4NiwiQiI6MTB9fSwiSXNWaXNpYmxlIjp0cnVlLCJXaWR0aCI6MC4wLCJIZWlnaHQiOjEwLjAsIkJvcmRlclN0eWxlIjp7IiRpZCI6IjE4MDgiLCJMaW5lQ29sb3IiOnsiJGlkIjoiMTgwOSIsIiR0eXBlIjoiTkxSRS5Db21tb24uRG9tLlNvbGlkQ29sb3JCcnVzaCwgTkxSRS5Db21tb24iLCJDb2xvciI6eyIkaWQiOiIxODEwIiwiQSI6MjU1LCJSIjoyMzQsIkciOjIyLCJCIjozMH19LCJMaW5lV2VpZ2h0IjowLjAsIkxpbmVUeXBlIjowLCJQYXJlbnRTdHlsZSI6bnVsbH0sIlBhcmVudFN0eWxlIjpudWxsfSwiVGl0bGVTdHlsZSI6eyIkaWQiOiIxODExIiwiRm9udFNldHRpbmdzIjp7IiRpZCI6IjE4MTIiLCJGb250U2l6ZSI6MTEsIkZvbnROYW1lIjoiQ2FsaWJyaSIsIklzQm9sZCI6ZmFsc2UsIklzSXRhbGljIjpmYWxzZSwiSXNVbmRlcmxpbmVkIjpmYWxzZSwiUGFyZW50U3R5bGUiOm51bGx9LCJBdXRvU2l6ZSI6MCwiRm9yZWdyb3VuZCI6eyIkaWQiOiIxODEzIiwiQ29sb3IiOnsiJGlkIjoiMTgx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ODE1IiwiVG9wIjowLjAsIkxlZnQiOjAuMCwiUmlnaHQiOjAuMCwiQm90dG9tIjowLjB9LCJQYWRkaW5nIjp7IiRpZCI6IjE4MTYiLCJUb3AiOjAuMCwiTGVmdCI6MC4wLCJSaWdodCI6MC4wLCJCb3R0b20iOjAuMH0sIkJhY2tncm91bmQiOnsiJGlkIjoiMTgxNyIsIkNvbG9yIjp7IiRpZCI6IjE4MTgiLCJBIjowLCJSIjoyNTUsIkciOjI1NSwiQiI6MjU1fX0sIklzVmlzaWJsZSI6dHJ1ZSwiV2lkdGgiOjAuMCwiSGVpZ2h0IjowLjAsIkJvcmRlclN0eWxlIjp7IiRpZCI6IjE4MTkiLCJMaW5lQ29sb3IiOm51bGwsIkxpbmVXZWlnaHQiOjAuMCwiTGluZVR5cGUiOjAsIlBhcmVudFN0eWxlIjpudWxsfSwiUGFyZW50U3R5bGUiOm51bGx9LCJEYXRlU3R5bGUiOnsiJGlkIjoiMTgyMCIsIkZvbnRTZXR0aW5ncyI6eyIkaWQiOiIxODIxIiwiRm9udFNpemUiOjEwLCJGb250TmFtZSI6IkNhbGlicmkiLCJJc0JvbGQiOmZhbHNlLCJJc0l0YWxpYyI6ZmFsc2UsIklzVW5kZXJsaW5lZCI6ZmFsc2UsIlBhcmVudFN0eWxlIjpudWxsfSwiQXV0b1NpemUiOjAsIkZvcmVncm91bmQiOnsiJGlkIjoiMTgyMiIsIkNvbG9yIjp7IiRpZCI6IjE4Mj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gyNCIsIlRvcCI6MC4wLCJMZWZ0IjowLjAsIlJpZ2h0IjowLjAsIkJvdHRvbSI6MC4wfSwiUGFkZGluZyI6eyIkaWQiOiIxODI1IiwiVG9wIjowLjAsIkxlZnQiOjAuMCwiUmlnaHQiOjAuMCwiQm90dG9tIjowLjB9LCJCYWNrZ3JvdW5kIjp7IiRpZCI6IjE4MjYiLCJDb2xvciI6eyIkaWQiOiIxODI3IiwiQSI6MCwiUiI6MjU1LCJHIjoyNTUsIkIiOjI1NX19LCJJc1Zpc2libGUiOnRydWUsIldpZHRoIjowLjAsIkhlaWdodCI6MC4wLCJCb3JkZXJTdHlsZSI6eyIkaWQiOiIxODI4IiwiTGluZUNvbG9yIjpudWxsLCJMaW5lV2VpZ2h0IjowLjAsIkxpbmVUeXBlIjowLCJQYXJlbnRTdHlsZSI6bnVsbH0sIlBhcmVudFN0eWxlIjpudWxsfSwiRGF0ZUZvcm1hdCI6eyIkaWQiOiIxODI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4MzAiLCJGb3JtYXQiOjAsIklzVmlzaWJsZSI6ZmFsc2UsIkxhc3RLbm93blZpc2liaWxpdHlTdGF0ZSI6ZmFsc2V9LCJJc1Zpc2libGUiOmZhbHNlLCJWYXJpYW5jZVN0eWxlIjp7IiRpZCI6IjE4MzEiLCJUZXh0U3R5bGUiOnsiJGlkIjoiMTgzMiIsIkZvbnRTZXR0aW5ncyI6eyIkaWQiOiIxODMzIiwiRm9udFNpemUiOjEwLCJGb250TmFtZSI6IkNhbGlicmkiLCJJc0JvbGQiOmZhbHNlLCJJc0l0YWxpYyI6ZmFsc2UsIklzVW5kZXJsaW5lZCI6ZmFsc2UsIlBhcmVudFN0eWxlIjpudWxsfSwiQXV0b1NpemUiOjAsIkZvcmVncm91bmQiOnsiJGlkIjoiMTgzNCIsIkNvbG9yIjp7IiRpZCI6IjE4Mz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gzNiIsIlRvcCI6MC4wLCJMZWZ0IjowLjAsIlJpZ2h0IjowLjAsIkJvdHRvbSI6MC4wfSwiUGFkZGluZyI6eyIkaWQiOiIxODM3IiwiVG9wIjowLjAsIkxlZnQiOjAuMCwiUmlnaHQiOjAuMCwiQm90dG9tIjowLjB9LCJCYWNrZ3JvdW5kIjp7IiRpZCI6IjE4MzgiLCJDb2xvciI6eyIkaWQiOiIxODM5IiwiQSI6MjU1LCJSIjowLCJHIjowLCJCIjowfX0sIklzVmlzaWJsZSI6dHJ1ZSwiV2lkdGgiOjAuMCwiSGVpZ2h0IjowLjAsIkJvcmRlclN0eWxlIjp7IiRpZCI6IjE4NDAiLCJMaW5lQ29sb3IiOm51bGwsIkxpbmVXZWlnaHQiOjAuMCwiTGluZVR5cGUiOjAsIlBhcmVudFN0eWxlIjpudWxsfSwiUGFyZW50U3R5bGUiOm51bGx9LCJQYXJlbnRTdHlsZSI6bnVsbH0sIlBhcmVudFN0eWxlIjpudWxsfSwiSW5kZXgiOjcsIlNtYXJ0RHVyYXRpb25BY3RpdmF0ZWQiOmZhbHNlLCJEYXRlRm9ybWF0Ijp7IiRyZWYiOiIxODI5In0sIldlZWtOdW1iZXJpbmciOnsiJGlkIjoiMTg0MSIsIkZvcm1hdCI6MCwiSXNWaXNpYmxlIjpmYWxzZSwiTGFzdEtub3duVmlzaWJpbGl0eVN0YXRlIjpmYWxzZX0sIkJhc2VsaW5lRGF0YSI6eyIkaWQiOiIxODQyIiwiU3RhcnREYXRlIjoiMjAyNS0xMS0xOFQwMDowMDowMCIsIkVuZERhdGUiOiIyMDI1LTEyLTA1VDIzOjU5OjAwIn0sIklkIjoiMWZlYmY0OTQtNWMwZC00NDVlLTliMDAtM2VhOGRhMGQ3NWM2IiwiSW1wb3J0SWQiOm51bGwsIlRpdGxlIjoiUHJ1ZWJhcyBmaW5hbGVzIiwiTm90ZSI6bnVsbCwiSHlwZXJsaW5rIjp7IiRpZCI6IjE4NDMiLCJBZGRyZXNzIjoiIiwiU3ViQWRkcmVzcyI6IiJ9LCJJc0NoYW5nZWQiOmZhbHNlLCJJc05ldyI6ZmFsc2V9LHsiJGlkIjoiMTg0NCIsIkdyb3VwTmFtZSI6bnVsbCwiU3RhcnREYXRlIjoiMjAyNS0xMS0xOFQwMDowMDowMFoiLCJFbmREYXRlIjoiMjAyNS0xMi0wNVQyMzo1OTowMFoiLCJQZXJjZW50YWdlQ29tcGxldGUiOm51bGwsIlN0eWxlIjp7IiRpZCI6IjE4NDUiLCJTaGFwZSI6MywiU2hhcGVUaGlja25lc3MiOjAsIkR1cmF0aW9uRm9ybWF0IjowLCJJbmNsdWRlTm9uV29ya2luZ0RheXNJbkR1cmF0aW9uIjpmYWxzZSwiUGVyY2VudGFnZUNvbXBsZXRlU3R5bGUiOnsiJGlkIjoiMTg0NiIsIkZvbnRTZXR0aW5ncyI6eyIkaWQiOiIxODQ3IiwiRm9udFNpemUiOjEwLCJGb250TmFtZSI6IkNhbGlicmkiLCJJc0JvbGQiOmZhbHNlLCJJc0l0YWxpYyI6ZmFsc2UsIklzVW5kZXJsaW5lZCI6ZmFsc2UsIlBhcmVudFN0eWxlIjpudWxsfSwiQXV0b1NpemUiOjAsIkZvcmVncm91bmQiOnsiJGlkIjoiMTg0OCIsIkNvbG9yIjp7IiRpZCI6IjE4NDk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g1MCIsIlRvcCI6MC4wLCJMZWZ0IjowLjAsIlJpZ2h0IjowLjAsIkJvdHRvbSI6MC4wfSwiUGFkZGluZyI6eyIkaWQiOiIxODUxIiwiVG9wIjowLjAsIkxlZnQiOjAuMCwiUmlnaHQiOjAuMCwiQm90dG9tIjowLjB9LCJCYWNrZ3JvdW5kIjp7IiRpZCI6IjE4NTIiLCJDb2xvciI6eyIkaWQiOiIxODUzIiwiQSI6ODksIlIiOjAsIkciOjAsIkIiOjB9fSwiSXNWaXNpYmxlIjp0cnVlLCJXaWR0aCI6MC4wLCJIZWlnaHQiOjAuMCwiQm9yZGVyU3R5bGUiOnsiJGlkIjoiMTg1NCIsIkxpbmVDb2xvciI6bnVsbCwiTGluZVdlaWdodCI6MC4wLCJMaW5lVHlwZSI6MCwiUGFyZW50U3R5bGUiOm51bGx9LCJQYXJlbnRTdHlsZSI6bnVsbH0sIkR1cmF0aW9uU3R5bGUiOnsiJGlkIjoiMTg1NSIsIkZvbnRTZXR0aW5ncyI6eyIkaWQiOiIxODU2IiwiRm9udFNpemUiOjEwLCJGb250TmFtZSI6IkNhbGlicmkiLCJJc0JvbGQiOmZhbHNlLCJJc0l0YWxpYyI6ZmFsc2UsIklzVW5kZXJsaW5lZCI6ZmFsc2UsIlBhcmVudFN0eWxlIjpudWxsfSwiQXV0b1NpemUiOjAsIkZvcmVncm91bmQiOnsiJGlkIjoiMTg1NyIsIkNvbG9yIjp7IiRpZCI6IjE4NTg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ODU5IiwiVG9wIjowLjAsIkxlZnQiOjAuMCwiUmlnaHQiOjAuMCwiQm90dG9tIjowLjB9LCJQYWRkaW5nIjp7IiRpZCI6IjE4NjAiLCJUb3AiOjAuMCwiTGVmdCI6MC4wLCJSaWdodCI6MC4wLCJCb3R0b20iOjAuMH0sIkJhY2tncm91bmQiOnsiJGlkIjoiMTg2MSIsIkNvbG9yIjp7IiRpZCI6IjE4NjIiLCJBIjoyNTUsIlIiOjIzNywiRyI6MTI1LCJCIjo0OX19LCJJc1Zpc2libGUiOnRydWUsIldpZHRoIjowLjAsIkhlaWdodCI6MC4wLCJCb3JkZXJTdHlsZSI6eyIkaWQiOiIxODYzIiwiTGluZUNvbG9yIjpudWxsLCJMaW5lV2VpZ2h0IjowLjAsIkxpbmVUeXBlIjowLCJQYXJlbnRTdHlsZSI6bnVsbH0sIlBhcmVudFN0eWxlIjpudWxsfSwiSG9yaXpvbnRhbENvbm5lY3RvclN0eWxlIjp7IiRpZCI6IjE4NjQiLCJMaW5lQ29sb3IiOnsiJGlkIjoiMTg2NSIsIiR0eXBlIjoiTkxSRS5Db21tb24uRG9tLlNvbGlkQ29sb3JCcnVzaCwgTkxSRS5Db21tb24iLCJDb2xvciI6eyIkaWQiOiIxODY2IiwiQSI6NTEsIlIiOjIxLCJHIjo5NiwiQiI6MTMwfX0sIkxpbmVXZWlnaHQiOjEuMCwiTGluZVR5cGUiOjAsIlBhcmVudFN0eWxlIjpudWxsfSwiVmVydGljYWxDb25uZWN0b3JTdHlsZSI6eyIkaWQiOiIxODY3IiwiTGluZUNvbG9yIjp7IiRpZCI6IjE4NjgiLCIkdHlwZSI6Ik5MUkUuQ29tbW9uLkRvbS5Tb2xpZENvbG9yQnJ1c2gsIE5MUkUuQ29tbW9uIiwiQ29sb3IiOnsiJGlkIjoiMTg2OS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g3MCIsIlNoYXBlU3R5bGUiOnsiJGlkIjoiMTg3MSIsIk1hcmdpbiI6eyIkaWQiOiIxODcyIiwiVG9wIjowLjAsIkxlZnQiOjAuMCwiUmlnaHQiOjAuMCwiQm90dG9tIjowLjB9LCJQYWRkaW5nIjp7IiRpZCI6IjE4NzMiLCJUb3AiOjAuMCwiTGVmdCI6MC4wLCJSaWdodCI6MC4wLCJCb3R0b20iOjAuMH0sIkJhY2tncm91bmQiOnsiJGlkIjoiMTg3NCIsIkNvbG9yIjp7IiRpZCI6IjE4NzUiLCJBIjoxNTMsIlIiOjAsIkciOjAsIkIiOjB9fSwiSXNWaXNpYmxlIjp0cnVlLCJXaWR0aCI6MC4wLCJIZWlnaHQiOjAuMCwiQm9yZGVyU3R5bGUiOm51bGwsIlBhcmVudFN0eWxlIjpudWxsfSwiTWFyZ2luIjp7IiRpZCI6IjE4NzYiLCJUb3AiOjAuMCwiTGVmdCI6MC4wLCJSaWdodCI6MC4wLCJCb3R0b20iOjAuMH0sIlBhZGRpbmciOnsiJGlkIjoiMTg3NyIsIlRvcCI6MC4wLCJMZWZ0IjowLjAsIlJpZ2h0IjowLjAsIkJvdHRvbSI6MC4wfSwiQmFja2dyb3VuZCI6bnVsbCwiSXNWaXNpYmxlIjp0cnVlLCJXaWR0aCI6MC4wLCJIZWlnaHQiOjAuMCwiQm9yZGVyU3R5bGUiOm51bGwsIlBhcmVudFN0eWxlIjpudWxsfSwiU2hhcGVTdHlsZSI6eyIkaWQiOiIxODc4IiwiTWFyZ2luIjp7IiRpZCI6IjE4NzkiLCJUb3AiOjAuMCwiTGVmdCI6NC4wLCJSaWdodCI6NC4wLCJCb3R0b20iOjAuMH0sIlBhZGRpbmciOnsiJGlkIjoiMTg4MCIsIlRvcCI6MC4wLCJMZWZ0IjowLjAsIlJpZ2h0IjowLjAsIkJvdHRvbSI6MC4wfSwiQmFja2dyb3VuZCI6eyIkaWQiOiIxODgxIiwiQ29sb3IiOnsiJGlkIjoiMTg4MiIsIkEiOjI1NSwiUiI6MTUsIkciOjE1OCwiQiI6MjEzfX0sIklzVmlzaWJsZSI6dHJ1ZSwiV2lkdGgiOjAuMCwiSGVpZ2h0IjoxMC4wLCJCb3JkZXJTdHlsZSI6eyIkaWQiOiIxODgzIiwiTGluZUNvbG9yIjp7IiRpZCI6IjE4ODQiLCIkdHlwZSI6Ik5MUkUuQ29tbW9uLkRvbS5Tb2xpZENvbG9yQnJ1c2gsIE5MUkUuQ29tbW9uIiwiQ29sb3IiOnsiJGlkIjoiMTg4NSIsIkEiOjI1NSwiUiI6MjM0LCJHIjoyMiwiQiI6MzB9fSwiTGluZVdlaWdodCI6MC4wLCJMaW5lVHlwZSI6MCwiUGFyZW50U3R5bGUiOm51bGx9LCJQYXJlbnRTdHlsZSI6bnVsbH0sIlRpdGxlU3R5bGUiOnsiJGlkIjoiMTg4NiIsIkZvbnRTZXR0aW5ncyI6eyIkaWQiOiIxODg3IiwiRm9udFNpemUiOjExLCJGb250TmFtZSI6IkNhbGlicmkiLCJJc0JvbGQiOmZhbHNlLCJJc0l0YWxpYyI6ZmFsc2UsIklzVW5kZXJsaW5lZCI6ZmFsc2UsIlBhcmVudFN0eWxlIjpudWxsfSwiQXV0b1NpemUiOjAsIkZvcmVncm91bmQiOnsiJGlkIjoiMTg4OCIsIkNvbG9yIjp7IiRpZCI6IjE4ODkiLCJBIjoyNTUsIlIiOjAsIkciOjAsIkIiOjB9fSwiTWF4V2lkdGgiOjcyMC4wLCJNYXhIZWlnaHQiOiJJbmZpbml0eSIsIlNtYXJ0Rm9yZWdyb3VuZElzQWN0aXZlIjpmYWxzZSwiSG9yaXpvbnRhbEFsaWdubWVudCI6MiwiVmVydGljYWxBbGlnbm1lbnQiOjEsIlNtYXJ0Rm9yZWdyb3VuZCI6bnVsbCwiQmFja2dyb3VuZEZpbGxUeXBlIjowLCJNYXJnaW4iOnsiJGlkIjoiMTg5MCIsIlRvcCI6MC4wLCJMZWZ0IjowLjAsIlJpZ2h0IjowLjAsIkJvdHRvbSI6MC4wfSwiUGFkZGluZyI6eyIkaWQiOiIxODkxIiwiVG9wIjowLjAsIkxlZnQiOjAuMCwiUmlnaHQiOjAuMCwiQm90dG9tIjowLjB9LCJCYWNrZ3JvdW5kIjp7IiRpZCI6IjE4OTIiLCJDb2xvciI6eyIkaWQiOiIxODkzIiwiQSI6MCwiUiI6MjU1LCJHIjoyNTUsIkIiOjI1NX19LCJJc1Zpc2libGUiOnRydWUsIldpZHRoIjowLjAsIkhlaWdodCI6MC4wLCJCb3JkZXJTdHlsZSI6eyIkaWQiOiIxODk0IiwiTGluZUNvbG9yIjpudWxsLCJMaW5lV2VpZ2h0IjowLjAsIkxpbmVUeXBlIjowLCJQYXJlbnRTdHlsZSI6bnVsbH0sIlBhcmVudFN0eWxlIjpudWxsfSwiRGF0ZVN0eWxlIjp7IiRpZCI6IjE4OTUiLCJGb250U2V0dGluZ3MiOnsiJGlkIjoiMTg5NiIsIkZvbnRTaXplIjoxMCwiRm9udE5hbWUiOiJDYWxpYnJpIiwiSXNCb2xkIjpmYWxzZSwiSXNJdGFsaWMiOmZhbHNlLCJJc1VuZGVybGluZWQiOmZhbHNlLCJQYXJlbnRTdHlsZSI6bnVsbH0sIkF1dG9TaXplIjowLCJGb3JlZ3JvdW5kIjp7IiRpZCI6IjE4OTciLCJDb2xvciI6eyIkaWQiOiIxODk4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4OTkiLCJUb3AiOjAuMCwiTGVmdCI6MC4wLCJSaWdodCI6MC4wLCJCb3R0b20iOjAuMH0sIlBhZGRpbmciOnsiJGlkIjoiMTkwMCIsIlRvcCI6MC4wLCJMZWZ0IjowLjAsIlJpZ2h0IjowLjAsIkJvdHRvbSI6MC4wfSwiQmFja2dyb3VuZCI6eyIkaWQiOiIxOTAxIiwiQ29sb3IiOnsiJGlkIjoiMTkwMiIsIkEiOjAsIlIiOjI1NSwiRyI6MjU1LCJCIjoyNTV9fSwiSXNWaXNpYmxlIjp0cnVlLCJXaWR0aCI6MC4wLCJIZWlnaHQiOjAuMCwiQm9yZGVyU3R5bGUiOnsiJGlkIjoiMTkwMyIsIkxpbmVDb2xvciI6bnVsbCwiTGluZVdlaWdodCI6MC4wLCJMaW5lVHlwZSI6MCwiUGFyZW50U3R5bGUiOm51bGx9LCJQYXJlbnRTdHlsZSI6bnVsbH0sIkRhdGVGb3JtYXQiOnsiJGlkIjoiMTkw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TA1IiwiRm9ybWF0IjowLCJJc1Zpc2libGUiOmZhbHNlLCJMYXN0S25vd25WaXNpYmlsaXR5U3RhdGUiOmZhbHNlfSwiSXNWaXNpYmxlIjpmYWxzZSwiVmFyaWFuY2VTdHlsZSI6eyIkaWQiOiIxOTA2IiwiVGV4dFN0eWxlIjp7IiRpZCI6IjE5MDciLCJGb250U2V0dGluZ3MiOnsiJGlkIjoiMTkwOCIsIkZvbnRTaXplIjoxMCwiRm9udE5hbWUiOiJDYWxpYnJpIiwiSXNCb2xkIjpmYWxzZSwiSXNJdGFsaWMiOmZhbHNlLCJJc1VuZGVybGluZWQiOmZhbHNlLCJQYXJlbnRTdHlsZSI6bnVsbH0sIkF1dG9TaXplIjowLCJGb3JlZ3JvdW5kIjp7IiRpZCI6IjE5MDkiLCJDb2xvciI6eyIkaWQiOiIxOTE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5MTEiLCJUb3AiOjAuMCwiTGVmdCI6MC4wLCJSaWdodCI6MC4wLCJCb3R0b20iOjAuMH0sIlBhZGRpbmciOnsiJGlkIjoiMTkxMiIsIlRvcCI6MC4wLCJMZWZ0IjowLjAsIlJpZ2h0IjowLjAsIkJvdHRvbSI6MC4wfSwiQmFja2dyb3VuZCI6eyIkaWQiOiIxOTEzIiwiQ29sb3IiOnsiJGlkIjoiMTkxNCIsIkEiOjI1NSwiUiI6MCwiRyI6MCwiQiI6MH19LCJJc1Zpc2libGUiOnRydWUsIldpZHRoIjowLjAsIkhlaWdodCI6MC4wLCJCb3JkZXJTdHlsZSI6eyIkaWQiOiIxOTE1IiwiTGluZUNvbG9yIjpudWxsLCJMaW5lV2VpZ2h0IjowLjAsIkxpbmVUeXBlIjowLCJQYXJlbnRTdHlsZSI6bnVsbH0sIlBhcmVudFN0eWxlIjpudWxsfSwiUGFyZW50U3R5bGUiOm51bGx9LCJQYXJlbnRTdHlsZSI6bnVsbH0sIkluZGV4Ijo4LCJTbWFydER1cmF0aW9uQWN0aXZhdGVkIjpmYWxzZSwiRGF0ZUZvcm1hdCI6eyIkcmVmIjoiMTkwNCJ9LCJXZWVrTnVtYmVyaW5nIjp7IiRpZCI6IjE5MTYiLCJGb3JtYXQiOjAsIklzVmlzaWJsZSI6ZmFsc2UsIkxhc3RLbm93blZpc2liaWxpdHlTdGF0ZSI6ZmFsc2V9LCJCYXNlbGluZURhdGEiOnsiJGlkIjoiMTkxNyIsIlN0YXJ0RGF0ZSI6IjIwMjUtMTEtMThUMDA6MDA6MDAiLCJFbmREYXRlIjoiMjAyNS0xMi0wNVQyMzo1OTowMCJ9LCJJZCI6ImQ4YzYyZTU4LWIzZTktNDZlNS05NmUwLTBiODg5OGMyYWFlYyIsIkltcG9ydElkIjpudWxsLCJUaXRsZSI6IkRvY3VtZW50YWNpw7NuIFTDqWNuaWNhIiwiTm90ZSI6bnVsbCwiSHlwZXJsaW5rIjp7IiRpZCI6IjE5MTgiLCJBZGRyZXNzIjoiIiwiU3ViQWRkcmVzcyI6IiJ9LCJJc0NoYW5nZWQiOmZhbHNlLCJJc05ldyI6ZmFsc2V9LHsiJGlkIjoiMTkxOSIsIkdyb3VwTmFtZSI6bnVsbCwiU3RhcnREYXRlIjoiMjAyNS0xMS0yMVQwMDowMDowMFoiLCJFbmREYXRlIjoiMjAyNS0xMS0yMlQyMzo1OTowMFoiLCJQZXJjZW50YWdlQ29tcGxldGUiOm51bGwsIlN0eWxlIjp7IiRpZCI6IjE5MjAiLCJTaGFwZSI6MSwiU2hhcGVUaGlja25lc3MiOjAsIkR1cmF0aW9uRm9ybWF0IjowLCJJbmNsdWRlTm9uV29ya2luZ0RheXNJbkR1cmF0aW9uIjpmYWxzZSwiUGVyY2VudGFnZUNvbXBsZXRlU3R5bGUiOnsiJGlkIjoiMTkyMSIsIkZvbnRTZXR0aW5ncyI6eyIkaWQiOiIxOTIyIiwiRm9udFNpemUiOjEwLCJGb250TmFtZSI6IkNhbGlicmkiLCJJc0JvbGQiOmZhbHNlLCJJc0l0YWxpYyI6ZmFsc2UsIklzVW5kZXJsaW5lZCI6ZmFsc2UsIlBhcmVudFN0eWxlIjpudWxsfSwiQXV0b1NpemUiOjAsIkZvcmVncm91bmQiOnsiJGlkIjoiMTkyMyIsIkNvbG9yIjp7IiRpZCI6IjE5Mj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kyNSIsIlRvcCI6MC4wLCJMZWZ0IjowLjAsIlJpZ2h0IjowLjAsIkJvdHRvbSI6MC4wfSwiUGFkZGluZyI6eyIkaWQiOiIxOTI2IiwiVG9wIjowLjAsIkxlZnQiOjAuMCwiUmlnaHQiOjAuMCwiQm90dG9tIjowLjB9LCJCYWNrZ3JvdW5kIjp7IiRpZCI6IjE5MjciLCJDb2xvciI6eyIkaWQiOiIxOTI4IiwiQSI6ODksIlIiOjAsIkciOjAsIkIiOjB9fSwiSXNWaXNpYmxlIjp0cnVlLCJXaWR0aCI6MC4wLCJIZWlnaHQiOjAuMCwiQm9yZGVyU3R5bGUiOnsiJGlkIjoiMTkyOSIsIkxpbmVDb2xvciI6bnVsbCwiTGluZVdlaWdodCI6MC4wLCJMaW5lVHlwZSI6MCwiUGFyZW50U3R5bGUiOm51bGx9LCJQYXJlbnRTdHlsZSI6bnVsbH0sIkR1cmF0aW9uU3R5bGUiOnsiJGlkIjoiMTkzMCIsIkZvbnRTZXR0aW5ncyI6eyIkaWQiOiIxOTMxIiwiRm9udFNpemUiOjEwLCJGb250TmFtZSI6IkNhbGlicmkiLCJJc0JvbGQiOmZhbHNlLCJJc0l0YWxpYyI6ZmFsc2UsIklzVW5kZXJsaW5lZCI6ZmFsc2UsIlBhcmVudFN0eWxlIjpudWxsfSwiQXV0b1NpemUiOjAsIkZvcmVncm91bmQiOnsiJGlkIjoiMTkzMiIsIkNvbG9yIjp7IiRpZCI6IjE5Mz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OTM0IiwiVG9wIjowLjAsIkxlZnQiOjAuMCwiUmlnaHQiOjAuMCwiQm90dG9tIjowLjB9LCJQYWRkaW5nIjp7IiRpZCI6IjE5MzUiLCJUb3AiOjAuMCwiTGVmdCI6MC4wLCJSaWdodCI6MC4wLCJCb3R0b20iOjAuMH0sIkJhY2tncm91bmQiOnsiJGlkIjoiMTkzNiIsIkNvbG9yIjp7IiRpZCI6IjE5MzciLCJBIjoyNTUsIlIiOjIzNywiRyI6MTI1LCJCIjo0OX19LCJJc1Zpc2libGUiOnRydWUsIldpZHRoIjowLjAsIkhlaWdodCI6MC4wLCJCb3JkZXJTdHlsZSI6eyIkaWQiOiIxOTM4IiwiTGluZUNvbG9yIjpudWxsLCJMaW5lV2VpZ2h0IjowLjAsIkxpbmVUeXBlIjowLCJQYXJlbnRTdHlsZSI6bnVsbH0sIlBhcmVudFN0eWxlIjpudWxsfSwiSG9yaXpvbnRhbENvbm5lY3RvclN0eWxlIjp7IiRpZCI6IjE5MzkiLCJMaW5lQ29sb3IiOnsiJGlkIjoiMTk0MCIsIiR0eXBlIjoiTkxSRS5Db21tb24uRG9tLlNvbGlkQ29sb3JCcnVzaCwgTkxSRS5Db21tb24iLCJDb2xvciI6eyIkaWQiOiIxOTQxIiwiQSI6NTEsIlIiOjIxLCJHIjo5NiwiQiI6MTMwfX0sIkxpbmVXZWlnaHQiOjEuMCwiTGluZVR5cGUiOjAsIlBhcmVudFN0eWxlIjpudWxsfSwiVmVydGljYWxDb25uZWN0b3JTdHlsZSI6eyIkaWQiOiIxOTQyIiwiTGluZUNvbG9yIjp7IiRpZCI6IjE5NDMiLCIkdHlwZSI6Ik5MUkUuQ29tbW9uLkRvbS5Tb2xpZENvbG9yQnJ1c2gsIE5MUkUuQ29tbW9uIiwiQ29sb3IiOnsiJGlkIjoiMTk0NC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k0NSIsIlNoYXBlU3R5bGUiOnsiJGlkIjoiMTk0NiIsIk1hcmdpbiI6eyIkaWQiOiIxOTQ3IiwiVG9wIjowLjAsIkxlZnQiOjAuMCwiUmlnaHQiOjAuMCwiQm90dG9tIjowLjB9LCJQYWRkaW5nIjp7IiRpZCI6IjE5NDgiLCJUb3AiOjAuMCwiTGVmdCI6MC4wLCJSaWdodCI6MC4wLCJCb3R0b20iOjAuMH0sIkJhY2tncm91bmQiOnsiJGlkIjoiMTk0OSIsIkNvbG9yIjp7IiRpZCI6IjE5NTAiLCJBIjoxNTMsIlIiOjAsIkciOjAsIkIiOjB9fSwiSXNWaXNpYmxlIjp0cnVlLCJXaWR0aCI6MC4wLCJIZWlnaHQiOjAuMCwiQm9yZGVyU3R5bGUiOm51bGwsIlBhcmVudFN0eWxlIjpudWxsfSwiTWFyZ2luIjp7IiRpZCI6IjE5NTEiLCJUb3AiOjAuMCwiTGVmdCI6MC4wLCJSaWdodCI6MC4wLCJCb3R0b20iOjAuMH0sIlBhZGRpbmciOnsiJGlkIjoiMTk1MiIsIlRvcCI6MC4wLCJMZWZ0IjowLjAsIlJpZ2h0IjowLjAsIkJvdHRvbSI6MC4wfSwiQmFja2dyb3VuZCI6bnVsbCwiSXNWaXNpYmxlIjp0cnVlLCJXaWR0aCI6MC4wLCJIZWlnaHQiOjAuMCwiQm9yZGVyU3R5bGUiOm51bGwsIlBhcmVudFN0eWxlIjpudWxsfSwiU2hhcGVTdHlsZSI6eyIkaWQiOiIxOTUzIiwiTWFyZ2luIjp7IiRpZCI6IjE5NTQiLCJUb3AiOjAuMCwiTGVmdCI6NC4wLCJSaWdodCI6NC4wLCJCb3R0b20iOjAuMH0sIlBhZGRpbmciOnsiJGlkIjoiMTk1NSIsIlRvcCI6MC4wLCJMZWZ0IjowLjAsIlJpZ2h0IjowLjAsIkJvdHRvbSI6MC4wfSwiQmFja2dyb3VuZCI6eyIkaWQiOiIxOTU2IiwiQ29sb3IiOnsiJGlkIjoiMTk1NyIsIkEiOjI1NSwiUiI6NzgsIkciOjE2NywiQiI6NDZ9fSwiSXNWaXNpYmxlIjp0cnVlLCJXaWR0aCI6MC4wLCJIZWlnaHQiOjEwLjAsIkJvcmRlclN0eWxlIjp7IiRpZCI6IjE5NTgiLCJMaW5lQ29sb3IiOnsiJGlkIjoiMTk1OSIsIiR0eXBlIjoiTkxSRS5Db21tb24uRG9tLlNvbGlkQ29sb3JCcnVzaCwgTkxSRS5Db21tb24iLCJDb2xvciI6eyIkaWQiOiIxOTYwIiwiQSI6MjU1LCJSIjoyMzQsIkciOjIyLCJCIjozMH19LCJMaW5lV2VpZ2h0IjowLjAsIkxpbmVUeXBlIjowLCJQYXJlbnRTdHlsZSI6bnVsbH0sIlBhcmVudFN0eWxlIjpudWxsfSwiVGl0bGVTdHlsZSI6eyIkaWQiOiIxOTYxIiwiRm9udFNldHRpbmdzIjp7IiRpZCI6IjE5NjIiLCJGb250U2l6ZSI6MTEsIkZvbnROYW1lIjoiQ2FsaWJyaSIsIklzQm9sZCI6ZmFsc2UsIklzSXRhbGljIjpmYWxzZSwiSXNVbmRlcmxpbmVkIjpmYWxzZSwiUGFyZW50U3R5bGUiOm51bGx9LCJBdXRvU2l6ZSI6MCwiRm9yZWdyb3VuZCI6eyIkaWQiOiIxOTYzIiwiQ29sb3IiOnsiJGlkIjoiMTk2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OTY1IiwiVG9wIjowLjAsIkxlZnQiOjAuMCwiUmlnaHQiOjAuMCwiQm90dG9tIjowLjB9LCJQYWRkaW5nIjp7IiRpZCI6IjE5NjYiLCJUb3AiOjAuMCwiTGVmdCI6MC4wLCJSaWdodCI6MC4wLCJCb3R0b20iOjAuMH0sIkJhY2tncm91bmQiOnsiJGlkIjoiMTk2NyIsIkNvbG9yIjp7IiRpZCI6IjE5NjgiLCJBIjowLCJSIjoyNTUsIkciOjI1NSwiQiI6MjU1fX0sIklzVmlzaWJsZSI6dHJ1ZSwiV2lkdGgiOjAuMCwiSGVpZ2h0IjowLjAsIkJvcmRlclN0eWxlIjp7IiRpZCI6IjE5NjkiLCJMaW5lQ29sb3IiOm51bGwsIkxpbmVXZWlnaHQiOjAuMCwiTGluZVR5cGUiOjAsIlBhcmVudFN0eWxlIjpudWxsfSwiUGFyZW50U3R5bGUiOm51bGx9LCJEYXRlU3R5bGUiOnsiJGlkIjoiMTk3MCIsIkZvbnRTZXR0aW5ncyI6eyIkaWQiOiIxOTcxIiwiRm9udFNpemUiOjEwLCJGb250TmFtZSI6IkNhbGlicmkiLCJJc0JvbGQiOmZhbHNlLCJJc0l0YWxpYyI6ZmFsc2UsIklzVW5kZXJsaW5lZCI6ZmFsc2UsIlBhcmVudFN0eWxlIjpudWxsfSwiQXV0b1NpemUiOjAsIkZvcmVncm91bmQiOnsiJGlkIjoiMTk3MiIsIkNvbG9yIjp7IiRpZCI6IjE5Nz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k3NCIsIlRvcCI6MC4wLCJMZWZ0IjowLjAsIlJpZ2h0IjowLjAsIkJvdHRvbSI6MC4wfSwiUGFkZGluZyI6eyIkaWQiOiIxOTc1IiwiVG9wIjowLjAsIkxlZnQiOjAuMCwiUmlnaHQiOjAuMCwiQm90dG9tIjowLjB9LCJCYWNrZ3JvdW5kIjp7IiRpZCI6IjE5NzYiLCJDb2xvciI6eyIkaWQiOiIxOTc3IiwiQSI6MCwiUiI6MjU1LCJHIjoyNTUsIkIiOjI1NX19LCJJc1Zpc2libGUiOnRydWUsIldpZHRoIjowLjAsIkhlaWdodCI6MC4wLCJCb3JkZXJTdHlsZSI6eyIkaWQiOiIxOTc4IiwiTGluZUNvbG9yIjpudWxsLCJMaW5lV2VpZ2h0IjowLjAsIkxpbmVUeXBlIjowLCJQYXJlbnRTdHlsZSI6bnVsbH0sIlBhcmVudFN0eWxlIjpudWxsfSwiRGF0ZUZvcm1hdCI6eyIkaWQiOiIxOTc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5ODAiLCJGb3JtYXQiOjAsIklzVmlzaWJsZSI6ZmFsc2UsIkxhc3RLbm93blZpc2liaWxpdHlTdGF0ZSI6ZmFsc2V9LCJJc1Zpc2libGUiOmZhbHNlLCJWYXJpYW5jZVN0eWxlIjp7IiRpZCI6IjE5ODEiLCJUZXh0U3R5bGUiOnsiJGlkIjoiMTk4MiIsIkZvbnRTZXR0aW5ncyI6eyIkaWQiOiIxOTgzIiwiRm9udFNpemUiOjEwLCJGb250TmFtZSI6IkNhbGlicmkiLCJJc0JvbGQiOmZhbHNlLCJJc0l0YWxpYyI6ZmFsc2UsIklzVW5kZXJsaW5lZCI6ZmFsc2UsIlBhcmVudFN0eWxlIjpudWxsfSwiQXV0b1NpemUiOjAsIkZvcmVncm91bmQiOnsiJGlkIjoiMTk4NCIsIkNvbG9yIjp7IiRpZCI6IjE5OD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k4NiIsIlRvcCI6MC4wLCJMZWZ0IjowLjAsIlJpZ2h0IjowLjAsIkJvdHRvbSI6MC4wfSwiUGFkZGluZyI6eyIkaWQiOiIxOTg3IiwiVG9wIjowLjAsIkxlZnQiOjAuMCwiUmlnaHQiOjAuMCwiQm90dG9tIjowLjB9LCJCYWNrZ3JvdW5kIjp7IiRpZCI6IjE5ODgiLCJDb2xvciI6eyIkaWQiOiIxOTg5IiwiQSI6MjU1LCJSIjowLCJHIjowLCJCIjowfX0sIklzVmlzaWJsZSI6dHJ1ZSwiV2lkdGgiOjAuMCwiSGVpZ2h0IjowLjAsIkJvcmRlclN0eWxlIjp7IiRpZCI6IjE5OTAiLCJMaW5lQ29sb3IiOm51bGwsIkxpbmVXZWlnaHQiOjAuMCwiTGluZVR5cGUiOjAsIlBhcmVudFN0eWxlIjpudWxsfSwiUGFyZW50U3R5bGUiOm51bGx9LCJQYXJlbnRTdHlsZSI6bnVsbH0sIlBhcmVudFN0eWxlIjpudWxsfSwiSW5kZXgiOjksIlNtYXJ0RHVyYXRpb25BY3RpdmF0ZWQiOmZhbHNlLCJEYXRlRm9ybWF0Ijp7IiRyZWYiOiIxOTc5In0sIldlZWtOdW1iZXJpbmciOnsiJGlkIjoiMTk5MSIsIkZvcm1hdCI6MCwiSXNWaXNpYmxlIjpmYWxzZSwiTGFzdEtub3duVmlzaWJpbGl0eVN0YXRlIjpmYWxzZX0sIkJhc2VsaW5lRGF0YSI6eyIkaWQiOiIxOTkyIiwiU3RhcnREYXRlIjoiMjAyNS0xMS0yMVQwMDowMDowMCIsIkVuZERhdGUiOiIyMDI1LTExLTIyVDIzOjU5OjAwIn0sIklkIjoiZjJhODQ4ZTEtOTIxYy00Y2ViLWFlYTktMGY4ODFmOWY5ZWY5IiwiSW1wb3J0SWQiOm51bGwsIlRpdGxlIjoiTWlncmFjacOzbiBCRCBhIFBvc3RncmUiLCJOb3RlIjpudWxsLCJIeXBlcmxpbmsiOnsiJGlkIjoiMTk5MyIsIkFkZHJlc3MiOiIiLCJTdWJBZGRyZXNzIjoiIn0sIklzQ2hhbmdlZCI6ZmFsc2UsIklzTmV3IjpmYWxzZX1dLCJTd2ltbGFuZXMiOltdLCJNc1Byb2plY3RJdGVtc1RyZWUiOnsiJGlkIjoiMTk5NCIsIlJvb3QiOnsiSW1wb3J0SWQiOm51bGwsIklzSW1wb3J0ZWQiOmZhbHNlLCJDaGlsZHJlbiI6W119fSwiTWV0YWRhdGEiOnsiJGlkIjoiMTk5NSIsIlNvdXJjZVRoZW1lIjoie1wiJGlkXCI6XCIxXCIsXCJJZFwiOlwiZTkyYzY1ZjAtMjhkNC00Njk3LWEwZDUtMjRiNTcyNTdiNTk3XCIsXCJDYXRlZ29yeVwiOjEsXCJDdWx0dXJlSW5mb05hbWVcIjpcImVuLVVTXCIsXCJWZXJzaW9uXCI6e1wiJGlkXCI6XCIyXCIsXCJUaGVtZURvbVZlcnNpb25cIjpcIjIuMS4wXCJ9LFwiU3R5bGVcIjp7XCIkaWRcIjpcIjNcIixcIlRpbWViYW5kU3R5bGVcIjp7XCIkaWRcIjpcIjRcIixcIlJpZ2h0RW5kQ2Fwc1N0eWxlXCI6e1wiJGlkXCI6XCI1XCIsXCJGb250U2V0dGluZ3NcIjp7XCIkaWRcIjpcIjZcIixcIkZvbnRTaXplXCI6MTgsXCJGb250TmFtZVwiOlwiQ2FsaWJyaVwiLFwiSXNCb2xkXCI6dHJ1ZSxcIklzSXRhbGljXCI6ZmFsc2UsXCJJc1VuZGVybGluZWRcIjpmYWxzZX0sXCJGb3JlZ3JvdW5kXCI6e1wiJGlkXCI6XCI3XCIsXCJDb2xvclwiOntcIiRpZFwiOlwiOFwiLFwiQVwiOjI1NSxcIlJcIjoyMzMsXCJHXCI6MTEzLFwiQlwiOjUwfX0sXCJIb3Jpem9udGFsQWxpZ25tZW50XCI6MCxcIklzVmlzaWJsZVwiOnRydWV9LFwiTGVmdEVuZENhcHNTdHlsZVwiOntcIiRpZFwiOlwiOVwiLFwiRm9udFNldHRpbmdzXCI6e1wiJGlkXCI6XCIxMFwiLFwiRm9udFNpemVcIjoxOCxcIkZvbnROYW1lXCI6XCJDYWxpYnJpXCIsXCJJc0JvbGRcIjp0cnVlLFwiSXNJdGFsaWNcIjpmYWxzZSxcIklzVW5kZXJsaW5lZFwiOmZhbHNlfSxcIkZvcmVncm91bmRcIjp7XCIkaWRcIjpcIjExXCIsXCJDb2xvclwiOntcIiRpZFwiOlwiMTJcIixcIkFcIjoyNTUsXCJSXCI6MjM3LFwiR1wiOjEyNSxcIkJcIjo0OX19LFwiSG9yaXpvbnRhbEFsaWdubWVudFwiOjAsXCJJc1Zpc2libGVcIjpmYWxzZX0sXCJUb2RheU1hcmtlclN0eWxlXCI6e1wiJGlkXCI6XCIxM1wiLFwiVG9kYXlUZXh0U3R5bGVcIjp7XCIkaWRcIjpcIjE0XCIsXCJGb250U2V0dGluZ3NcIjp7XCIkaWRcIjpcIjE1XCIsXCJGb250U2l6ZVwiOjEyLFwiRm9udE5hbWVcIjpcIkNhbGlicmlcIixcIklzQm9sZFwiOmZhbHNlLFwiSXNJdGFsaWNcIjpmYWxzZSxcIklzVW5kZXJsaW5lZFwiOmZhbHNlfSxcIkZvcmVncm91bmRcIjp7XCIkaWRcIjpcIjE2XCIsXCJDb2xvclwiOntcIiRpZFwiOlwiMTdcIixcIkFcIjoyNTUsXCJSXCI6MCxcIkdcIjowLFwiQlwiOjB9fSxcIkhvcml6b250YWxBbGlnbm1lbnRcIjowLFwiSXNWaXNpYmxlXCI6dHJ1ZX0sXCJUb2RheU1hcmtlclNoYXBlU3R5bGVcIjp7XCIkaWRcIjpcIjE4XCIsXCJNYXJnaW5cIjp7XCIkaWRcIjpcIjE5XCIsXCJUb3BcIjowLjAsXCJMZWZ0XCI6MC4wLFwiUmlnaHRcIjowLjAsXCJCb3R0b21cIjowLjB9LFwiUGFkZGluZ1wiOntcIiRpZFwiOlwiMjBcIixcIlRvcFwiOjAuMCxcIkxlZnRcIjowLjAsXCJSaWdodFwiOjAuMCxcIkJvdHRvbVwiOjAuMH0sXCJCYWNrZ3JvdW5kXCI6e1wiJGlkXCI6XCIyMVwiLFwiQ29sb3JcIjp7XCIkaWRcIjpcIjIyXCIsXCJBXCI6MjU1LFwiUlwiOjI1NSxcIkdcIjowLFwiQlwiOjB9fSxcIklzVmlzaWJsZVwiOnRydWUsXCJXaWR0aFwiOjAuMCxcIkhlaWdodFwiOjAuMCxcIkJvcmRlclN0eWxlXCI6bnVsbH0sXCJUb2RheU1hcmtlclBvc2l0aW9uXCI6MyxcIklzVmlzaWJsZVwiOnRydWV9LFwiU2NhbGVTdHlsZVwiOntcIiRpZFwiOlwiMjNcIixcIlNob3dTZWdtZW50U2VwYXJhdG9yc1wiOnRydWUsXCJTZWdtZW50U2VwYXJhdG9yT3BhY2l0eVwiOjMwLFwiU2hhcGVcIjozLFwiU2VnbWVudFRleHRTdHlsZVwiOntcIiRpZFwiOlwiMjRcIixcIkZvbnRTZXR0aW5nc1wiOntcIiRpZFwiOlwiMjVcIixcIkZvbnRTaXplXCI6MTIsXCJGb250TmFtZVwiOlwiQ2FsaWJyaVwiLFwiSXNCb2xkXCI6ZmFsc2UsXCJJc0l0YWxpY1wiOmZhbHNlLFwiSXNVbmRlcmxpbmVkXCI6ZmFsc2V9LFwiRm9yZWdyb3VuZFwiOntcIiRpZFwiOlwiMjZcIixcIkNvbG9yXCI6e1wiJGlkXCI6XCIyN1wiLFwiQVwiOjI1NSxcIlJcIjoyMzIsXCJHXCI6MjMyLFwiQlwiOjIzMn19LFwiSG9yaXpvbnRhbEFsaWdubWVudFwiOjAsXCJJc1Zpc2libGVcIjp0cnVlfSxcIlNoYXBlU3R5bGVcIjp7XCIkaWRcIjpcIjI4XCIsXCJNYXJnaW5cIjp7XCIkaWRcIjpcIjI5XCIsXCJUb3BcIjowLjAsXCJMZWZ0XCI6MTAuMCxcIlJpZ2h0XCI6MTAuMCxcIkJvdHRvbVwiOjAuMH0sXCJQYWRkaW5nXCI6e1wiJGlkXCI6XCIzMFwiLFwiVG9wXCI6MC4wLFwiTGVmdFwiOjAuMCxcIlJpZ2h0XCI6MC4wLFwiQm90dG9tXCI6MC4wfSxcIkJhY2tncm91bmRcIjp7XCIkaWRcIjpcIjMxXCIsXCJDb2xvclwiOntcIiRpZFwiOlwiMzJcIixcIkFcIjoyNTUsXCJSXCI6MTQsXCJHXCI6NDAsXCJCXCI6NjV9fSxcIklzVmlzaWJsZVwiOnRydWUsXCJXaWR0aFwiOjg1OC4wLFwiSGVpZ2h0XCI6MjAuMCxcIkJvcmRlclN0eWxlXCI6e1wiJGlkXCI6XCIzM1wiLFwiTGluZVN0eWxlXCI6e1wiJGlkXCI6XCIzNFwiLFwiTGluZUNvbG9yXCI6e1wiJGlkXCI6XCIzNVwiLFwiQ29sb3JcIjp7XCIkaWRcIjpcIjM2XCIsXCJBXCI6MjU1LFwiUlwiOjI1NSxcIkdcIjowLFwiQlwiOjB9fSxcIkxpbmVXZWlnaHRcIjowLjAsXCJMaW5lVHlwZVwiOjB9LFwiSXNWaXNpYmxlXCI6ZmFsc2V9fX0sXCJFbGFwc2VkVGltZVN0eWxlXCI6e1wiJGlkXCI6XCIzN1wiLFwiRWxhcHNlZFRpbWVCYWNrZ3JvdW5kXCI6e1wiJGlkXCI6XCIzOFwiLFwiQ29sb3JcIjp7XCIkaWRcIjpcIjM5XCIsXCJBXCI6MTkxLFwiUlwiOjI1NSxcIkdcIjowLFwiQlwiOjB9fSxcIkVsYXBzZWRUaW1lRm9ybWF0XCI6MSxcIklzVmlzaWJsZVwiOnRydWV9LFwiTWFyZ2luXCI6e1wiJGlkXCI6XCI0MFwiLFwiVG9wXCI6MC4wLFwiTGVmdFwiOjEwLjAsXCJSaWdodFwiOjEwLjAsXCJCb3R0b21cIjowLjB9LFwiUGFkZGluZ1wiOntcIiRpZFwiOlwiNDFcIixcIlRvcFwiOjAuMCxcIkxlZnRcIjowLjAsXCJSaWdodFwiOjAuMCxcIkJvdHRvbVwiOjAuMH0sXCJCYWNrZ3JvdW5kXCI6e1wiJGlkXCI6XCI0MlwiLFwiQ29sb3JcIjp7XCIkaWRcIjpcIjQzXCIsXCJBXCI6MjU1LFwiUlwiOjQ3LFwiR1wiOjU0LFwiQlwiOjE1M319LFwiSXNWaXNpYmxlXCI6ZmFsc2UsXCJXaWR0aFwiOjAuMCxcIkhlaWdodFwiOjAuMCxcIkJvcmRlclN0eWxlXCI6bnVsbH0sXCJUYXNrU3R5bGVcIjp7XCIkaWRcIjpcIjQ0XCIsXCJTaGFwZVwiOjMsXCJTaGFwZVRoaWNrbmVzc1wiOjAsXCJEdXJhdGlvbkZvcm1hdFwiOjAsXCJQZXJjZW50YWdlQ29tcGxldGVUZXh0U3R5bGVcIjp7XCIkaWRcIjpcIjQ1XCIsXCJGb250U2V0dGluZ3NcIjp7XCIkaWRcIjpcIjQ2XCIsXCJGb250U2l6ZVwiOjEwLFwiRm9udE5hbWVcIjpcIkNhbGlicmlcIixcIklzQm9sZFwiOmZhbHNlLFwiSXNJdGFsaWNcIjpmYWxzZSxcIklzVW5kZXJsaW5lZFwiOmZhbHNlfSxcIkZvcmVncm91bmRcIjp7XCIkaWRcIjpcIjQ3XCIsXCJDb2xvclwiOntcIiRpZFwiOlwiNDhcIixcIkFcIjoyNTUsXCJSXCI6MjMyLFwiR1wiOjIzMixcIkJcIjoyMzJ9fSxcIkhvcml6b250YWxBbGlnbm1lbnRcIjoxLFwiSXNWaXNpYmxlXCI6dHJ1ZX0sXCJQZXJjZW50YWdlQ29tcGxldGVIaWdobGlnaHRTdHlsZVwiOntcIiRpZFwiOlwiNDlcIixcIkJhY2tncm91bmRcIjp7XCIkaWRcIjpcIjUwXCIsXCJDb2xvclwiOntcIiRpZFwiOlwiNTFcIixcIkFcIjo4OSxcIlJcIjowLFwiR1wiOjAsXCJCXCI6MH19fSxcIkR1cmF0aW9uU3R5bGVcIjp7XCIkaWRcIjpcIjUyXCIsXCJGb250U2V0dGluZ3NcIjp7XCIkaWRcIjpcIjUzXCIsXCJGb250U2l6ZVwiOjEwLFwiRm9udE5hbWVcIjpcIkNhbGlicmlcIixcIklzQm9sZFwiOmZhbHNlLFwiSXNJdGFsaWNcIjpmYWxzZSxcIklzVW5kZXJsaW5lZFwiOmZhbHNlfSxcIkZvcmVncm91bmRcIjp7XCIkaWRcIjpcIjU0XCIsXCJDb2xvclwiOntcIiRpZFwiOlwiNTVcIixcIkFcIjoyNTUsXCJSXCI6MjM3LFwiR1wiOjEyNSxcIkJcIjo0OX19LFwiSG9yaXpvbnRhbEFsaWdubWVudFwiOjAsXCJJc1Zpc2libGVcIjpmYWxzZX0sXCJIb3Jpem9udGFsQ29ubmVjdG9yU3R5bGVcIjp7XCIkaWRcIjpcIjU2XCIsXCJMaW5lU3R5bGVcIjp7XCIkaWRcIjpcIjU3XCIsXCJMaW5lQ29sb3JcIjp7XCIkaWRcIjpcIjU4XCIsXCJDb2xvclwiOntcIiRpZFwiOlwiNTlcIixcIkFcIjo1MSxcIlJcIjoyMSxcIkdcIjo5NixcIkJcIjoxMzB9fSxcIkxpbmVXZWlnaHRcIjoxLjAsXCJMaW5lVHlwZVwiOjB9LFwiSXNWaXNpYmxlXCI6dHJ1ZX0sXCJWZXJ0aWNhbENvbm5lY3RvclN0eWxlXCI6e1wiJGlkXCI6XCI2MFwiLFwiTGluZVN0eWxlXCI6e1wiJGlkXCI6XCI2MVwiLFwiTGluZUNvbG9yXCI6e1wiJGlkXCI6XCI2MlwiLFwiQ29sb3JcIjp7XCIkaWRcIjpcIjYzXCIsXCJBXCI6NTEsXCJSXCI6MjEsXCJHXCI6OTYsXCJCXCI6MTMwfX0sXCJMaW5lV2VpZ2h0XCI6MS4wLFwiTGluZVR5cGVcIjowfSxcIklzVmlzaWJsZVwiOmZhbHNlfSxcIk1hcmdpblwiOntcIiRpZFwiOlwiNjRcIixcIlRvcFwiOjAuMCxcIkxlZnRcIjowLjAsXCJSaWdodFwiOjAuMCxcIkJvdHRvbVwiOjAuMH0sXCJTdGFydERhdGVQb3NpdGlvblwiOjQsXCJFbmREYXRlUG9zaXRpb25cIjo0LFwiVGl0bGVQb3NpdGlvblwiOjMsXCJEdXJhdGlvblBvc2l0aW9uXCI6MCxcIlBlcmNlbnRhZ2VDb21wbGV0ZWRQb3NpdGlvblwiOjIsXCJWYXJpYW5jZVBvc2l0aW9uXCI6MixcIlNwYWNpbmdcIjozLFwiSXNCZWxvd1RpbWViYW5kXCI6ZmFsc2UsXCJCYXNlbGluZVN0eWxlXCI6e1wiJGlkXCI6XCI2NVwiLFwiQmFzZWxpbmVTaGFwZVN0eWxlXCI6e1wiJGlkXCI6XCI2NlwiLFwiTWFyZ2luXCI6e1wiJGlkXCI6XCI2N1wiLFwiVG9wXCI6MC4wLFwiTGVmdFwiOjAuMCxcIlJpZ2h0XCI6MC4wLFwiQm90dG9tXCI6MC4wfSxcIlBhZGRpbmdcIjp7XCIkaWRcIjpcIjY4XCIsXCJUb3BcIjowLjAsXCJMZWZ0XCI6MC4wLFwiUmlnaHRcIjowLjAsXCJCb3R0b21cIjowLjB9LFwiQmFja2dyb3VuZFwiOntcIiRpZFwiOlwiNjlcIixcIkNvbG9yXCI6e1wiJGlkXCI6XCI3MFwiLFwiQVwiOjE1MyxcIlJcIjowLFwiR1wiOjAsXCJCXCI6MH19LFwiSXNWaXNpYmxlXCI6ZmFsc2UsXCJXaWR0aFwiOjAuMCxcIkhlaWdodFwiOjAuMCxcIkJvcmRlclN0eWxlXCI6e1wiJGlkXCI6XCI3MVwiLFwiTGluZVN0eWxlXCI6e1wiJGlkXCI6XCI3MlwiLFwiTGluZUNvbG9yXCI6e1wiJGlkXCI6XCI3M1wiLFwiQ29sb3JcIjp7XCIkaWRcIjpcIjc0XCIsXCJBXCI6MjU1LFwiUlwiOjI1NSxcIkdcIjowLFwiQlwiOjB9fSxcIkxpbmVXZWlnaHRcIjoyLjAsXCJMaW5lVHlwZVwiOjB9LFwiSXNWaXNpYmxlXCI6ZmFsc2V9fX0sXCJTaGFwZVN0eWxlXCI6e1wiJGlkXCI6XCI3NVwiLFwiTWFyZ2luXCI6e1wiJGlkXCI6XCI3NlwiLFwiVG9wXCI6MC4wLFwiTGVmdFwiOjQuMCxcIlJpZ2h0XCI6NC4wLFwiQm90dG9tXCI6MC4wfSxcIlBhZGRpbmdcIjp7XCIkaWRcIjpcIjc3XCIsXCJUb3BcIjowLjAsXCJMZWZ0XCI6MC4wLFwiUmlnaHRcIjowLjAsXCJCb3R0b21cIjowLjB9LFwiQmFja2dyb3VuZFwiOntcIiRpZFwiOlwiNzhcIixcIkNvbG9yXCI6e1wiJGlkXCI6XCI3OVwiLFwiQVwiOjI1NSxcIlJcIjoyMSxcIkdcIjo5NixcIkJcIjoxMzB9fSxcIklzVmlzaWJsZVwiOnRydWUsXCJXaWR0aFwiOjAuMCxcIkhlaWdodFwiOjEwLjAsXCJCb3JkZXJTdHlsZVwiOntcIiRpZFwiOlwiODBcIixcIkxpbmVTdHlsZVwiOntcIiRpZFwiOlwiODFcIixcIkxpbmVDb2xvclwiOntcIiRpZFwiOlwiODJcIixcIkNvbG9yXCI6e1wiJGlkXCI6XCI4M1wiLFwiQVwiOjI1NSxcIlJcIjoyMzQsXCJHXCI6MjIsXCJCXCI6MzB9fSxcIkxpbmVXZWlnaHRcIjoyLjAsXCJMaW5lVHlwZVwiOjB9LFwiSXNWaXNpYmxlXCI6ZmFsc2V9fSxcIlRpdGxlU3R5bGVcIjp7XCIkaWRcIjpcIjg0XCIsXCJGb250U2V0dGluZ3NcIjp7XCIkaWRcIjpcIjg1XCIsXCJGb250U2l6ZVwiOjExLFwiRm9udE5hbWVcIjpcIkNhbGlicmlcIixcIklzQm9sZFwiOmZhbHNlLFwiSXNJdGFsaWNcIjpmYWxzZSxcIklzVW5kZXJsaW5lZFwiOmZhbHNlfSxcIkZvcmVncm91bmRcIjp7XCIkaWRcIjpcIjg2XCIsXCJDb2xvclwiOntcIiRpZFwiOlwiODdcIixcIkFcIjoyNTUsXCJSXCI6MCxcIkdcIjowLFwiQlwiOjB9fSxcIkhvcml6b250YWxBbGlnbm1lbnRcIjoyLFwiSXNWaXNpYmxlXCI6dHJ1ZX0sXCJEYXRlU3R5bGVcIjp7XCIkaWRcIjpcIjg4XCIsXCJGb250U2V0dGluZ3NcIjp7XCIkaWRcIjpcIjg5XCIsXCJGb250U2l6ZVwiOjEwLFwiRm9udE5hbWVcIjpcIkNhbGlicmlcIixcIklzQm9sZFwiOmZhbHNlLFwiSXNJdGFsaWNcIjpmYWxzZSxcIklzVW5kZXJsaW5lZFwiOmZhbHNlfSxcIkZvcmVncm91bmRcIjp7XCIkaWRcIjpcIjkwXCIsXCJDb2xvclwiOntcIiRpZFwiOlwiOTFcIixcIkFcIjoyNTUsXCJSXCI6MTQsXCJHXCI6NDAsXCJCXCI6NjV9fSxcIkhvcml6b250YWxBbGlnbm1lbnRcIjowLFwiSXNWaXNpYmxlXCI6dHJ1ZX0sXCJEYXRlRm9ybWF0XCI6e1wiJGlkXCI6XCI5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5M1wiLFwiRm9ybWF0XCI6MCxcIklzVmlzaWJsZVwiOmZhbHNlLFwiTGFzdEtub3duVmlzaWJpbGl0eVN0YXRlXCI6ZmFsc2V9LFwiVmFyaWFuY2VTdHlsZVwiOntcIiRpZFwiOlwiOTRcIixcIlZhcmlhbmNlVGV4dFN0eWxlXCI6e1wiJGlkXCI6XCI5NVwiLFwiRm9udFNldHRpbmdzXCI6e1wiJGlkXCI6XCI5NlwiLFwiRm9udFNpemVcIjoxMCxcIkZvbnROYW1lXCI6XCJDYWxpYnJpXCIsXCJJc0JvbGRcIjpmYWxzZSxcIklzSXRhbGljXCI6ZmFsc2UsXCJJc1VuZGVybGluZWRcIjpmYWxzZX0sXCJGb3JlZ3JvdW5kXCI6e1wiJGlkXCI6XCI5N1wiLFwiQ29sb3JcIjp7XCIkaWRcIjpcIjk4XCIsXCJBXCI6MjU1LFwiUlwiOjAsXCJHXCI6MCxcIkJcIjowfX0sXCJIb3Jpem9udGFsQWxpZ25tZW50XCI6MCxcIklzVmlzaWJsZVwiOnRydWV9fX0sXCJNaWxlc3RvbmVTdHlsZVwiOntcIiRpZFwiOlwiOTlcIixcIlNoYXBlXCI6MixcIklzQmVsb3dUaW1lYmFuZFwiOmZhbHNlLFwiU2hhcGVTaXplXCI6MSxcIlBhZGRpbmdcIjp7XCIkaWRcIjpcIjEwMFwiLFwiVG9wXCI6NS4wLFwiTGVmdFwiOjMuMCxcIlJpZ2h0XCI6MC4wLFwiQm90dG9tXCI6Mi4wfSxcIlNoYXBlU3R5bGVcIjp7XCIkaWRcIjpcIjEwMVwiLFwiTWFyZ2luXCI6e1wiJGlkXCI6XCIxMDJcIixcIlRvcFwiOjAuMCxcIkxlZnRcIjowLjAsXCJSaWdodFwiOjAuMCxcIkJvdHRvbVwiOjAuMH0sXCJQYWRkaW5nXCI6e1wiJGlkXCI6XCIxMDNcIixcIlRvcFwiOjAuMCxcIkxlZnRcIjowLjAsXCJSaWdodFwiOjAuMCxcIkJvdHRvbVwiOjAuMH0sXCJCYWNrZ3JvdW5kXCI6e1wiJGlkXCI6XCIxMDRcIixcIkNvbG9yXCI6e1wiJGlkXCI6XCIxMDVcIixcIkFcIjoyNTUsXCJSXCI6MjMzLFwiR1wiOjExMyxcIkJcIjo1MH19LFwiSXNWaXNpYmxlXCI6dHJ1ZSxcIldpZHRoXCI6MTguMCxcIkhlaWdodFwiOjIwLjAsXCJCb3JkZXJTdHlsZVwiOntcIiRpZFwiOlwiMTA2XCIsXCJMaW5lU3R5bGVcIjp7XCIkaWRcIjpcIjEwN1wiLFwiTGluZUNvbG9yXCI6e1wiJGlkXCI6XCIxMDhcIixcIkNvbG9yXCI6e1wiJGlkXCI6XCIxMDlcIixcIkFcIjoyNTUsXCJSXCI6MjM0LFwiR1wiOjIyLFwiQlwiOjMwfX0sXCJMaW5lV2VpZ2h0XCI6Mi4wLFwiTGluZVR5cGVcIjowfSxcIklzVmlzaWJsZVwiOmZhbHNlfX0sXCJUaXRsZVN0eWxlXCI6e1wiJGlkXCI6XCIxMTBcIixcIkZvbnRTZXR0aW5nc1wiOntcIiRpZFwiOlwiMTExXCIsXCJGb250U2l6ZVwiOjExLFwiRm9udE5hbWVcIjpcIkNhbGlicmlcIixcIklzQm9sZFwiOnRydWUsXCJJc0l0YWxpY1wiOmZhbHNlLFwiSXNVbmRlcmxpbmVkXCI6ZmFsc2V9LFwiRm9yZWdyb3VuZFwiOntcIiRpZFwiOlwiMTEyXCIsXCJDb2xvclwiOntcIiRpZFwiOlwiMTEzXCIsXCJBXCI6MjU1LFwiUlwiOjAsXCJHXCI6MCxcIkJcIjowfX0sXCJIb3Jpem9udGFsQWxpZ25tZW50XCI6MCxcIklzVmlzaWJsZVwiOnRydWV9LFwiRGF0ZVN0eWxlXCI6e1wiJGlkXCI6XCIxMTRcIixcIkZvbnRTZXR0aW5nc1wiOntcIiRpZFwiOlwiMTE1XCIsXCJGb250U2l6ZVwiOjEwLFwiRm9udE5hbWVcIjpcIkNhbGlicmlcIixcIklzQm9sZFwiOmZhbHNlLFwiSXNJdGFsaWNcIjpmYWxzZSxcIklzVW5kZXJsaW5lZFwiOmZhbHNlfSxcIkZvcmVncm91bmRcIjp7XCIkaWRcIjpcIjExNlwiLFwiQ29sb3JcIjp7XCIkaWRcIjpcIjExN1wiLFwiQVwiOjI1NSxcIlJcIjoxNCxcIkdcIjo0MCxcIkJcIjo2NX19LFwiSG9yaXpvbnRhbEFsaWdubWVudFwiOjAsXCJJc1Zpc2libGVcIjp0cnVlfSxcIkRhdGVGb3JtYXRcIjp7XCIkaWRcIjpcIjExOF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xMTlcIixcIkZvcm1hdFwiOjAsXCJJc1Zpc2libGVcIjpmYWxzZSxcIkxhc3RLbm93blZpc2liaWxpdHlTdGF0ZVwiOmZhbHNlfSxcIlZhcmlhbmNlU3R5bGVcIjp7XCIkaWRcIjpcIjEyMFwiLFwiVmFyaWFuY2VUZXh0U3R5bGVcIjp7XCIkaWRcIjpcIjEyMVwiLFwiRm9udFNldHRpbmdzXCI6e1wiJGlkXCI6XCIxMjJcIixcIkZvbnRTaXplXCI6MTAsXCJGb250TmFtZVwiOlwiQ2FsaWJyaVwiLFwiSXNCb2xkXCI6ZmFsc2UsXCJJc0l0YWxpY1wiOmZhbHNlLFwiSXNVbmRlcmxpbmVkXCI6ZmFsc2V9LFwiRm9yZWdyb3VuZFwiOntcIiRpZFwiOlwiMTIzXCIsXCJDb2xvclwiOntcIiRpZFwiOlwiMTI0XCIsXCJBXCI6MjU1LFwiUlwiOjAsXCJHXCI6MCxcIkJcIjowfX0sXCJIb3Jpem9udGFsQWxpZ25tZW50XCI6MCxcIklzVmlzaWJsZVwiOnRydWV9fX0sXCJNb3RTdHlsZVwiOntcIiRpZFwiOlwiMTI1XCIsXCJTaGFwZVwiOjIsXCJTaGFwZVNpemVcIjoxLFwiRGV0YWlsc1NwYWNpbmdcIjowLjAsXCJQYWRkaW5nXCI6e1wiJGlkXCI6XCIxMjZcIixcIlRvcFwiOjUuMCxcIkxlZnRcIjozLjAsXCJSaWdodFwiOjAuMCxcIkJvdHRvbVwiOjIuMH0sXCJQb3NpdGlvbk9uVGFza1wiOjEsXCJTaGFwZVN0eWxlXCI6e1wiJGlkXCI6XCIxMjdcIixcIk1hcmdpblwiOntcIiRpZFwiOlwiMTI4XCIsXCJUb3BcIjowLjAsXCJMZWZ0XCI6MC4wLFwiUmlnaHRcIjowLjAsXCJCb3R0b21cIjowLjB9LFwiUGFkZGluZ1wiOntcIiRpZFwiOlwiMTI5XCIsXCJUb3BcIjowLjAsXCJMZWZ0XCI6MC4wLFwiUmlnaHRcIjowLjAsXCJCb3R0b21cIjowLjB9LFwiQmFja2dyb3VuZFwiOntcIiRpZFwiOlwiMTMwXCIsXCJDb2xvclwiOntcIiRpZFwiOlwiMTMxXCIsXCJBXCI6MjU1LFwiUlwiOjIzMyxcIkdcIjoxMTMsXCJCXCI6NTB9fSxcIklzVmlzaWJsZVwiOnRydWUsXCJXaWR0aFwiOjEzLjAsXCJIZWlnaHRcIjoxMy4wLFwiQm9yZGVyU3R5bGVcIjp7XCIkaWRcIjpcIjEzMlwiLFwiTGluZVN0eWxlXCI6e1wiJGlkXCI6XCIxMzNcIixcIkxpbmVDb2xvclwiOntcIiRpZFwiOlwiMTM0XCIsXCJDb2xvclwiOntcIiRpZFwiOlwiMTM1XCIsXCJBXCI6MjU1LFwiUlwiOjIzNCxcIkdcIjoyMixcIkJcIjozMH19LFwiTGluZVdlaWdodFwiOjIuMCxcIkxpbmVUeXBlXCI6MH0sXCJJc1Zpc2libGVcIjpmYWxzZX19LFwiVGl0bGVTdHlsZVwiOntcIiRpZFwiOlwiMTM2XCIsXCJGb250U2V0dGluZ3NcIjp7XCIkaWRcIjpcIjEzN1wiLFwiRm9udFNpemVcIjoxMSxcIkZvbnROYW1lXCI6XCJDYWxpYnJpXCIsXCJJc0JvbGRcIjp0cnVlLFwiSXNJdGFsaWNcIjpmYWxzZSxcIklzVW5kZXJsaW5lZFwiOmZhbHNlfSxcIkZvcmVncm91bmRcIjp7XCIkaWRcIjpcIjEzOFwiLFwiQ29sb3JcIjp7XCIkaWRcIjpcIjEzOVwiLFwiQVwiOjI1NSxcIlJcIjowLFwiR1wiOjAsXCJCXCI6MH19LFwiSG9yaXpvbnRhbEFsaWdubWVudFwiOjAsXCJJc1Zpc2libGVcIjp0cnVlfSxcIkRhdGVTdHlsZVwiOntcIiRpZFwiOlwiMTQwXCIsXCJGb250U2V0dGluZ3NcIjp7XCIkaWRcIjpcIjE0MVwiLFwiRm9udFNpemVcIjoxMCxcIkZvbnROYW1lXCI6XCJDYWxpYnJpXCIsXCJJc0JvbGRcIjpmYWxzZSxcIklzSXRhbGljXCI6ZmFsc2UsXCJJc1VuZGVybGluZWRcIjpmYWxzZX0sXCJGb3JlZ3JvdW5kXCI6e1wiJGlkXCI6XCIxNDJcIixcIkNvbG9yXCI6e1wiJGlkXCI6XCIxNDNcIixcIkFcIjoyNTUsXCJSXCI6MTQsXCJHXCI6NDAsXCJCXCI6NjV9fSxcIkhvcml6b250YWxBbGlnbm1lbnRcIjowLFwiSXNWaXNpYmxlXCI6dHJ1ZX0sXCJEYXRlRm9ybWF0XCI6e1wiJGlkXCI6XCIxNDRcIixcIkZvcm1hdFN0cmluZ1wiOlwiTU1NIGQsIHl5eXlcIixcIlNlcGFyYXRvclwiOlwiL1wiLFwiVXNlSW50ZXJuYXRpb25hbERhdGVGb3JtYXRcIjpmYWxzZSxcIkRhdGVJc1Zpc2libGVcIjp0cnVlLFwiVGltZUlzVmlzaWJsZVwiOmZhbHNlLFwiSG91ckRpZ2l0c1wiOjEsXCJBbVBtRGVzaWduYXRvclwiOjIsXCJUcmltMDBNaW51dGVzXCI6ZmFsc2V9LFwiV2Vla051bWJlcmluZ1wiOntcIiRpZFwiOlwiMTQ1XCIsXCJGb3JtYXRcIjowLFwiSXNWaXNpYmxlXCI6ZmFsc2UsXCJMYXN0S25vd25WaXNpYmlsaXR5U3RhdGVcIjpmYWxzZX0sXCJWYXJpYW5jZVN0eWxlXCI6e1wiJGlkXCI6XCIxNDZcIixcIlZhcmlhbmNlVGV4dFN0eWxlXCI6e1wiJGlkXCI6XCIxNDdcIixcIkZvbnRTZXR0aW5nc1wiOntcIiRpZFwiOlwiMTQ4XCIsXCJGb250U2l6ZVwiOjEwLFwiRm9udE5hbWVcIjpcIkNhbGlicmlcIixcIklzQm9sZFwiOmZhbHNlLFwiSXNJdGFsaWNcIjpmYWxzZSxcIklzVW5kZXJsaW5lZFwiOmZhbHNlfSxcIkZvcmVncm91bmRcIjp7XCIkaWRcIjpcIjE0OVwiLFwiQ29sb3JcIjp7XCIkaWRcIjpcIjE1MFwiLFwiQVwiOjI1NSxcIlJcIjowLFwiR1wiOjAsXCJCXCI6MH19LFwiSG9yaXpvbnRhbEFsaWdubWVudFwiOjAsXCJJc1Zpc2libGVcIjp0cnVlfX19LFwiU3dpbWxhbmVWMlN0eWxlXCI6e1wiJGlkXCI6XCIxNTFcIixcIlN0eWxlSWRcIjpcIjMzMmNmYjEzLWI0MDEtNGVjMy1iNjU1LTczOTY4ZDA0ZDc0OVwiLFwiTmFtZVwiOlwiU3dpbWxhbmUgU3R5bGUgMVwiLFwiSGVhZGVyU3R5bGVcIjp7XCIkaWRcIjpcIjE1MlwiLFwiVGV4dFN0eWxlXCI6e1wiJGlkXCI6XCIxNTNcIixcIkZvbnRTZXR0aW5nc1wiOntcIiRpZFwiOlwiMTU0XCIsXCJGb250U2l6ZVwiOjExLFwiRm9udE5hbWVcIjpcIkNhbGlicmlcIixcIklzQm9sZFwiOmZhbHNlLFwiSXNJdGFsaWNcIjpmYWxzZSxcIklzVW5kZXJsaW5lZFwiOmZhbHNlfSxcIkZvcmVncm91bmRcIjp7XCIkaWRcIjpcIjE1NVwiLFwiQ29sb3JcIjp7XCIkaWRcIjpcIjE1NlwiLFwiQVwiOjI1NSxcIlJcIjoyNTUsXCJHXCI6MjU1LFwiQlwiOjI1NX19LFwiSG9yaXpvbnRhbEFsaWdubWVudFwiOjAsXCJJc1Zpc2libGVcIjp0cnVlfSxcIlJlY3RhbmdsZVN0eWxlXCI6e1wiJGlkXCI6XCIxNTdcIixcIk1hcmdpblwiOntcIiRpZFwiOlwiMTU4XCIsXCJUb3BcIjowLjAsXCJMZWZ0XCI6MC4wLFwiUmlnaHRcIjowLjAsXCJCb3R0b21cIjowLjB9LFwiUGFkZGluZ1wiOntcIiRpZFwiOlwiMTU5XCIsXCJUb3BcIjowLjAsXCJMZWZ0XCI6MC4wLFwiUmlnaHRcIjowLjAsXCJCb3R0b21cIjowLjB9LFwiQmFja2dyb3VuZFwiOntcIiRpZFwiOlwiMTYwXCIsXCJDb2xvclwiOntcIiRpZFwiOlwiMTYxXCIsXCJBXCI6MjU1LFwiUlwiOjIxLFwiR1wiOjk2LFwiQlwiOjEzMH19LFwiSXNWaXNpYmxlXCI6dHJ1ZSxcIldpZHRoXCI6MC4wLFwiSGVpZ2h0XCI6MC4wLFwiQm9yZGVyU3R5bGVcIjp7XCIkaWRcIjpcIjE2MlwiLFwiTGluZVN0eWxlXCI6e1wiJGlkXCI6XCIxNjNcIixcIkxpbmVDb2xvclwiOntcIiRpZFwiOlwiMTY0XCIsXCJDb2xvclwiOntcIiRpZFwiOlwiMTY1XCIsXCJBXCI6MjU1LFwiUlwiOjI1NSxcIkdcIjoyNTUsXCJCXCI6MjU1fX0sXCJMaW5lV2VpZ2h0XCI6MC4wLFwiTGluZVR5cGVcIjowfSxcIklzVmlzaWJsZVwiOmZhbHNlfX19LFwiQmFja2dyb3VuZFN0eWxlXCI6e1wiJGlkXCI6XCIxNjZcIixcIk1hcmdpblwiOntcIiRpZFwiOlwiMTY3XCIsXCJUb3BcIjowLjAsXCJMZWZ0XCI6MC4wLFwiUmlnaHRcIjowLjAsXCJCb3R0b21cIjowLjB9LFwiUGFkZGluZ1wiOntcIiRpZFwiOlwiMTY4XCIsXCJUb3BcIjowLjAsXCJMZWZ0XCI6MC4wLFwiUmlnaHRcIjowLjAsXCJCb3R0b21cIjowLjB9LFwiQmFja2dyb3VuZFwiOntcIiRpZFwiOlwiMTY5XCIsXCJDb2xvclwiOntcIiRpZFwiOlwiMTcwXCIsXCJBXCI6NTEsXCJSXCI6MjAwLFwiR1wiOjIwMCxcIkJcIjoyMDB9fSxcIklzVmlzaWJsZVwiOnRydWUsXCJXaWR0aFwiOjAuMCxcIkhlaWdodFwiOjAuMCxcIkJvcmRlclN0eWxlXCI6e1wiJGlkXCI6XCIxNzFcIixcIkxpbmVTdHlsZVwiOntcIiRpZFwiOlwiMTcyXCIsXCJMaW5lQ29sb3JcIjp7XCIkaWRcIjpcIjE3M1wiLFwiQ29sb3JcIjp7XCIkaWRcIjpcIjE3NFwiLFwiQVwiOjI1NSxcIlJcIjoyMzQsXCJHXCI6MjIsXCJCXCI6MzB9fSxcIkxpbmVXZWlnaHRcIjoyLjAsXCJMaW5lVHlwZVwiOjB9LFwiSXNWaXNpYmxlXCI6ZmFsc2V9fSxcIklzQWJvdmVUaW1lYmFuZFwiOmZhbHNlLFwiU3BhY2luZ1wiOjMsXCJEZWZhdWx0U3dpbWxhbmVBY3Rpdml0eVN0eWxlXCI6e1wiJGlkXCI6XCIxNzVcIixcIkhlYWRlclN0eWxlXCI6e1wiJGlkXCI6XCIxNzZcIixcIlRleHRTdHlsZVwiOntcIiRpZFwiOlwiMTc3XCIsXCJGb250U2V0dGluZ3NcIjp7XCIkaWRcIjpcIjE3OFwiLFwiRm9udFNpemVcIjoxMSxcIkZvbnROYW1lXCI6XCJDYWxpYnJpXCIsXCJJc0JvbGRcIjpmYWxzZSxcIklzSXRhbGljXCI6ZmFsc2UsXCJJc1VuZGVybGluZWRcIjpmYWxzZX0sXCJGb3JlZ3JvdW5kXCI6e1wiJGlkXCI6XCIxNzlcIixcIkNvbG9yXCI6e1wiJGlkXCI6XCIxODBcIixcIkFcIjoyNTUsXCJSXCI6MCxcIkdcIjowLFwiQlwiOjB9fSxcIkhvcml6b250YWxBbGlnbm1lbnRcIjowLFwiSXNWaXNpYmxlXCI6dHJ1ZX0sXCJSZWN0YW5nbGVTdHlsZVwiOntcIiRpZFwiOlwiMTgxXCIsXCJNYXJnaW5cIjp7XCIkaWRcIjpcIjE4MlwiLFwiVG9wXCI6MC4wLFwiTGVmdFwiOjAuMCxcIlJpZ2h0XCI6MC4wLFwiQm90dG9tXCI6MC4wfSxcIlBhZGRpbmdcIjp7XCIkaWRcIjpcIjE4M1wiLFwiVG9wXCI6MC4wLFwiTGVmdFwiOjAuMCxcIlJpZ2h0XCI6MC4wLFwiQm90dG9tXCI6MC4wfSxcIkJhY2tncm91bmRcIjp7XCIkaWRcIjpcIjE4NFwiLFwiQ29sb3JcIjp7XCIkaWRcIjpcIjE4NVwiLFwiQVwiOjYzLFwiUlwiOjIxLFwiR1wiOjk2LFwiQlwiOjEzMH19LFwiSXNWaXNpYmxlXCI6dHJ1ZSxcIldpZHRoXCI6MC4wLFwiSGVpZ2h0XCI6MC4wLFwiQm9yZGVyU3R5bGVcIjp7XCIkaWRcIjpcIjE4NlwiLFwiTGluZVN0eWxlXCI6e1wiJGlkXCI6XCIxODdcIixcIkxpbmVDb2xvclwiOntcIiRpZFwiOlwiMTg4XCIsXCJDb2xvclwiOntcIiRpZFwiOlwiMTg5XCIsXCJBXCI6MjU1LFwiUlwiOjI1NSxcIkdcIjowLFwiQlwiOjB9fSxcIkxpbmVXZWlnaHRcIjowLjAsXCJMaW5lVHlwZVwiOjB9LFwiSXNWaXNpYmxlXCI6ZmFsc2V9fX0sXCJCYWNrZ3JvdW5kU3R5bGVcIjp7XCIkaWRcIjpcIjE5MFwiLFwiTWFyZ2luXCI6e1wiJGlkXCI6XCIxOTFcIixcIlRvcFwiOjAuMCxcIkxlZnRcIjowLjAsXCJSaWdodFwiOjAuMCxcIkJvdHRvbVwiOjAuMH0sXCJQYWRkaW5nXCI6e1wiJGlkXCI6XCIxOTJcIixcIlRvcFwiOjAuMCxcIkxlZnRcIjowLjAsXCJSaWdodFwiOjAuMCxcIkJvdHRvbVwiOjAuMH0sXCJCYWNrZ3JvdW5kXCI6e1wiJGlkXCI6XCIxOTNcIixcIkNvbG9yXCI6e1wiJGlkXCI6XCIxOTRcIixcIkFcIjo1MSxcIlJcIjoyMDAsXCJHXCI6MjAwLFwiQlwiOjIwMH19LFwiSXNWaXNpYmxlXCI6dHJ1ZSxcIldpZHRoXCI6MC4wLFwiSGVpZ2h0XCI6MC4wLFwiQm9yZGVyU3R5bGVcIjp7XCIkaWRcIjpcIjE5NVwiLFwiTGluZVN0eWxlXCI6e1wiJGlkXCI6XCIxOTZcIixcIkxpbmVDb2xvclwiOntcIiRpZFwiOlwiMTk3XCIsXCJDb2xvclwiOntcIiRpZFwiOlwiMTk4XCIsXCJBXCI6MjU1LFwiUlwiOjIzNCxcIkdcIjoyMixcIkJcIjozMH19LFwiTGluZVdlaWdodFwiOjIuMCxcIkxpbmVUeXBlXCI6MH0sXCJJc1Zpc2libGVcIjpmYWxzZX19fSxcIkRlZmF1bHRTd2ltbGFuZU1pbGVzdG9uZVN0eWxlXCI6e1wiJGlkXCI6XCIxOTlcIixcIlRpdGxlUG9zaXRpb25cIjowLFwiRGF0ZVBvc2l0aW9uXCI6MixcIlZhcmlhbmNlUG9zaXRpb25cIjoyLFwiU2hhcGVUeXBlXCI6MSxcIlNoYXBlU2l6ZVwiOjAsXCJTcGFjaW5nXCI6NSxcIlNoYXBlU3R5bGVcIjp7XCIkaWRcIjpcIjIwMFwiLFwiTWFyZ2luXCI6e1wiJGlkXCI6XCIyMDFcIixcIlRvcFwiOjAuMCxcIkxlZnRcIjowLjAsXCJSaWdodFwiOjAuMCxcIkJvdHRvbVwiOjAuMH0sXCJQYWRkaW5nXCI6e1wiJGlkXCI6XCIyMDJcIixcIlRvcFwiOjAuMCxcIkxlZnRcIjowLjAsXCJSaWdodFwiOjAuMCxcIkJvdHRvbVwiOjAuMH0sXCJCYWNrZ3JvdW5kXCI6e1wiJGlkXCI6XCIyMDNcIixcIkNvbG9yXCI6e1wiJGlkXCI6XCIyMDRcIixcIkFcIjoyNTUsXCJSXCI6MjEsXCJHXCI6OTYsXCJCXCI6MTMwfX0sXCJJc1Zpc2libGVcIjp0cnVlLFwiV2lkdGhcIjoxMi4wLFwiSGVpZ2h0XCI6MTQuMCxcIkJvcmRlclN0eWxlXCI6e1wiJGlkXCI6XCIyMDVcIixcIkxpbmVTdHlsZVwiOntcIiRpZFwiOlwiMjA2XCIsXCJMaW5lQ29sb3JcIjp7XCIkaWRcIjpcIjIwN1wiLFwiQ29sb3JcIjp7XCIkaWRcIjpcIjIwOFwiLFwiQVwiOjI1NSxcIlJcIjoyMzQsXCJHXCI6MjIsXCJCXCI6MzB9fSxcIkxpbmVXZWlnaHRcIjoyLjAsXCJMaW5lVHlwZVwiOjB9LFwiSXNWaXNpYmxlXCI6ZmFsc2V9fSxcIlRpdGxlU3R5bGVcIjp7XCIkaWRcIjpcIjIwOVwiLFwiRm9udFNldHRpbmdzXCI6e1wiJGlkXCI6XCIyMTBcIixcIkZvbnRTaXplXCI6MTEsXCJGb250TmFtZVwiOlwiQ2FsaWJyaVwiLFwiSXNCb2xkXCI6ZmFsc2UsXCJJc0l0YWxpY1wiOmZhbHNlLFwiSXNVbmRlcmxpbmVkXCI6ZmFsc2V9LFwiRm9yZWdyb3VuZFwiOntcIiRpZFwiOlwiMjExXCIsXCJDb2xvclwiOntcIiRpZFwiOlwiMjEyXCIsXCJBXCI6MjU1LFwiUlwiOjAsXCJHXCI6MCxcIkJcIjowfX0sXCJIb3Jpem9udGFsQWxpZ25tZW50XCI6MixcIklzVmlzaWJsZVwiOnRydWV9LFwiRGF0ZVN0eWxlXCI6e1wiJGlkXCI6XCIyMTNcIixcIkZvbnRTZXR0aW5nc1wiOntcIiRpZFwiOlwiMjE0XCIsXCJGb250U2l6ZVwiOjEwLFwiRm9udE5hbWVcIjpcIkNhbGlicmlcIixcIklzQm9sZFwiOmZhbHNlLFwiSXNJdGFsaWNcIjpmYWxzZSxcIklzVW5kZXJsaW5lZFwiOmZhbHNlfSxcIkZvcmVncm91bmRcIjp7XCIkaWRcIjpcIjIxNVwiLFwiQ29sb3JcIjp7XCIkaWRcIjpcIjIxNlwiLFwiQVwiOjI1NSxcIlJcIjoxNCxcIkdcIjo0MCxcIkJcIjo2NX19LFwiSG9yaXpvbnRhbEFsaWdubWVudFwiOjAsXCJJc1Zpc2libGVcIjp0cnVlfSxcIkRhdGVGb3JtYXRcIjp7XCIkaWRcIjpcIjIxN1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yMThcIixcIkZvcm1hdFwiOjAsXCJJc1Zpc2libGVcIjpmYWxzZSxcIkxhc3RLbm93blZpc2liaWxpdHlTdGF0ZVwiOmZhbHNlfSxcIlZhcmlhbmNlU3R5bGVcIjp7XCIkaWRcIjpcIjIxOVwiLFwiVmFyaWFuY2VUZXh0U3R5bGVcIjp7XCIkaWRcIjpcIjIyMFwiLFwiRm9udFNldHRpbmdzXCI6e1wiJGlkXCI6XCIyMjFcIixcIkZvbnRTaXplXCI6MTAsXCJGb250TmFtZVwiOlwiQ2FsaWJyaVwiLFwiSXNCb2xkXCI6ZmFsc2UsXCJJc0l0YWxpY1wiOmZhbHNlLFwiSXNVbmRlcmxpbmVkXCI6ZmFsc2V9LFwiRm9yZWdyb3VuZFwiOntcIiRpZFwiOlwiMjIyXCIsXCJDb2xvclwiOntcIiRpZFwiOlwiMjIzXCIsXCJBXCI6MjU1LFwiUlwiOjAsXCJHXCI6MCxcIkJcIjowfX0sXCJIb3Jpem9udGFsQWxpZ25tZW50XCI6MCxcIklzVmlzaWJsZVwiOnRydWV9fX0sXCJEZWZhdWx0U3dpbWxhbmVUYXNrU3R5bGVcIjp7XCIkaWRcIjpcIjIyNFwiLFwiU2hhcGVcIjoxLFwiU2hhcGVUaGlja25lc3NcIjowLFwiRHVyYXRpb25Gb3JtYXRcIjowLFwiUGVyY2VudGFnZUNvbXBsZXRlVGV4dFN0eWxlXCI6e1wiJGlkXCI6XCIyMjVcIixcIkZvbnRTZXR0aW5nc1wiOntcIiRpZFwiOlwiMjI2XCIsXCJGb250U2l6ZVwiOjEwLFwiRm9udE5hbWVcIjpcIkNhbGlicmlcIixcIklzQm9sZFwiOmZhbHNlLFwiSXNJdGFsaWNcIjpmYWxzZSxcIklzVW5kZXJsaW5lZFwiOmZhbHNlfSxcIkZvcmVncm91bmRcIjp7XCIkaWRcIjpcIjIyN1wiLFwiQ29sb3JcIjp7XCIkaWRcIjpcIjIyOFwiLFwiQVwiOjI1NSxcIlJcIjoyMzIsXCJHXCI6MjMyLFwiQlwiOjIzMn19LFwiSG9yaXpvbnRhbEFsaWdubWVudFwiOjEsXCJJc1Zpc2libGVcIjp0cnVlfSxcIlBlcmNlbnRhZ2VDb21wbGV0ZUhpZ2hsaWdodFN0eWxlXCI6e1wiJGlkXCI6XCIyMjlcIixcIkJhY2tncm91bmRcIjp7XCIkaWRcIjpcIjIzMFwiLFwiQ29sb3JcIjp7XCIkaWRcIjpcIjIzMVwiLFwiQVwiOjg5LFwiUlwiOjAsXCJHXCI6MCxcIkJcIjowfX19LFwiRHVyYXRpb25TdHlsZVwiOntcIiRpZFwiOlwiMjMyXCIsXCJGb250U2V0dGluZ3NcIjp7XCIkaWRcIjpcIjIzM1wiLFwiRm9udFNpemVcIjoxMCxcIkZvbnROYW1lXCI6XCJDYWxpYnJpXCIsXCJJc0JvbGRcIjpmYWxzZSxcIklzSXRhbGljXCI6ZmFsc2UsXCJJc1VuZGVybGluZWRcIjpmYWxzZX0sXCJGb3JlZ3JvdW5kXCI6e1wiJGlkXCI6XCIyMzRcIixcIkNvbG9yXCI6e1wiJGlkXCI6XCIyMzVcIixcIkFcIjoyNTUsXCJSXCI6MjM3LFwiR1wiOjEyNSxcIkJcIjo0OX19LFwiSG9yaXpvbnRhbEFsaWdubWVudFwiOjAsXCJJc1Zpc2libGVcIjpmYWxzZX0sXCJNYXJnaW5cIjp7XCIkaWRcIjpcIjIzNlwiLFwiVG9wXCI6MC4wLFwiTGVmdFwiOjAuMCxcIlJpZ2h0XCI6MC4wLFwiQm90dG9tXCI6MC4wfSxcIlN0YXJ0RGF0ZVBvc2l0aW9uXCI6MyxcIkVuZERhdGVQb3NpdGlvblwiOjMsXCJUaXRsZVBvc2l0aW9uXCI6NCxcIkR1cmF0aW9uUG9zaXRpb25cIjowLFwiUGVyY2VudGFnZUNvbXBsZXRlZFBvc2l0aW9uXCI6MixcIlZhcmlhbmNlUG9zaXRpb25cIjoyLFwiU3BhY2luZ1wiOjMsXCJCYXNlbGluZVN0eWxlXCI6e1wiJGlkXCI6XCIyMzdcIixcIkJhc2VsaW5lU2hhcGVTdHlsZVwiOntcIiRpZFwiOlwiMjM4XCIsXCJNYXJnaW5cIjp7XCIkaWRcIjpcIjIzOVwiLFwiVG9wXCI6MC4wLFwiTGVmdFwiOjAuMCxcIlJpZ2h0XCI6MC4wLFwiQm90dG9tXCI6MC4wfSxcIlBhZGRpbmdcIjp7XCIkaWRcIjpcIjI0MFwiLFwiVG9wXCI6MC4wLFwiTGVmdFwiOjAuMCxcIlJpZ2h0XCI6MC4wLFwiQm90dG9tXCI6MC4wfSxcIkJhY2tncm91bmRcIjp7XCIkaWRcIjpcIjI0MVwiLFwiQ29sb3JcIjp7XCIkaWRcIjpcIjI0MlwiLFwiQVwiOjE1MyxcIlJcIjowLFwiR1wiOjAsXCJCXCI6MH19LFwiSXNWaXNpYmxlXCI6ZmFsc2UsXCJXaWR0aFwiOjAuMCxcIkhlaWdodFwiOjAuMCxcIkJvcmRlclN0eWxlXCI6e1wiJGlkXCI6XCIyNDNcIixcIkxpbmVTdHlsZVwiOntcIiRpZFwiOlwiMjQ0XCIsXCJMaW5lQ29sb3JcIjp7XCIkaWRcIjpcIjI0NVwiLFwiQ29sb3JcIjp7XCIkaWRcIjpcIjI0NlwiLFwiQVwiOjI1NSxcIlJcIjoyNTUsXCJHXCI6MCxcIkJcIjowfX0sXCJMaW5lV2VpZ2h0XCI6Mi4wLFwiTGluZVR5cGVcIjowfSxcIklzVmlzaWJsZVwiOmZhbHNlfX19LFwiU2hhcGVTdHlsZVwiOntcIiRpZFwiOlwiMjQ3XCIsXCJNYXJnaW5cIjp7XCIkaWRcIjpcIjI0OFwiLFwiVG9wXCI6MC4wLFwiTGVmdFwiOjQuMCxcIlJpZ2h0XCI6NC4wLFwiQm90dG9tXCI6MC4wfSxcIlBhZGRpbmdcIjp7XCIkaWRcIjpcIjI0OVwiLFwiVG9wXCI6MC4wLFwiTGVmdFwiOjAuMCxcIlJpZ2h0XCI6MC4wLFwiQm90dG9tXCI6MC4wfSxcIkJhY2tncm91bmRcIjp7XCIkaWRcIjpcIjI1MFwiLFwiQ29sb3JcIjp7XCIkaWRcIjpcIjI1MVwiLFwiQVwiOjI1NSxcIlJcIjoyMSxcIkdcIjo5NixcIkJcIjoxMzB9fSxcIklzVmlzaWJsZVwiOnRydWUsXCJXaWR0aFwiOjAuMCxcIkhlaWdodFwiOjEwLjAsXCJCb3JkZXJTdHlsZVwiOntcIiRpZFwiOlwiMjUyXCIsXCJMaW5lU3R5bGVcIjp7XCIkaWRcIjpcIjI1M1wiLFwiTGluZUNvbG9yXCI6e1wiJGlkXCI6XCIyNTRcIixcIkNvbG9yXCI6e1wiJGlkXCI6XCIyNTVcIixcIkFcIjoyNTUsXCJSXCI6MjM0LFwiR1wiOjIyLFwiQlwiOjMwfX0sXCJMaW5lV2VpZ2h0XCI6Mi4wLFwiTGluZVR5cGVcIjowfSxcIklzVmlzaWJsZVwiOmZhbHNlfX0sXCJUaXRsZVN0eWxlXCI6e1wiJGlkXCI6XCIyNTZcIixcIkZvbnRTZXR0aW5nc1wiOntcIiRpZFwiOlwiMjU3XCIsXCJGb250U2l6ZVwiOjExLFwiRm9udE5hbWVcIjpcIkNhbGlicmlcIixcIklzQm9sZFwiOmZhbHNlLFwiSXNJdGFsaWNcIjpmYWxzZSxcIklzVW5kZXJsaW5lZFwiOmZhbHNlfSxcIkZvcmVncm91bmRcIjp7XCIkaWRcIjpcIjI1OFwiLFwiQ29sb3JcIjp7XCIkaWRcIjpcIjI1OVwiLFwiQVwiOjI1NSxcIlJcIjowLFwiR1wiOjAsXCJCXCI6MH19LFwiSG9yaXpvbnRhbEFsaWdubWVudFwiOjAsXCJJc1Zpc2libGVcIjp0cnVlfSxcIkRhdGVTdHlsZVwiOntcIiRpZFwiOlwiMjYwXCIsXCJGb250U2V0dGluZ3NcIjp7XCIkaWRcIjpcIjI2MVwiLFwiRm9udFNpemVcIjoxMCxcIkZvbnROYW1lXCI6XCJDYWxpYnJpXCIsXCJJc0JvbGRcIjpmYWxzZSxcIklzSXRhbGljXCI6ZmFsc2UsXCJJc1VuZGVybGluZWRcIjpmYWxzZX0sXCJGb3JlZ3JvdW5kXCI6e1wiJGlkXCI6XCIyNjJcIixcIkNvbG9yXCI6e1wiJGlkXCI6XCIyNjNcIixcIkFcIjoyNTUsXCJSXCI6MTQsXCJHXCI6NDAsXCJCXCI6NjV9fSxcIkhvcml6b250YWxBbGlnbm1lbnRcIjoyLFwiSXNWaXNpYmxlXCI6dHJ1ZX0sXCJEYXRlRm9ybWF0XCI6e1wiJGlkXCI6XCIyNjR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Y1XCIsXCJGb3JtYXRcIjowLFwiSXNWaXNpYmxlXCI6ZmFsc2UsXCJMYXN0S25vd25WaXNpYmlsaXR5U3RhdGVcIjpmYWxzZX0sXCJWYXJpYW5jZVN0eWxlXCI6e1wiJGlkXCI6XCIyNjZcIixcIlZhcmlhbmNlVGV4dFN0eWxlXCI6e1wiJGlkXCI6XCIyNjdcIixcIkZvbnRTZXR0aW5nc1wiOntcIiRpZFwiOlwiMjY4XCIsXCJGb250U2l6ZVwiOjEwLFwiRm9udE5hbWVcIjpcIkNhbGlicmlcIixcIklzQm9sZFwiOmZhbHNlLFwiSXNJdGFsaWNcIjpmYWxzZSxcIklzVW5kZXJsaW5lZFwiOmZhbHNlfSxcIkZvcmVncm91bmRcIjp7XCIkaWRcIjpcIjI2OVwiLFwiQ29sb3JcIjp7XCIkaWRcIjpcIjI3MFwiLFwiQVwiOjI1NSxcIlJcIjowLFwiR1wiOjAsXCJCXCI6MH19LFwiSG9yaXpvbnRhbEFsaWdubWVudFwiOjAsXCJJc1Zpc2libGVcIjp0cnVlfX19LFwiRGVmYXVsdFN3aW1sYW5lTW90U3R5bGVcIjp7XCIkaWRcIjpcIjI3MVwiLFwiU2hhcGVcIjoxLFwiU2hhcGVTaXplXCI6MCxcIkRldGFpbHNTcGFjaW5nXCI6MC4wLFwiUGFkZGluZ1wiOntcIiRpZFwiOlwiMjcyXCIsXCJUb3BcIjo1LjAsXCJMZWZ0XCI6My4wLFwiUmlnaHRcIjowLjAsXCJCb3R0b21cIjoyLjB9LFwiUG9zaXRpb25PblRhc2tcIjoxLFwiU2hhcGVTdHlsZVwiOntcIiRpZFwiOlwiMjczXCIsXCJNYXJnaW5cIjp7XCIkaWRcIjpcIjI3NFwiLFwiVG9wXCI6MC4wLFwiTGVmdFwiOjAuMCxcIlJpZ2h0XCI6MC4wLFwiQm90dG9tXCI6MC4wfSxcIlBhZGRpbmdcIjp7XCIkaWRcIjpcIjI3NVwiLFwiVG9wXCI6MC4wLFwiTGVmdFwiOjAuMCxcIlJpZ2h0XCI6MC4wLFwiQm90dG9tXCI6MC4wfSxcIkJhY2tncm91bmRcIjp7XCIkaWRcIjpcIjI3NlwiLFwiQ29sb3JcIjp7XCIkaWRcIjpcIjI3N1wiLFwiQVwiOjI1NSxcIlJcIjoxMSxcIkdcIjo0OCxcIkJcIjo2NX19LFwiSXNWaXNpYmxlXCI6dHJ1ZSxcIldpZHRoXCI6MTIuMCxcIkhlaWdodFwiOjE0LjAsXCJCb3JkZXJTdHlsZVwiOntcIiRpZFwiOlwiMjc4XCIsXCJMaW5lU3R5bGVcIjp7XCIkaWRcIjpcIjI3OVwiLFwiTGluZUNvbG9yXCI6e1wiJGlkXCI6XCIyODBcIixcIkNvbG9yXCI6e1wiJGlkXCI6XCIyODFcIixcIkFcIjoyNTUsXCJSXCI6MjU1LFwiR1wiOjAsXCJCXCI6MH19LFwiTGluZVdlaWdodFwiOjAuMCxcIkxpbmVUeXBlXCI6MH0sXCJJc1Zpc2libGVcIjpmYWxzZX19LFwiVGl0bGVTdHlsZVwiOntcIiRpZFwiOlwiMjgyXCIsXCJGb250U2V0dGluZ3NcIjp7XCIkaWRcIjpcIjI4M1wiLFwiRm9udFNpemVcIjoxMSxcIkZvbnROYW1lXCI6XCJDYWxpYnJpXCIsXCJJc0JvbGRcIjpmYWxzZSxcIklzSXRhbGljXCI6ZmFsc2UsXCJJc1VuZGVybGluZWRcIjpmYWxzZX0sXCJGb3JlZ3JvdW5kXCI6e1wiJGlkXCI6XCIyODRcIixcIkNvbG9yXCI6e1wiJGlkXCI6XCIyODVcIixcIkFcIjoyNTUsXCJSXCI6MCxcIkdcIjowLFwiQlwiOjB9fSxcIkhvcml6b250YWxBbGlnbm1lbnRcIjoxLFwiSXNWaXNpYmxlXCI6dHJ1ZX0sXCJEYXRlU3R5bGVcIjp7XCIkaWRcIjpcIjI4NlwiLFwiRm9udFNldHRpbmdzXCI6e1wiJGlkXCI6XCIyODdcIixcIkZvbnRTaXplXCI6MTAsXCJGb250TmFtZVwiOlwiQ2FsaWJyaVwiLFwiSXNCb2xkXCI6ZmFsc2UsXCJJc0l0YWxpY1wiOmZhbHNlLFwiSXNVbmRlcmxpbmVkXCI6ZmFsc2V9LFwiRm9yZWdyb3VuZFwiOntcIiRpZFwiOlwiMjg4XCIsXCJDb2xvclwiOntcIiRpZFwiOlwiMjg5XCIsXCJBXCI6MjU1LFwiUlwiOjE0LFwiR1wiOjQwLFwiQlwiOjY1fX0sXCJIb3Jpem9udGFsQWxpZ25tZW50XCI6MSxcIklzVmlzaWJsZVwiOnRydWV9LFwiRGF0ZUZvcm1hdFwiOntcIiRpZFwiOlwiMjkw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I5MVwiLFwiRm9ybWF0XCI6MCxcIklzVmlzaWJsZVwiOmZhbHNlLFwiTGFzdEtub3duVmlzaWJpbGl0eVN0YXRlXCI6ZmFsc2V9LFwiVmFyaWFuY2VTdHlsZVwiOntcIiRpZFwiOlwiMjkyXCIsXCJWYXJpYW5jZVRleHRTdHlsZVwiOntcIiRpZFwiOlwiMjkzXCIsXCJGb250U2V0dGluZ3NcIjp7XCIkaWRcIjpcIjI5NFwiLFwiRm9udFNpemVcIjoxMCxcIkZvbnROYW1lXCI6XCJDYWxpYnJpXCIsXCJJc0JvbGRcIjpmYWxzZSxcIklzSXRhbGljXCI6ZmFsc2UsXCJJc1VuZGVybGluZWRcIjpmYWxzZX0sXCJGb3JlZ3JvdW5kXCI6e1wiJGlkXCI6XCIyOTVcIixcIkNvbG9yXCI6e1wiJGlkXCI6XCIyOTZcIixcIkFcIjoyNTUsXCJSXCI6MCxcIkdcIjowLFwiQlwiOjB9fSxcIkhvcml6b250YWxBbGlnbm1lbnRcIjowLFwiSXNWaXNpYmxlXCI6dHJ1ZX19fX0sXCJfYWRkaXRpb25hbFN3aW1sYW5lVjJTdHlsZXNcIjpbe1wiJGlkXCI6XCIyOTdcIixcIlN0eWxlSWRcIjpcIjk4NTEzZTEwLTU1MWMtNGYzMC1hYzExLWEwNjkwZTkwMzEzNFwiLFwiTmFtZVwiOlwiU3dpbWxhbmUgU3R5bGUgMlwiLFwiSGVhZGVyU3R5bGVcIjp7XCIkaWRcIjpcIjI5OFwiLFwiVGV4dFN0eWxlXCI6e1wiJGlkXCI6XCIyOTlcIixcIkZvbnRTZXR0aW5nc1wiOntcIiRpZFwiOlwiMzAwXCIsXCJGb250U2l6ZVwiOjExLFwiRm9udE5hbWVcIjpcIkNhbGlicmlcIixcIklzQm9sZFwiOmZhbHNlLFwiSXNJdGFsaWNcIjpmYWxzZSxcIklzVW5kZXJsaW5lZFwiOmZhbHNlfSxcIkZvcmVncm91bmRcIjp7XCIkaWRcIjpcIjMwMVwiLFwiQ29sb3JcIjp7XCIkaWRcIjpcIjMwMlwiLFwiQVwiOjI1NSxcIlJcIjoyNTUsXCJHXCI6MjU1LFwiQlwiOjI1NX19LFwiSG9yaXpvbnRhbEFsaWdubWVudFwiOjEsXCJJc1Zpc2libGVcIjp0cnVlfSxcIlJlY3RhbmdsZVN0eWxlXCI6e1wiJGlkXCI6XCIzMDNcIixcIk1hcmdpblwiOntcIiRpZFwiOlwiMzA0XCIsXCJUb3BcIjowLjAsXCJMZWZ0XCI6MC4wLFwiUmlnaHRcIjowLjAsXCJCb3R0b21cIjowLjB9LFwiUGFkZGluZ1wiOntcIiRpZFwiOlwiMzA1XCIsXCJUb3BcIjowLjAsXCJMZWZ0XCI6MC4wLFwiUmlnaHRcIjowLjAsXCJCb3R0b21cIjowLjB9LFwiQmFja2dyb3VuZFwiOntcIiRpZFwiOlwiMzA2XCIsXCJDb2xvclwiOntcIiRpZFwiOlwiMzA3XCIsXCJBXCI6MjU1LFwiUlwiOjIzMyxcIkdcIjoxMTMsXCJCXCI6NTB9fSxcIklzVmlzaWJsZVwiOnRydWUsXCJXaWR0aFwiOjAuMCxcIkhlaWdodFwiOjAuMCxcIkJvcmRlclN0eWxlXCI6e1wiJGlkXCI6XCIzMDhcIixcIkxpbmVTdHlsZVwiOntcIiRpZFwiOlwiMzA5XCIsXCJMaW5lQ29sb3JcIjp7XCIkaWRcIjpcIjMxMFwiLFwiQ29sb3JcIjp7XCIkaWRcIjpcIjMxMVwiLFwiQVwiOjI1NSxcIlJcIjoyNTUsXCJHXCI6MjU1LFwiQlwiOjI1NX19LFwiTGluZVdlaWdodFwiOjAuMCxcIkxpbmVUeXBlXCI6MH0sXCJJc1Zpc2libGVcIjpmYWxzZX19fSxcIkJhY2tncm91bmRTdHlsZVwiOntcIiRpZFwiOlwiMzEyXCIsXCJNYXJnaW5cIjp7XCIkaWRcIjpcIjMxM1wiLFwiVG9wXCI6MC4wLFwiTGVmdFwiOjAuMCxcIlJpZ2h0XCI6MC4wLFwiQm90dG9tXCI6MC4wfSxcIlBhZGRpbmdcIjp7XCIkaWRcIjpcIjMxNFwiLFwiVG9wXCI6MC4wLFwiTGVmdFwiOjAuMCxcIlJpZ2h0XCI6MC4wLFwiQm90dG9tXCI6MC4wfSxcIkJhY2tncm91bmRcIjp7XCIkaWRcIjpcIjMxNVwiLFwiQ29sb3JcIjp7XCIkaWRcIjpcIjMxNlwiLFwiQVwiOjUxLFwiUlwiOjIwMCxcIkdcIjoyMDAsXCJCXCI6MjAwfX0sXCJJc1Zpc2libGVcIjp0cnVlLFwiV2lkdGhcIjowLjAsXCJIZWlnaHRcIjowLjAsXCJCb3JkZXJTdHlsZVwiOntcIiRpZFwiOlwiMzE3XCIsXCJMaW5lU3R5bGVcIjp7XCIkaWRcIjpcIjMxOFwiLFwiTGluZUNvbG9yXCI6e1wiJGlkXCI6XCIzMTlcIixcIkNvbG9yXCI6e1wiJGlkXCI6XCIzMjBcIixcIkFcIjoyNTUsXCJSXCI6MjM0LFwiR1wiOjIyLFwiQlwiOjMwfX0sXCJMaW5lV2VpZ2h0XCI6Mi4wLFwiTGluZVR5cGVcIjowfSxcIklzVmlzaWJsZVwiOmZhbHNlfX0sXCJJc0Fib3ZlVGltZWJhbmRcIjpmYWxzZSxcIlNwYWNpbmdcIjozLFwiRGVmYXVsdFN3aW1sYW5lQWN0aXZpdHlTdHlsZVwiOntcIiRpZFwiOlwiMzIxXCIsXCJIZWFkZXJTdHlsZVwiOntcIiRpZFwiOlwiMzIyXCIsXCJUZXh0U3R5bGVcIjp7XCIkaWRcIjpcIjMyM1wiLFwiRm9udFNldHRpbmdzXCI6e1wiJGlkXCI6XCIzMjRcIixcIkZvbnRTaXplXCI6MTEsXCJGb250TmFtZVwiOlwiQ2FsaWJyaVwiLFwiSXNCb2xkXCI6ZmFsc2UsXCJJc0l0YWxpY1wiOmZhbHNlLFwiSXNVbmRlcmxpbmVkXCI6ZmFsc2V9LFwiRm9yZWdyb3VuZFwiOntcIiRpZFwiOlwiMzI1XCIsXCJDb2xvclwiOntcIiRpZFwiOlwiMzI2XCIsXCJBXCI6MjU1LFwiUlwiOjAsXCJHXCI6MCxcIkJcIjowfX0sXCJIb3Jpem9udGFsQWxpZ25tZW50XCI6MCxcIklzVmlzaWJsZVwiOnRydWV9LFwiUmVjdGFuZ2xlU3R5bGVcIjp7XCIkaWRcIjpcIjMyN1wiLFwiTWFyZ2luXCI6e1wiJGlkXCI6XCIzMjhcIixcIlRvcFwiOjAuMCxcIkxlZnRcIjowLjAsXCJSaWdodFwiOjAuMCxcIkJvdHRvbVwiOjAuMH0sXCJQYWRkaW5nXCI6e1wiJGlkXCI6XCIzMjlcIixcIlRvcFwiOjAuMCxcIkxlZnRcIjowLjAsXCJSaWdodFwiOjAuMCxcIkJvdHRvbVwiOjAuMH0sXCJCYWNrZ3JvdW5kXCI6e1wiJGlkXCI6XCIzMzBcIixcIkNvbG9yXCI6e1wiJGlkXCI6XCIzMzFcIixcIkFcIjo2MyxcIlJcIjoyMzMsXCJHXCI6MTEzLFwiQlwiOjUwfX0sXCJJc1Zpc2libGVcIjp0cnVlLFwiV2lkdGhcIjowLjAsXCJIZWlnaHRcIjowLjAsXCJCb3JkZXJTdHlsZVwiOntcIiRpZFwiOlwiMzMyXCIsXCJMaW5lU3R5bGVcIjp7XCIkaWRcIjpcIjMzM1wiLFwiTGluZUNvbG9yXCI6e1wiJGlkXCI6XCIzMzRcIixcIkNvbG9yXCI6e1wiJGlkXCI6XCIzMzVcIixcIkFcIjoyNTUsXCJSXCI6MjU1LFwiR1wiOjI1NSxcIkJcIjoyNTV9fSxcIkxpbmVXZWlnaHRcIjowLjAsXCJMaW5lVHlwZVwiOjB9LFwiSXNWaXNpYmxlXCI6ZmFsc2V9fX0sXCJCYWNrZ3JvdW5kU3R5bGVcIjp7XCIkaWRcIjpcIjMzNlwiLFwiTWFyZ2luXCI6e1wiJGlkXCI6XCIzMzdcIixcIlRvcFwiOjAuMCxcIkxlZnRcIjowLjAsXCJSaWdodFwiOjAuMCxcIkJvdHRvbVwiOjAuMH0sXCJQYWRkaW5nXCI6e1wiJGlkXCI6XCIzMzhcIixcIlRvcFwiOjAuMCxcIkxlZnRcIjowLjAsXCJSaWdodFwiOjAuMCxcIkJvdHRvbVwiOjAuMH0sXCJCYWNrZ3JvdW5kXCI6e1wiJGlkXCI6XCIzMzlcIixcIkNvbG9yXCI6e1wiJGlkXCI6XCIzNDBcIixcIkFcIjo1MSxcIlJcIjoyMDAsXCJHXCI6MjAwLFwiQlwiOjIwMH19LFwiSXNWaXNpYmxlXCI6dHJ1ZSxcIldpZHRoXCI6MC4wLFwiSGVpZ2h0XCI6MC4wLFwiQm9yZGVyU3R5bGVcIjp7XCIkaWRcIjpcIjM0MVwiLFwiTGluZVN0eWxlXCI6e1wiJGlkXCI6XCIzNDJcIixcIkxpbmVDb2xvclwiOntcIiRpZFwiOlwiMzQzXCIsXCJDb2xvclwiOntcIiRpZFwiOlwiMzQ0XCIsXCJBXCI6MjU1LFwiUlwiOjIzNCxcIkdcIjoyMixcIkJcIjozMH19LFwiTGluZVdlaWdodFwiOjIuMCxcIkxpbmVUeXBlXCI6MH0sXCJJc1Zpc2libGVcIjpmYWxzZX19fSxcIkRlZmF1bHRTd2ltbGFuZU1pbGVzdG9uZVN0eWxlXCI6e1wiJGlkXCI6XCIzNDVcIixcIlRpdGxlUG9zaXRpb25cIjowLFwiRGF0ZVBvc2l0aW9uXCI6MixcIlZhcmlhbmNlUG9zaXRpb25cIjoyLFwiU2hhcGVUeXBlXCI6MSxcIlNoYXBlU2l6ZVwiOjAsXCJTcGFjaW5nXCI6NSxcIlNoYXBlU3R5bGVcIjp7XCIkaWRcIjpcIjM0NlwiLFwiTWFyZ2luXCI6e1wiJGlkXCI6XCIzNDdcIixcIlRvcFwiOjAuMCxcIkxlZnRcIjowLjAsXCJSaWdodFwiOjAuMCxcIkJvdHRvbVwiOjAuMH0sXCJQYWRkaW5nXCI6e1wiJGlkXCI6XCIzNDhcIixcIlRvcFwiOjAuMCxcIkxlZnRcIjowLjAsXCJSaWdodFwiOjAuMCxcIkJvdHRvbVwiOjAuMH0sXCJCYWNrZ3JvdW5kXCI6e1wiJGlkXCI6XCIzNDlcIixcIkNvbG9yXCI6e1wiJGlkXCI6XCIzNTBcIixcIkFcIjoyNTUsXCJSXCI6MjMzLFwiR1wiOjExMyxcIkJcIjo1MH19LFwiSXNWaXNpYmxlXCI6dHJ1ZSxcIldpZHRoXCI6MTIuMCxcIkhlaWdodFwiOjE0LjAsXCJCb3JkZXJTdHlsZVwiOntcIiRpZFwiOlwiMzUxXCIsXCJMaW5lU3R5bGVcIjp7XCIkaWRcIjpcIjM1MlwiLFwiTGluZUNvbG9yXCI6e1wiJGlkXCI6XCIzNTNcIixcIkNvbG9yXCI6e1wiJGlkXCI6XCIzNTRcIixcIkFcIjoyNTUsXCJSXCI6MjM0LFwiR1wiOjIyLFwiQlwiOjMwfX0sXCJMaW5lV2VpZ2h0XCI6Mi4wLFwiTGluZVR5cGVcIjowfSxcIklzVmlzaWJsZVwiOmZhbHNlfX0sXCJUaXRsZVN0eWxlXCI6e1wiJGlkXCI6XCIzNTVcIixcIkZvbnRTZXR0aW5nc1wiOntcIiRpZFwiOlwiMzU2XCIsXCJGb250U2l6ZVwiOjExLFwiRm9udE5hbWVcIjpcIkNhbGlicmlcIixcIklzQm9sZFwiOmZhbHNlLFwiSXNJdGFsaWNcIjpmYWxzZSxcIklzVW5kZXJsaW5lZFwiOmZhbHNlfSxcIkZvcmVncm91bmRcIjp7XCIkaWRcIjpcIjM1N1wiLFwiQ29sb3JcIjp7XCIkaWRcIjpcIjM1OFwiLFwiQVwiOjI1NSxcIlJcIjowLFwiR1wiOjAsXCJCXCI6MH19LFwiSG9yaXpvbnRhbEFsaWdubWVudFwiOjIsXCJJc1Zpc2libGVcIjp0cnVlfSxcIkRhdGVTdHlsZVwiOntcIiRpZFwiOlwiMzU5XCIsXCJGb250U2V0dGluZ3NcIjp7XCIkaWRcIjpcIjM2MFwiLFwiRm9udFNpemVcIjoxMCxcIkZvbnROYW1lXCI6XCJDYWxpYnJpXCIsXCJJc0JvbGRcIjpmYWxzZSxcIklzSXRhbGljXCI6ZmFsc2UsXCJJc1VuZGVybGluZWRcIjpmYWxzZX0sXCJGb3JlZ3JvdW5kXCI6e1wiJGlkXCI6XCIzNjFcIixcIkNvbG9yXCI6e1wiJGlkXCI6XCIzNjJcIixcIkFcIjoyNTUsXCJSXCI6MTQsXCJHXCI6NDAsXCJCXCI6NjV9fSxcIkhvcml6b250YWxBbGlnbm1lbnRcIjowLFwiSXNWaXNpYmxlXCI6dHJ1ZX0sXCJEYXRlRm9ybWF0XCI6e1wiJGlkXCI6XCIzNjN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zY0XCIsXCJGb3JtYXRcIjowLFwiSXNWaXNpYmxlXCI6ZmFsc2UsXCJMYXN0S25vd25WaXNpYmlsaXR5U3RhdGVcIjpmYWxzZX0sXCJWYXJpYW5jZVN0eWxlXCI6e1wiJGlkXCI6XCIzNjVcIixcIlZhcmlhbmNlVGV4dFN0eWxlXCI6e1wiJGlkXCI6XCIzNjZcIixcIkZvbnRTZXR0aW5nc1wiOntcIiRpZFwiOlwiMzY3XCIsXCJGb250U2l6ZVwiOjEwLFwiRm9udE5hbWVcIjpcIkNhbGlicmlcIixcIklzQm9sZFwiOmZhbHNlLFwiSXNJdGFsaWNcIjpmYWxzZSxcIklzVW5kZXJsaW5lZFwiOmZhbHNlfSxcIkZvcmVncm91bmRcIjp7XCIkaWRcIjpcIjM2OFwiLFwiQ29sb3JcIjp7XCIkaWRcIjpcIjM2OVwiLFwiQVwiOjI1NSxcIlJcIjowLFwiR1wiOjAsXCJCXCI6MH19LFwiSG9yaXpvbnRhbEFsaWdubWVudFwiOjAsXCJJc1Zpc2libGVcIjp0cnVlfX19LFwiRGVmYXVsdFN3aW1sYW5lVGFza1N0eWxlXCI6e1wiJGlkXCI6XCIzNzBcIixcIlNoYXBlXCI6MSxcIlNoYXBlVGhpY2tuZXNzXCI6MCxcIkR1cmF0aW9uRm9ybWF0XCI6MCxcIlBlcmNlbnRhZ2VDb21wbGV0ZVRleHRTdHlsZVwiOntcIiRpZFwiOlwiMzcxXCIsXCJGb250U2V0dGluZ3NcIjp7XCIkaWRcIjpcIjM3MlwiLFwiRm9udFNpemVcIjoxMCxcIkZvbnROYW1lXCI6XCJDYWxpYnJpXCIsXCJJc0JvbGRcIjpmYWxzZSxcIklzSXRhbGljXCI6ZmFsc2UsXCJJc1VuZGVybGluZWRcIjpmYWxzZX0sXCJGb3JlZ3JvdW5kXCI6e1wiJGlkXCI6XCIzNzNcIixcIkNvbG9yXCI6e1wiJGlkXCI6XCIzNzRcIixcIkFcIjoyNTUsXCJSXCI6MjMyLFwiR1wiOjIzMixcIkJcIjoyMzJ9fSxcIkhvcml6b250YWxBbGlnbm1lbnRcIjoxLFwiSXNWaXNpYmxlXCI6dHJ1ZX0sXCJQZXJjZW50YWdlQ29tcGxldGVIaWdobGlnaHRTdHlsZVwiOntcIiRpZFwiOlwiMzc1XCIsXCJCYWNrZ3JvdW5kXCI6e1wiJGlkXCI6XCIzNzZcIixcIkNvbG9yXCI6e1wiJGlkXCI6XCIzNzdcIixcIkFcIjo4OSxcIlJcIjowLFwiR1wiOjAsXCJCXCI6MH19fSxcIkR1cmF0aW9uU3R5bGVcIjp7XCIkaWRcIjpcIjM3OFwiLFwiRm9udFNldHRpbmdzXCI6e1wiJGlkXCI6XCIzNzlcIixcIkZvbnRTaXplXCI6MTAsXCJGb250TmFtZVwiOlwiQ2FsaWJyaVwiLFwiSXNCb2xkXCI6ZmFsc2UsXCJJc0l0YWxpY1wiOmZhbHNlLFwiSXNVbmRlcmxpbmVkXCI6ZmFsc2V9LFwiRm9yZWdyb3VuZFwiOntcIiRpZFwiOlwiMzgwXCIsXCJDb2xvclwiOntcIiRpZFwiOlwiMzgxXCIsXCJBXCI6MjU1LFwiUlwiOjIzNyxcIkdcIjoxMjUsXCJCXCI6NDl9fSxcIkhvcml6b250YWxBbGlnbm1lbnRcIjowLFwiSXNWaXNpYmxlXCI6ZmFsc2V9LFwiTWFyZ2luXCI6e1wiJGlkXCI6XCIzODJcIixcIlRvcFwiOjAuMCxcIkxlZnRcIjowLjAsXCJSaWdodFwiOjAuMCxcIkJvdHRvbVwiOjAuMH0sXCJTdGFydERhdGVQb3NpdGlvblwiOjMsXCJFbmREYXRlUG9zaXRpb25cIjozLFwiVGl0bGVQb3NpdGlvblwiOjQsXCJEdXJhdGlvblBvc2l0aW9uXCI6MCxcIlBlcmNlbnRhZ2VDb21wbGV0ZWRQb3NpdGlvblwiOjIsXCJWYXJpYW5jZVBvc2l0aW9uXCI6MixcIlNwYWNpbmdcIjozLFwiQmFzZWxpbmVTdHlsZVwiOntcIiRpZFwiOlwiMzgzXCIsXCJCYXNlbGluZVNoYXBlU3R5bGVcIjp7XCIkaWRcIjpcIjM4NFwiLFwiTWFyZ2luXCI6e1wiJGlkXCI6XCIzODVcIixcIlRvcFwiOjAuMCxcIkxlZnRcIjowLjAsXCJSaWdodFwiOjAuMCxcIkJvdHRvbVwiOjAuMH0sXCJQYWRkaW5nXCI6e1wiJGlkXCI6XCIzODZcIixcIlRvcFwiOjAuMCxcIkxlZnRcIjowLjAsXCJSaWdodFwiOjAuMCxcIkJvdHRvbVwiOjAuMH0sXCJCYWNrZ3JvdW5kXCI6e1wiJGlkXCI6XCIzODdcIixcIkNvbG9yXCI6e1wiJGlkXCI6XCIzODhcIixcIkFcIjoxNTMsXCJSXCI6MCxcIkdcIjowLFwiQlwiOjB9fSxcIklzVmlzaWJsZVwiOmZhbHNlLFwiV2lkdGhcIjowLjAsXCJIZWlnaHRcIjowLjAsXCJCb3JkZXJTdHlsZVwiOntcIiRpZFwiOlwiMzg5XCIsXCJMaW5lU3R5bGVcIjp7XCIkaWRcIjpcIjM5MFwiLFwiTGluZUNvbG9yXCI6e1wiJGlkXCI6XCIzOTFcIixcIkNvbG9yXCI6e1wiJGlkXCI6XCIzOTJcIixcIkFcIjoyNTUsXCJSXCI6MjU1LFwiR1wiOjAsXCJCXCI6MH19LFwiTGluZVdlaWdodFwiOjIuMCxcIkxpbmVUeXBlXCI6MH0sXCJJc1Zpc2libGVcIjpmYWxzZX19fSxcIlNoYXBlU3R5bGVcIjp7XCIkaWRcIjpcIjM5M1wiLFwiTWFyZ2luXCI6e1wiJGlkXCI6XCIzOTRcIixcIlRvcFwiOjAuMCxcIkxlZnRcIjo0LjAsXCJSaWdodFwiOjQuMCxcIkJvdHRvbVwiOjAuMH0sXCJQYWRkaW5nXCI6e1wiJGlkXCI6XCIzOTVcIixcIlRvcFwiOjAuMCxcIkxlZnRcIjowLjAsXCJSaWdodFwiOjAuMCxcIkJvdHRvbVwiOjAuMH0sXCJCYWNrZ3JvdW5kXCI6e1wiJGlkXCI6XCIzOTZcIixcIkNvbG9yXCI6e1wiJGlkXCI6XCIzOTdcIixcIkFcIjoyNTUsXCJSXCI6MjMzLFwiR1wiOjExMyxcIkJcIjo1MH19LFwiSXNWaXNpYmxlXCI6dHJ1ZSxcIldpZHRoXCI6MC4wLFwiSGVpZ2h0XCI6MTAuMCxcIkJvcmRlclN0eWxlXCI6e1wiJGlkXCI6XCIzOThcIixcIkxpbmVTdHlsZVwiOntcIiRpZFwiOlwiMzk5XCIsXCJMaW5lQ29sb3JcIjp7XCIkaWRcIjpcIjQwMFwiLFwiQ29sb3JcIjp7XCIkaWRcIjpcIjQwMVwiLFwiQVwiOjI1NSxcIlJcIjoyMzQsXCJHXCI6MjIsXCJCXCI6MzB9fSxcIkxpbmVXZWlnaHRcIjoyLjAsXCJMaW5lVHlwZVwiOjB9LFwiSXNWaXNpYmxlXCI6ZmFsc2V9fSxcIlRpdGxlU3R5bGVcIjp7XCIkaWRcIjpcIjQwMlwiLFwiRm9udFNldHRpbmdzXCI6e1wiJGlkXCI6XCI0MDNcIixcIkZvbnRTaXplXCI6MTEsXCJGb250TmFtZVwiOlwiQ2FsaWJyaVwiLFwiSXNCb2xkXCI6ZmFsc2UsXCJJc0l0YWxpY1wiOmZhbHNlLFwiSXNVbmRlcmxpbmVkXCI6ZmFsc2V9LFwiRm9yZWdyb3VuZFwiOntcIiRpZFwiOlwiNDA0XCIsXCJDb2xvclwiOntcIiRpZFwiOlwiNDA1XCIsXCJBXCI6MjU1LFwiUlwiOjAsXCJHXCI6MCxcIkJcIjowfX0sXCJIb3Jpem9udGFsQWxpZ25tZW50XCI6MCxcIklzVmlzaWJsZVwiOnRydWV9LFwiRGF0ZVN0eWxlXCI6e1wiJGlkXCI6XCI0MDZcIixcIkZvbnRTZXR0aW5nc1wiOntcIiRpZFwiOlwiNDA3XCIsXCJGb250U2l6ZVwiOjEwLFwiRm9udE5hbWVcIjpcIkNhbGlicmlcIixcIklzQm9sZFwiOmZhbHNlLFwiSXNJdGFsaWNcIjpmYWxzZSxcIklzVW5kZXJsaW5lZFwiOmZhbHNlfSxcIkZvcmVncm91bmRcIjp7XCIkaWRcIjpcIjQwOFwiLFwiQ29sb3JcIjp7XCIkaWRcIjpcIjQwOVwiLFwiQVwiOjI1NSxcIlJcIjoxNCxcIkdcIjo0MCxcIkJcIjo2NX19LFwiSG9yaXpvbnRhbEFsaWdubWVudFwiOjIsXCJJc1Zpc2libGVcIjp0cnVlfSxcIkRhdGVGb3JtYXRcIjp7XCIkaWRcIjpcIjQxM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MTFcIixcIkZvcm1hdFwiOjAsXCJJc1Zpc2libGVcIjpmYWxzZSxcIkxhc3RLbm93blZpc2liaWxpdHlTdGF0ZVwiOmZhbHNlfSxcIlZhcmlhbmNlU3R5bGVcIjp7XCIkaWRcIjpcIjQxMlwiLFwiVmFyaWFuY2VUZXh0U3R5bGVcIjp7XCIkaWRcIjpcIjQxM1wiLFwiRm9udFNldHRpbmdzXCI6e1wiJGlkXCI6XCI0MTRcIixcIkZvbnRTaXplXCI6MTAsXCJGb250TmFtZVwiOlwiQ2FsaWJyaVwiLFwiSXNCb2xkXCI6ZmFsc2UsXCJJc0l0YWxpY1wiOmZhbHNlLFwiSXNVbmRlcmxpbmVkXCI6ZmFsc2V9LFwiRm9yZWdyb3VuZFwiOntcIiRpZFwiOlwiNDE1XCIsXCJDb2xvclwiOntcIiRpZFwiOlwiNDE2XCIsXCJBXCI6MjU1LFwiUlwiOjAsXCJHXCI6MCxcIkJcIjowfX0sXCJIb3Jpem9udGFsQWxpZ25tZW50XCI6MCxcIklzVmlzaWJsZVwiOnRydWV9fX0sXCJEZWZhdWx0U3dpbWxhbmVNb3RTdHlsZVwiOntcIiRpZFwiOlwiNDE3XCIsXCJTaGFwZVwiOjEsXCJTaGFwZVNpemVcIjowLFwiRGV0YWlsc1NwYWNpbmdcIjowLjAsXCJQYWRkaW5nXCI6e1wiJGlkXCI6XCI0MThcIixcIlRvcFwiOjUuMCxcIkxlZnRcIjozLjAsXCJSaWdodFwiOjAuMCxcIkJvdHRvbVwiOjIuMH0sXCJQb3NpdGlvbk9uVGFza1wiOjEsXCJTaGFwZVN0eWxlXCI6e1wiJGlkXCI6XCI0MTlcIixcIk1hcmdpblwiOntcIiRpZFwiOlwiNDIwXCIsXCJUb3BcIjowLjAsXCJMZWZ0XCI6MC4wLFwiUmlnaHRcIjowLjAsXCJCb3R0b21cIjowLjB9LFwiUGFkZGluZ1wiOntcIiRpZFwiOlwiNDIxXCIsXCJUb3BcIjowLjAsXCJMZWZ0XCI6MC4wLFwiUmlnaHRcIjowLjAsXCJCb3R0b21cIjowLjB9LFwiQmFja2dyb3VuZFwiOntcIiRpZFwiOlwiNDIyXCIsXCJDb2xvclwiOntcIiRpZFwiOlwiNDIzXCIsXCJBXCI6MjU1LFwiUlwiOjEyOCxcIkdcIjo1MyxcIkJcIjoxNH19LFwiSXNWaXNpYmxlXCI6dHJ1ZSxcIldpZHRoXCI6MTIuMCxcIkhlaWdodFwiOjE0LjAsXCJCb3JkZXJTdHlsZVwiOntcIiRpZFwiOlwiNDI0XCIsXCJMaW5lU3R5bGVcIjp7XCIkaWRcIjpcIjQyNVwiLFwiTGluZUNvbG9yXCI6e1wiJGlkXCI6XCI0MjZcIixcIkNvbG9yXCI6e1wiJGlkXCI6XCI0MjdcIixcIkFcIjoyNTUsXCJSXCI6MjU1LFwiR1wiOjI1NSxcIkJcIjoyNTV9fSxcIkxpbmVXZWlnaHRcIjowLjAsXCJMaW5lVHlwZVwiOjB9LFwiSXNWaXNpYmxlXCI6ZmFsc2V9fSxcIlRpdGxlU3R5bGVcIjp7XCIkaWRcIjpcIjQyOFwiLFwiRm9udFNldHRpbmdzXCI6e1wiJGlkXCI6XCI0MjlcIixcIkZvbnRTaXplXCI6MTEsXCJGb250TmFtZVwiOlwiQ2FsaWJyaVwiLFwiSXNCb2xkXCI6ZmFsc2UsXCJJc0l0YWxpY1wiOmZhbHNlLFwiSXNVbmRlcmxpbmVkXCI6ZmFsc2V9LFwiRm9yZWdyb3VuZFwiOntcIiRpZFwiOlwiNDMwXCIsXCJDb2xvclwiOntcIiRpZFwiOlwiNDMxXCIsXCJBXCI6MjU1LFwiUlwiOjAsXCJHXCI6MCxcIkJcIjowfX0sXCJIb3Jpem9udGFsQWxpZ25tZW50XCI6MSxcIklzVmlzaWJsZVwiOnRydWV9LFwiRGF0ZVN0eWxlXCI6e1wiJGlkXCI6XCI0MzJcIixcIkZvbnRTZXR0aW5nc1wiOntcIiRpZFwiOlwiNDMzXCIsXCJGb250U2l6ZVwiOjEwLFwiRm9udE5hbWVcIjpcIkNhbGlicmlcIixcIklzQm9sZFwiOmZhbHNlLFwiSXNJdGFsaWNcIjpmYWxzZSxcIklzVW5kZXJsaW5lZFwiOmZhbHNlfSxcIkZvcmVncm91bmRcIjp7XCIkaWRcIjpcIjQzNFwiLFwiQ29sb3JcIjp7XCIkaWRcIjpcIjQzNVwiLFwiQVwiOjI1NSxcIlJcIjoxNCxcIkdcIjo0MCxcIkJcIjo2NX19LFwiSG9yaXpvbnRhbEFsaWdubWVudFwiOjEsXCJJc1Zpc2libGVcIjp0cnVlfSxcIkRhdGVGb3JtYXRcIjp7XCIkaWRcIjpcIjQzN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MzdcIixcIkZvcm1hdFwiOjAsXCJJc1Zpc2libGVcIjpmYWxzZSxcIkxhc3RLbm93blZpc2liaWxpdHlTdGF0ZVwiOmZhbHNlfSxcIlZhcmlhbmNlU3R5bGVcIjp7XCIkaWRcIjpcIjQzOFwiLFwiVmFyaWFuY2VUZXh0U3R5bGVcIjp7XCIkaWRcIjpcIjQzOVwiLFwiRm9udFNldHRpbmdzXCI6e1wiJGlkXCI6XCI0NDBcIixcIkZvbnRTaXplXCI6MTAsXCJGb250TmFtZVwiOlwiQ2FsaWJyaVwiLFwiSXNCb2xkXCI6ZmFsc2UsXCJJc0l0YWxpY1wiOmZhbHNlLFwiSXNVbmRlcmxpbmVkXCI6ZmFsc2V9LFwiRm9yZWdyb3VuZFwiOntcIiRpZFwiOlwiNDQxXCIsXCJDb2xvclwiOntcIiRpZFwiOlwiNDQyXCIsXCJBXCI6MjU1LFwiUlwiOjAsXCJHXCI6MCxcIkJcIjowfX0sXCJIb3Jpem9udGFsQWxpZ25tZW50XCI6MCxcIklzVmlzaWJsZVwiOnRydWV9fX19LHtcIiRpZFwiOlwiNDQzXCIsXCJTdHlsZUlkXCI6XCJiMjRmODA0NS1mNjliLTRhNDMtODI5Zi1hNTY1MDNmZGNkNjlcIixcIk5hbWVcIjpcIlN3aW1sYW5lIFN0eWxlIDNcIixcIkhlYWRlclN0eWxlXCI6e1wiJGlkXCI6XCI0NDRcIixcIlRleHRTdHlsZVwiOntcIiRpZFwiOlwiNDQ1XCIsXCJGb250U2V0dGluZ3NcIjp7XCIkaWRcIjpcIjQ0NlwiLFwiRm9udFNpemVcIjoxMSxcIkZvbnROYW1lXCI6XCJDYWxpYnJpXCIsXCJJc0JvbGRcIjpmYWxzZSxcIklzSXRhbGljXCI6ZmFsc2UsXCJJc1VuZGVybGluZWRcIjpmYWxzZX0sXCJGb3JlZ3JvdW5kXCI6e1wiJGlkXCI6XCI0NDdcIixcIkNvbG9yXCI6e1wiJGlkXCI6XCI0NDhcIixcIkFcIjoyNTUsXCJSXCI6MjU1LFwiR1wiOjI1NSxcIkJcIjoyNTV9fSxcIkhvcml6b250YWxBbGlnbm1lbnRcIjoxLFwiSXNWaXNpYmxlXCI6dHJ1ZX0sXCJSZWN0YW5nbGVTdHlsZVwiOntcIiRpZFwiOlwiNDQ5XCIsXCJNYXJnaW5cIjp7XCIkaWRcIjpcIjQ1MFwiLFwiVG9wXCI6MC4wLFwiTGVmdFwiOjAuMCxcIlJpZ2h0XCI6MC4wLFwiQm90dG9tXCI6MC4wfSxcIlBhZGRpbmdcIjp7XCIkaWRcIjpcIjQ1MVwiLFwiVG9wXCI6MC4wLFwiTGVmdFwiOjAuMCxcIlJpZ2h0XCI6MC4wLFwiQm90dG9tXCI6MC4wfSxcIkJhY2tncm91bmRcIjp7XCIkaWRcIjpcIjQ1MlwiLFwiQ29sb3JcIjp7XCIkaWRcIjpcIjQ1M1wiLFwiQVwiOjI1NSxcIlJcIjoyNSxcIkdcIjoxMDcsXCJCXCI6MzZ9fSxcIklzVmlzaWJsZVwiOnRydWUsXCJXaWR0aFwiOjAuMCxcIkhlaWdodFwiOjAuMCxcIkJvcmRlclN0eWxlXCI6e1wiJGlkXCI6XCI0NTRcIixcIkxpbmVTdHlsZVwiOntcIiRpZFwiOlwiNDU1XCIsXCJMaW5lQ29sb3JcIjp7XCIkaWRcIjpcIjQ1NlwiLFwiQ29sb3JcIjp7XCIkaWRcIjpcIjQ1N1wiLFwiQVwiOjI1NSxcIlJcIjoyNTUsXCJHXCI6MjU1LFwiQlwiOjI1NX19LFwiTGluZVdlaWdodFwiOjAuMCxcIkxpbmVUeXBlXCI6MH0sXCJJc1Zpc2libGVcIjpmYWxzZX19fSxcIkJhY2tncm91bmRTdHlsZVwiOntcIiRpZFwiOlwiNDU4XCIsXCJNYXJnaW5cIjp7XCIkaWRcIjpcIjQ1OVwiLFwiVG9wXCI6MC4wLFwiTGVmdFwiOjAuMCxcIlJpZ2h0XCI6MC4wLFwiQm90dG9tXCI6MC4wfSxcIlBhZGRpbmdcIjp7XCIkaWRcIjpcIjQ2MFwiLFwiVG9wXCI6MC4wLFwiTGVmdFwiOjAuMCxcIlJpZ2h0XCI6MC4wLFwiQm90dG9tXCI6MC4wfSxcIkJhY2tncm91bmRcIjp7XCIkaWRcIjpcIjQ2MVwiLFwiQ29sb3JcIjp7XCIkaWRcIjpcIjQ2MlwiLFwiQVwiOjUxLFwiUlwiOjIwMCxcIkdcIjoyMDAsXCJCXCI6MjAwfX0sXCJJc1Zpc2libGVcIjp0cnVlLFwiV2lkdGhcIjowLjAsXCJIZWlnaHRcIjowLjAsXCJCb3JkZXJTdHlsZVwiOntcIiRpZFwiOlwiNDYzXCIsXCJMaW5lU3R5bGVcIjp7XCIkaWRcIjpcIjQ2NFwiLFwiTGluZUNvbG9yXCI6e1wiJGlkXCI6XCI0NjVcIixcIkNvbG9yXCI6e1wiJGlkXCI6XCI0NjZcIixcIkFcIjoyNTUsXCJSXCI6MjM0LFwiR1wiOjIyLFwiQlwiOjMwfX0sXCJMaW5lV2VpZ2h0XCI6Mi4wLFwiTGluZVR5cGVcIjowfSxcIklzVmlzaWJsZVwiOmZhbHNlfX0sXCJJc0Fib3ZlVGltZWJhbmRcIjpmYWxzZSxcIlNwYWNpbmdcIjozLFwiRGVmYXVsdFN3aW1sYW5lQWN0aXZpdHlTdHlsZVwiOntcIiRpZFwiOlwiNDY3XCIsXCJIZWFkZXJTdHlsZVwiOntcIiRpZFwiOlwiNDY4XCIsXCJUZXh0U3R5bGVcIjp7XCIkaWRcIjpcIjQ2OVwiLFwiRm9udFNldHRpbmdzXCI6e1wiJGlkXCI6XCI0NzBcIixcIkZvbnRTaXplXCI6MTEsXCJGb250TmFtZVwiOlwiQ2FsaWJyaVwiLFwiSXNCb2xkXCI6ZmFsc2UsXCJJc0l0YWxpY1wiOmZhbHNlLFwiSXNVbmRlcmxpbmVkXCI6ZmFsc2V9LFwiRm9yZWdyb3VuZFwiOntcIiRpZFwiOlwiNDcxXCIsXCJDb2xvclwiOntcIiRpZFwiOlwiNDcyXCIsXCJBXCI6MjU1LFwiUlwiOjAsXCJHXCI6MCxcIkJcIjowfX0sXCJIb3Jpem9udGFsQWxpZ25tZW50XCI6MCxcIklzVmlzaWJsZVwiOnRydWV9LFwiUmVjdGFuZ2xlU3R5bGVcIjp7XCIkaWRcIjpcIjQ3M1wiLFwiTWFyZ2luXCI6e1wiJGlkXCI6XCI0NzRcIixcIlRvcFwiOjAuMCxcIkxlZnRcIjowLjAsXCJSaWdodFwiOjAuMCxcIkJvdHRvbVwiOjAuMH0sXCJQYWRkaW5nXCI6e1wiJGlkXCI6XCI0NzVcIixcIlRvcFwiOjAuMCxcIkxlZnRcIjowLjAsXCJSaWdodFwiOjAuMCxcIkJvdHRvbVwiOjAuMH0sXCJCYWNrZ3JvdW5kXCI6e1wiJGlkXCI6XCI0NzZcIixcIkNvbG9yXCI6e1wiJGlkXCI6XCI0NzdcIixcIkFcIjo2MyxcIlJcIjoyNSxcIkdcIjoxMDcsXCJCXCI6MzZ9fSxcIklzVmlzaWJsZVwiOnRydWUsXCJXaWR0aFwiOjAuMCxcIkhlaWdodFwiOjAuMCxcIkJvcmRlclN0eWxlXCI6e1wiJGlkXCI6XCI0NzhcIixcIkxpbmVTdHlsZVwiOntcIiRpZFwiOlwiNDc5XCIsXCJMaW5lQ29sb3JcIjp7XCIkaWRcIjpcIjQ4MFwiLFwiQ29sb3JcIjp7XCIkaWRcIjpcIjQ4MVwiLFwiQVwiOjI1NSxcIlJcIjoyNTUsXCJHXCI6MjU1LFwiQlwiOjI1NX19LFwiTGluZVdlaWdodFwiOjAuMCxcIkxpbmVUeXBlXCI6MH0sXCJJc1Zpc2libGVcIjpmYWxzZX19fSxcIkJhY2tncm91bmRTdHlsZVwiOntcIiRpZFwiOlwiNDgyXCIsXCJNYXJnaW5cIjp7XCIkaWRcIjpcIjQ4M1wiLFwiVG9wXCI6MC4wLFwiTGVmdFwiOjAuMCxcIlJpZ2h0XCI6MC4wLFwiQm90dG9tXCI6MC4wfSxcIlBhZGRpbmdcIjp7XCIkaWRcIjpcIjQ4NFwiLFwiVG9wXCI6MC4wLFwiTGVmdFwiOjAuMCxcIlJpZ2h0XCI6MC4wLFwiQm90dG9tXCI6MC4wfSxcIkJhY2tncm91bmRcIjp7XCIkaWRcIjpcIjQ4NVwiLFwiQ29sb3JcIjp7XCIkaWRcIjpcIjQ4NlwiLFwiQVwiOjUxLFwiUlwiOjIwMCxcIkdcIjoyMDAsXCJCXCI6MjAwfX0sXCJJc1Zpc2libGVcIjp0cnVlLFwiV2lkdGhcIjowLjAsXCJIZWlnaHRcIjowLjAsXCJCb3JkZXJTdHlsZVwiOntcIiRpZFwiOlwiNDg3XCIsXCJMaW5lU3R5bGVcIjp7XCIkaWRcIjpcIjQ4OFwiLFwiTGluZUNvbG9yXCI6e1wiJGlkXCI6XCI0ODlcIixcIkNvbG9yXCI6e1wiJGlkXCI6XCI0OTBcIixcIkFcIjoyNTUsXCJSXCI6MjM0LFwiR1wiOjIyLFwiQlwiOjMwfX0sXCJMaW5lV2VpZ2h0XCI6Mi4wLFwiTGluZVR5cGVcIjowfSxcIklzVmlzaWJsZVwiOmZhbHNlfX19LFwiRGVmYXVsdFN3aW1sYW5lTWlsZXN0b25lU3R5bGVcIjp7XCIkaWRcIjpcIjQ5MVwiLFwiVGl0bGVQb3NpdGlvblwiOjAsXCJEYXRlUG9zaXRpb25cIjoyLFwiVmFyaWFuY2VQb3NpdGlvblwiOjIsXCJTaGFwZVR5cGVcIjoxLFwiU2hhcGVTaXplXCI6MCxcIlNwYWNpbmdcIjo1LFwiU2hhcGVTdHlsZVwiOntcIiRpZFwiOlwiNDkyXCIsXCJNYXJnaW5cIjp7XCIkaWRcIjpcIjQ5M1wiLFwiVG9wXCI6MC4wLFwiTGVmdFwiOjAuMCxcIlJpZ2h0XCI6MC4wLFwiQm90dG9tXCI6MC4wfSxcIlBhZGRpbmdcIjp7XCIkaWRcIjpcIjQ5NFwiLFwiVG9wXCI6MC4wLFwiTGVmdFwiOjAuMCxcIlJpZ2h0XCI6MC4wLFwiQm90dG9tXCI6MC4wfSxcIkJhY2tncm91bmRcIjp7XCIkaWRcIjpcIjQ5NVwiLFwiQ29sb3JcIjp7XCIkaWRcIjpcIjQ5NlwiLFwiQVwiOjI1NSxcIlJcIjoyNSxcIkdcIjoxMDcsXCJCXCI6MzZ9fSxcIklzVmlzaWJsZVwiOnRydWUsXCJXaWR0aFwiOjEyLjAsXCJIZWlnaHRcIjoxNC4wLFwiQm9yZGVyU3R5bGVcIjp7XCIkaWRcIjpcIjQ5N1wiLFwiTGluZVN0eWxlXCI6e1wiJGlkXCI6XCI0OThcIixcIkxpbmVDb2xvclwiOntcIiRpZFwiOlwiNDk5XCIsXCJDb2xvclwiOntcIiRpZFwiOlwiNTAwXCIsXCJBXCI6MjU1LFwiUlwiOjIzNCxcIkdcIjoyMixcIkJcIjozMH19LFwiTGluZVdlaWdodFwiOjIuMCxcIkxpbmVUeXBlXCI6MH0sXCJJc1Zpc2libGVcIjpmYWxzZX19LFwiVGl0bGVTdHlsZVwiOntcIiRpZFwiOlwiNTAxXCIsXCJGb250U2V0dGluZ3NcIjp7XCIkaWRcIjpcIjUwMlwiLFwiRm9udFNpemVcIjoxMSxcIkZvbnROYW1lXCI6XCJDYWxpYnJpXCIsXCJJc0JvbGRcIjpmYWxzZSxcIklzSXRhbGljXCI6ZmFsc2UsXCJJc1VuZGVybGluZWRcIjpmYWxzZX0sXCJGb3JlZ3JvdW5kXCI6e1wiJGlkXCI6XCI1MDNcIixcIkNvbG9yXCI6e1wiJGlkXCI6XCI1MDRcIixcIkFcIjoyNTUsXCJSXCI6MCxcIkdcIjowLFwiQlwiOjB9fSxcIkhvcml6b250YWxBbGlnbm1lbnRcIjoyLFwiSXNWaXNpYmxlXCI6dHJ1ZX0sXCJEYXRlU3R5bGVcIjp7XCIkaWRcIjpcIjUwNVwiLFwiRm9udFNldHRpbmdzXCI6e1wiJGlkXCI6XCI1MDZcIixcIkZvbnRTaXplXCI6MTAsXCJGb250TmFtZVwiOlwiQ2FsaWJyaVwiLFwiSXNCb2xkXCI6ZmFsc2UsXCJJc0l0YWxpY1wiOmZhbHNlLFwiSXNVbmRlcmxpbmVkXCI6ZmFsc2V9LFwiRm9yZWdyb3VuZFwiOntcIiRpZFwiOlwiNTA3XCIsXCJDb2xvclwiOntcIiRpZFwiOlwiNTA4XCIsXCJBXCI6MjU1LFwiUlwiOjE0LFwiR1wiOjQwLFwiQlwiOjY1fX0sXCJIb3Jpem9udGFsQWxpZ25tZW50XCI6MCxcIklzVmlzaWJsZVwiOnRydWV9LFwiRGF0ZUZvcm1hdFwiOntcIiRpZFwiOlwiNTA5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xMFwiLFwiRm9ybWF0XCI6MCxcIklzVmlzaWJsZVwiOmZhbHNlLFwiTGFzdEtub3duVmlzaWJpbGl0eVN0YXRlXCI6ZmFsc2V9LFwiVmFyaWFuY2VTdHlsZVwiOntcIiRpZFwiOlwiNTExXCIsXCJWYXJpYW5jZVRleHRTdHlsZVwiOntcIiRpZFwiOlwiNTEyXCIsXCJGb250U2V0dGluZ3NcIjp7XCIkaWRcIjpcIjUxM1wiLFwiRm9udFNpemVcIjoxMCxcIkZvbnROYW1lXCI6XCJDYWxpYnJpXCIsXCJJc0JvbGRcIjpmYWxzZSxcIklzSXRhbGljXCI6ZmFsc2UsXCJJc1VuZGVybGluZWRcIjpmYWxzZX0sXCJGb3JlZ3JvdW5kXCI6e1wiJGlkXCI6XCI1MTRcIixcIkNvbG9yXCI6e1wiJGlkXCI6XCI1MTVcIixcIkFcIjoyNTUsXCJSXCI6MCxcIkdcIjowLFwiQlwiOjB9fSxcIkhvcml6b250YWxBbGlnbm1lbnRcIjowLFwiSXNWaXNpYmxlXCI6dHJ1ZX19fSxcIkRlZmF1bHRTd2ltbGFuZVRhc2tTdHlsZVwiOntcIiRpZFwiOlwiNTE2XCIsXCJTaGFwZVwiOjEsXCJTaGFwZVRoaWNrbmVzc1wiOjAsXCJEdXJhdGlvbkZvcm1hdFwiOjAsXCJQZXJjZW50YWdlQ29tcGxldGVUZXh0U3R5bGVcIjp7XCIkaWRcIjpcIjUxN1wiLFwiRm9udFNldHRpbmdzXCI6e1wiJGlkXCI6XCI1MThcIixcIkZvbnRTaXplXCI6MTAsXCJGb250TmFtZVwiOlwiQ2FsaWJyaVwiLFwiSXNCb2xkXCI6ZmFsc2UsXCJJc0l0YWxpY1wiOmZhbHNlLFwiSXNVbmRlcmxpbmVkXCI6ZmFsc2V9LFwiRm9yZWdyb3VuZFwiOntcIiRpZFwiOlwiNTE5XCIsXCJDb2xvclwiOntcIiRpZFwiOlwiNTIwXCIsXCJBXCI6MjU1LFwiUlwiOjIzMixcIkdcIjoyMzIsXCJCXCI6MjMyfX0sXCJIb3Jpem9udGFsQWxpZ25tZW50XCI6MSxcIklzVmlzaWJsZVwiOnRydWV9LFwiUGVyY2VudGFnZUNvbXBsZXRlSGlnaGxpZ2h0U3R5bGVcIjp7XCIkaWRcIjpcIjUyMVwiLFwiQmFja2dyb3VuZFwiOntcIiRpZFwiOlwiNTIyXCIsXCJDb2xvclwiOntcIiRpZFwiOlwiNTIzXCIsXCJBXCI6ODksXCJSXCI6MCxcIkdcIjowLFwiQlwiOjB9fX0sXCJEdXJhdGlvblN0eWxlXCI6e1wiJGlkXCI6XCI1MjRcIixcIkZvbnRTZXR0aW5nc1wiOntcIiRpZFwiOlwiNTI1XCIsXCJGb250U2l6ZVwiOjEwLFwiRm9udE5hbWVcIjpcIkNhbGlicmlcIixcIklzQm9sZFwiOmZhbHNlLFwiSXNJdGFsaWNcIjpmYWxzZSxcIklzVW5kZXJsaW5lZFwiOmZhbHNlfSxcIkZvcmVncm91bmRcIjp7XCIkaWRcIjpcIjUyNlwiLFwiQ29sb3JcIjp7XCIkaWRcIjpcIjUyN1wiLFwiQVwiOjI1NSxcIlJcIjoyMzcsXCJHXCI6MTI1LFwiQlwiOjQ5fX0sXCJIb3Jpem9udGFsQWxpZ25tZW50XCI6MCxcIklzVmlzaWJsZVwiOmZhbHNlfSxcIk1hcmdpblwiOntcIiRpZFwiOlwiNTI4XCIsXCJUb3BcIjowLjAsXCJMZWZ0XCI6MC4wLFwiUmlnaHRcIjowLjAsXCJCb3R0b21cIjowLjB9LFwiU3RhcnREYXRlUG9zaXRpb25cIjozLFwiRW5kRGF0ZVBvc2l0aW9uXCI6MyxcIlRpdGxlUG9zaXRpb25cIjo0LFwiRHVyYXRpb25Qb3NpdGlvblwiOjAsXCJQZXJjZW50YWdlQ29tcGxldGVkUG9zaXRpb25cIjoyLFwiVmFyaWFuY2VQb3NpdGlvblwiOjIsXCJTcGFjaW5nXCI6MyxcIkJhc2VsaW5lU3R5bGVcIjp7XCIkaWRcIjpcIjUyOVwiLFwiQmFzZWxpbmVTaGFwZVN0eWxlXCI6e1wiJGlkXCI6XCI1MzBcIixcIk1hcmdpblwiOntcIiRpZFwiOlwiNTMxXCIsXCJUb3BcIjowLjAsXCJMZWZ0XCI6MC4wLFwiUmlnaHRcIjowLjAsXCJCb3R0b21cIjowLjB9LFwiUGFkZGluZ1wiOntcIiRpZFwiOlwiNTMyXCIsXCJUb3BcIjowLjAsXCJMZWZ0XCI6MC4wLFwiUmlnaHRcIjowLjAsXCJCb3R0b21cIjowLjB9LFwiQmFja2dyb3VuZFwiOntcIiRpZFwiOlwiNTMzXCIsXCJDb2xvclwiOntcIiRpZFwiOlwiNTM0XCIsXCJBXCI6MTUzLFwiUlwiOjAsXCJHXCI6MCxcIkJcIjowfX0sXCJJc1Zpc2libGVcIjpmYWxzZSxcIldpZHRoXCI6MC4wLFwiSGVpZ2h0XCI6MC4wLFwiQm9yZGVyU3R5bGVcIjp7XCIkaWRcIjpcIjUzNVwiLFwiTGluZVN0eWxlXCI6e1wiJGlkXCI6XCI1MzZcIixcIkxpbmVDb2xvclwiOntcIiRpZFwiOlwiNTM3XCIsXCJDb2xvclwiOntcIiRpZFwiOlwiNTM4XCIsXCJBXCI6MjU1LFwiUlwiOjI1NSxcIkdcIjowLFwiQlwiOjB9fSxcIkxpbmVXZWlnaHRcIjoyLjAsXCJMaW5lVHlwZVwiOjB9LFwiSXNWaXNpYmxlXCI6ZmFsc2V9fX0sXCJTaGFwZVN0eWxlXCI6e1wiJGlkXCI6XCI1MzlcIixcIk1hcmdpblwiOntcIiRpZFwiOlwiNTQwXCIsXCJUb3BcIjowLjAsXCJMZWZ0XCI6NC4wLFwiUmlnaHRcIjo0LjAsXCJCb3R0b21cIjowLjB9LFwiUGFkZGluZ1wiOntcIiRpZFwiOlwiNTQxXCIsXCJUb3BcIjowLjAsXCJMZWZ0XCI6MC4wLFwiUmlnaHRcIjowLjAsXCJCb3R0b21cIjowLjB9LFwiQmFja2dyb3VuZFwiOntcIiRpZFwiOlwiNTQyXCIsXCJDb2xvclwiOntcIiRpZFwiOlwiNTQzXCIsXCJBXCI6MjU1LFwiUlwiOjI1LFwiR1wiOjEwNyxcIkJcIjozNn19LFwiSXNWaXNpYmxlXCI6dHJ1ZSxcIldpZHRoXCI6MC4wLFwiSGVpZ2h0XCI6MTAuMCxcIkJvcmRlclN0eWxlXCI6e1wiJGlkXCI6XCI1NDRcIixcIkxpbmVTdHlsZVwiOntcIiRpZFwiOlwiNTQ1XCIsXCJMaW5lQ29sb3JcIjp7XCIkaWRcIjpcIjU0NlwiLFwiQ29sb3JcIjp7XCIkaWRcIjpcIjU0N1wiLFwiQVwiOjI1NSxcIlJcIjoyMzQsXCJHXCI6MjIsXCJCXCI6MzB9fSxcIkxpbmVXZWlnaHRcIjoyLjAsXCJMaW5lVHlwZVwiOjB9LFwiSXNWaXNpYmxlXCI6ZmFsc2V9fSxcIlRpdGxlU3R5bGVcIjp7XCIkaWRcIjpcIjU0OFwiLFwiRm9udFNldHRpbmdzXCI6e1wiJGlkXCI6XCI1NDlcIixcIkZvbnRTaXplXCI6MTEsXCJGb250TmFtZVwiOlwiQ2FsaWJyaVwiLFwiSXNCb2xkXCI6ZmFsc2UsXCJJc0l0YWxpY1wiOmZhbHNlLFwiSXNVbmRlcmxpbmVkXCI6ZmFsc2V9LFwiRm9yZWdyb3VuZFwiOntcIiRpZFwiOlwiNTUwXCIsXCJDb2xvclwiOntcIiRpZFwiOlwiNTUxXCIsXCJBXCI6MjU1LFwiUlwiOjAsXCJHXCI6MCxcIkJcIjowfX0sXCJIb3Jpem9udGFsQWxpZ25tZW50XCI6MCxcIklzVmlzaWJsZVwiOnRydWV9LFwiRGF0ZVN0eWxlXCI6e1wiJGlkXCI6XCI1NTJcIixcIkZvbnRTZXR0aW5nc1wiOntcIiRpZFwiOlwiNTUzXCIsXCJGb250U2l6ZVwiOjEwLFwiRm9udE5hbWVcIjpcIkNhbGlicmlcIixcIklzQm9sZFwiOmZhbHNlLFwiSXNJdGFsaWNcIjpmYWxzZSxcIklzVW5kZXJsaW5lZFwiOmZhbHNlfSxcIkZvcmVncm91bmRcIjp7XCIkaWRcIjpcIjU1NFwiLFwiQ29sb3JcIjp7XCIkaWRcIjpcIjU1NVwiLFwiQVwiOjI1NSxcIlJcIjoxNCxcIkdcIjo0MCxcIkJcIjo2NX19LFwiSG9yaXpvbnRhbEFsaWdubWVudFwiOjIsXCJJc1Zpc2libGVcIjp0cnVlfSxcIkRhdGVGb3JtYXRcIjp7XCIkaWRcIjpcIjU1N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NTdcIixcIkZvcm1hdFwiOjAsXCJJc1Zpc2libGVcIjpmYWxzZSxcIkxhc3RLbm93blZpc2liaWxpdHlTdGF0ZVwiOmZhbHNlfSxcIlZhcmlhbmNlU3R5bGVcIjp7XCIkaWRcIjpcIjU1OFwiLFwiVmFyaWFuY2VUZXh0U3R5bGVcIjp7XCIkaWRcIjpcIjU1OVwiLFwiRm9udFNldHRpbmdzXCI6e1wiJGlkXCI6XCI1NjBcIixcIkZvbnRTaXplXCI6MTAsXCJGb250TmFtZVwiOlwiQ2FsaWJyaVwiLFwiSXNCb2xkXCI6ZmFsc2UsXCJJc0l0YWxpY1wiOmZhbHNlLFwiSXNVbmRlcmxpbmVkXCI6ZmFsc2V9LFwiRm9yZWdyb3VuZFwiOntcIiRpZFwiOlwiNTYxXCIsXCJDb2xvclwiOntcIiRpZFwiOlwiNTYyXCIsXCJBXCI6MjU1LFwiUlwiOjAsXCJHXCI6MCxcIkJcIjowfX0sXCJIb3Jpem9udGFsQWxpZ25tZW50XCI6MCxcIklzVmlzaWJsZVwiOnRydWV9fX0sXCJEZWZhdWx0U3dpbWxhbmVNb3RTdHlsZVwiOntcIiRpZFwiOlwiNTYzXCIsXCJTaGFwZVwiOjEsXCJTaGFwZVNpemVcIjowLFwiRGV0YWlsc1NwYWNpbmdcIjowLjAsXCJQYWRkaW5nXCI6e1wiJGlkXCI6XCI1NjRcIixcIlRvcFwiOjUuMCxcIkxlZnRcIjozLjAsXCJSaWdodFwiOjAuMCxcIkJvdHRvbVwiOjIuMH0sXCJQb3NpdGlvbk9uVGFza1wiOjEsXCJTaGFwZVN0eWxlXCI6e1wiJGlkXCI6XCI1NjVcIixcIk1hcmdpblwiOntcIiRpZFwiOlwiNTY2XCIsXCJUb3BcIjowLjAsXCJMZWZ0XCI6MC4wLFwiUmlnaHRcIjowLjAsXCJCb3R0b21cIjowLjB9LFwiUGFkZGluZ1wiOntcIiRpZFwiOlwiNTY3XCIsXCJUb3BcIjowLjAsXCJMZWZ0XCI6MC4wLFwiUmlnaHRcIjowLjAsXCJCb3R0b21cIjowLjB9LFwiQmFja2dyb3VuZFwiOntcIiRpZFwiOlwiNTY4XCIsXCJDb2xvclwiOntcIiRpZFwiOlwiNTY5XCIsXCJBXCI6MjU1LFwiUlwiOjEzLFwiR1wiOjUzLFwiQlwiOjE4fX0sXCJJc1Zpc2libGVcIjp0cnVlLFwiV2lkdGhcIjoxMi4wLFwiSGVpZ2h0XCI6MTQuMCxcIkJvcmRlclN0eWxlXCI6e1wiJGlkXCI6XCI1NzBcIixcIkxpbmVTdHlsZVwiOntcIiRpZFwiOlwiNTcxXCIsXCJMaW5lQ29sb3JcIjp7XCIkaWRcIjpcIjU3MlwiLFwiQ29sb3JcIjp7XCIkaWRcIjpcIjU3M1wiLFwiQVwiOjI1NSxcIlJcIjoyNTUsXCJHXCI6MjU1LFwiQlwiOjI1NX19LFwiTGluZVdlaWdodFwiOjAuMCxcIkxpbmVUeXBlXCI6MH0sXCJJc1Zpc2libGVcIjpmYWxzZX19LFwiVGl0bGVTdHlsZVwiOntcIiRpZFwiOlwiNTc0XCIsXCJGb250U2V0dGluZ3NcIjp7XCIkaWRcIjpcIjU3NVwiLFwiRm9udFNpemVcIjoxMSxcIkZvbnROYW1lXCI6XCJDYWxpYnJpXCIsXCJJc0JvbGRcIjpmYWxzZSxcIklzSXRhbGljXCI6ZmFsc2UsXCJJc1VuZGVybGluZWRcIjpmYWxzZX0sXCJGb3JlZ3JvdW5kXCI6e1wiJGlkXCI6XCI1NzZcIixcIkNvbG9yXCI6e1wiJGlkXCI6XCI1NzdcIixcIkFcIjoyNTUsXCJSXCI6MCxcIkdcIjowLFwiQlwiOjB9fSxcIkhvcml6b250YWxBbGlnbm1lbnRcIjoxLFwiSXNWaXNpYmxlXCI6dHJ1ZX0sXCJEYXRlU3R5bGVcIjp7XCIkaWRcIjpcIjU3OFwiLFwiRm9udFNldHRpbmdzXCI6e1wiJGlkXCI6XCI1NzlcIixcIkZvbnRTaXplXCI6MTAsXCJGb250TmFtZVwiOlwiQ2FsaWJyaVwiLFwiSXNCb2xkXCI6ZmFsc2UsXCJJc0l0YWxpY1wiOmZhbHNlLFwiSXNVbmRlcmxpbmVkXCI6ZmFsc2V9LFwiRm9yZWdyb3VuZFwiOntcIiRpZFwiOlwiNTgwXCIsXCJDb2xvclwiOntcIiRpZFwiOlwiNTgxXCIsXCJBXCI6MjU1LFwiUlwiOjE0LFwiR1wiOjQwLFwiQlwiOjY1fX0sXCJIb3Jpem9udGFsQWxpZ25tZW50XCI6MSxcIklzVmlzaWJsZVwiOnRydWV9LFwiRGF0ZUZvcm1hdFwiOntcIiRpZFwiOlwiNTg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4M1wiLFwiRm9ybWF0XCI6MCxcIklzVmlzaWJsZVwiOmZhbHNlLFwiTGFzdEtub3duVmlzaWJpbGl0eVN0YXRlXCI6ZmFsc2V9LFwiVmFyaWFuY2VTdHlsZVwiOntcIiRpZFwiOlwiNTg0XCIsXCJWYXJpYW5jZVRleHRTdHlsZVwiOntcIiRpZFwiOlwiNTg1XCIsXCJGb250U2V0dGluZ3NcIjp7XCIkaWRcIjpcIjU4NlwiLFwiRm9udFNpemVcIjoxMCxcIkZvbnROYW1lXCI6XCJDYWxpYnJpXCIsXCJJc0JvbGRcIjpmYWxzZSxcIklzSXRhbGljXCI6ZmFsc2UsXCJJc1VuZGVybGluZWRcIjpmYWxzZX0sXCJGb3JlZ3JvdW5kXCI6e1wiJGlkXCI6XCI1ODdcIixcIkNvbG9yXCI6e1wiJGlkXCI6XCI1ODhcIixcIkFcIjoyNTUsXCJSXCI6MCxcIkdcIjowLFwiQlwiOjB9fSxcIkhvcml6b250YWxBbGlnbm1lbnRcIjowLFwiSXNWaXNpYmxlXCI6dHJ1ZX19fX0se1wiJGlkXCI6XCI1ODlcIixcIlN0eWxlSWRcIjpcIjA3MDJkZWE4LWMxMTQtNGQ3MS1iZTQwLWNkMzA2MmM0Njk3MFwiLFwiTmFtZVwiOlwiU3dpbWxhbmUgU3R5bGUgNFwiLFwiSGVhZGVyU3R5bGVcIjp7XCIkaWRcIjpcIjU5MFwiLFwiVGV4dFN0eWxlXCI6e1wiJGlkXCI6XCI1OTFcIixcIkZvbnRTZXR0aW5nc1wiOntcIiRpZFwiOlwiNTkyXCIsXCJGb250U2l6ZVwiOjExLFwiRm9udE5hbWVcIjpcIkNhbGlicmlcIixcIklzQm9sZFwiOmZhbHNlLFwiSXNJdGFsaWNcIjpmYWxzZSxcIklzVW5kZXJsaW5lZFwiOmZhbHNlfSxcIkZvcmVncm91bmRcIjp7XCIkaWRcIjpcIjU5M1wiLFwiQ29sb3JcIjp7XCIkaWRcIjpcIjU5NFwiLFwiQVwiOjI1NSxcIlJcIjoyNTUsXCJHXCI6MjU1LFwiQlwiOjI1NX19LFwiSG9yaXpvbnRhbEFsaWdubWVudFwiOjAsXCJJc1Zpc2libGVcIjp0cnVlfSxcIlJlY3RhbmdsZVN0eWxlXCI6e1wiJGlkXCI6XCI1OTVcIixcIk1hcmdpblwiOntcIiRpZFwiOlwiNTk2XCIsXCJUb3BcIjowLjAsXCJMZWZ0XCI6MC4wLFwiUmlnaHRcIjowLjAsXCJCb3R0b21cIjowLjB9LFwiUGFkZGluZ1wiOntcIiRpZFwiOlwiNTk3XCIsXCJUb3BcIjowLjAsXCJMZWZ0XCI6MC4wLFwiUmlnaHRcIjowLjAsXCJCb3R0b21cIjowLjB9LFwiQmFja2dyb3VuZFwiOntcIiRpZFwiOlwiNTk4XCIsXCJDb2xvclwiOntcIiRpZFwiOlwiNTk5XCIsXCJBXCI6MjU1LFwiUlwiOjE1LFwiR1wiOjE1OCxcIkJcIjoyMTN9fSxcIklzVmlzaWJsZVwiOnRydWUsXCJXaWR0aFwiOjAuMCxcIkhlaWdodFwiOjAuMCxcIkJvcmRlclN0eWxlXCI6e1wiJGlkXCI6XCI2MDBcIixcIkxpbmVTdHlsZVwiOntcIiRpZFwiOlwiNjAxXCIsXCJMaW5lQ29sb3JcIjp7XCIkaWRcIjpcIjYwMlwiLFwiQ29sb3JcIjp7XCIkaWRcIjpcIjYwM1wiLFwiQVwiOjI1NSxcIlJcIjoyNTUsXCJHXCI6MjU1LFwiQlwiOjI1NX19LFwiTGluZVdlaWdodFwiOjAuMCxcIkxpbmVUeXBlXCI6MH0sXCJJc1Zpc2libGVcIjpmYWxzZX19fSxcIkJhY2tncm91bmRTdHlsZVwiOntcIiRpZFwiOlwiNjA0XCIsXCJNYXJnaW5cIjp7XCIkaWRcIjpcIjYwNVwiLFwiVG9wXCI6MC4wLFwiTGVmdFwiOjAuMCxcIlJpZ2h0XCI6MC4wLFwiQm90dG9tXCI6MC4wfSxcIlBhZGRpbmdcIjp7XCIkaWRcIjpcIjYwNlwiLFwiVG9wXCI6MC4wLFwiTGVmdFwiOjAuMCxcIlJpZ2h0XCI6MC4wLFwiQm90dG9tXCI6MC4wfSxcIkJhY2tncm91bmRcIjp7XCIkaWRcIjpcIjYwN1wiLFwiQ29sb3JcIjp7XCIkaWRcIjpcIjYwOFwiLFwiQVwiOjUxLFwiUlwiOjIwMCxcIkdcIjoyMDAsXCJCXCI6MjAwfX0sXCJJc1Zpc2libGVcIjp0cnVlLFwiV2lkdGhcIjowLjAsXCJIZWlnaHRcIjowLjAsXCJCb3JkZXJTdHlsZVwiOntcIiRpZFwiOlwiNjA5XCIsXCJMaW5lU3R5bGVcIjp7XCIkaWRcIjpcIjYxMFwiLFwiTGluZUNvbG9yXCI6e1wiJGlkXCI6XCI2MTFcIixcIkNvbG9yXCI6e1wiJGlkXCI6XCI2MTJcIixcIkFcIjoyNTUsXCJSXCI6MjM0LFwiR1wiOjIyLFwiQlwiOjMwfX0sXCJMaW5lV2VpZ2h0XCI6Mi4wLFwiTGluZVR5cGVcIjowfSxcIklzVmlzaWJsZVwiOmZhbHNlfX0sXCJJc0Fib3ZlVGltZWJhbmRcIjpmYWxzZSxcIlNwYWNpbmdcIjozLFwiRGVmYXVsdFN3aW1sYW5lQWN0aXZpdHlTdHlsZVwiOntcIiRpZFwiOlwiNjEzXCIsXCJIZWFkZXJTdHlsZVwiOntcIiRpZFwiOlwiNjE0XCIsXCJUZXh0U3R5bGVcIjp7XCIkaWRcIjpcIjYxNVwiLFwiRm9udFNldHRpbmdzXCI6e1wiJGlkXCI6XCI2MTZcIixcIkZvbnRTaXplXCI6MTEsXCJGb250TmFtZVwiOlwiQ2FsaWJyaVwiLFwiSXNCb2xkXCI6ZmFsc2UsXCJJc0l0YWxpY1wiOmZhbHNlLFwiSXNVbmRlcmxpbmVkXCI6ZmFsc2V9LFwiRm9yZWdyb3VuZFwiOntcIiRpZFwiOlwiNjE3XCIsXCJDb2xvclwiOntcIiRpZFwiOlwiNjE4XCIsXCJBXCI6MjU1LFwiUlwiOjAsXCJHXCI6MCxcIkJcIjowfX0sXCJIb3Jpem9udGFsQWxpZ25tZW50XCI6MCxcIklzVmlzaWJsZVwiOnRydWV9LFwiUmVjdGFuZ2xlU3R5bGVcIjp7XCIkaWRcIjpcIjYxOVwiLFwiTWFyZ2luXCI6e1wiJGlkXCI6XCI2MjBcIixcIlRvcFwiOjAuMCxcIkxlZnRcIjowLjAsXCJSaWdodFwiOjAuMCxcIkJvdHRvbVwiOjAuMH0sXCJQYWRkaW5nXCI6e1wiJGlkXCI6XCI2MjFcIixcIlRvcFwiOjAuMCxcIkxlZnRcIjowLjAsXCJSaWdodFwiOjAuMCxcIkJvdHRvbVwiOjAuMH0sXCJCYWNrZ3JvdW5kXCI6e1wiJGlkXCI6XCI2MjJcIixcIkNvbG9yXCI6e1wiJGlkXCI6XCI2MjNcIixcIkFcIjoxMjcsXCJSXCI6MTUsXCJHXCI6MTU4LFwiQlwiOjIxM319LFwiSXNWaXNpYmxlXCI6dHJ1ZSxcIldpZHRoXCI6MC4wLFwiSGVpZ2h0XCI6MC4wLFwiQm9yZGVyU3R5bGVcIjp7XCIkaWRcIjpcIjYyNFwiLFwiTGluZVN0eWxlXCI6e1wiJGlkXCI6XCI2MjVcIixcIkxpbmVDb2xvclwiOntcIiRpZFwiOlwiNjI2XCIsXCJDb2xvclwiOntcIiRpZFwiOlwiNjI3XCIsXCJBXCI6MjU1LFwiUlwiOjI1NSxcIkdcIjowLFwiQlwiOjB9fSxcIkxpbmVXZWlnaHRcIjowLjAsXCJMaW5lVHlwZVwiOjB9LFwiSXNWaXNpYmxlXCI6ZmFsc2V9fX0sXCJCYWNrZ3JvdW5kU3R5bGVcIjp7XCIkaWRcIjpcIjYyOFwiLFwiTWFyZ2luXCI6e1wiJGlkXCI6XCI2MjlcIixcIlRvcFwiOjAuMCxcIkxlZnRcIjowLjAsXCJSaWdodFwiOjAuMCxcIkJvdHRvbVwiOjAuMH0sXCJQYWRkaW5nXCI6e1wiJGlkXCI6XCI2MzBcIixcIlRvcFwiOjAuMCxcIkxlZnRcIjowLjAsXCJSaWdodFwiOjAuMCxcIkJvdHRvbVwiOjAuMH0sXCJCYWNrZ3JvdW5kXCI6e1wiJGlkXCI6XCI2MzFcIixcIkNvbG9yXCI6e1wiJGlkXCI6XCI2MzJcIixcIkFcIjo1MSxcIlJcIjoyMDAsXCJHXCI6MjAwLFwiQlwiOjIwMH19LFwiSXNWaXNpYmxlXCI6dHJ1ZSxcIldpZHRoXCI6MC4wLFwiSGVpZ2h0XCI6MC4wLFwiQm9yZGVyU3R5bGVcIjp7XCIkaWRcIjpcIjYzM1wiLFwiTGluZVN0eWxlXCI6e1wiJGlkXCI6XCI2MzRcIixcIkxpbmVDb2xvclwiOntcIiRpZFwiOlwiNjM1XCIsXCJDb2xvclwiOntcIiRpZFwiOlwiNjM2XCIsXCJBXCI6MjU1LFwiUlwiOjIzNCxcIkdcIjoyMixcIkJcIjozMH19LFwiTGluZVdlaWdodFwiOjIuMCxcIkxpbmVUeXBlXCI6MH0sXCJJc1Zpc2libGVcIjpmYWxzZX19fSxcIkRlZmF1bHRTd2ltbGFuZU1pbGVzdG9uZVN0eWxlXCI6e1wiJGlkXCI6XCI2MzdcIixcIlRpdGxlUG9zaXRpb25cIjowLFwiRGF0ZVBvc2l0aW9uXCI6MixcIlZhcmlhbmNlUG9zaXRpb25cIjoyLFwiU2hhcGVUeXBlXCI6MSxcIlNoYXBlU2l6ZVwiOjAsXCJTcGFjaW5nXCI6NSxcIlNoYXBlU3R5bGVcIjp7XCIkaWRcIjpcIjYzOFwiLFwiTWFyZ2luXCI6e1wiJGlkXCI6XCI2MzlcIixcIlRvcFwiOjAuMCxcIkxlZnRcIjowLjAsXCJSaWdodFwiOjAuMCxcIkJvdHRvbVwiOjAuMH0sXCJQYWRkaW5nXCI6e1wiJGlkXCI6XCI2NDBcIixcIlRvcFwiOjAuMCxcIkxlZnRcIjowLjAsXCJSaWdodFwiOjAuMCxcIkJvdHRvbVwiOjAuMH0sXCJCYWNrZ3JvdW5kXCI6e1wiJGlkXCI6XCI2NDFcIixcIkNvbG9yXCI6e1wiJGlkXCI6XCI2NDJcIixcIkFcIjoyNTUsXCJSXCI6MTUsXCJHXCI6MTU4LFwiQlwiOjIxM319LFwiSXNWaXNpYmxlXCI6dHJ1ZSxcIldpZHRoXCI6MTIuMCxcIkhlaWdodFwiOjE0LjAsXCJCb3JkZXJTdHlsZVwiOntcIiRpZFwiOlwiNjQzXCIsXCJMaW5lU3R5bGVcIjp7XCIkaWRcIjpcIjY0NFwiLFwiTGluZUNvbG9yXCI6e1wiJGlkXCI6XCI2NDVcIixcIkNvbG9yXCI6e1wiJGlkXCI6XCI2NDZcIixcIkFcIjoyNTUsXCJSXCI6MjM0LFwiR1wiOjIyLFwiQlwiOjMwfX0sXCJMaW5lV2VpZ2h0XCI6Mi4wLFwiTGluZVR5cGVcIjowfSxcIklzVmlzaWJsZVwiOmZhbHNlfX0sXCJUaXRsZVN0eWxlXCI6e1wiJGlkXCI6XCI2NDdcIixcIkZvbnRTZXR0aW5nc1wiOntcIiRpZFwiOlwiNjQ4XCIsXCJGb250U2l6ZVwiOjExLFwiRm9udE5hbWVcIjpcIkNhbGlicmlcIixcIklzQm9sZFwiOmZhbHNlLFwiSXNJdGFsaWNcIjpmYWxzZSxcIklzVW5kZXJsaW5lZFwiOmZhbHNlfSxcIkZvcmVncm91bmRcIjp7XCIkaWRcIjpcIjY0OVwiLFwiQ29sb3JcIjp7XCIkaWRcIjpcIjY1MFwiLFwiQVwiOjI1NSxcIlJcIjowLFwiR1wiOjAsXCJCXCI6MH19LFwiSG9yaXpvbnRhbEFsaWdubWVudFwiOjIsXCJJc1Zpc2libGVcIjp0cnVlfSxcIkRhdGVTdHlsZVwiOntcIiRpZFwiOlwiNjUxXCIsXCJGb250U2V0dGluZ3NcIjp7XCIkaWRcIjpcIjY1MlwiLFwiRm9udFNpemVcIjoxMCxcIkZvbnROYW1lXCI6XCJDYWxpYnJpXCIsXCJJc0JvbGRcIjpmYWxzZSxcIklzSXRhbGljXCI6ZmFsc2UsXCJJc1VuZGVybGluZWRcIjpmYWxzZX0sXCJGb3JlZ3JvdW5kXCI6e1wiJGlkXCI6XCI2NTNcIixcIkNvbG9yXCI6e1wiJGlkXCI6XCI2NTRcIixcIkFcIjoyNTUsXCJSXCI6MTQsXCJHXCI6NDAsXCJCXCI6NjV9fSxcIkhvcml6b250YWxBbGlnbm1lbnRcIjowLFwiSXNWaXNpYmxlXCI6dHJ1ZX0sXCJEYXRlRm9ybWF0XCI6e1wiJGlkXCI6XCI2NTV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jU2XCIsXCJGb3JtYXRcIjowLFwiSXNWaXNpYmxlXCI6ZmFsc2UsXCJMYXN0S25vd25WaXNpYmlsaXR5U3RhdGVcIjpmYWxzZX0sXCJWYXJpYW5jZVN0eWxlXCI6e1wiJGlkXCI6XCI2NTdcIixcIlZhcmlhbmNlVGV4dFN0eWxlXCI6e1wiJGlkXCI6XCI2NThcIixcIkZvbnRTZXR0aW5nc1wiOntcIiRpZFwiOlwiNjU5XCIsXCJGb250U2l6ZVwiOjEwLFwiRm9udE5hbWVcIjpcIkNhbGlicmlcIixcIklzQm9sZFwiOmZhbHNlLFwiSXNJdGFsaWNcIjpmYWxzZSxcIklzVW5kZXJsaW5lZFwiOmZhbHNlfSxcIkZvcmVncm91bmRcIjp7XCIkaWRcIjpcIjY2MFwiLFwiQ29sb3JcIjp7XCIkaWRcIjpcIjY2MVwiLFwiQVwiOjI1NSxcIlJcIjowLFwiR1wiOjAsXCJCXCI6MH19LFwiSG9yaXpvbnRhbEFsaWdubWVudFwiOjAsXCJJc1Zpc2libGVcIjp0cnVlfX19LFwiRGVmYXVsdFN3aW1sYW5lVGFza1N0eWxlXCI6e1wiJGlkXCI6XCI2NjJcIixcIlNoYXBlXCI6MSxcIlNoYXBlVGhpY2tuZXNzXCI6MCxcIkR1cmF0aW9uRm9ybWF0XCI6MCxcIlBlcmNlbnRhZ2VDb21wbGV0ZVRleHRTdHlsZVwiOntcIiRpZFwiOlwiNjYzXCIsXCJGb250U2V0dGluZ3NcIjp7XCIkaWRcIjpcIjY2NFwiLFwiRm9udFNpemVcIjoxMCxcIkZvbnROYW1lXCI6XCJDYWxpYnJpXCIsXCJJc0JvbGRcIjpmYWxzZSxcIklzSXRhbGljXCI6ZmFsc2UsXCJJc1VuZGVybGluZWRcIjpmYWxzZX0sXCJGb3JlZ3JvdW5kXCI6e1wiJGlkXCI6XCI2NjVcIixcIkNvbG9yXCI6e1wiJGlkXCI6XCI2NjZcIixcIkFcIjoyNTUsXCJSXCI6MjMyLFwiR1wiOjIzMixcIkJcIjoyMzJ9fSxcIkhvcml6b250YWxBbGlnbm1lbnRcIjoxLFwiSXNWaXNpYmxlXCI6dHJ1ZX0sXCJQZXJjZW50YWdlQ29tcGxldGVIaWdobGlnaHRTdHlsZVwiOntcIiRpZFwiOlwiNjY3XCIsXCJCYWNrZ3JvdW5kXCI6e1wiJGlkXCI6XCI2NjhcIixcIkNvbG9yXCI6e1wiJGlkXCI6XCI2NjlcIixcIkFcIjo4OSxcIlJcIjowLFwiR1wiOjAsXCJCXCI6MH19fSxcIkR1cmF0aW9uU3R5bGVcIjp7XCIkaWRcIjpcIjY3MFwiLFwiRm9udFNldHRpbmdzXCI6e1wiJGlkXCI6XCI2NzFcIixcIkZvbnRTaXplXCI6MTAsXCJGb250TmFtZVwiOlwiQ2FsaWJyaVwiLFwiSXNCb2xkXCI6ZmFsc2UsXCJJc0l0YWxpY1wiOmZhbHNlLFwiSXNVbmRlcmxpbmVkXCI6ZmFsc2V9LFwiRm9yZWdyb3VuZFwiOntcIiRpZFwiOlwiNjcyXCIsXCJDb2xvclwiOntcIiRpZFwiOlwiNjczXCIsXCJBXCI6MjU1LFwiUlwiOjIzNyxcIkdcIjoxMjUsXCJCXCI6NDl9fSxcIkhvcml6b250YWxBbGlnbm1lbnRcIjowLFwiSXNWaXNpYmxlXCI6ZmFsc2V9LFwiTWFyZ2luXCI6e1wiJGlkXCI6XCI2NzRcIixcIlRvcFwiOjAuMCxcIkxlZnRcIjowLjAsXCJSaWdodFwiOjAuMCxcIkJvdHRvbVwiOjAuMH0sXCJTdGFydERhdGVQb3NpdGlvblwiOjMsXCJFbmREYXRlUG9zaXRpb25cIjozLFwiVGl0bGVQb3NpdGlvblwiOjQsXCJEdXJhdGlvblBvc2l0aW9uXCI6MCxcIlBlcmNlbnRhZ2VDb21wbGV0ZWRQb3NpdGlvblwiOjIsXCJWYXJpYW5jZVBvc2l0aW9uXCI6MixcIlNwYWNpbmdcIjozLFwiQmFzZWxpbmVTdHlsZVwiOntcIiRpZFwiOlwiNjc1XCIsXCJCYXNlbGluZVNoYXBlU3R5bGVcIjp7XCIkaWRcIjpcIjY3NlwiLFwiTWFyZ2luXCI6e1wiJGlkXCI6XCI2NzdcIixcIlRvcFwiOjAuMCxcIkxlZnRcIjowLjAsXCJSaWdodFwiOjAuMCxcIkJvdHRvbVwiOjAuMH0sXCJQYWRkaW5nXCI6e1wiJGlkXCI6XCI2NzhcIixcIlRvcFwiOjAuMCxcIkxlZnRcIjowLjAsXCJSaWdodFwiOjAuMCxcIkJvdHRvbVwiOjAuMH0sXCJCYWNrZ3JvdW5kXCI6e1wiJGlkXCI6XCI2NzlcIixcIkNvbG9yXCI6e1wiJGlkXCI6XCI2ODBcIixcIkFcIjoxNTMsXCJSXCI6MCxcIkdcIjowLFwiQlwiOjB9fSxcIklzVmlzaWJsZVwiOmZhbHNlLFwiV2lkdGhcIjowLjAsXCJIZWlnaHRcIjowLjAsXCJCb3JkZXJTdHlsZVwiOntcIiRpZFwiOlwiNjgxXCIsXCJMaW5lU3R5bGVcIjp7XCIkaWRcIjpcIjY4MlwiLFwiTGluZUNvbG9yXCI6e1wiJGlkXCI6XCI2ODNcIixcIkNvbG9yXCI6e1wiJGlkXCI6XCI2ODRcIixcIkFcIjoyNTUsXCJSXCI6MjU1LFwiR1wiOjAsXCJCXCI6MH19LFwiTGluZVdlaWdodFwiOjIuMCxcIkxpbmVUeXBlXCI6MH0sXCJJc1Zpc2libGVcIjpmYWxzZX19fSxcIlNoYXBlU3R5bGVcIjp7XCIkaWRcIjpcIjY4NVwiLFwiTWFyZ2luXCI6e1wiJGlkXCI6XCI2ODZcIixcIlRvcFwiOjAuMCxcIkxlZnRcIjo0LjAsXCJSaWdodFwiOjQuMCxcIkJvdHRvbVwiOjAuMH0sXCJQYWRkaW5nXCI6e1wiJGlkXCI6XCI2ODdcIixcIlRvcFwiOjAuMCxcIkxlZnRcIjowLjAsXCJSaWdodFwiOjAuMCxcIkJvdHRvbVwiOjAuMH0sXCJCYWNrZ3JvdW5kXCI6e1wiJGlkXCI6XCI2ODhcIixcIkNvbG9yXCI6e1wiJGlkXCI6XCI2ODlcIixcIkFcIjoyNTUsXCJSXCI6MTUsXCJHXCI6MTU4LFwiQlwiOjIxM319LFwiSXNWaXNpYmxlXCI6dHJ1ZSxcIldpZHRoXCI6MC4wLFwiSGVpZ2h0XCI6MTAuMCxcIkJvcmRlclN0eWxlXCI6e1wiJGlkXCI6XCI2OTBcIixcIkxpbmVTdHlsZVwiOntcIiRpZFwiOlwiNjkxXCIsXCJMaW5lQ29sb3JcIjp7XCIkaWRcIjpcIjY5MlwiLFwiQ29sb3JcIjp7XCIkaWRcIjpcIjY5M1wiLFwiQVwiOjI1NSxcIlJcIjoyMzQsXCJHXCI6MjIsXCJCXCI6MzB9fSxcIkxpbmVXZWlnaHRcIjoyLjAsXCJMaW5lVHlwZVwiOjB9LFwiSXNWaXNpYmxlXCI6ZmFsc2V9fSxcIlRpdGxlU3R5bGVcIjp7XCIkaWRcIjpcIjY5NFwiLFwiRm9udFNldHRpbmdzXCI6e1wiJGlkXCI6XCI2OTVcIixcIkZvbnRTaXplXCI6MTEsXCJGb250TmFtZVwiOlwiQ2FsaWJyaVwiLFwiSXNCb2xkXCI6ZmFsc2UsXCJJc0l0YWxpY1wiOmZhbHNlLFwiSXNVbmRlcmxpbmVkXCI6ZmFsc2V9LFwiRm9yZWdyb3VuZFwiOntcIiRpZFwiOlwiNjk2XCIsXCJDb2xvclwiOntcIiRpZFwiOlwiNjk3XCIsXCJBXCI6MjU1LFwiUlwiOjAsXCJHXCI6MCxcIkJcIjowfX0sXCJIb3Jpem9udGFsQWxpZ25tZW50XCI6MCxcIklzVmlzaWJsZVwiOnRydWV9LFwiRGF0ZVN0eWxlXCI6e1wiJGlkXCI6XCI2OThcIixcIkZvbnRTZXR0aW5nc1wiOntcIiRpZFwiOlwiNjk5XCIsXCJGb250U2l6ZVwiOjEwLFwiRm9udE5hbWVcIjpcIkNhbGlicmlcIixcIklzQm9sZFwiOmZhbHNlLFwiSXNJdGFsaWNcIjpmYWxzZSxcIklzVW5kZXJsaW5lZFwiOmZhbHNlfSxcIkZvcmVncm91bmRcIjp7XCIkaWRcIjpcIjcwMFwiLFwiQ29sb3JcIjp7XCIkaWRcIjpcIjcwMVwiLFwiQVwiOjI1NSxcIlJcIjoxNCxcIkdcIjo0MCxcIkJcIjo2NX19LFwiSG9yaXpvbnRhbEFsaWdubWVudFwiOjIsXCJJc1Zpc2libGVcIjp0cnVlfSxcIkRhdGVGb3JtYXRcIjp7XCIkaWRcIjpcIjcw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DNcIixcIkZvcm1hdFwiOjAsXCJJc1Zpc2libGVcIjpmYWxzZSxcIkxhc3RLbm93blZpc2liaWxpdHlTdGF0ZVwiOmZhbHNlfSxcIlZhcmlhbmNlU3R5bGVcIjp7XCIkaWRcIjpcIjcwNFwiLFwiVmFyaWFuY2VUZXh0U3R5bGVcIjp7XCIkaWRcIjpcIjcwNVwiLFwiRm9udFNldHRpbmdzXCI6e1wiJGlkXCI6XCI3MDZcIixcIkZvbnRTaXplXCI6MTAsXCJGb250TmFtZVwiOlwiQ2FsaWJyaVwiLFwiSXNCb2xkXCI6ZmFsc2UsXCJJc0l0YWxpY1wiOmZhbHNlLFwiSXNVbmRlcmxpbmVkXCI6ZmFsc2V9LFwiRm9yZWdyb3VuZFwiOntcIiRpZFwiOlwiNzA3XCIsXCJDb2xvclwiOntcIiRpZFwiOlwiNzA4XCIsXCJBXCI6MjU1LFwiUlwiOjAsXCJHXCI6MCxcIkJcIjowfX0sXCJIb3Jpem9udGFsQWxpZ25tZW50XCI6MCxcIklzVmlzaWJsZVwiOnRydWV9fX0sXCJEZWZhdWx0U3dpbWxhbmVNb3RTdHlsZVwiOntcIiRpZFwiOlwiNzA5XCIsXCJTaGFwZVwiOjEsXCJTaGFwZVNpemVcIjowLFwiRGV0YWlsc1NwYWNpbmdcIjowLjAsXCJQYWRkaW5nXCI6e1wiJGlkXCI6XCI3MTBcIixcIlRvcFwiOjUuMCxcIkxlZnRcIjozLjAsXCJSaWdodFwiOjAuMCxcIkJvdHRvbVwiOjIuMH0sXCJQb3NpdGlvbk9uVGFza1wiOjEsXCJTaGFwZVN0eWxlXCI6e1wiJGlkXCI6XCI3MTFcIixcIk1hcmdpblwiOntcIiRpZFwiOlwiNzEyXCIsXCJUb3BcIjowLjAsXCJMZWZ0XCI6MC4wLFwiUmlnaHRcIjowLjAsXCJCb3R0b21cIjowLjB9LFwiUGFkZGluZ1wiOntcIiRpZFwiOlwiNzEzXCIsXCJUb3BcIjowLjAsXCJMZWZ0XCI6MC4wLFwiUmlnaHRcIjowLjAsXCJCb3R0b21cIjowLjB9LFwiQmFja2dyb3VuZFwiOntcIiRpZFwiOlwiNzE0XCIsXCJDb2xvclwiOntcIiRpZFwiOlwiNzE1XCIsXCJBXCI6MjU1LFwiUlwiOjExLFwiR1wiOjExOCxcIkJcIjoxNTl9fSxcIklzVmlzaWJsZVwiOnRydWUsXCJXaWR0aFwiOjEyLjAsXCJIZWlnaHRcIjoxNC4wLFwiQm9yZGVyU3R5bGVcIjp7XCIkaWRcIjpcIjcxNlwiLFwiTGluZVN0eWxlXCI6e1wiJGlkXCI6XCI3MTdcIixcIkxpbmVDb2xvclwiOntcIiRpZFwiOlwiNzE4XCIsXCJDb2xvclwiOntcIiRpZFwiOlwiNzE5XCIsXCJBXCI6MjU1LFwiUlwiOjI1NSxcIkdcIjowLFwiQlwiOjB9fSxcIkxpbmVXZWlnaHRcIjowLjAsXCJMaW5lVHlwZVwiOjB9LFwiSXNWaXNpYmxlXCI6ZmFsc2V9fSxcIlRpdGxlU3R5bGVcIjp7XCIkaWRcIjpcIjcyMFwiLFwiRm9udFNldHRpbmdzXCI6e1wiJGlkXCI6XCI3MjFcIixcIkZvbnRTaXplXCI6MTEsXCJGb250TmFtZVwiOlwiQ2FsaWJyaVwiLFwiSXNCb2xkXCI6ZmFsc2UsXCJJc0l0YWxpY1wiOmZhbHNlLFwiSXNVbmRlcmxpbmVkXCI6ZmFsc2V9LFwiRm9yZWdyb3VuZFwiOntcIiRpZFwiOlwiNzIyXCIsXCJDb2xvclwiOntcIiRpZFwiOlwiNzIzXCIsXCJBXCI6MjU1LFwiUlwiOjAsXCJHXCI6MCxcIkJcIjowfX0sXCJIb3Jpem9udGFsQWxpZ25tZW50XCI6MSxcIklzVmlzaWJsZVwiOnRydWV9LFwiRGF0ZVN0eWxlXCI6e1wiJGlkXCI6XCI3MjRcIixcIkZvbnRTZXR0aW5nc1wiOntcIiRpZFwiOlwiNzI1XCIsXCJGb250U2l6ZVwiOjEwLFwiRm9udE5hbWVcIjpcIkNhbGlicmlcIixcIklzQm9sZFwiOmZhbHNlLFwiSXNJdGFsaWNcIjpmYWxzZSxcIklzVW5kZXJsaW5lZFwiOmZhbHNlfSxcIkZvcmVncm91bmRcIjp7XCIkaWRcIjpcIjcyNlwiLFwiQ29sb3JcIjp7XCIkaWRcIjpcIjcyN1wiLFwiQVwiOjI1NSxcIlJcIjoxNCxcIkdcIjo0MCxcIkJcIjo2NX19LFwiSG9yaXpvbnRhbEFsaWdubWVudFwiOjEsXCJJc1Zpc2libGVcIjp0cnVlfSxcIkRhdGVGb3JtYXRcIjp7XCIkaWRcIjpcIjcyO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jlcIixcIkZvcm1hdFwiOjAsXCJJc1Zpc2libGVcIjpmYWxzZSxcIkxhc3RLbm93blZpc2liaWxpdHlTdGF0ZVwiOmZhbHNlfSxcIlZhcmlhbmNlU3R5bGVcIjp7XCIkaWRcIjpcIjczMFwiLFwiVmFyaWFuY2VUZXh0U3R5bGVcIjp7XCIkaWRcIjpcIjczMVwiLFwiRm9udFNldHRpbmdzXCI6e1wiJGlkXCI6XCI3MzJcIixcIkZvbnRTaXplXCI6MTAsXCJGb250TmFtZVwiOlwiQ2FsaWJyaVwiLFwiSXNCb2xkXCI6ZmFsc2UsXCJJc0l0YWxpY1wiOmZhbHNlLFwiSXNVbmRlcmxpbmVkXCI6ZmFsc2V9LFwiRm9yZWdyb3VuZFwiOntcIiRpZFwiOlwiNzMzXCIsXCJDb2xvclwiOntcIiRpZFwiOlwiNzM0XCIsXCJBXCI6MjU1LFwiUlwiOjAsXCJHXCI6MCxcIkJcIjowfX0sXCJIb3Jpem9udGFsQWxpZ25tZW50XCI6MCxcIklzVmlzaWJsZVwiOnRydWV9fX19XSxcIkdyaWRsaW5lUGFuZWxTdHlsZVwiOntcIiRpZFwiOlwiNzM1XCIsXCJHcmlkbGluZVN0eWxlXCI6e1wiJGlkXCI6XCI3MzZcIixcIkxpbmVDb2xvclwiOntcIiRpZFwiOlwiNzM3XCIsXCJDb2xvclwiOntcIiRpZFwiOlwiNzM4XCIsXCJBXCI6MzgsXCJSXCI6OTEsXCJHXCI6MTU1LFwiQlwiOjIxM319LFwiTGluZVdlaWdodFwiOjEuMCxcIkxpbmVUeXBlXCI6MH0sXCJJc1Zpc2libGVcIjp0cnVlfSxcIkFjdGl2aXR5TGluZVBhbmVsU3R5bGVcIjp7XCIkaWRcIjpcIjczOVwiLFwiQWN0aXZpdHlMaW5lU3R5bGVcIjp7XCIkaWRcIjpcIjc0MFwiLFwiTGluZUNvbG9yXCI6e1wiJGlkXCI6XCI3NDFcIixcIkNvbG9yXCI6e1wiJGlkXCI6XCI3NDJcIixcIkFcIjozOCxcIlJcIjo2OCxcIkdcIjoxMTQsXCJCXCI6MTk2fX0sXCJMaW5lV2VpZ2h0XCI6MS4wLFwiTGluZVR5cGVcIjowfSxcIklzVmlzaWJsZVwiOnRydWV9LFwiRGVmYXVsdERlcGVuZGVuY3lTdHlsZVwiOntcIiRpZFwiOlwiNzQzXCIsXCJMaW5lU3R5bGVcIjp7XCIkaWRcIjpcIjc0NFwiLFwiTGluZUNvbG9yXCI6e1wiJGlkXCI6XCI3NDVcIixcIkNvbG9yXCI6e1wiJGlkXCI6XCI3NDZcIixcIkFcIjoyNTUsXCJSXCI6MCxcIkdcIjowLFwiQlwiOjB9fSxcIkxpbmVXZWlnaHRcIjoxLjAsXCJMaW5lVHlwZVwiOjB9LFwiRW5kQXJyb3doZWFkTGluZVN0eWxlXCI6e1wiJGlkXCI6XCI3NDdcIixcIktpbmRcIjoxLFwiV2lkdGhcIjoxLFwiTGVuZ3RoXCI6MH0sXCJCcmluZ1RvRnJvbnRcIjpmYWxzZSxcIlJhZGl1c1wiOjMuMH0sXCJDcml0aWNhbFBhdGhTdHlsZVwiOntcIiRpZFwiOlwiNzQ4XCIsXCJDcml0aWNhbFBhdGhTdHlsZU9wdGlvbnNcIjozMCxcIkxpbmVTdHlsZVwiOntcIiRpZFwiOlwiNzQ5XCIsXCJMaW5lQ29sb3JcIjp7XCIkaWRcIjpcIjc1MFwiLFwiQ29sb3JcIjp7XCIkaWRcIjpcIjc1MVwiLFwiQVwiOjI1NSxcIlJcIjoyMjIsXCJHXCI6NTAsXCJCXCI6NTB9fSxcIkxpbmVXZWlnaHRcIjoxLjAsXCJMaW5lVHlwZVwiOjB9LFwiVGl0bGVGb3JlZ3JvdW5kXCI6e1wiJGlkXCI6XCI3NTJcIixcIkNvbG9yXCI6e1wiJGlkXCI6XCI3NTNcIixcIkFcIjoyNTUsXCJSXCI6MTc2LFwiR1wiOjE5LFwiQlwiOjI1fX0sXCJTaGFwZXNCYWNrZ3JvdW5kXCI6e1wiJGlkXCI6XCI3NTRcIixcIkNvbG9yXCI6e1wiJGlkXCI6XCI3NTVcIixcIkFcIjoyNTUsXCJSXCI6MjUzLFwiR1wiOjIwMyxcIkJcIjoyMDh9fSxcIlNoYXBlc0JvcmRlclN0eWxlXCI6e1wiJGlkXCI6XCI3NTZcIixcIkxpbmVDb2xvclwiOntcIiRpZFwiOlwiNzU3XCIsXCJDb2xvclwiOntcIiRpZFwiOlwiNzU4XCIsXCJBXCI6MjU1LFwiUlwiOjIzNCxcIkdcIjoyMixcIkJcIjozMH19LFwiTGluZVdlaWdodFwiOjIuMCxcIkxpbmVUeXBlXCI6MH19LFwiUGFuZWxzU3BhY2luZ0RlZmluaXRpb25cIjp7XCIkaWRcIjpcIjc1OVwiLFwiU3BhY2luZ0Fib3ZlVGltZWJhbmRcIjozLFwiU3BhY2luZ0JlbG93VGltZWJhbmRcIjozLFwiU3BhY2luZ0Fib3ZlQmV0d2VlblN3aW1sYW5lc0FuZFRhc2tzXCI6NSxcIlNwYWNpbmdCZWxvd0JldHdlZW5Td2ltbGFuZXNBbmRUYXNrc1wiOjV9LFwiQ29uZGl0aW9uYWxGb3JtYXR0aW5nXCI6e1wiJGlkXCI6XCI3NjBcIixcIlB2QUZvcm1hdHRpbmdcIjp7XCIkaWRcIjpcIjc2MVwiLFwiRGVsYXlUYXNrU3R5bGVcIjp7XCIkaWRcIjpcIjc2MlwiLFwiU3R5bGVPcHRpb25zXCI6MjQsXCJUaXRsZUZvcmVncm91bmRcIjp7XCIkaWRcIjpcIjc2M1wiLFwiQ29sb3JcIjp7XCIkaWRcIjpcIjc2NFwiLFwiQVwiOjI1NSxcIlJcIjoxNzUsXCJHXCI6MCxcIkJcIjowfX0sXCJBY3R1YWxTaGFwZXNCYWNrZ3JvdW5kXCI6e1wiJGlkXCI6XCI3NjVcIixcIkNvbG9yXCI6e1wiJGlkXCI6XCI3NjZcIixcIkFcIjo2MixcIlJcIjoyNTUsXCJHXCI6MCxcIkJcIjowfX0sXCJBY3R1YWxTaGFwZXNCb3JkZXJTdHlsZVwiOntcIiRpZFwiOlwiNzY3XCIsXCJMaW5lQ29sb3JcIjp7XCIkaWRcIjpcIjc2OFwiLFwiQ29sb3JcIjp7XCIkaWRcIjpcIjc2OVwiLFwiQVwiOjE2MyxcIlJcIjoyNTUsXCJHXCI6MCxcIkJcIjowfX0sXCJMaW5lV2VpZ2h0XCI6My4wLFwiTGluZVR5cGVcIjowfSxcIkJhc2VsaW5lU2hhcGVzQmFja2dyb3VuZFwiOntcIiRpZFwiOlwiNzcwXCIsXCJDb2xvclwiOntcIiRpZFwiOlwiNzcxXCIsXCJBXCI6MTg0LFwiUlwiOjI1NSxcIkdcIjowLFwiQlwiOjB9fSxcIlZhcmlhbmNlRm9yZWdyb3VuZFwiOntcIiRpZFwiOlwiNzcyXCIsXCJDb2xvclwiOntcIiRpZFwiOlwiNzczXCIsXCJBXCI6MjU1LFwiUlwiOjE3NSxcIkdcIjowLFwiQlwiOjB9fX0sXCJEZWxheU1pbGVzdG9uZVN0eWxlXCI6e1wiJGlkXCI6XCI3NzRcIixcIlN0eWxlT3B0aW9uc1wiOjE4LFwiVGl0bGVGb3JlZ3JvdW5kXCI6e1wiJGlkXCI6XCI3NzVcIixcIkNvbG9yXCI6e1wiJGlkXCI6XCI3NzZcIixcIkFcIjoyNTUsXCJSXCI6MTc1LFwiR1wiOjAsXCJCXCI6MH19LFwiQWN0dWFsU2hhcGVzQmFja2dyb3VuZFwiOntcIiRpZFwiOlwiNzc3XCIsXCJDb2xvclwiOntcIiRpZFwiOlwiNzc4XCIsXCJBXCI6MjU1LFwiUlwiOjIyMixcIkdcIjo4MCxcIkJcIjo1MH19LFwiQWN0dWFsU2hhcGVzQm9yZGVyU3R5bGVcIjp7XCIkaWRcIjpcIjc3OVwiLFwiTGluZUNvbG9yXCI6e1wiJGlkXCI6XCI3ODBcIixcIkNvbG9yXCI6e1wiJGlkXCI6XCI3ODFcIixcIkFcIjoxNjMsXCJSXCI6MjU1LFwiR1wiOjAsXCJCXCI6MH19LFwiTGluZVdlaWdodFwiOjMuMCxcIkxpbmVUeXBlXCI6MH0sXCJCYXNlbGluZVNoYXBlc0JhY2tncm91bmRcIjp7XCIkaWRcIjpcIjc4MlwiLFwiQ29sb3JcIjp7XCIkaWRcIjpcIjc4M1wiLFwiQVwiOjE4NCxcIlJcIjoyNTUsXCJHXCI6MCxcIkJcIjowfX0sXCJWYXJpYW5jZUZvcmVncm91bmRcIjp7XCIkaWRcIjpcIjc4NFwiLFwiQ29sb3JcIjp7XCIkaWRcIjpcIjc4NVwiLFwiQVwiOjI1NSxcIlJcIjoxNzUsXCJHXCI6MCxcIkJcIjowfX19LFwiQWR2YW5jZVRhc2tTdHlsZVwiOntcIiRpZFwiOlwiNzg2XCIsXCJTdHlsZU9wdGlvbnNcIjoyNCxcIlRpdGxlRm9yZWdyb3VuZFwiOntcIiRpZFwiOlwiNzg3XCIsXCJDb2xvclwiOntcIiRpZFwiOlwiNzg4XCIsXCJBXCI6MjU1LFwiUlwiOjAsXCJHXCI6MTEwLFwiQlwiOjB9fSxcIkFjdHVhbFNoYXBlc0JhY2tncm91bmRcIjp7XCIkaWRcIjpcIjc4OVwiLFwiQ29sb3JcIjp7XCIkaWRcIjpcIjc5MFwiLFwiQVwiOjYxLFwiUlwiOjAsXCJHXCI6MTI4LFwiQlwiOjB9fSxcIkFjdHVhbFNoYXBlc0JvcmRlclN0eWxlXCI6e1wiJGlkXCI6XCI3OTFcIixcIkxpbmVDb2xvclwiOntcIiRpZFwiOlwiNzkyXCIsXCJDb2xvclwiOntcIiRpZFwiOlwiNzkzXCIsXCJBXCI6MTYzLFwiUlwiOjAsXCJHXCI6MTI4LFwiQlwiOjB9fSxcIkxpbmVXZWlnaHRcIjozLjAsXCJMaW5lVHlwZVwiOjB9LFwiQmFzZWxpbmVTaGFwZXNCYWNrZ3JvdW5kXCI6e1wiJGlkXCI6XCI3OTRcIixcIkNvbG9yXCI6e1wiJGlkXCI6XCI3OTVcIixcIkFcIjoxODQsXCJSXCI6MCxcIkdcIjoxMjgsXCJCXCI6MH19LFwiVmFyaWFuY2VGb3JlZ3JvdW5kXCI6e1wiJGlkXCI6XCI3OTZcIixcIkNvbG9yXCI6e1wiJGlkXCI6XCI3OTdcIixcIkFcIjoyNTUsXCJSXCI6MCxcIkdcIjoxMTAsXCJCXCI6MH19fSxcIkFkdmFuY2VNaWxlc3RvbmVTdHlsZVwiOntcIiRpZFwiOlwiNzk4XCIsXCJTdHlsZU9wdGlvbnNcIjoxOCxcIlRpdGxlRm9yZWdyb3VuZFwiOntcIiRpZFwiOlwiNzk5XCIsXCJDb2xvclwiOntcIiRpZFwiOlwiODAwXCIsXCJBXCI6MjU1LFwiUlwiOjAsXCJHXCI6MTEwLFwiQlwiOjB9fSxcIkFjdHVhbFNoYXBlc0JhY2tncm91bmRcIjp7XCIkaWRcIjpcIjgwMVwiLFwiQ29sb3JcIjp7XCIkaWRcIjpcIjgwMlwiLFwiQVwiOjI1NSxcIlJcIjoyMCxcIkdcIjoxMDAsXCJCXCI6MH19LFwiQWN0dWFsU2hhcGVzQm9yZGVyU3R5bGVcIjp7XCIkaWRcIjpcIjgwM1wiLFwiTGluZUNvbG9yXCI6e1wiJGlkXCI6XCI4MDRcIixcIkNvbG9yXCI6e1wiJGlkXCI6XCI4MDVcIixcIkFcIjoxNjMsXCJSXCI6MCxcIkdcIjoxMjgsXCJCXCI6MH19LFwiTGluZVdlaWdodFwiOjMuMCxcIkxpbmVUeXBlXCI6MH0sXCJCYXNlbGluZVNoYXBlc0JhY2tncm91bmRcIjp7XCIkaWRcIjpcIjgwNlwiLFwiQ29sb3JcIjp7XCIkaWRcIjpcIjgwN1wiLFwiQVwiOjE4NCxcIlJcIjowLFwiR1wiOjEyOCxcIkJcIjowfX0sXCJWYXJpYW5jZUZvcmVncm91bmRcIjp7XCIkaWRcIjpcIjgwOFwiLFwiQ29sb3JcIjp7XCIkaWRcIjpcIjgwOVwiLFwiQVwiOjI1NSxcIlJcIjowLFwiR1wiOjExMCxcIkJcIjowfX19fX0sXCJfc2VsZWN0ZWRUaGVtZVByZXNldENvbG9yc1wiOntcIiRpZFwiOlwiODEwXCIsXCJUZXh0TGlnaHRcIjp7XCIkaWRcIjpcIjgxMVwiLFwiQVwiOjI1NSxcIlJcIjoyNTUsXCJHXCI6MjU1LFwiQlwiOjI1NX0sXCJUZXh0RGFya1wiOntcIiRpZFwiOlwiODEyXCIsXCJBXCI6MjU1LFwiUlwiOjAsXCJHXCI6MCxcIkJcIjowfSxcIkFjY2VudDFcIjp7XCIkaWRcIjpcIjgxM1wiLFwiQVwiOjI1NSxcIlJcIjoyMzIsXCJHXCI6MjMyLFwiQlwiOjIzMn0sXCJBY2NlbnQyXCI6e1wiJGlkXCI6XCI4MTRcIixcIkFcIjoyNTUsXCJSXCI6MTQsXCJHXCI6NDAsXCJCXCI6NjV9LFwiQWNjZW50M1wiOntcIiRpZFwiOlwiODE1XCIsXCJBXCI6MjU1LFwiUlwiOjIxLFwiR1wiOjk2LFwiQlwiOjEzMH0sXCJBY2NlbnQ0XCI6e1wiJGlkXCI6XCI4MTZcIixcIkFcIjoyNTUsXCJSXCI6MjMzLFwiR1wiOjExMyxcIkJcIjo1MH0sXCJBY2NlbnQ1XCI6e1wiJGlkXCI6XCI4MTdcIixcIkFcIjoyNTUsXCJSXCI6MjUsXCJHXCI6MTA3LFwiQlwiOjM2fSxcIkFjY2VudDZcIjp7XCIkaWRcIjpcIjgxOFwiLFwiQVwiOjI1NSxcIlJcIjoxNSxcIkdcIjoxNTgsXCJCXCI6MjEzfSxcIkFjY2VudDdcIjp7XCIkaWRcIjpcIjgxOVwiLFwiQVwiOjI1NSxcIlJcIjoxNjAsXCJHXCI6NDMsXCJCXCI6MTQ3fSxcIkFjY2VudDhcIjp7XCIkaWRcIjpcIjgyMFwiLFwiQVwiOjI1NSxcIlJcIjo3OCxcIkdcIjoxNjcsXCJCXCI6NDZ9fSxcIl9jdXN0b21QcmVzZXRDb2xvcnNcIjp7XCIkaWRcIjpcIjgyMVwifX19IiwiUmVjZW50Q29sb3JzQ29sbGVjdGlvbiI6IltcIiNGRjRFQTcyRVwiLFwiI0ZGRkVCQTBBXCIsXCIjRkYwRjlFRDVcIl0ifSwiU2V0dGluZ3MiOnsiJGlkIjoiMTk5NiIsIkltcGFPcHRpb25zIjp7IiRpZCI6IjE5OTciLCJMZWZ0VG9SaWdodCI6ZmFsc2UsIlBheWxvYWRPcHRpb25zIjoy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ZmFsc2UsIkltcG9ydFR5cGUiOjAsIkZpbGVQYXRoIjpudWxsLCJUaW1lQ29uZmlndXJhdGlvbiI6eyIkaWQiOiIxOTk4IiwiVXNlVGltZSI6ZmFsc2UsIldvcmtEYXlTdGFydCI6IjAwOjAwOjAwIiwiV29ya0RheUVuZCI6IjIzOjU5OjAwIn0sIkxhc3RVc2VkVGVtcGxhdGVJZCI6IjAwMDAwMDAwLTAwMDAtMDAwMC0wMDAwLTAwMDAwMDAwMDAwMCIsIkxhc3RVc2VkVGhlbWVEZXRhaWxzIjp7IiRpZCI6IjE5OTkiLCJJZCI6IjA0ODcxNWIwLWQ1NzgtNGMyZi1hMzI2LTg4MThiZTI0NzI0OSIsIlRpdGxlIjoiQmFzZWxpbmUiLCJDYXRlZ29yeSI6MX0sIkZpcnN0V2Vla09mWWVhciI6MCwiUGxhY2VNaWxlc3RvbmVBdFRoZUJlZ2lubmluZ09mVGhlRGF5IjpmYWxzZSwiRGVwZW5kZW5jeVNjaGVkdWxpbmdTZXR0aW5ncyI6eyIkaWQiOiIyMDAwIiwiRGVwZW5kZW5jaWVzU2NoZWR1bGluZ01vZGVTZXR0aW5nIjoiRmxleGlibGUiLCJEZXBlbmRlbmNpZXNQcmV2aW91c1NjaGVkdWxpbmdNb2RlIjoiRmxleGlibGUiLCJPbkJyZWFraW5nRmxleGlibGVTY2hlZHVsaW5nTW9kZVNldHRpbmciOiJBc2tFdmVyeXRpbWUiLCJPbkJyZWFraW5nU3RyaWN0U2NoZWR1bGluZ01vZGVTZXR0aW5nIjoiQXNrRXZlcnl0aW1lIn0sIkRlcGVuZGVuY3lNb2R1bGVFbmFibGVkIjp0cnVlLCJQbGFubmVkTW9kdWxlRW5hYmxlZCI6ZmFsc2UsIk9sZEZpeGVkSW50ZXJ2YWxzUmVuZGVyaW5nU3RyYXRlZ3lVc2VkQmVmb3JlIjpmYWxzZSwiRGVwZW5kZW5jaWVzIjp7Il9kZXBlbmRlbmNpZXMiOltdfX0="/>
  <p:tag name="__MASTER" val="__part_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XSwiSGFzQmFzZWxpbmVzIjpmYWxzZSwiQ3VsdHVyZUluZm9OYW1lIjoiZW4tVVMiLCJTdHlsZU5hbWUiOm51bGwsIlZlcnNpb24iOnsiJGlkIjoiMiIsIlZlcnNpb24iOiI1LjYuMCIsIk9yaWdpbmFsQXNzZW1ibHlWZXJzaW9uIjpudWxsLCJFZGl0aW9uIjpudWxsLCJMYXN0U2F2ZWRFZGl0aW9uIjowLCJJc1BsdXNFZGl0aW9uIjpmYWxzZSwiSXNQcm9FZGl0aW9uIjpmYWxzZX0sIkVmZmVjdCI6MCwiU3R5bGUiOnsiJGlkIjoiMyIsIkRlZmF1bHREZXBlbmRlbmN5U3R5bGUiOnsiJGlkIjoiNCIsIkxpbmVTdHlsZSI6eyIkaWQiOiI1IiwiTGluZUNvbG9yIjp7IiRpZCI6IjYiLCIkdHlwZSI6Ik5MUkUuQ29tbW9uLkRvbS5Tb2xpZENvbG9yQnJ1c2gsIE5MUkUuQ29tbW9uIiwiQ29sb3IiOnsiJGlkIjoiNyIsIkEiOjI1NSwiUiI6MCwiRyI6MCwiQiI6MH19LCJMaW5lV2VpZ2h0IjoxLjAsIkxpbmVUeXBlIjowLCJQYXJlbnRTdHlsZSI6bnVsbH0sIkVuZEFycm93aGVhZExpbmVTdHlsZSI6eyIkaWQiOiI4IiwiS2luZCI6MSwiV2lkdGgiOjEsIkxlbmd0aCI6MCwiUGFyZW50U3R5bGUiOm51bGx9LCJCcmluZ1RvRnJvbnQiOmZhbHNlLCJFbGJvd1JhZGl1cyI6My4wLCJNYXJnaW4iOnsiJGlkIjoiOSIsIlRvcCI6MC4wLCJMZWZ0IjowLjAsIlJpZ2h0IjowLjAsIkJvdHRvbSI6MC4wfSwiUGFkZGluZyI6eyIkaWQiOiIxMCIsIlRvcCI6MC4wLCJMZWZ0IjowLjAsIlJpZ2h0IjowLjAsIkJvdHRvbSI6MC4wfSwiQmFja2dyb3VuZCI6bnVsbCwiSXNWaXNpYmxlIjp0cnVlLCJXaWR0aCI6MC4wLCJIZWlnaHQiOjAuMCwiQm9yZGVyU3R5bGUiOm51bGwsIlBhcmVudFN0eWxlIjpudWxsfSwiQ3JpdGljYWxQYXRoU3R5bGUiOnsiJGlkIjoiMTEiLCJDcml0aWNhbFBhdGhTdHlsZU9wdGlvbnMiOjMwLCJMaW5lU3R5bGUiOnsiJGlkIjoiMTIiLCJMaW5lQ29sb3IiOnsiJGlkIjoiMTMiLCIkdHlwZSI6Ik5MUkUuQ29tbW9uLkRvbS5Tb2xpZENvbG9yQnJ1c2gsIE5MUkUuQ29tbW9uIiwiQ29sb3IiOnsiJGlkIjoiMTQiLCJBIjoyNTUsIlIiOjIyMiwiRyI6NTAsIkIiOjUwfX0sIkxpbmVXZWlnaHQiOjEuMCwiTGluZVR5cGUiOjAsIlBhcmVudFN0eWxlIjpudWxsfSwiVGl0bGVGb3JlZ3JvdW5kIjp7IiRpZCI6IjE1IiwiQ29sb3IiOnsiJGlkIjoiMTYiLCJBIjoyNTUsIlIiOjE3NiwiRyI6MTksIkIiOjI1fX0sIlNoYXBlc0JhY2tncm91bmQiOnsiJGlkIjoiMTciLCJDb2xvciI6eyIkaWQiOiIxOCIsIkEiOjI1NSwiUiI6MjUzLCJHIjoyMDMsIkIiOjIwOH19LCJTaGFwZXNCb3JkZXJTdHlsZSI6eyIkaWQiOiIxOSIsIkxpbmVDb2xvciI6eyIkaWQiOiIyMCIsIiR0eXBlIjoiTkxSRS5Db21tb24uRG9tLlNvbGlkQ29sb3JCcnVzaCwgTkxSRS5Db21tb24iLCJDb2xvciI6eyIkaWQiOiIyMSIsIkEiOjI1NSwiUiI6MjM0LCJHIjoyMiwiQiI6MzB9fSwiTGluZVdlaWdodCI6Mi4wLCJMaW5lVHlwZSI6MCwiUGFyZW50U3R5bGUiOm51bGx9LCJNYXJnaW4iOnsiJGlkIjoiMjIiLCJUb3AiOjAuMCwiTGVmdCI6MC4wLCJSaWdodCI6MC4wLCJCb3R0b20iOjAuMH0sIlBhZGRpbmciOnsiJGlkIjoiMjMiLCJUb3AiOjAuMCwiTGVmdCI6MC4wLCJSaWdodCI6MC4wLCJCb3R0b20iOjAuMH0sIkJhY2tncm91bmQiOm51bGwsIklzVmlzaWJsZSI6ZmFsc2UsIldpZHRoIjowLjAsIkhlaWdodCI6MC4wLCJCb3JkZXJTdHlsZSI6eyIkaWQiOiIyNCIsIkxpbmVDb2xvciI6bnVsbCwiTGluZVdlaWdodCI6MC4wLCJMaW5lVHlwZSI6MCwiUGFyZW50U3R5bGUiOm51bGx9LCJQYXJlbnRTdHlsZSI6bnVsbH0sIlBhbmVsc1NwYWNpbmdEZWZpbml0aW9uIjp7IiRpZCI6IjI1IiwiU3BhY2luZ0Fib3ZlVGltZWJhbmQiOjMsIlNwYWNpbmdCZWxvd1RpbWViYW5kIjozLCJTcGFjaW5nQWJvdmVCZXR3ZWVuU3dpbWxhbmVzQW5kVGFza3MiOjUsIlNwYWNpbmdCZWxvd0JldHdlZW5Td2ltbGFuZXNBbmRUYXNrcyI6NX0sIlRpbWViYW5kU3R5bGUiOnsiJGlkIjoiMjYiLCJTY2FsZU1hcmtpbmciOjAsIlNoYXBlIjowLCJTaGFwZVN0eWxlIjp7IiRpZCI6IjI3IiwiTWFyZ2luIjp7IiRpZCI6IjI4IiwiVG9wIjowLjAsIkxlZnQiOjEwLjAsIlJpZ2h0IjoxMC4wLCJCb3R0b20iOjAuMH0sIlBhZGRpbmciOnsiJGlkIjoiMjkiLCJUb3AiOjAuMCwiTGVmdCI6MC4wLCJSaWdodCI6MC4wLCJCb3R0b20iOjAuMH0sIkJhY2tncm91bmQiOnsiJGlkIjoiMzAiLCJDb2xvciI6eyIkaWQiOiIzMSIsIkEiOjI1NSwiUiI6MTQsIkciOjQwLCJCIjo2NX19LCJJc1Zpc2libGUiOnRydWUsIldpZHRoIjowLjAsIkhlaWdodCI6MjAuMCwiQm9yZGVyU3R5bGUiOnsiJGlkIjoiMzIiLCJMaW5lQ29sb3IiOnsiJGlkIjoiMzMiLCIkdHlwZSI6Ik5MUkUuQ29tbW9uLkRvbS5Tb2xpZENvbG9yQnJ1c2gsIE5MUkUuQ29tbW9uIiwiQ29sb3IiOnsiJGlkIjoiMzQiLCJBIjoyNTUsIlIiOjI1NSwiRyI6MCwiQiI6MH19LCJMaW5lV2VpZ2h0IjowLjAsIkxpbmVUeXBlIjowLCJQYXJlbnRTdHlsZSI6bnVsbH0sIlBhcmVudFN0eWxlIjpudWxsfSwiTWlkZGxlVGllclNoYXBlU3R5bGUiOnsiJGlkIjoiMzUiLCJNYXJnaW4iOnsiJGlkIjoiMzYiLCJUb3AiOjAuMCwiTGVmdCI6MTAuMCwiUmlnaHQiOjEwLjAsIkJvdHRvbSI6MC4wfSwiUGFkZGluZyI6eyIkaWQiOiIzNyIsIlRvcCI6MC4wLCJMZWZ0IjowLjAsIlJpZ2h0IjowLjAsIkJvdHRvbSI6MC4wfSwiQmFja2dyb3VuZCI6eyIkaWQiOiIzOCIsIkNvbG9yIjp7IiRpZCI6IjM5IiwiQSI6MjU1LCJSIjoxNCwiRyI6NDAsIkIiOjY1fX0sIklzVmlzaWJsZSI6dHJ1ZSwiV2lkdGgiOjAuMCwiSGVpZ2h0IjoyMC4wLCJCb3JkZXJTdHlsZSI6eyIkaWQiOiI0MCIsIkxpbmVDb2xvciI6eyIkcmVmIjoiMzMifSwiTGluZVdlaWdodCI6MC4wLCJMaW5lVHlwZSI6MCwiUGFyZW50U3R5bGUiOm51bGx9LCJQYXJlbnRTdHlsZSI6bnVsbH0sIkJvdHRvbVRpZXJTaGFwZVN0eWxlIjp7IiRpZCI6IjQxIiwiTWFyZ2luIjp7IiRpZCI6IjQyIiwiVG9wIjowLjAsIkxlZnQiOjEwLjAsIlJpZ2h0IjoxMC4wLCJCb3R0b20iOjAuMH0sIlBhZGRpbmciOnsiJGlkIjoiNDMiLCJUb3AiOjAuMCwiTGVmdCI6MC4wLCJSaWdodCI6MC4wLCJCb3R0b20iOjAuMH0sIkJhY2tncm91bmQiOnsiJGlkIjoiNDQiLCJDb2xvciI6eyIkaWQiOiI0NSIsIkEiOjI1NSwiUiI6MTQsIkciOjQwLCJCIjo2NX19LCJJc1Zpc2libGUiOnRydWUsIldpZHRoIjowLjAsIkhlaWdodCI6MjAuMCwiQm9yZGVyU3R5bGUiOnsiJGlkIjoiNDYiLCJMaW5lQ29sb3IiOnsiJHJlZiI6IjMzIn0sIkxpbmVXZWlnaHQiOjAuMCwiTGluZVR5cGUiOjAsIlBhcmVudFN0eWxlIjpudWxsfSwiUGFyZW50U3R5bGUiOm51bGx9LCJSaWdodEVuZENhcHNTdHlsZSI6eyIkaWQiOiI0NyIsIkZvbnRTZXR0aW5ncyI6eyIkaWQiOiI0OCIsIkZvbnRTaXplIjoxOCwiRm9udE5hbWUiOiJDYWxpYnJpIiwiSXNCb2xkIjp0cnVlLCJJc0l0YWxpYyI6ZmFsc2UsIklzVW5kZXJsaW5lZCI6ZmFsc2UsIlBhcmVudFN0eWxlIjpudWxsfSwiQXV0b1NpemUiOjAsIkZvcmVncm91bmQiOnsiJGlkIjoiNDkiLCJDb2xvciI6eyIkaWQiOiI1MCIsIkEiOjI1NSwiUiI6MjMzLCJHIjoxMTMsIkIiOjUwfX0sIk1heFdpZHRoIjoyMDAuMCwiTWF4SGVpZ2h0IjoiSW5maW5pdHkiLCJTbWFydEZvcmVncm91bmRJc0FjdGl2ZSI6ZmFsc2UsIkhvcml6b250YWxBbGlnbm1lbnQiOjAsIlZlcnRpY2FsQWxpZ25tZW50IjoxLCJTbWFydEZvcmVncm91bmQiOm51bGwsIkJhY2tncm91bmRGaWxsVHlwZSI6MCwiTWFyZ2luIjp7IiRpZCI6IjUxIiwiVG9wIjowLjAsIkxlZnQiOjAuMCwiUmlnaHQiOjIwLjAsIkJvdHRvbSI6MC4wfSwiUGFkZGluZyI6eyIkaWQiOiI1MiIsIlRvcCI6MC4wLCJMZWZ0IjowLjAsIlJpZ2h0IjowLjAsIkJvdHRvbSI6MC4wfSwiQmFja2dyb3VuZCI6eyIkaWQiOiI1MyIsIkNvbG9yIjp7IiRpZCI6IjU0IiwiQSI6MjU1LCJSIjoyMzMsIkciOjExMywiQiI6NTB9fSwiSXNWaXNpYmxlIjpmYWxzZSwiV2lkdGgiOjAuMCwiSGVpZ2h0IjowLjAsIkJvcmRlclN0eWxlIjp7IiRpZCI6IjU1IiwiTGluZUNvbG9yIjpudWxsLCJMaW5lV2VpZ2h0IjowLjAsIkxpbmVUeXBlIjowLCJQYXJlbnRTdHlsZSI6bnVsbH0sIlBhcmVudFN0eWxlIjpudWxsfSwiTGVmdEVuZENhcHNTdHlsZSI6eyIkaWQiOiI1NiIsIkZvbnRTZXR0aW5ncyI6eyIkaWQiOiI1NyIsIkZvbnRTaXplIjoxOCwiRm9udE5hbWUiOiJDYWxpYnJpIiwiSXNCb2xkIjp0cnVlLCJJc0l0YWxpYyI6ZmFsc2UsIklzVW5kZXJsaW5lZCI6ZmFsc2UsIlBhcmVudFN0eWxlIjpudWxsfSwiQXV0b1NpemUiOjAsIkZvcmVncm91bmQiOnsiJGlkIjoiNTgiLCJDb2xvciI6eyIkaWQiOiI1OS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YwIiwiVG9wIjowLjAsIkxlZnQiOjIwLjAsIlJpZ2h0IjowLjAsIkJvdHRvbSI6MC4wfSwiUGFkZGluZyI6eyIkaWQiOiI2MSIsIlRvcCI6MC4wLCJMZWZ0IjowLjAsIlJpZ2h0IjowLjAsIkJvdHRvbSI6MC4wfSwiQmFja2dyb3VuZCI6eyIkaWQiOiI2MiIsIkNvbG9yIjp7IiRpZCI6IjYzIiwiQSI6MjU1LCJSIjoyMzcsIkciOjEyNSwiQiI6NDl9fSwiSXNWaXNpYmxlIjpmYWxzZSwiV2lkdGgiOjAuMCwiSGVpZ2h0IjowLjAsIkJvcmRlclN0eWxlIjp7IiRpZCI6IjY0IiwiTGluZUNvbG9yIjpudWxsLCJMaW5lV2VpZ2h0IjowLjAsIkxpbmVUeXBlIjowLCJQYXJlbnRTdHlsZSI6bnVsbH0sIlBhcmVudFN0eWxlIjpudWxsfSwiVG9kYXlUZXh0U3R5bGUiOnsiJGlkIjoiNjUiLCJGb250U2V0dGluZ3MiOnsiJGlkIjoiNjYiLCJGb250U2l6ZSI6MTIsIkZvbnROYW1lIjoiQ2FsaWJyaSIsIklzQm9sZCI6ZmFsc2UsIklzSXRhbGljIjpmYWxzZSwiSXNVbmRlcmxpbmVkIjpmYWxzZSwiUGFyZW50U3R5bGUiOm51bGx9LCJBdXRvU2l6ZSI6MCwiRm9yZWdyb3VuZCI6eyIkaWQiOiI2NyIsIkNvbG9yIjp7IiRpZCI6IjY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5IiwiVG9wIjowLjAsIkxlZnQiOjAuMCwiUmlnaHQiOjAuMCwiQm90dG9tIjowLjB9LCJQYWRkaW5nIjp7IiRpZCI6IjcwIiwiVG9wIjowLjAsIkxlZnQiOjAuMCwiUmlnaHQiOjAuMCwiQm90dG9tIjowLjB9LCJCYWNrZ3JvdW5kIjp7IiRpZCI6IjcxIiwiQ29sb3IiOnsiJGlkIjoiNzIiLCJBIjoyNTUsIlIiOjAsIkciOjAsIkIiOjB9fSwiSXNWaXNpYmxlIjpmYWxzZSwiV2lkdGgiOjAuMCwiSGVpZ2h0IjowLjAsIkJvcmRlclN0eWxlIjp7IiRpZCI6IjczIiwiTGluZUNvbG9yIjpudWxsLCJMaW5lV2VpZ2h0IjowLjAsIkxpbmVUeXBlIjowLCJQYXJlbnRTdHlsZSI6bnVsbH0sIlBhcmVudFN0eWxlIjpudWxsfSwiVG9kYXlNYXJrZXJTdHlsZSI6eyIkaWQiOiI3NCIsIk1hcmdpbiI6eyIkaWQiOiI3NSIsIlRvcCI6MC4wLCJMZWZ0IjowLjAsIlJpZ2h0IjowLjAsIkJvdHRvbSI6MC4wfSwiUGFkZGluZyI6eyIkaWQiOiI3NiIsIlRvcCI6MC4wLCJMZWZ0IjowLjAsIlJpZ2h0IjowLjAsIkJvdHRvbSI6MC4wfSwiQmFja2dyb3VuZCI6eyIkaWQiOiI3NyIsIkNvbG9yIjp7IiRpZCI6Ijc4IiwiQSI6MjU1LCJSIjoyNTUsIkciOjAsIkIiOjB9fSwiSXNWaXNpYmxlIjp0cnVlLCJXaWR0aCI6MC4wLCJIZWlnaHQiOjAuMCwiQm9yZGVyU3R5bGUiOm51bGwsIlBhcmVudFN0eWxlIjpudWxsfSwiU2NhbGVTdHlsZSI6eyIkaWQiOiI3OSIsIlNoYXBlIjozLCJTaG93U2VnbWVudFNlcGFyYXRvcnMiOnRydWUsIlNlZ21lbnRTZXBhcmF0b3JPcGFjaXR5IjozMCwiSGFzQmVlblZpc2libGVCZWZvcmUiOmZhbHNlLCJGb250U2V0dGluZ3MiOnsiJGlkIjoiODAiLCJGb250U2l6ZSI6MTIsIkZvbnROYW1lIjoiQ2FsaWJyaSIsIklzQm9sZCI6ZmFsc2UsIklzSXRhbGljIjpmYWxzZSwiSXNVbmRlcmxpbmVkIjpmYWxzZSwiUGFyZW50U3R5bGUiOm51bGx9LCJBdXRvU2l6ZSI6MCwiRm9yZWdyb3VuZCI6eyIkaWQiOiI4MSIsIkNvbG9yIjp7IiRpZCI6IjgyIiwiQSI6MjU1LCJSIjoyMzIsIkciOjIzMiwiQiI6MjMyfX0sIk1heFdpZHRoIjoyMDAuMCwiTWF4SGVpZ2h0IjoiSW5maW5pdHkiLCJTbWFydEZvcmVncm91bmRJc0FjdGl2ZSI6ZmFsc2UsIkhvcml6b250YWxBbGlnbm1lbnQiOjAsIlZlcnRpY2FsQWxpZ25tZW50IjoxLCJTbWFydEZvcmVncm91bmQiOm51bGwsIkJhY2tncm91bmRGaWxsVHlwZSI6MCwiTWFyZ2luIjp7IiRpZCI6IjgzIiwiVG9wIjowLjAsIkxlZnQiOjQuMCwiUmlnaHQiOjQuMCwiQm90dG9tIjowLjB9LCJQYWRkaW5nIjp7IiRpZCI6Ijg0IiwiVG9wIjowLjAsIkxlZnQiOjAuMCwiUmlnaHQiOjAuMCwiQm90dG9tIjowLjB9LCJCYWNrZ3JvdW5kIjp7IiRpZCI6Ijg1IiwiQ29sb3IiOnsiJGlkIjoiODYiLCJBIjoyNTUsIlIiOjE0LCJHIjo0MCwiQiI6NjV9fSwiSXNWaXNpYmxlIjp0cnVlLCJXaWR0aCI6MC4wLCJIZWlnaHQiOjAuMCwiQm9yZGVyU3R5bGUiOnsiJGlkIjoiODciLCJMaW5lQ29sb3IiOm51bGwsIkxpbmVXZWlnaHQiOjAuMCwiTGluZVR5cGUiOjAsIlBhcmVudFN0eWxlIjpudWxsfSwiUGFyZW50U3R5bGUiOm51bGx9LCJTaW5nbGVTY2FsZVNoYXBlU3R5bGUiOnsiJGlkIjoiODgiLCJTaGFwZSI6MCwiSGVpZ2h0IjowLjB9LCJNaWRkbGVUaWVyU2NhbGVTdHlsZSI6eyIkaWQiOiI4OSIsIlNoYXBlIjozLCJTaG93U2VnbWVudFNlcGFyYXRvcnMiOnRydWUsIlNlZ21lbnRTZXBhcmF0b3JPcGFjaXR5IjozMCwiSGFzQmVlblZpc2libGVCZWZvcmUiOmZhbHNlLCJGb250U2V0dGluZ3MiOnsiJGlkIjoiOTAiLCJGb250U2l6ZSI6MTIsIkZvbnROYW1lIjoiQ2FsaWJyaSIsIklzQm9sZCI6ZmFsc2UsIklzSXRhbGljIjpmYWxzZSwiSXNVbmRlcmxpbmVkIjpmYWxzZSwiUGFyZW50U3R5bGUiOm51bGx9LCJBdXRvU2l6ZSI6MCwiRm9yZWdyb3VuZCI6eyIkaWQiOiI5MSIsIkNvbG9yIjp7IiRpZCI6IjkyIiwiQSI6MjU1LCJSIjoyMzIsIkciOjIzMiwiQiI6MjMyfX0sIk1heFdpZHRoIjoyMDAuMCwiTWF4SGVpZ2h0IjoiSW5maW5pdHkiLCJTbWFydEZvcmVncm91bmRJc0FjdGl2ZSI6ZmFsc2UsIkhvcml6b250YWxBbGlnbm1lbnQiOjAsIlZlcnRpY2FsQWxpZ25tZW50IjoxLCJTbWFydEZvcmVncm91bmQiOm51bGwsIkJhY2tncm91bmRGaWxsVHlwZSI6MCwiTWFyZ2luIjp7IiRpZCI6IjkzIiwiVG9wIjowLjAsIkxlZnQiOjQuMCwiUmlnaHQiOjQuMCwiQm90dG9tIjowLjB9LCJQYWRkaW5nIjp7IiRpZCI6Ijk0IiwiVG9wIjowLjAsIkxlZnQiOjAuMCwiUmlnaHQiOjAuMCwiQm90dG9tIjowLjB9LCJCYWNrZ3JvdW5kIjp7IiRpZCI6Ijk1IiwiQ29sb3IiOnsiJGlkIjoiOTYiLCJBIjoyNTUsIlIiOjE0LCJHIjo0MCwiQiI6NjV9fSwiSXNWaXNpYmxlIjpmYWxzZSwiV2lkdGgiOjAuMCwiSGVpZ2h0IjowLjAsIkJvcmRlclN0eWxlIjp7IiRpZCI6Ijk3IiwiTGluZUNvbG9yIjpudWxsLCJMaW5lV2VpZ2h0IjowLjAsIkxpbmVUeXBlIjowLCJQYXJlbnRTdHlsZSI6bnVsbH0sIlBhcmVudFN0eWxlIjpudWxsfSwiQm90dG9tVGllclNjYWxlU3R5bGUiOnsiJGlkIjoiOTgiLCJTaGFwZSI6MywiU2hvd1NlZ21lbnRTZXBhcmF0b3JzIjp0cnVlLCJTZWdtZW50U2VwYXJhdG9yT3BhY2l0eSI6MzAsIkhhc0JlZW5WaXNpYmxlQmVmb3JlIjpmYWxzZSwiRm9udFNldHRpbmdzIjp7IiRpZCI6Ijk5IiwiRm9udFNpemUiOjEyLCJGb250TmFtZSI6IkNhbGlicmkiLCJJc0JvbGQiOmZhbHNlLCJJc0l0YWxpYyI6ZmFsc2UsIklzVW5kZXJsaW5lZCI6ZmFsc2UsIlBhcmVudFN0eWxlIjpudWxsfSwiQXV0b1NpemUiOjAsIkZvcmVncm91bmQiOnsiJGlkIjoiMTAwIiwiQ29sb3IiOnsiJGlkIjoiMTAxIiwiQSI6MjU1LCJSIjoyMzIsIkciOjIzMiwiQiI6MjMyfX0sIk1heFdpZHRoIjoyMDAuMCwiTWF4SGVpZ2h0IjoiSW5maW5pdHkiLCJTbWFydEZvcmVncm91bmRJc0FjdGl2ZSI6ZmFsc2UsIkhvcml6b250YWxBbGlnbm1lbnQiOjAsIlZlcnRpY2FsQWxpZ25tZW50IjoxLCJTbWFydEZvcmVncm91bmQiOm51bGwsIkJhY2tncm91bmRGaWxsVHlwZSI6MCwiTWFyZ2luIjp7IiRpZCI6IjEwMiIsIlRvcCI6MC4wLCJMZWZ0Ijo0LjAsIlJpZ2h0Ijo0LjAsIkJvdHRvbSI6MC4wfSwiUGFkZGluZyI6eyIkaWQiOiIxMDMiLCJUb3AiOjAuMCwiTGVmdCI6MC4wLCJSaWdodCI6MC4wLCJCb3R0b20iOjAuMH0sIkJhY2tncm91bmQiOnsiJGlkIjoiMTA0IiwiQ29sb3IiOnsiJGlkIjoiMTA1IiwiQSI6MjU1LCJSIjoxNCwiRyI6NDAsIkIiOjY1fX0sIklzVmlzaWJsZSI6ZmFsc2UsIldpZHRoIjowLjAsIkhlaWdodCI6MC4wLCJCb3JkZXJTdHlsZSI6eyIkaWQiOiIxMDYiLCJMaW5lQ29sb3IiOm51bGwsIkxpbmVXZWlnaHQiOjAuMCwiTGluZVR5cGUiOjAsIlBhcmVudFN0eWxlIjpudWxsfSwiUGFyZW50U3R5bGUiOm51bGx9LCJFbGFwc2VkVGltZUJhY2tncm91bmQiOnsiJGlkIjoiMTA3IiwiQ29sb3IiOnsiJGlkIjoiMTA4IiwiQSI6MTkxLCJSIjoyNTUsIkciOjAsIkIiOjB9fSwiQXBwZW5kWWVhck9uWWVhckNoYW5nZSI6ZmFsc2UsIkVsYXBzZWRUaW1lRm9ybWF0IjowLCJUb2RheU1hcmtlclBvc2l0aW9uIjowLCJRdWlja1Bvc2l0aW9uIjozLCJBYnNvbHV0ZVBvc2l0aW9uIjoxMzUuMCwiTWFyZ2luIjp7IiRpZCI6IjEwOSIsIlRvcCI6MC4wLCJMZWZ0IjoxMC4wLCJSaWdodCI6MTAuMCwiQm90dG9tIjowLjB9LCJQYWRkaW5nIjp7IiRpZCI6IjExMCIsIlRvcCI6MC4wLCJMZWZ0IjowLjAsIlJpZ2h0IjowLjAsIkJvdHRvbSI6MC4wfSwiQmFja2dyb3VuZCI6eyIkaWQiOiIxMTEiLCJDb2xvciI6eyIkaWQiOiIxMTIiLCJBIjoyNTUsIlIiOjQ3LCJHIjo1NCwiQiI6MTUzfX0sIklzVmlzaWJsZSI6ZmFsc2UsIldpZHRoIjowLjAsIkhlaWdodCI6MC4wLCJCb3JkZXJTdHlsZSI6bnVsbCwiUGFyZW50U3R5bGUiOm51bGx9LCJEZWZhdWx0TWlsZXN0b25lU3R5bGUiOnsiJGlkIjoiMTEzIiwiU2hhcGUiOjIsIkNvbm5lY3Rvck1hcmdpbiI6eyIkaWQiOiIxMTQiLCJUb3AiOjAuMCwiTGVmdCI6Mi4wLCJSaWdodCI6Mi4wLCJCb3R0b20iOjAuMH0sIkNvbm5lY3RvclN0eWxlIjp7IiRpZCI6IjExNSIsIkxpbmVDb2xvciI6eyIkaWQiOiIxMTYiLCIkdHlwZSI6Ik5MUkUuQ29tbW9uLkRvbS5Tb2xpZENvbG9yQnJ1c2gsIE5MUkUuQ29tbW9uIiwiQ29sb3IiOnsiJGlkIjoiMTE3IiwiQSI6MTI3LCJSIjoyMzMsIkciOjExMywiQiI6NTB9fSwiTGluZVdlaWdodCI6MS4wLCJMaW5lVHlwZSI6MCwiUGFyZW50U3R5bGUiOm51bGx9LCJJc0JlbG93VGltZWJhbmQiOmZhbHNlLCJQb3NpdGlvbk9uVGFzayI6MCwiSGlkZURhdGUiOmZhbHNlLCJTaGFwZVNpemUiOjEsIlNwYWNpbmciOjAuMCwiUGFkZGluZyI6eyIkaWQiOiIxMTgiLCJUb3AiOjUuMCwiTGVmdCI6My4wLCJSaWdodCI6MC4wLCJCb3R0b20iOjIuMH0sIlNoYXBlU3R5bGUiOnsiJGlkIjoiMTE5IiwiTWFyZ2luIjp7IiRpZCI6IjEyMCIsIlRvcCI6MC4wLCJMZWZ0IjowLjAsIlJpZ2h0IjowLjAsIkJvdHRvbSI6MC4wfSwiUGFkZGluZyI6eyIkaWQiOiIxMjEiLCJUb3AiOjAuMCwiTGVmdCI6MC4wLCJSaWdodCI6MC4wLCJCb3R0b20iOjAuMH0sIkJhY2tncm91bmQiOnsiJGlkIjoiMTIyIiwiQ29sb3IiOnsiJGlkIjoiMTIzIiwiQSI6MjU1LCJSIjoyMzMsIkciOjExMywiQiI6NTB9fSwiSXNWaXNpYmxlIjp0cnVlLCJXaWR0aCI6MTguMCwiSGVpZ2h0IjoyMC4wLCJCb3JkZXJTdHlsZSI6eyIkaWQiOiIxMjQiLCJMaW5lQ29sb3IiOnsiJGlkIjoiMTI1IiwiJHR5cGUiOiJOTFJFLkNvbW1vbi5Eb20uU29saWRDb2xvckJydXNoLCBOTFJFLkNvbW1vbiIsIkNvbG9yIjp7IiRpZCI6IjEyNiIsIkEiOjI1NSwiUiI6MjM0LCJHIjoyMiwiQiI6MzB9fSwiTGluZVdlaWdodCI6MC4wLCJMaW5lVHlwZSI6MCwiUGFyZW50U3R5bGUiOm51bGx9LCJQYXJlbnRTdHlsZSI6bnVsbH0sIlRpdGxlU3R5bGUiOnsiJGlkIjoiMTI3IiwiRm9udFNldHRpbmdzIjp7IiRpZCI6IjEyOCIsIkZvbnRTaXplIjoxMSwiRm9udE5hbWUiOiJDYWxpYnJpIiwiSXNCb2xkIjp0cnVlLCJJc0l0YWxpYyI6ZmFsc2UsIklzVW5kZXJsaW5lZCI6ZmFsc2UsIlBhcmVudFN0eWxlIjpudWxsfSwiQXV0b1NpemUiOjAsIkZvcmVncm91bmQiOnsiJGlkIjoiMTI5IiwiQ29sb3IiOnsiJGlkIjoiMTM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zMSIsIlRvcCI6MC4wLCJMZWZ0IjowLjAsIlJpZ2h0IjowLjAsIkJvdHRvbSI6MC4wfSwiUGFkZGluZyI6eyIkaWQiOiIxMzIiLCJUb3AiOjAuMCwiTGVmdCI6MC4wLCJSaWdodCI6MC4wLCJCb3R0b20iOjAuMH0sIkJhY2tncm91bmQiOnsiJGlkIjoiMTMzIiwiQ29sb3IiOnsiJGlkIjoiMTM0IiwiQSI6MjU1LCJSIjowLCJHIjowLCJCIjowfX0sIklzVmlzaWJsZSI6dHJ1ZSwiV2lkdGgiOjAuMCwiSGVpZ2h0IjowLjAsIkJvcmRlclN0eWxlIjp7IiRpZCI6IjEzNSIsIkxpbmVDb2xvciI6bnVsbCwiTGluZVdlaWdodCI6MC4wLCJMaW5lVHlwZSI6MCwiUGFyZW50U3R5bGUiOm51bGx9LCJQYXJlbnRTdHlsZSI6bnVsbH0sIkRhdGVTdHlsZSI6eyIkaWQiOiIxMzYiLCJGb250U2V0dGluZ3MiOnsiJGlkIjoiMTM3IiwiRm9udFNpemUiOjEwLCJGb250TmFtZSI6IkNhbGlicmkiLCJJc0JvbGQiOmZhbHNlLCJJc0l0YWxpYyI6ZmFsc2UsIklzVW5kZXJsaW5lZCI6ZmFsc2UsIlBhcmVudFN0eWxlIjpudWxsfSwiQXV0b1NpemUiOjAsIkZvcmVncm91bmQiOnsiJGlkIjoiMTM4IiwiQ29sb3IiOnsiJGlkIjoiMTM5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0MCIsIlRvcCI6MC4wLCJMZWZ0IjowLjAsIlJpZ2h0IjowLjAsIkJvdHRvbSI6MC4wfSwiUGFkZGluZyI6eyIkaWQiOiIxNDEiLCJUb3AiOjAuMCwiTGVmdCI6MC4wLCJSaWdodCI6MC4wLCJCb3R0b20iOjAuMH0sIkJhY2tncm91bmQiOnsiJGlkIjoiMTQyIiwiQ29sb3IiOnsiJGlkIjoiMTQzIiwiQSI6MjU1LCJSIjoxNCwiRyI6NDAsIkIiOjY1fX0sIklzVmlzaWJsZSI6dHJ1ZSwiV2lkdGgiOjAuMCwiSGVpZ2h0IjowLjAsIkJvcmRlclN0eWxlIjp7IiRpZCI6IjE0NCIsIkxpbmVDb2xvciI6bnVsbCwiTGluZVdlaWdodCI6MC4wLCJMaW5lVHlwZSI6MCwiUGFyZW50U3R5bGUiOm51bGx9LCJQYXJlbnRTdHlsZSI6bnVsbH0sIkRhdGVGb3JtYXQiOnsiJGlkIjoiMTQ1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0NiIsIkZvcm1hdCI6MCwiSXNWaXNpYmxlIjpmYWxzZSwiTGFzdEtub3duVmlzaWJpbGl0eVN0YXRlIjpmYWxzZX0sIklzVmlzaWJsZSI6dHJ1ZSwiVmFyaWFuY2VTdHlsZSI6eyIkaWQiOiIxNDciLCJUZXh0U3R5bGUiOnsiJGlkIjoiMTQ4IiwiRm9udFNldHRpbmdzIjp7IiRpZCI6IjE0OSIsIkZvbnRTaXplIjoxMCwiRm9udE5hbWUiOiJDYWxpYnJpIiwiSXNCb2xkIjpmYWxzZSwiSXNJdGFsaWMiOmZhbHNlLCJJc1VuZGVybGluZWQiOmZhbHNlLCJQYXJlbnRTdHlsZSI6bnVsbH0sIkF1dG9TaXplIjowLCJGb3JlZ3JvdW5kIjp7IiRpZCI6IjE1MCIsIkNvbG9yIjp7IiRpZCI6IjE1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TIiLCJUb3AiOjAuMCwiTGVmdCI6MC4wLCJSaWdodCI6MC4wLCJCb3R0b20iOjAuMH0sIlBhZGRpbmciOnsiJGlkIjoiMTUzIiwiVG9wIjowLjAsIkxlZnQiOjAuMCwiUmlnaHQiOjAuMCwiQm90dG9tIjowLjB9LCJCYWNrZ3JvdW5kIjp7IiRpZCI6IjE1NCIsIkNvbG9yIjp7IiRpZCI6IjE1NSIsIkEiOjI1NSwiUiI6MCwiRyI6MCwiQiI6MH19LCJJc1Zpc2libGUiOnRydWUsIldpZHRoIjowLjAsIkhlaWdodCI6MC4wLCJCb3JkZXJTdHlsZSI6eyIkaWQiOiIxNTYiLCJMaW5lQ29sb3IiOm51bGwsIkxpbmVXZWlnaHQiOjAuMCwiTGluZVR5cGUiOjAsIlBhcmVudFN0eWxlIjpudWxsfSwiUGFyZW50U3R5bGUiOm51bGx9LCJQYXJlbnRTdHlsZSI6bnVsbH0sIlBhcmVudFN0eWxlIjpudWxsfSwiRGVmYXVsdE1vdFN0eWxlIjp7IiRpZCI6IjE1NyIsIlNoYXBlIjoyLCJDb25uZWN0b3JNYXJnaW4iOnsiJGlkIjoiMTU4IiwiVG9wIjowLjAsIkxlZnQiOjIuMCwiUmlnaHQiOjIuMCwiQm90dG9tIjowLjB9LCJDb25uZWN0b3JTdHlsZSI6eyIkaWQiOiIxNTkiLCJMaW5lQ29sb3IiOnsiJGlkIjoiMTYwIiwiJHR5cGUiOiJOTFJFLkNvbW1vbi5Eb20uU29saWRDb2xvckJydXNoLCBOTFJFLkNvbW1vbiIsIkNvbG9yIjp7IiRpZCI6IjE2MSIsIkEiOjEyNywiUiI6MjMzLCJHIjoxMTMsIkIiOjUwfX0sIkxpbmVXZWlnaHQiOjEuMCwiTGluZVR5cGUiOjAsIlBhcmVudFN0eWxlIjpudWxsfSwiSXNCZWxvd1RpbWViYW5kIjpmYWxzZSwiUG9zaXRpb25PblRhc2siOjEsIkhpZGVEYXRlIjpmYWxzZSwiU2hhcGVTaXplIjoxLCJTcGFjaW5nIjowLjAsIlBhZGRpbmciOnsiJGlkIjoiMTYyIiwiVG9wIjo1LjAsIkxlZnQiOjMuMCwiUmlnaHQiOjAuMCwiQm90dG9tIjoyLjB9LCJTaGFwZVN0eWxlIjp7IiRpZCI6IjE2MyIsIk1hcmdpbiI6eyIkaWQiOiIxNjQiLCJUb3AiOjAuMCwiTGVmdCI6MC4wLCJSaWdodCI6MC4wLCJCb3R0b20iOjAuMH0sIlBhZGRpbmciOnsiJGlkIjoiMTY1IiwiVG9wIjowLjAsIkxlZnQiOjAuMCwiUmlnaHQiOjAuMCwiQm90dG9tIjowLjB9LCJCYWNrZ3JvdW5kIjp7IiRpZCI6IjE2NiIsIkNvbG9yIjp7IiRpZCI6IjE2NyIsIkEiOjI1NSwiUiI6MjMzLCJHIjoxMTMsIkIiOjUwfX0sIklzVmlzaWJsZSI6dHJ1ZSwiV2lkdGgiOjEzLjAsIkhlaWdodCI6MTMuMCwiQm9yZGVyU3R5bGUiOnsiJGlkIjoiMTY4IiwiTGluZUNvbG9yIjp7IiRpZCI6IjE2OSIsIiR0eXBlIjoiTkxSRS5Db21tb24uRG9tLlNvbGlkQ29sb3JCcnVzaCwgTkxSRS5Db21tb24iLCJDb2xvciI6eyIkaWQiOiIxNzAiLCJBIjoyNTUsIlIiOjIzNCwiRyI6MjIsIkIiOjMwfX0sIkxpbmVXZWlnaHQiOjAuMCwiTGluZVR5cGUiOjAsIlBhcmVudFN0eWxlIjpudWxsfSwiUGFyZW50U3R5bGUiOm51bGx9LCJUaXRsZVN0eWxlIjp7IiRpZCI6IjE3MSIsIkZvbnRTZXR0aW5ncyI6eyIkaWQiOiIxNzIiLCJGb250U2l6ZSI6MTEsIkZvbnROYW1lIjoiQ2FsaWJyaSIsIklzQm9sZCI6dHJ1ZSwiSXNJdGFsaWMiOmZhbHNlLCJJc1VuZGVybGluZWQiOmZhbHNlLCJQYXJlbnRTdHlsZSI6bnVsbH0sIkF1dG9TaXplIjowLCJGb3JlZ3JvdW5kIjp7IiRpZCI6IjE3MyIsIkNvbG9yIjp7IiRpZCI6IjE3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zUiLCJUb3AiOjAuMCwiTGVmdCI6MC4wLCJSaWdodCI6MC4wLCJCb3R0b20iOjAuMH0sIlBhZGRpbmciOnsiJGlkIjoiMTc2IiwiVG9wIjowLjAsIkxlZnQiOjAuMCwiUmlnaHQiOjAuMCwiQm90dG9tIjowLjB9LCJCYWNrZ3JvdW5kIjp7IiRpZCI6IjE3NyIsIkNvbG9yIjp7IiRpZCI6IjE3OCIsIkEiOjI1NSwiUiI6MCwiRyI6MCwiQiI6MH19LCJJc1Zpc2libGUiOnRydWUsIldpZHRoIjowLjAsIkhlaWdodCI6MC4wLCJCb3JkZXJTdHlsZSI6eyIkaWQiOiIxNzkiLCJMaW5lQ29sb3IiOm51bGwsIkxpbmVXZWlnaHQiOjAuMCwiTGluZVR5cGUiOjAsIlBhcmVudFN0eWxlIjpudWxsfSwiUGFyZW50U3R5bGUiOm51bGx9LCJEYXRlU3R5bGUiOnsiJGlkIjoiMTgwIiwiRm9udFNldHRpbmdzIjp7IiRpZCI6IjE4MSIsIkZvbnRTaXplIjoxMCwiRm9udE5hbWUiOiJDYWxpYnJpIiwiSXNCb2xkIjpmYWxzZSwiSXNJdGFsaWMiOmZhbHNlLCJJc1VuZGVybGluZWQiOmZhbHNlLCJQYXJlbnRTdHlsZSI6bnVsbH0sIkF1dG9TaXplIjowLCJGb3JlZ3JvdW5kIjp7IiRpZCI6IjE4MiIsIkNvbG9yIjp7IiRpZCI6IjE4My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xODQiLCJUb3AiOjAuMCwiTGVmdCI6MC4wLCJSaWdodCI6MC4wLCJCb3R0b20iOjAuMH0sIlBhZGRpbmciOnsiJGlkIjoiMTg1IiwiVG9wIjowLjAsIkxlZnQiOjAuMCwiUmlnaHQiOjAuMCwiQm90dG9tIjowLjB9LCJCYWNrZ3JvdW5kIjp7IiRpZCI6IjE4NiIsIkNvbG9yIjp7IiRpZCI6IjE4NyIsIkEiOjI1NSwiUiI6MTQsIkciOjQwLCJCIjo2NX19LCJJc1Zpc2libGUiOnRydWUsIldpZHRoIjowLjAsIkhlaWdodCI6MC4wLCJCb3JkZXJTdHlsZSI6eyIkaWQiOiIxODgiLCJMaW5lQ29sb3IiOm51bGwsIkxpbmVXZWlnaHQiOjAuMCwiTGluZVR5cGUiOjAsIlBhcmVudFN0eWxlIjpudWxsfSwiUGFyZW50U3R5bGUiOm51bGx9LCJEYXRlRm9ybWF0Ijp7IiRpZCI6IjE4O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TAiLCJGb3JtYXQiOjAsIklzVmlzaWJsZSI6ZmFsc2UsIkxhc3RLbm93blZpc2liaWxpdHlTdGF0ZSI6ZmFsc2V9LCJJc1Zpc2libGUiOnRydWUsIlZhcmlhbmNlU3R5bGUiOnsiJGlkIjoiMTkxIiwiVGV4dFN0eWxlIjp7IiRpZCI6IjE5MiIsIkZvbnRTZXR0aW5ncyI6eyIkaWQiOiIxOTMiLCJGb250U2l6ZSI6MTAsIkZvbnROYW1lIjoiQ2FsaWJyaSIsIklzQm9sZCI6ZmFsc2UsIklzSXRhbGljIjpmYWxzZSwiSXNVbmRlcmxpbmVkIjpmYWxzZSwiUGFyZW50U3R5bGUiOm51bGx9LCJBdXRvU2l6ZSI6MCwiRm9yZWdyb3VuZCI6eyIkaWQiOiIxOTQiLCJDb2xvciI6eyIkaWQiOiIxOT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k2IiwiVG9wIjowLjAsIkxlZnQiOjAuMCwiUmlnaHQiOjAuMCwiQm90dG9tIjowLjB9LCJQYWRkaW5nIjp7IiRpZCI6IjE5NyIsIlRvcCI6MC4wLCJMZWZ0IjowLjAsIlJpZ2h0IjowLjAsIkJvdHRvbSI6MC4wfSwiQmFja2dyb3VuZCI6eyIkaWQiOiIxOTgiLCJDb2xvciI6eyIkaWQiOiIxOTkiLCJBIjoyNTUsIlIiOjAsIkciOjAsIkIiOjB9fSwiSXNWaXNpYmxlIjp0cnVlLCJXaWR0aCI6MC4wLCJIZWlnaHQiOjAuMCwiQm9yZGVyU3R5bGUiOnsiJGlkIjoiMjAwIiwiTGluZUNvbG9yIjpudWxsLCJMaW5lV2VpZ2h0IjowLjAsIkxpbmVUeXBlIjowLCJQYXJlbnRTdHlsZSI6bnVsbH0sIlBhcmVudFN0eWxlIjpudWxsfSwiUGFyZW50U3R5bGUiOm51bGx9LCJQYXJlbnRTdHlsZSI6bnVsbH0sIkRlZmF1bHRUYXNrU3R5bGUiOnsiJGlkIjoiMjAxIiwiU2hhcGUiOjMsIlNoYXBlVGhpY2tuZXNzIjowLCJEdXJhdGlvbkZvcm1hdCI6MCwiSW5jbHVkZU5vbldvcmtpbmdEYXlzSW5EdXJhdGlvbiI6ZmFsc2UsIlBlcmNlbnRhZ2VDb21wbGV0ZVN0eWxlIjp7IiRpZCI6IjIwMiIsIkZvbnRTZXR0aW5ncyI6eyIkaWQiOiIyMDMiLCJGb250U2l6ZSI6MTAsIkZvbnROYW1lIjoiQ2FsaWJyaSIsIklzQm9sZCI6ZmFsc2UsIklzSXRhbGljIjpmYWxzZSwiSXNVbmRlcmxpbmVkIjpmYWxzZSwiUGFyZW50U3R5bGUiOm51bGx9LCJBdXRvU2l6ZSI6MCwiRm9yZWdyb3VuZCI6eyIkaWQiOiIyMDQiLCJDb2xvciI6eyIkaWQiOiIyMDU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jA2IiwiVG9wIjowLjAsIkxlZnQiOjAuMCwiUmlnaHQiOjAuMCwiQm90dG9tIjowLjB9LCJQYWRkaW5nIjp7IiRpZCI6IjIwNyIsIlRvcCI6MC4wLCJMZWZ0IjowLjAsIlJpZ2h0IjowLjAsIkJvdHRvbSI6MC4wfSwiQmFja2dyb3VuZCI6eyIkaWQiOiIyMDgiLCJDb2xvciI6eyIkaWQiOiIyMDkiLCJBIjo4OSwiUiI6MCwiRyI6MCwiQiI6MH19LCJJc1Zpc2libGUiOnRydWUsIldpZHRoIjowLjAsIkhlaWdodCI6MC4wLCJCb3JkZXJTdHlsZSI6eyIkaWQiOiIyMTAiLCJMaW5lQ29sb3IiOm51bGwsIkxpbmVXZWlnaHQiOjAuMCwiTGluZVR5cGUiOjAsIlBhcmVudFN0eWxlIjpudWxsfSwiUGFyZW50U3R5bGUiOm51bGx9LCJEdXJhdGlvblN0eWxlIjp7IiRpZCI6IjIxMSIsIkZvbnRTZXR0aW5ncyI6eyIkaWQiOiIyMTIiLCJGb250U2l6ZSI6MTAsIkZvbnROYW1lIjoiQ2FsaWJyaSIsIklzQm9sZCI6ZmFsc2UsIklzSXRhbGljIjpmYWxzZSwiSXNVbmRlcmxpbmVkIjpmYWxzZSwiUGFyZW50U3R5bGUiOm51bGx9LCJBdXRvU2l6ZSI6MCwiRm9yZWdyb3VuZCI6eyIkaWQiOiIyMTMiLCJDb2xvciI6eyIkaWQiOiIyMTQ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yMTUiLCJUb3AiOjAuMCwiTGVmdCI6MC4wLCJSaWdodCI6MC4wLCJCb3R0b20iOjAuMH0sIlBhZGRpbmciOnsiJGlkIjoiMjE2IiwiVG9wIjowLjAsIkxlZnQiOjAuMCwiUmlnaHQiOjAuMCwiQm90dG9tIjowLjB9LCJCYWNrZ3JvdW5kIjp7IiRpZCI6IjIxNyIsIkNvbG9yIjp7IiRpZCI6IjIxOCIsIkEiOjI1NSwiUiI6MjM3LCJHIjoxMjUsIkIiOjQ5fX0sIklzVmlzaWJsZSI6dHJ1ZSwiV2lkdGgiOjAuMCwiSGVpZ2h0IjowLjAsIkJvcmRlclN0eWxlIjp7IiRpZCI6IjIxOSIsIkxpbmVDb2xvciI6bnVsbCwiTGluZVdlaWdodCI6MC4wLCJMaW5lVHlwZSI6MCwiUGFyZW50U3R5bGUiOm51bGx9LCJQYXJlbnRTdHlsZSI6bnVsbH0sIkhvcml6b250YWxDb25uZWN0b3JTdHlsZSI6eyIkaWQiOiIyMjAiLCJMaW5lQ29sb3IiOnsiJGlkIjoiMjIxIiwiJHR5cGUiOiJOTFJFLkNvbW1vbi5Eb20uU29saWRDb2xvckJydXNoLCBOTFJFLkNvbW1vbiIsIkNvbG9yIjp7IiRpZCI6IjIyMiIsIkEiOjUxLCJSIjoyMSwiRyI6OTYsIkIiOjEzMH19LCJMaW5lV2VpZ2h0IjoxLjAsIkxpbmVUeXBlIjowLCJQYXJlbnRTdHlsZSI6bnVsbH0sIlZlcnRpY2FsQ29ubmVjdG9yU3R5bGUiOnsiJGlkIjoiMjIzIiwiTGluZUNvbG9yIjp7IiRpZCI6IjIyNCIsIiR0eXBlIjoiTkxSRS5Db21tb24uRG9tLlNvbGlkQ29sb3JCcnVzaCwgTkxSRS5Db21tb24iLCJDb2xvciI6eyIkaWQiOiIyMjU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MiwiU3BhY2luZyI6MywiSXNCZWxvd1RpbWViYW5kIjpmYWxzZSwiUGVyY2VudGFnZUNvbXBsZXRlU2hhcGVPcGFjaXR5IjozNSwiQmFzZWxpbmVTdHlsZSI6eyIkaWQiOiIyMjYiLCJTaGFwZVN0eWxlIjp7IiRpZCI6IjIyNyIsIk1hcmdpbiI6eyIkaWQiOiIyMjgiLCJUb3AiOjAuMCwiTGVmdCI6MC4wLCJSaWdodCI6MC4wLCJCb3R0b20iOjAuMH0sIlBhZGRpbmciOnsiJGlkIjoiMjI5IiwiVG9wIjowLjAsIkxlZnQiOjAuMCwiUmlnaHQiOjAuMCwiQm90dG9tIjowLjB9LCJCYWNrZ3JvdW5kIjp7IiRpZCI6IjIzMCIsIkNvbG9yIjp7IiRpZCI6IjIzMSIsIkEiOjE1MywiUiI6MCwiRyI6MCwiQiI6MH19LCJJc1Zpc2libGUiOnRydWUsIldpZHRoIjowLjAsIkhlaWdodCI6MC4wLCJCb3JkZXJTdHlsZSI6eyIkaWQiOiIyMzIiLCJMaW5lQ29sb3IiOnsiJGlkIjoiMjMzIiwiJHR5cGUiOiJOTFJFLkNvbW1vbi5Eb20uU29saWRDb2xvckJydXNoLCBOTFJFLkNvbW1vbiIsIkNvbG9yIjp7IiRpZCI6IjIzNCIsIkEiOjI1NSwiUiI6MjU1LCJHIjowLCJCIjowfX0sIkxpbmVXZWlnaHQiOjAuMCwiTGluZVR5cGUiOjAsIlBhcmVudFN0eWxlIjpudWxsfSwiUGFyZW50U3R5bGUiOm51bGx9LCJNYXJnaW4iOnsiJGlkIjoiMjM1IiwiVG9wIjowLjAsIkxlZnQiOjAuMCwiUmlnaHQiOjAuMCwiQm90dG9tIjowLjB9LCJQYWRkaW5nIjp7IiRpZCI6IjIzNiIsIlRvcCI6MC4wLCJMZWZ0IjowLjAsIlJpZ2h0IjowLjAsIkJvdHRvbSI6MC4wfSwiQmFja2dyb3VuZCI6bnVsbCwiSXNWaXNpYmxlIjp0cnVlLCJXaWR0aCI6MC4wLCJIZWlnaHQiOjAuMCwiQm9yZGVyU3R5bGUiOm51bGwsIlBhcmVudFN0eWxlIjpudWxsfSwiU2hhcGVTdHlsZSI6eyIkaWQiOiIyMzciLCJNYXJnaW4iOnsiJGlkIjoiMjM4IiwiVG9wIjowLjAsIkxlZnQiOjQuMCwiUmlnaHQiOjQuMCwiQm90dG9tIjowLjB9LCJQYWRkaW5nIjp7IiRpZCI6IjIzOSIsIlRvcCI6MC4wLCJMZWZ0IjowLjAsIlJpZ2h0IjowLjAsIkJvdHRvbSI6MC4wfSwiQmFja2dyb3VuZCI6eyIkaWQiOiIyNDAiLCJDb2xvciI6eyIkaWQiOiIyNDEiLCJBIjoyNTUsIlIiOjIxLCJHIjo5NiwiQiI6MTMwfX0sIklzVmlzaWJsZSI6dHJ1ZSwiV2lkdGgiOjAuMCwiSGVpZ2h0IjoxMC4wLCJCb3JkZXJTdHlsZSI6eyIkaWQiOiIyNDIiLCJMaW5lQ29sb3IiOnsiJGlkIjoiMjQzIiwiJHR5cGUiOiJOTFJFLkNvbW1vbi5Eb20uU29saWRDb2xvckJydXNoLCBOTFJFLkNvbW1vbiIsIkNvbG9yIjp7IiRpZCI6IjI0NCIsIkEiOjI1NSwiUiI6MjM0LCJHIjoyMiwiQiI6MzB9fSwiTGluZVdlaWdodCI6MC4wLCJMaW5lVHlwZSI6MCwiUGFyZW50U3R5bGUiOm51bGx9LCJQYXJlbnRTdHlsZSI6bnVsbH0sIlRpdGxlU3R5bGUiOnsiJGlkIjoiMjQ1IiwiRm9udFNldHRpbmdzIjp7IiRpZCI6IjI0NiIsIkZvbnRTaXplIjoxMSwiRm9udE5hbWUiOiJDYWxpYnJpIiwiSXNCb2xkIjpmYWxzZSwiSXNJdGFsaWMiOmZhbHNlLCJJc1VuZGVybGluZWQiOmZhbHNlLCJQYXJlbnRTdHlsZSI6bnVsbH0sIkF1dG9TaXplIjowLCJGb3JlZ3JvdW5kIjp7IiRpZCI6IjI0NyIsIkNvbG9yIjp7IiRpZCI6IjI0OC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yNDkiLCJUb3AiOjAuMCwiTGVmdCI6MC4wLCJSaWdodCI6MC4wLCJCb3R0b20iOjAuMH0sIlBhZGRpbmciOnsiJGlkIjoiMjUwIiwiVG9wIjowLjAsIkxlZnQiOjAuMCwiUmlnaHQiOjAuMCwiQm90dG9tIjowLjB9LCJCYWNrZ3JvdW5kIjp7IiRpZCI6IjI1MSIsIkNvbG9yIjp7IiRpZCI6IjI1MiIsIkEiOjI1NSwiUiI6MCwiRyI6MCwiQiI6MH19LCJJc1Zpc2libGUiOnRydWUsIldpZHRoIjowLjAsIkhlaWdodCI6MC4wLCJCb3JkZXJTdHlsZSI6eyIkaWQiOiIyNTMiLCJMaW5lQ29sb3IiOm51bGwsIkxpbmVXZWlnaHQiOjAuMCwiTGluZVR5cGUiOjAsIlBhcmVudFN0eWxlIjpudWxsfSwiUGFyZW50U3R5bGUiOm51bGx9LCJEYXRlU3R5bGUiOnsiJGlkIjoiMjU0IiwiRm9udFNldHRpbmdzIjp7IiRpZCI6IjI1NSIsIkZvbnRTaXplIjoxMCwiRm9udE5hbWUiOiJDYWxpYnJpIiwiSXNCb2xkIjpmYWxzZSwiSXNJdGFsaWMiOmZhbHNlLCJJc1VuZGVybGluZWQiOmZhbHNlLCJQYXJlbnRTdHlsZSI6bnVsbH0sIkF1dG9TaXplIjowLCJGb3JlZ3JvdW5kIjp7IiRpZCI6IjI1NiIsIkNvbG9yIjp7IiRpZCI6IjI1Ny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yNTgiLCJUb3AiOjAuMCwiTGVmdCI6MC4wLCJSaWdodCI6MC4wLCJCb3R0b20iOjAuMH0sIlBhZGRpbmciOnsiJGlkIjoiMjU5IiwiVG9wIjowLjAsIkxlZnQiOjAuMCwiUmlnaHQiOjAuMCwiQm90dG9tIjowLjB9LCJCYWNrZ3JvdW5kIjp7IiRpZCI6IjI2MCIsIkNvbG9yIjp7IiRpZCI6IjI2MSIsIkEiOjI1NSwiUiI6MTQsIkciOjQwLCJCIjo2NX19LCJJc1Zpc2libGUiOnRydWUsIldpZHRoIjowLjAsIkhlaWdodCI6MC4wLCJCb3JkZXJTdHlsZSI6eyIkaWQiOiIyNjIiLCJMaW5lQ29sb3IiOm51bGwsIkxpbmVXZWlnaHQiOjAuMCwiTGluZVR5cGUiOjAsIlBhcmVudFN0eWxlIjpudWxsfSwiUGFyZW50U3R5bGUiOm51bGx9LCJEYXRlRm9ybWF0Ijp7IiRpZCI6IjI2M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NjQiLCJGb3JtYXQiOjAsIklzVmlzaWJsZSI6ZmFsc2UsIkxhc3RLbm93blZpc2liaWxpdHlTdGF0ZSI6ZmFsc2V9LCJJc1Zpc2libGUiOnRydWUsIlZhcmlhbmNlU3R5bGUiOnsiJGlkIjoiMjY1IiwiVGV4dFN0eWxlIjp7IiRpZCI6IjI2NiIsIkZvbnRTZXR0aW5ncyI6eyIkaWQiOiIyNjciLCJGb250U2l6ZSI6MTAsIkZvbnROYW1lIjoiQ2FsaWJyaSIsIklzQm9sZCI6ZmFsc2UsIklzSXRhbGljIjpmYWxzZSwiSXNVbmRlcmxpbmVkIjpmYWxzZSwiUGFyZW50U3R5bGUiOm51bGx9LCJBdXRvU2l6ZSI6MCwiRm9yZWdyb3VuZCI6eyIkaWQiOiIyNjgiLCJDb2xvciI6eyIkaWQiOiIyNj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cwIiwiVG9wIjowLjAsIkxlZnQiOjAuMCwiUmlnaHQiOjAuMCwiQm90dG9tIjowLjB9LCJQYWRkaW5nIjp7IiRpZCI6IjI3MSIsIlRvcCI6MC4wLCJMZWZ0IjowLjAsIlJpZ2h0IjowLjAsIkJvdHRvbSI6MC4wfSwiQmFja2dyb3VuZCI6eyIkaWQiOiIyNzIiLCJDb2xvciI6eyIkaWQiOiIyNzMiLCJBIjoyNTUsIlIiOjAsIkciOjAsIkIiOjB9fSwiSXNWaXNpYmxlIjp0cnVlLCJXaWR0aCI6MC4wLCJIZWlnaHQiOjAuMCwiQm9yZGVyU3R5bGUiOnsiJGlkIjoiMjc0IiwiTGluZUNvbG9yIjpudWxsLCJMaW5lV2VpZ2h0IjowLjAsIkxpbmVUeXBlIjowLCJQYXJlbnRTdHlsZSI6bnVsbH0sIlBhcmVudFN0eWxlIjpudWxsfSwiUGFyZW50U3R5bGUiOm51bGx9LCJQYXJlbnRTdHlsZSI6bnVsbCwiX2V4cGxpY2l0bHlTZXQiOnsiJGlkIjoiMjc1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lsZXN0b25lU3R5bGUiOm51bGwsIkdyaWRsaW5lUGFuZWxTdHlsZSI6eyIkaWQiOiIyNzYiLCJHcmlkbGluZVN0eWxlIjp7IiRpZCI6IjI3NyIsIkxpbmVDb2xvciI6eyIkaWQiOiIyNzgiLCIkdHlwZSI6Ik5MUkUuQ29tbW9uLkRvbS5Tb2xpZENvbG9yQnJ1c2gsIE5MUkUuQ29tbW9uIiwiQ29sb3IiOnsiJGlkIjoiMjc5IiwiQSI6MzgsIlIiOjkxLCJHIjoxNTUsIkIiOjIxM319LCJMaW5lV2VpZ2h0IjoxLjAsIkxpbmVUeXBlIjowLCJQYXJlbnRTdHlsZSI6bnVsbH0sIk1hcmdpbiI6eyIkaWQiOiIyODAiLCJUb3AiOjAuMCwiTGVmdCI6MC4wLCJSaWdodCI6MC4wLCJCb3R0b20iOjAuMH0sIlBhZGRpbmciOnsiJGlkIjoiMjgxIiwiVG9wIjowLjAsIkxlZnQiOjAuMCwiUmlnaHQiOjAuMCwiQm90dG9tIjowLjB9LCJCYWNrZ3JvdW5kIjpudWxsLCJJc1Zpc2libGUiOnRydWUsIldpZHRoIjowLjAsIkhlaWdodCI6MC4wLCJCb3JkZXJTdHlsZSI6eyIkaWQiOiIyODIiLCJMaW5lQ29sb3IiOm51bGwsIkxpbmVXZWlnaHQiOjAuMCwiTGluZVR5cGUiOjAsIlBhcmVudFN0eWxlIjpudWxsfSwiUGFyZW50U3R5bGUiOm51bGx9LCJBY3Rpdml0eUxpbmVQYW5lbFN0eWxlIjp7IiRpZCI6IjI4MyIsIkFjdGl2aXR5TGluZVN0eWxlIjp7IiRpZCI6IjI4NCIsIkxpbmVDb2xvciI6eyIkaWQiOiIyODUiLCIkdHlwZSI6Ik5MUkUuQ29tbW9uLkRvbS5Tb2xpZENvbG9yQnJ1c2gsIE5MUkUuQ29tbW9uIiwiQ29sb3IiOnsiJGlkIjoiMjg2IiwiQSI6MzgsIlIiOjY4LCJHIjoxMTQsIkIiOjE5Nn19LCJMaW5lV2VpZ2h0IjoxLjAsIkxpbmVUeXBlIjowLCJQYXJlbnRTdHlsZSI6bnVsbH0sIk1hcmdpbiI6eyIkaWQiOiIyODciLCJUb3AiOjAuMCwiTGVmdCI6MC4wLCJSaWdodCI6MC4wLCJCb3R0b20iOjAuMH0sIlBhZGRpbmciOnsiJGlkIjoiMjg4IiwiVG9wIjowLjAsIkxlZnQiOjAuMCwiUmlnaHQiOjAuMCwiQm90dG9tIjowLjB9LCJCYWNrZ3JvdW5kIjpudWxsLCJJc1Zpc2libGUiOnRydWUsIldpZHRoIjowLjAsIkhlaWdodCI6MC4wLCJCb3JkZXJTdHlsZSI6eyIkaWQiOiIyODkiLCJMaW5lQ29sb3IiOm51bGwsIkxpbmVXZWlnaHQiOjAuMCwiTGluZVR5cGUiOjAsIlBhcmVudFN0eWxlIjpudWxsfSwiUGFyZW50U3R5bGUiOm51bGx9LCJfc2VsZWN0ZWRUaGVtZVByZXNldENvbG9ycyI6eyIkaWQiOiIyOTAiLCJUZXh0TGlnaHQiOnsiJGlkIjoiMjkxIiwiQSI6MjU1LCJSIjoyNTUsIkciOjI1NSwiQiI6MjU1fSwiVGV4dERhcmsiOnsiJGlkIjoiMjkyIiwiQSI6MjU1LCJSIjowLCJHIjowLCJCIjowfSwiQWNjZW50MSI6eyIkaWQiOiIyOTMiLCJBIjoyNTUsIlIiOjIzMiwiRyI6MjMyLCJCIjoyMzJ9LCJBY2NlbnQyIjp7IiRpZCI6IjI5NCIsIkEiOjI1NSwiUiI6MTQsIkciOjQwLCJCIjo2NX0sIkFjY2VudDMiOnsiJGlkIjoiMjk1IiwiQSI6MjU1LCJSIjoyMSwiRyI6OTYsIkIiOjEzMH0sIkFjY2VudDQiOnsiJGlkIjoiMjk2IiwiQSI6MjU1LCJSIjoyMzMsIkciOjExMywiQiI6NTB9LCJBY2NlbnQ1Ijp7IiRpZCI6IjI5NyIsIkEiOjI1NSwiUiI6MjUsIkciOjEwNywiQiI6MzZ9LCJBY2NlbnQ2Ijp7IiRpZCI6IjI5OCIsIkEiOjI1NSwiUiI6MTUsIkciOjE1OCwiQiI6MjEzfSwiQWNjZW50NyI6eyIkaWQiOiIyOTkiLCJBIjoyNTUsIlIiOjE2MCwiRyI6NDMsIkIiOjE0N30sIkFjY2VudDgiOnsiJGlkIjoiMzAwIiwiQSI6MjU1LCJSIjo3OCwiRyI6MTY3LCJCIjo0Nn19LCJTaG93RWxhcHNlZFRpbWVHcmFkaWVudFN0eWxlIjpmYWxzZSwiVGltZWJhbmRSZXNlcnZlZExlZnRBcmVhU3R5bGUiOnsiJGlkIjoiMzAxIiwiQWN0aXZpdHlIZWFkZXJXaWR0aCI6MC4wLCJJc1NldCI6ZmFsc2V9LCJEZWZhdWx0U3dpbWxhbmVTdHlsZSI6bnVsbCwiRGVmYXVsdFN3aW1sYW5lVjJTdHlsZSI6eyIkaWQiOiIzMDIiLCJTdHlsZUlkIjoiMzMyY2ZiMTMtYjQwMS00ZWMzLWI2NTUtNzM5NjhkMDRkNzQ5IiwiSGVhZGVyU3R5bGUiOnsiJGlkIjoiMzAzIiwiVGV4dElzVmVydGljYWwiOmZhbHNlLCJUZXh0U3R5bGUiOnsiJGlkIjoiMzA0IiwiRm9udFNldHRpbmdzIjp7IiRpZCI6IjMwNSIsIkZvbnRTaXplIjoxMSwiRm9udE5hbWUiOiJDYWxpYnJpIiwiSXNCb2xkIjpmYWxzZSwiSXNJdGFsaWMiOmZhbHNlLCJJc1VuZGVybGluZWQiOmZhbHNlLCJQYXJlbnRTdHlsZSI6bnVsbH0sIkF1dG9TaXplIjoyLCJGb3JlZ3JvdW5kIjp7IiRpZCI6IjMwNiIsIkNvbG9yIjp7IiRpZCI6IjMwNy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MwOCIsIlRvcCI6MC4wLCJMZWZ0IjowLjAsIlJpZ2h0IjowLjAsIkJvdHRvbSI6MC4wfSwiUGFkZGluZyI6eyIkaWQiOiIzMDkiLCJUb3AiOjAuMCwiTGVmdCI6MC4wLCJSaWdodCI6MC4wLCJCb3R0b20iOjAuMH0sIkJhY2tncm91bmQiOnsiJGlkIjoiMzEwIiwiQ29sb3IiOnsiJGlkIjoiMzExIiwiQSI6MjU1LCJSIjoyNTUsIkciOjI1NSwiQiI6MjU1fX0sIklzVmlzaWJsZSI6dHJ1ZSwiV2lkdGgiOjAuMCwiSGVpZ2h0IjowLjAsIkJvcmRlclN0eWxlIjpudWxsLCJQYXJlbnRTdHlsZSI6bnVsbH0sIlJlY3RhbmdsZVN0eWxlIjp7IiRpZCI6IjMxMiIsIk1hcmdpbiI6eyIkaWQiOiIzMTMiLCJUb3AiOjAuMCwiTGVmdCI6MC4wLCJSaWdodCI6MC4wLCJCb3R0b20iOjAuMH0sIlBhZGRpbmciOnsiJGlkIjoiMzE0IiwiVG9wIjowLjAsIkxlZnQiOjAuMCwiUmlnaHQiOjAuMCwiQm90dG9tIjowLjB9LCJCYWNrZ3JvdW5kIjp7IiRpZCI6IjMxNSIsIkNvbG9yIjp7IiRpZCI6IjMxNiIsIkEiOjI1NSwiUiI6MjEsIkciOjk2LCJCIjoxMzB9fSwiSXNWaXNpYmxlIjp0cnVlLCJXaWR0aCI6MC4wLCJIZWlnaHQiOjAuMCwiQm9yZGVyU3R5bGUiOnsiJGlkIjoiMzE3IiwiTGluZUNvbG9yIjp7IiRpZCI6IjMxOCIsIiR0eXBlIjoiTkxSRS5Db21tb24uRG9tLlNvbGlkQ29sb3JCcnVzaCwgTkxSRS5Db21tb24iLCJDb2xvciI6eyIkaWQiOiIzMTkiLCJBIjoyNTUsIlIiOjI1NSwiRyI6MjU1LCJCIjoyNTV9fSwiTGluZVdlaWdodCI6MC4wLCJMaW5lVHlwZSI6MCwiUGFyZW50U3R5bGUiOm51bGx9LCJQYXJlbnRTdHlsZSI6bnVsbH0sIk1hcmdpbiI6eyIkaWQiOiIzMjAiLCJUb3AiOjAuMCwiTGVmdCI6MC4wLCJSaWdodCI6MC4wLCJCb3R0b20iOjAuMH0sIlBhZGRpbmciOnsiJGlkIjoiMzIxIiwiVG9wIjowLjAsIkxlZnQiOjAuMCwiUmlnaHQiOjAuMCwiQm90dG9tIjowLjB9LCJCYWNrZ3JvdW5kIjpudWxsLCJJc1Zpc2libGUiOnRydWUsIldpZHRoIjowLjAsIkhlaWdodCI6MC4wLCJCb3JkZXJTdHlsZSI6bnVsbCwiUGFyZW50U3R5bGUiOm51bGx9LCJCYWNrZ3JvdW5kU3R5bGUiOnsiJGlkIjoiMzIyIiwiTWFyZ2luIjp7IiRpZCI6IjMyMyIsIlRvcCI6MC4wLCJMZWZ0IjowLjAsIlJpZ2h0IjowLjAsIkJvdHRvbSI6MC4wfSwiUGFkZGluZyI6eyIkaWQiOiIzMjQiLCJUb3AiOjAuMCwiTGVmdCI6MC4wLCJSaWdodCI6MC4wLCJCb3R0b20iOjAuMH0sIkJhY2tncm91bmQiOnsiJGlkIjoiMzI1IiwiQ29sb3IiOnsiJGlkIjoiMzI2IiwiQSI6NTEsIlIiOjIwMCwiRyI6MjAwLCJCIjoyMDB9fSwiSXNWaXNpYmxlIjp0cnVlLCJXaWR0aCI6MC4wLCJIZWlnaHQiOjAuMCwiQm9yZGVyU3R5bGUiOnsiJGlkIjoiMzI3IiwiTGluZUNvbG9yIjp7IiRpZCI6IjMyOCIsIiR0eXBlIjoiTkxSRS5Db21tb24uRG9tLlNvbGlkQ29sb3JCcnVzaCwgTkxSRS5Db21tb24iLCJDb2xvciI6eyIkaWQiOiIzMjkiLCJBIjoyNTUsIlIiOjIzNCwiRyI6MjIsIkIiOjMwfX0sIkxpbmVXZWlnaHQiOjAuMCwiTGluZVR5cGUiOjAsIlBhcmVudFN0eWxlIjpudWxsfSwiUGFyZW50U3R5bGUiOm51bGx9LCJJc0Fib3ZlVGltZWJhbmQiOmZhbHNlLCJTcGFjaW5nIjozLCJEZWZhdWx0U3dpbWxhbmVUYXNrU3R5bGUiOnsiJGlkIjoiMzMwIiwiJHR5cGUiOiJOTFJFLkNvbW1vbi5Eb20uU3R5bGVzLkV4cGxpY2l0U2V0YWJsZVRhc2tTdHlsZSwgTkxSRS5Db21tb24iLCJTaGFwZSI6MSwiU2hhcGVUaGlja25lc3MiOjAsIkR1cmF0aW9uRm9ybWF0IjowLCJJbmNsdWRlTm9uV29ya2luZ0RheXNJbkR1cmF0aW9uIjpmYWxzZSwiUGVyY2VudGFnZUNvbXBsZXRlU3R5bGUiOnsiJGlkIjoiMzMxIiwiRm9udFNldHRpbmdzIjp7IiRpZCI6IjMzMiIsIkZvbnRTaXplIjoxMCwiRm9udE5hbWUiOiJDYWxpYnJpIiwiSXNCb2xkIjpmYWxzZSwiSXNJdGFsaWMiOmZhbHNlLCJJc1VuZGVybGluZWQiOmZhbHNlLCJQYXJlbnRTdHlsZSI6bnVsbH0sIkF1dG9TaXplIjowLCJGb3JlZ3JvdW5kIjp7IiRpZCI6IjMzMyIsIkNvbG9yIjp7IiRpZCI6IjMzNC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zMzUiLCJUb3AiOjAuMCwiTGVmdCI6MC4wLCJSaWdodCI6MC4wLCJCb3R0b20iOjAuMH0sIlBhZGRpbmciOnsiJGlkIjoiMzM2IiwiVG9wIjowLjAsIkxlZnQiOjAuMCwiUmlnaHQiOjAuMCwiQm90dG9tIjowLjB9LCJCYWNrZ3JvdW5kIjp7IiRpZCI6IjMzNyIsIkNvbG9yIjp7IiRpZCI6IjMzOCIsIkEiOjg5LCJSIjowLCJHIjowLCJCIjowfX0sIklzVmlzaWJsZSI6dHJ1ZSwiV2lkdGgiOjAuMCwiSGVpZ2h0IjowLjAsIkJvcmRlclN0eWxlIjp7IiRpZCI6IjMzOSIsIkxpbmVDb2xvciI6bnVsbCwiTGluZVdlaWdodCI6MC4wLCJMaW5lVHlwZSI6MCwiUGFyZW50U3R5bGUiOm51bGx9LCJQYXJlbnRTdHlsZSI6bnVsbH0sIkR1cmF0aW9uU3R5bGUiOnsiJGlkIjoiMzQwIiwiRm9udFNldHRpbmdzIjp7IiRpZCI6IjM0MSIsIkZvbnRTaXplIjoxMCwiRm9udE5hbWUiOiJDYWxpYnJpIiwiSXNCb2xkIjpmYWxzZSwiSXNJdGFsaWMiOmZhbHNlLCJJc1VuZGVybGluZWQiOmZhbHNlLCJQYXJlbnRTdHlsZSI6bnVsbH0sIkF1dG9TaXplIjowLCJGb3JlZ3JvdW5kIjp7IiRpZCI6IjM0MiIsIkNvbG9yIjp7IiRpZCI6IjM0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M0NCIsIlRvcCI6MC4wLCJMZWZ0IjowLjAsIlJpZ2h0IjowLjAsIkJvdHRvbSI6MC4wfSwiUGFkZGluZyI6eyIkaWQiOiIzNDUiLCJUb3AiOjAuMCwiTGVmdCI6MC4wLCJSaWdodCI6MC4wLCJCb3R0b20iOjAuMH0sIkJhY2tncm91bmQiOnsiJGlkIjoiMzQ2IiwiQ29sb3IiOnsiJGlkIjoiMzQ3IiwiQSI6MjU1LCJSIjoyMzcsIkciOjEyNSwiQiI6NDl9fSwiSXNWaXNpYmxlIjp0cnVlLCJXaWR0aCI6MC4wLCJIZWlnaHQiOjAuMCwiQm9yZGVyU3R5bGUiOnsiJGlkIjoiMzQ4IiwiTGluZUNvbG9yIjpudWxsLCJMaW5lV2VpZ2h0IjowLjAsIkxpbmVUeXBlIjowLCJQYXJlbnRTdHlsZSI6bnVsbH0sIlBhcmVudFN0eWxlIjpudWxsfSwiSG9yaXpvbnRhbENvbm5lY3RvclN0eWxlIjp7IiRpZCI6IjM0OSIsIkxpbmVDb2xvciI6eyIkaWQiOiIzNTAiLCIkdHlwZSI6Ik5MUkUuQ29tbW9uLkRvbS5Tb2xpZENvbG9yQnJ1c2gsIE5MUkUuQ29tbW9uIiwiQ29sb3IiOnsiJGlkIjoiMzUxIiwiQSI6MjU1LCJSIjowLCJHIjowLCJCIjowfX0sIkxpbmVXZWlnaHQiOjAuMCwiTGluZVR5cGUiOjAsIlBhcmVudFN0eWxlIjpudWxsfSwiVmVydGljYWxDb25uZWN0b3JTdHlsZSI6eyIkaWQiOiIzNTIiLCJMaW5lQ29sb3IiOnsiJGlkIjoiMzUzIiwiJHR5cGUiOiJOTFJFLkNvbW1vbi5Eb20uU29saWRDb2xvckJydXNoLCBOTFJFLkNvbW1vbiIsIkNvbG9yIjp7IiRpZCI6IjM1NC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yLCJTcGFjaW5nIjozLCJJc0JlbG93VGltZWJhbmQiOmZhbHNlLCJQZXJjZW50YWdlQ29tcGxldGVTaGFwZU9wYWNpdHkiOjM1LCJCYXNlbGluZVN0eWxlIjp7IiRpZCI6IjM1NSIsIlNoYXBlU3R5bGUiOnsiJGlkIjoiMzU2IiwiTWFyZ2luIjp7IiRpZCI6IjM1NyIsIlRvcCI6MC4wLCJMZWZ0IjowLjAsIlJpZ2h0IjowLjAsIkJvdHRvbSI6MC4wfSwiUGFkZGluZyI6eyIkaWQiOiIzNTgiLCJUb3AiOjAuMCwiTGVmdCI6MC4wLCJSaWdodCI6MC4wLCJCb3R0b20iOjAuMH0sIkJhY2tncm91bmQiOnsiJGlkIjoiMzU5IiwiQ29sb3IiOnsiJGlkIjoiMzYwIiwiQSI6MTUzLCJSIjowLCJHIjowLCJCIjowfX0sIklzVmlzaWJsZSI6dHJ1ZSwiV2lkdGgiOjAuMCwiSGVpZ2h0IjowLjAsIkJvcmRlclN0eWxlIjp7IiRpZCI6IjM2MSIsIkxpbmVDb2xvciI6eyIkaWQiOiIzNjIiLCIkdHlwZSI6Ik5MUkUuQ29tbW9uLkRvbS5Tb2xpZENvbG9yQnJ1c2gsIE5MUkUuQ29tbW9uIiwiQ29sb3IiOnsiJGlkIjoiMzYzIiwiQSI6MjU1LCJSIjoyNTUsIkciOjAsIkIiOjB9fSwiTGluZVdlaWdodCI6MC4wLCJMaW5lVHlwZSI6MCwiUGFyZW50U3R5bGUiOm51bGx9LCJQYXJlbnRTdHlsZSI6bnVsbH0sIk1hcmdpbiI6eyIkaWQiOiIzNjQiLCJUb3AiOjAuMCwiTGVmdCI6MC4wLCJSaWdodCI6MC4wLCJCb3R0b20iOjAuMH0sIlBhZGRpbmciOnsiJGlkIjoiMzY1IiwiVG9wIjowLjAsIkxlZnQiOjAuMCwiUmlnaHQiOjAuMCwiQm90dG9tIjowLjB9LCJCYWNrZ3JvdW5kIjpudWxsLCJJc1Zpc2libGUiOnRydWUsIldpZHRoIjowLjAsIkhlaWdodCI6MC4wLCJCb3JkZXJTdHlsZSI6bnVsbCwiUGFyZW50U3R5bGUiOm51bGx9LCJTaGFwZVN0eWxlIjp7IiRpZCI6IjM2NiIsIk1hcmdpbiI6eyIkaWQiOiIzNjciLCJUb3AiOjAuMCwiTGVmdCI6NC4wLCJSaWdodCI6NC4wLCJCb3R0b20iOjAuMH0sIlBhZGRpbmciOnsiJGlkIjoiMzY4IiwiVG9wIjowLjAsIkxlZnQiOjAuMCwiUmlnaHQiOjAuMCwiQm90dG9tIjowLjB9LCJCYWNrZ3JvdW5kIjp7IiRpZCI6IjM2OSIsIkNvbG9yIjp7IiRpZCI6IjM3MCIsIkEiOjI1NSwiUiI6MjEsIkciOjk2LCJCIjoxMzB9fSwiSXNWaXNpYmxlIjp0cnVlLCJXaWR0aCI6MC4wLCJIZWlnaHQiOjEwLjAsIkJvcmRlclN0eWxlIjp7IiRpZCI6IjM3MSIsIkxpbmVDb2xvciI6eyIkaWQiOiIzNzIiLCIkdHlwZSI6Ik5MUkUuQ29tbW9uLkRvbS5Tb2xpZENvbG9yQnJ1c2gsIE5MUkUuQ29tbW9uIiwiQ29sb3IiOnsiJGlkIjoiMzczIiwiQSI6MjU1LCJSIjoyMzQsIkciOjIyLCJCIjozMH19LCJMaW5lV2VpZ2h0IjowLjAsIkxpbmVUeXBlIjowLCJQYXJlbnRTdHlsZSI6bnVsbH0sIlBhcmVudFN0eWxlIjpudWxsfSwiVGl0bGVTdHlsZSI6eyIkaWQiOiIzNzQiLCJGb250U2V0dGluZ3MiOnsiJGlkIjoiMzc1IiwiRm9udFNpemUiOjExLCJGb250TmFtZSI6IkNhbGlicmkiLCJJc0JvbGQiOmZhbHNlLCJJc0l0YWxpYyI6ZmFsc2UsIklzVW5kZXJsaW5lZCI6ZmFsc2UsIlBhcmVudFN0eWxlIjpudWxsfSwiQXV0b1NpemUiOjAsIkZvcmVncm91bmQiOnsiJGlkIjoiMzc2IiwiQ29sb3IiOnsiJGlkIjoiMzc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3OCIsIlRvcCI6MC4wLCJMZWZ0IjowLjAsIlJpZ2h0IjowLjAsIkJvdHRvbSI6MC4wfSwiUGFkZGluZyI6eyIkaWQiOiIzNzkiLCJUb3AiOjAuMCwiTGVmdCI6MC4wLCJSaWdodCI6MC4wLCJCb3R0b20iOjAuMH0sIkJhY2tncm91bmQiOnsiJGlkIjoiMzgwIiwiQ29sb3IiOnsiJGlkIjoiMzgxIiwiQSI6MjU1LCJSIjowLCJHIjowLCJCIjowfX0sIklzVmlzaWJsZSI6dHJ1ZSwiV2lkdGgiOjAuMCwiSGVpZ2h0IjowLjAsIkJvcmRlclN0eWxlIjp7IiRpZCI6IjM4MiIsIkxpbmVDb2xvciI6bnVsbCwiTGluZVdlaWdodCI6MC4wLCJMaW5lVHlwZSI6MCwiUGFyZW50U3R5bGUiOm51bGx9LCJQYXJlbnRTdHlsZSI6bnVsbH0sIkRhdGVTdHlsZSI6eyIkaWQiOiIzODMiLCJGb250U2V0dGluZ3MiOnsiJGlkIjoiMzg0IiwiRm9udFNpemUiOjEwLCJGb250TmFtZSI6IkNhbGlicmkiLCJJc0JvbGQiOmZhbHNlLCJJc0l0YWxpYyI6ZmFsc2UsIklzVW5kZXJsaW5lZCI6ZmFsc2UsIlBhcmVudFN0eWxlIjpudWxsfSwiQXV0b1NpemUiOjAsIkZvcmVncm91bmQiOnsiJGlkIjoiMzg1IiwiQ29sb3IiOnsiJGlkIjoiMzg2IiwiQSI6MjU1LCJSIjoxNCwiRyI6NDAsIkIiOjY1fX0sIk1heFdpZHRoIjoyMDAuMCwiTWF4SGVpZ2h0IjoiSW5maW5pdHkiLCJTbWFydEZvcmVncm91bmRJc0FjdGl2ZSI6ZmFsc2UsIkhvcml6b250YWxBbGlnbm1lbnQiOjIsIlZlcnRpY2FsQWxpZ25tZW50IjoxLCJTbWFydEZvcmVncm91bmQiOm51bGwsIkJhY2tncm91bmRGaWxsVHlwZSI6MCwiTWFyZ2luIjp7IiRpZCI6IjM4NyIsIlRvcCI6MC4wLCJMZWZ0IjowLjAsIlJpZ2h0IjowLjAsIkJvdHRvbSI6MC4wfSwiUGFkZGluZyI6eyIkaWQiOiIzODgiLCJUb3AiOjAuMCwiTGVmdCI6MC4wLCJSaWdodCI6MC4wLCJCb3R0b20iOjAuMH0sIkJhY2tncm91bmQiOnsiJGlkIjoiMzg5IiwiQ29sb3IiOnsiJGlkIjoiMzkwIiwiQSI6MjU1LCJSIjoxNCwiRyI6NDAsIkIiOjY1fX0sIklzVmlzaWJsZSI6dHJ1ZSwiV2lkdGgiOjAuMCwiSGVpZ2h0IjowLjAsIkJvcmRlclN0eWxlIjp7IiRpZCI6IjM5MSIsIkxpbmVDb2xvciI6bnVsbCwiTGluZVdlaWdodCI6MC4wLCJMaW5lVHlwZSI6MCwiUGFyZW50U3R5bGUiOm51bGx9LCJQYXJlbnRTdHlsZSI6bnVsbH0sIkRhdGVGb3JtYXQiOnsiJGlkIjoiMzk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5MyIsIkZvcm1hdCI6MCwiSXNWaXNpYmxlIjpmYWxzZSwiTGFzdEtub3duVmlzaWJpbGl0eVN0YXRlIjpmYWxzZX0sIklzVmlzaWJsZSI6dHJ1ZSwiVmFyaWFuY2VTdHlsZSI6eyIkaWQiOiIzOTQiLCJUZXh0U3R5bGUiOnsiJGlkIjoiMzk1IiwiRm9udFNldHRpbmdzIjp7IiRpZCI6IjM5NiIsIkZvbnRTaXplIjoxMCwiRm9udE5hbWUiOiJDYWxpYnJpIiwiSXNCb2xkIjpmYWxzZSwiSXNJdGFsaWMiOmZhbHNlLCJJc1VuZGVybGluZWQiOmZhbHNlLCJQYXJlbnRTdHlsZSI6bnVsbH0sIkF1dG9TaXplIjowLCJGb3JlZ3JvdW5kIjp7IiRpZCI6IjM5NyIsIkNvbG9yIjp7IiRpZCI6IjM5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OTkiLCJUb3AiOjAuMCwiTGVmdCI6MC4wLCJSaWdodCI6MC4wLCJCb3R0b20iOjAuMH0sIlBhZGRpbmciOnsiJGlkIjoiNDAwIiwiVG9wIjowLjAsIkxlZnQiOjAuMCwiUmlnaHQiOjAuMCwiQm90dG9tIjowLjB9LCJCYWNrZ3JvdW5kIjp7IiRpZCI6IjQwMSIsIkNvbG9yIjp7IiRpZCI6IjQwMiIsIkEiOjI1NSwiUiI6MCwiRyI6MCwiQiI6MH19LCJJc1Zpc2libGUiOnRydWUsIldpZHRoIjowLjAsIkhlaWdodCI6MC4wLCJCb3JkZXJTdHlsZSI6eyIkaWQiOiI0MDMiLCJMaW5lQ29sb3IiOm51bGwsIkxpbmVXZWlnaHQiOjAuMCwiTGluZVR5cGUiOjAsIlBhcmVudFN0eWxlIjpudWxsfSwiUGFyZW50U3R5bGUiOm51bGx9LCJQYXJlbnRTdHlsZSI6bnVsbH0sIlBhcmVudFN0eWxlIjpudWxsLCJfZXhwbGljaXRseVNldCI6eyIkaWQiOiI0MDQ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0MDUiLCJTaGFwZSI6MSwiQ29ubmVjdG9yTWFyZ2luIjp7IiRpZCI6IjQwNiIsIlRvcCI6MC4wLCJMZWZ0IjoyLjAsIlJpZ2h0IjoyLjAsIkJvdHRvbSI6MC4wfSwiQ29ubmVjdG9yU3R5bGUiOnsiJGlkIjoiNDA3IiwiTGluZUNvbG9yIjp7IiRpZCI6IjQwOCIsIiR0eXBlIjoiTkxSRS5Db21tb24uRG9tLlNvbGlkQ29sb3JCcnVzaCwgTkxSRS5Db21tb24iLCJDb2xvciI6eyIkaWQiOiI0MDkiLCJBIjoxMjcsIlIiOjExLCJHIjo0OCwiQiI6NjV9fSwiTGluZVdlaWdodCI6MS4wLCJMaW5lVHlwZSI6MCwiUGFyZW50U3R5bGUiOm51bGx9LCJJc0JlbG93VGltZWJhbmQiOmZhbHNlLCJQb3NpdGlvbk9uVGFzayI6MSwiSGlkZURhdGUiOmZhbHNlLCJTaGFwZVNpemUiOjAsIlNwYWNpbmciOjAuMCwiUGFkZGluZyI6eyIkaWQiOiI0MTAiLCJUb3AiOjUuMCwiTGVmdCI6My4wLCJSaWdodCI6MC4wLCJCb3R0b20iOjIuMH0sIlNoYXBlU3R5bGUiOnsiJGlkIjoiNDExIiwiTWFyZ2luIjp7IiRpZCI6IjQxMiIsIlRvcCI6MC4wLCJMZWZ0IjowLjAsIlJpZ2h0IjowLjAsIkJvdHRvbSI6MC4wfSwiUGFkZGluZyI6eyIkaWQiOiI0MTMiLCJUb3AiOjAuMCwiTGVmdCI6MC4wLCJSaWdodCI6MC4wLCJCb3R0b20iOjAuMH0sIkJhY2tncm91bmQiOnsiJGlkIjoiNDE0IiwiQ29sb3IiOnsiJGlkIjoiNDE1IiwiQSI6MjU1LCJSIjoxMSwiRyI6NDgsIkIiOjY1fX0sIklzVmlzaWJsZSI6dHJ1ZSwiV2lkdGgiOjEyLjAsIkhlaWdodCI6MTQuMCwiQm9yZGVyU3R5bGUiOnsiJGlkIjoiNDE2IiwiTGluZUNvbG9yIjp7IiRpZCI6IjQxNyIsIiR0eXBlIjoiTkxSRS5Db21tb24uRG9tLlNvbGlkQ29sb3JCcnVzaCwgTkxSRS5Db21tb24iLCJDb2xvciI6eyIkaWQiOiI0MTgiLCJBIjoyNTUsIlIiOjI1NSwiRyI6MCwiQiI6MH19LCJMaW5lV2VpZ2h0IjowLjAsIkxpbmVUeXBlIjowLCJQYXJlbnRTdHlsZSI6bnVsbH0sIlBhcmVudFN0eWxlIjpudWxsfSwiVGl0bGVTdHlsZSI6eyIkaWQiOiI0MTkiLCJGb250U2V0dGluZ3MiOnsiJGlkIjoiNDIwIiwiRm9udFNpemUiOjExLCJGb250TmFtZSI6IkNhbGlicmkiLCJJc0JvbGQiOmZhbHNlLCJJc0l0YWxpYyI6ZmFsc2UsIklzVW5kZXJsaW5lZCI6ZmFsc2UsIlBhcmVudFN0eWxlIjpudWxsfSwiQXV0b1NpemUiOjAsIkZvcmVncm91bmQiOnsiJGlkIjoiNDIxIiwiQ29sb3IiOnsiJGlkIjoiNDI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QyMyIsIlRvcCI6MC4wLCJMZWZ0IjowLjAsIlJpZ2h0IjowLjAsIkJvdHRvbSI6MC4wfSwiUGFkZGluZyI6eyIkaWQiOiI0MjQiLCJUb3AiOjAuMCwiTGVmdCI6MC4wLCJSaWdodCI6MC4wLCJCb3R0b20iOjAuMH0sIkJhY2tncm91bmQiOnsiJGlkIjoiNDI1IiwiQ29sb3IiOnsiJGlkIjoiNDI2IiwiQSI6MjU1LCJSIjowLCJHIjowLCJCIjowfX0sIklzVmlzaWJsZSI6dHJ1ZSwiV2lkdGgiOjAuMCwiSGVpZ2h0IjowLjAsIkJvcmRlclN0eWxlIjp7IiRpZCI6IjQyNyIsIkxpbmVDb2xvciI6bnVsbCwiTGluZVdlaWdodCI6MC4wLCJMaW5lVHlwZSI6MCwiUGFyZW50U3R5bGUiOm51bGx9LCJQYXJlbnRTdHlsZSI6bnVsbH0sIkRhdGVTdHlsZSI6eyIkaWQiOiI0MjgiLCJGb250U2V0dGluZ3MiOnsiJGlkIjoiNDI5IiwiRm9udFNpemUiOjEwLCJGb250TmFtZSI6IkNhbGlicmkiLCJJc0JvbGQiOmZhbHNlLCJJc0l0YWxpYyI6ZmFsc2UsIklzVW5kZXJsaW5lZCI6ZmFsc2UsIlBhcmVudFN0eWxlIjpudWxsfSwiQXV0b1NpemUiOjAsIkZvcmVncm91bmQiOnsiJGlkIjoiNDMwIiwiQ29sb3IiOnsiJGlkIjoiNDM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QzMiIsIlRvcCI6MC4wLCJMZWZ0IjowLjAsIlJpZ2h0IjowLjAsIkJvdHRvbSI6MC4wfSwiUGFkZGluZyI6eyIkaWQiOiI0MzMiLCJUb3AiOjAuMCwiTGVmdCI6MC4wLCJSaWdodCI6MC4wLCJCb3R0b20iOjAuMH0sIkJhY2tncm91bmQiOnsiJGlkIjoiNDM0IiwiQ29sb3IiOnsiJGlkIjoiNDM1IiwiQSI6MjU1LCJSIjoxNCwiRyI6NDAsIkIiOjY1fX0sIklzVmlzaWJsZSI6dHJ1ZSwiV2lkdGgiOjAuMCwiSGVpZ2h0IjowLjAsIkJvcmRlclN0eWxlIjp7IiRpZCI6IjQzNiIsIkxpbmVDb2xvciI6bnVsbCwiTGluZVdlaWdodCI6MC4wLCJMaW5lVHlwZSI6MCwiUGFyZW50U3R5bGUiOm51bGx9LCJQYXJlbnRTdHlsZSI6bnVsbH0sIkRhdGVGb3JtYXQiOnsiJGlkIjoiNDM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zOCIsIkZvcm1hdCI6MCwiSXNWaXNpYmxlIjpmYWxzZSwiTGFzdEtub3duVmlzaWJpbGl0eVN0YXRlIjpmYWxzZX0sIklzVmlzaWJsZSI6dHJ1ZSwiVmFyaWFuY2VTdHlsZSI6eyIkaWQiOiI0MzkiLCJUZXh0U3R5bGUiOnsiJGlkIjoiNDQwIiwiRm9udFNldHRpbmdzIjp7IiRpZCI6IjQ0MSIsIkZvbnRTaXplIjoxMCwiRm9udE5hbWUiOiJDYWxpYnJpIiwiSXNCb2xkIjpmYWxzZSwiSXNJdGFsaWMiOmZhbHNlLCJJc1VuZGVybGluZWQiOmZhbHNlLCJQYXJlbnRTdHlsZSI6bnVsbH0sIkF1dG9TaXplIjowLCJGb3JlZ3JvdW5kIjp7IiRpZCI6IjQ0MiIsIkNvbG9yIjp7IiRpZCI6IjQ0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DQiLCJUb3AiOjAuMCwiTGVmdCI6MC4wLCJSaWdodCI6MC4wLCJCb3R0b20iOjAuMH0sIlBhZGRpbmciOnsiJGlkIjoiNDQ1IiwiVG9wIjowLjAsIkxlZnQiOjAuMCwiUmlnaHQiOjAuMCwiQm90dG9tIjowLjB9LCJCYWNrZ3JvdW5kIjp7IiRpZCI6IjQ0NiIsIkNvbG9yIjp7IiRpZCI6IjQ0NyIsIkEiOjI1NSwiUiI6MCwiRyI6MCwiQiI6MH19LCJJc1Zpc2libGUiOnRydWUsIldpZHRoIjowLjAsIkhlaWdodCI6MC4wLCJCb3JkZXJTdHlsZSI6eyIkaWQiOiI0NDgiLCJMaW5lQ29sb3IiOm51bGwsIkxpbmVXZWlnaHQiOjAuMCwiTGluZVR5cGUiOjAsIlBhcmVudFN0eWxlIjpudWxsfSwiUGFyZW50U3R5bGUiOm51bGx9LCJQYXJlbnRTdHlsZSI6bnVsbH0sIlBhcmVudFN0eWxlIjpudWxsfSwiRGVmYXVsdFN3aW1sYW5lTWlsZXN0b25lU3R5bGUiOnsiJGlkIjoiNDQ5IiwiVGl0bGVQb3NpdGlvbiI6IkxlZnQiLCJEYXRlUG9zaXRpb24iOiJSaWdodCIsIlZhcmlhbmNlUG9zaXRpb24iOiJSaWdodCIsIlNoYXBlVHlwZSI6MSwiU2hhcGVTaXplIjowLCJTcGFjaW5nIjo1LCJTaGFwZVN0eWxlIjp7IiRpZCI6IjQ1MCIsIk1hcmdpbiI6eyIkaWQiOiI0NTEiLCJUb3AiOjAuMCwiTGVmdCI6MC4wLCJSaWdodCI6MC4wLCJCb3R0b20iOjAuMH0sIlBhZGRpbmciOnsiJGlkIjoiNDUyIiwiVG9wIjowLjAsIkxlZnQiOjAuMCwiUmlnaHQiOjAuMCwiQm90dG9tIjowLjB9LCJCYWNrZ3JvdW5kIjp7IiRpZCI6IjQ1MyIsIkNvbG9yIjp7IiRpZCI6IjQ1NCIsIkEiOjI1NSwiUiI6MjEsIkciOjk2LCJCIjoxMzB9fSwiSXNWaXNpYmxlIjp0cnVlLCJXaWR0aCI6MTIuMCwiSGVpZ2h0IjoxNC4wLCJCb3JkZXJTdHlsZSI6eyIkaWQiOiI0NTUiLCJMaW5lQ29sb3IiOnsiJGlkIjoiNDU2IiwiJHR5cGUiOiJOTFJFLkNvbW1vbi5Eb20uU29saWRDb2xvckJydXNoLCBOTFJFLkNvbW1vbiIsIkNvbG9yIjp7IiRpZCI6IjQ1NyIsIkEiOjI1NSwiUiI6MjM0LCJHIjoyMiwiQiI6MzB9fSwiTGluZVdlaWdodCI6MC4wLCJMaW5lVHlwZSI6MCwiUGFyZW50U3R5bGUiOm51bGx9LCJQYXJlbnRTdHlsZSI6bnVsbH0sIlRpdGxlU3R5bGUiOnsiJGlkIjoiNDU4IiwiRm9udFNldHRpbmdzIjp7IiRpZCI6IjQ1OSIsIkZvbnRTaXplIjoxMSwiRm9udE5hbWUiOiJDYWxpYnJpIiwiSXNCb2xkIjpmYWxzZSwiSXNJdGFsaWMiOmZhbHNlLCJJc1VuZGVybGluZWQiOmZhbHNlLCJQYXJlbnRTdHlsZSI6bnVsbH0sIkF1dG9TaXplIjowLCJGb3JlZ3JvdW5kIjp7IiRpZCI6IjQ2MCIsIkNvbG9yIjp7IiRpZCI6IjQ2MS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0NjIiLCJUb3AiOjAuMCwiTGVmdCI6MC4wLCJSaWdodCI6MC4wLCJCb3R0b20iOjAuMH0sIlBhZGRpbmciOnsiJGlkIjoiNDYzIiwiVG9wIjowLjAsIkxlZnQiOjAuMCwiUmlnaHQiOjAuMCwiQm90dG9tIjowLjB9LCJCYWNrZ3JvdW5kIjp7IiRpZCI6IjQ2NCIsIkNvbG9yIjp7IiRpZCI6IjQ2NSIsIkEiOjI1NSwiUiI6MCwiRyI6MCwiQiI6MH19LCJJc1Zpc2libGUiOnRydWUsIldpZHRoIjowLjAsIkhlaWdodCI6MC4wLCJCb3JkZXJTdHlsZSI6eyIkaWQiOiI0NjYiLCJMaW5lQ29sb3IiOm51bGwsIkxpbmVXZWlnaHQiOjAuMCwiTGluZVR5cGUiOjAsIlBhcmVudFN0eWxlIjpudWxsfSwiUGFyZW50U3R5bGUiOm51bGx9LCJEYXRlU3R5bGUiOnsiJGlkIjoiNDY3IiwiRm9udFNldHRpbmdzIjp7IiRpZCI6IjQ2OCIsIkZvbnRTaXplIjoxMCwiRm9udE5hbWUiOiJDYWxpYnJpIiwiSXNCb2xkIjpmYWxzZSwiSXNJdGFsaWMiOmZhbHNlLCJJc1VuZGVybGluZWQiOmZhbHNlLCJQYXJlbnRTdHlsZSI6bnVsbH0sIkF1dG9TaXplIjowLCJGb3JlZ3JvdW5kIjp7IiRpZCI6IjQ2OSIsIkNvbG9yIjp7IiRpZCI6IjQ3MC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0NzEiLCJUb3AiOjAuMCwiTGVmdCI6MC4wLCJSaWdodCI6MC4wLCJCb3R0b20iOjAuMH0sIlBhZGRpbmciOnsiJGlkIjoiNDcyIiwiVG9wIjowLjAsIkxlZnQiOjAuMCwiUmlnaHQiOjAuMCwiQm90dG9tIjowLjB9LCJCYWNrZ3JvdW5kIjp7IiRpZCI6IjQ3MyIsIkNvbG9yIjp7IiRpZCI6IjQ3NCIsIkEiOjI1NSwiUiI6MTQsIkciOjQwLCJCIjo2NX19LCJJc1Zpc2libGUiOnRydWUsIldpZHRoIjowLjAsIkhlaWdodCI6MC4wLCJCb3JkZXJTdHlsZSI6eyIkaWQiOiI0NzUiLCJMaW5lQ29sb3IiOm51bGwsIkxpbmVXZWlnaHQiOjAuMCwiTGluZVR5cGUiOjAsIlBhcmVudFN0eWxlIjpudWxsfSwiUGFyZW50U3R5bGUiOm51bGx9LCJEYXRlRm9ybWF0Ijp7IiRpZCI6IjQ3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NzciLCJGb3JtYXQiOjAsIklzVmlzaWJsZSI6ZmFsc2UsIkxhc3RLbm93blZpc2liaWxpdHlTdGF0ZSI6ZmFsc2V9LCJJc1Zpc2libGUiOnRydWUsIlZhcmlhbmNlU3R5bGUiOnsiJGlkIjoiNDc4IiwiVGV4dFN0eWxlIjp7IiRpZCI6IjQ3OSIsIkZvbnRTZXR0aW5ncyI6eyIkaWQiOiI0ODAiLCJGb250U2l6ZSI6MTAsIkZvbnROYW1lIjoiQ2FsaWJyaSIsIklzQm9sZCI6ZmFsc2UsIklzSXRhbGljIjpmYWxzZSwiSXNVbmRlcmxpbmVkIjpmYWxzZSwiUGFyZW50U3R5bGUiOm51bGx9LCJBdXRvU2l6ZSI6MCwiRm9yZWdyb3VuZCI6eyIkaWQiOiI0ODEiLCJDb2xvciI6eyIkaWQiOiI0OD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gzIiwiVG9wIjowLjAsIkxlZnQiOjAuMCwiUmlnaHQiOjAuMCwiQm90dG9tIjowLjB9LCJQYWRkaW5nIjp7IiRpZCI6IjQ4NCIsIlRvcCI6MC4wLCJMZWZ0IjowLjAsIlJpZ2h0IjowLjAsIkJvdHRvbSI6MC4wfSwiQmFja2dyb3VuZCI6eyIkaWQiOiI0ODUiLCJDb2xvciI6eyIkaWQiOiI0ODYiLCJBIjoyNTUsIlIiOjAsIkciOjAsIkIiOjB9fSwiSXNWaXNpYmxlIjp0cnVlLCJXaWR0aCI6MC4wLCJIZWlnaHQiOjAuMCwiQm9yZGVyU3R5bGUiOnsiJGlkIjoiNDg3IiwiTGluZUNvbG9yIjpudWxsLCJMaW5lV2VpZ2h0IjowLjAsIkxpbmVUeXBlIjowLCJQYXJlbnRTdHlsZSI6bnVsbH0sIlBhcmVudFN0eWxlIjpudWxsfSwiUGFyZW50U3R5bGUiOm51bGx9LCJQYXJlbnRTdHlsZSI6bnVsbH0sIkRlZmF1bHRTd2ltbGFuZUFjdGl2aXR5U3R5bGUiOnsiJGlkIjoiNDg4IiwiSGVhZGVyU3R5bGUiOnsiJGlkIjoiNDg5IiwiVGV4dFN0eWxlIjp7IiRpZCI6IjQ5MCIsIkZvbnRTZXR0aW5ncyI6eyIkaWQiOiI0OTEiLCJGb250U2l6ZSI6MTEsIkZvbnROYW1lIjoiQ2FsaWJyaSIsIklzQm9sZCI6ZmFsc2UsIklzSXRhbGljIjpmYWxzZSwiSXNVbmRlcmxpbmVkIjpmYWxzZSwiUGFyZW50U3R5bGUiOm51bGx9LCJBdXRvU2l6ZSI6MiwiRm9yZWdyb3VuZCI6eyIkaWQiOiI0OTIiLCJDb2xvciI6eyIkaWQiOiI0OTMiLCJBIjoyNTUsIlIiOjAsIkciOjAsIkIiOjB9fSwiTWF4V2lkdGgiOiJJbmZpbml0eSIsIk1heEhlaWdodCI6IkluZmluaXR5IiwiU21hcnRGb3JlZ3JvdW5kSXNBY3RpdmUiOmZhbHNlLCJIb3Jpem9udGFsQWxpZ25tZW50IjowLCJWZXJ0aWNhbEFsaWdubWVudCI6MCwiU21hcnRGb3JlZ3JvdW5kIjpudWxsLCJCYWNrZ3JvdW5kRmlsbFR5cGUiOjAsIk1hcmdpbiI6eyIkaWQiOiI0OTQiLCJUb3AiOjAuMCwiTGVmdCI6MC4wLCJSaWdodCI6MC4wLCJCb3R0b20iOjAuMH0sIlBhZGRpbmciOnsiJGlkIjoiNDk1IiwiVG9wIjowLjAsIkxlZnQiOjAuMCwiUmlnaHQiOjAuMCwiQm90dG9tIjowLjB9LCJCYWNrZ3JvdW5kIjp7IiRpZCI6IjQ5NiIsIkNvbG9yIjp7IiRpZCI6IjQ5NyIsIkEiOjI1NSwiUiI6MCwiRyI6MCwiQiI6MH19LCJJc1Zpc2libGUiOnRydWUsIldpZHRoIjowLjAsIkhlaWdodCI6MC4wLCJCb3JkZXJTdHlsZSI6bnVsbCwiUGFyZW50U3R5bGUiOm51bGx9LCJSZWN0YW5nbGVTdHlsZSI6eyIkaWQiOiI0OTgiLCJNYXJnaW4iOnsiJGlkIjoiNDk5IiwiVG9wIjowLjAsIkxlZnQiOjAuMCwiUmlnaHQiOjAuMCwiQm90dG9tIjowLjB9LCJQYWRkaW5nIjp7IiRpZCI6IjUwMCIsIlRvcCI6MC4wLCJMZWZ0IjowLjAsIlJpZ2h0IjowLjAsIkJvdHRvbSI6MC4wfSwiQmFja2dyb3VuZCI6eyIkaWQiOiI1MDEiLCJDb2xvciI6eyIkaWQiOiI1MDIiLCJBIjo2MywiUiI6MjEsIkciOjk2LCJCIjoxMzB9fSwiSXNWaXNpYmxlIjp0cnVlLCJXaWR0aCI6MC4wLCJIZWlnaHQiOjAuMCwiQm9yZGVyU3R5bGUiOnsiJGlkIjoiNTAzIiwiTGluZUNvbG9yIjp7IiRpZCI6IjUwNCIsIiR0eXBlIjoiTkxSRS5Db21tb24uRG9tLlNvbGlkQ29sb3JCcnVzaCwgTkxSRS5Db21tb24iLCJDb2xvciI6eyIkaWQiOiI1MDUiLCJBIjoyNTUsIlIiOjI1NSwiRyI6MCwiQiI6MH19LCJMaW5lV2VpZ2h0IjowLjAsIkxpbmVUeXBlIjowLCJQYXJlbnRTdHlsZSI6bnVsbH0sIlBhcmVudFN0eWxlIjpudWxsfSwiTWFyZ2luIjp7IiRpZCI6IjUwNiIsIlRvcCI6MC4wLCJMZWZ0IjowLjAsIlJpZ2h0IjowLjAsIkJvdHRvbSI6MC4wfSwiUGFkZGluZyI6eyIkaWQiOiI1MDciLCJUb3AiOjAuMCwiTGVmdCI6MC4wLCJSaWdodCI6MC4wLCJCb3R0b20iOjAuMH0sIkJhY2tncm91bmQiOm51bGwsIklzVmlzaWJsZSI6dHJ1ZSwiV2lkdGgiOjAuMCwiSGVpZ2h0IjowLjAsIkJvcmRlclN0eWxlIjpudWxsLCJQYXJlbnRTdHlsZSI6bnVsbH0sIkJhY2tncm91bmRTdHlsZSI6eyIkaWQiOiI1MDgiLCJNYXJnaW4iOnsiJGlkIjoiNTA5IiwiVG9wIjowLjAsIkxlZnQiOjAuMCwiUmlnaHQiOjAuMCwiQm90dG9tIjowLjB9LCJQYWRkaW5nIjp7IiRpZCI6IjUxMCIsIlRvcCI6MC4wLCJMZWZ0IjowLjAsIlJpZ2h0IjowLjAsIkJvdHRvbSI6MC4wfSwiQmFja2dyb3VuZCI6eyIkaWQiOiI1MTEiLCJDb2xvciI6eyIkaWQiOiI1MTIiLCJBIjo1MSwiUiI6MjAwLCJHIjoyMDAsIkIiOjIwMH19LCJJc1Zpc2libGUiOnRydWUsIldpZHRoIjowLjAsIkhlaWdodCI6MC4wLCJCb3JkZXJTdHlsZSI6eyIkaWQiOiI1MTMiLCJMaW5lQ29sb3IiOnsiJGlkIjoiNTE0IiwiJHR5cGUiOiJOTFJFLkNvbW1vbi5Eb20uU29saWRDb2xvckJydXNoLCBOTFJFLkNvbW1vbiIsIkNvbG9yIjp7IiRpZCI6IjUxNSIsIkEiOjI1NSwiUiI6MjM0LCJHIjoyMiwiQiI6MzB9fSwiTGluZVdlaWdodCI6MC4wLCJMaW5lVHlwZSI6MCwiUGFyZW50U3R5bGUiOm51bGx9LCJQYXJlbnRTdHlsZSI6bnVsbH0sIk1hcmdpbiI6eyIkaWQiOiI1MTYiLCJUb3AiOjAuMCwiTGVmdCI6MC4wLCJSaWdodCI6MC4wLCJCb3R0b20iOjAuMH0sIlBhZGRpbmciOnsiJGlkIjoiNTE3IiwiVG9wIjowLjAsIkxlZnQiOjAuMCwiUmlnaHQiOjAuMCwiQm90dG9tIjowLjB9LCJJc1Zpc2libGUiOnRydWUsIldpZHRoIjowLjAsIkhlaWdodCI6MC4wLCJCb3JkZXJTdHlsZSI6eyIkaWQiOiI1MTgiLCJMaW5lQ29sb3IiOm51bGwsIkxpbmVXZWlnaHQiOjAuMCwiTGluZVR5cGUiOjAsIlBhcmVudFN0eWxlIjpudWxsfSwiUGFyZW50U3R5bGUiOm51bGx9LCJNYXJnaW4iOnsiJGlkIjoiNTE5IiwiVG9wIjowLjAsIkxlZnQiOjAuMCwiUmlnaHQiOjAuMCwiQm90dG9tIjowLjB9LCJQYWRkaW5nIjp7IiRpZCI6IjUyMCIsIlRvcCI6MC4wLCJMZWZ0IjowLjAsIlJpZ2h0IjowLjAsIkJvdHRvbSI6MC4wfSwiSXNWaXNpYmxlIjp0cnVlLCJXaWR0aCI6MC4wLCJIZWlnaHQiOjAuMCwiQm9yZGVyU3R5bGUiOnsiJGlkIjoiNTIxIiwiTGluZUNvbG9yIjpudWxsLCJMaW5lV2VpZ2h0IjowLjAsIkxpbmVUeXBlIjowLCJQYXJlbnRTdHlsZSI6bnVsbH0sIlBhcmVudFN0eWxlIjpudWxsfSwiX2FkZGl0aW9uYWxTd2ltbGFuZVYyU3R5bGVzIjpbeyIkaWQiOiI1MjIiLCJTdHlsZUlkIjoiOTg1MTNlMTAtNTUxYy00ZjMwLWFjMTEtYTA2OTBlOTAzMTM0IiwiSGVhZGVyU3R5bGUiOnsiJGlkIjoiNTIzIiwiVGV4dElzVmVydGljYWwiOmZhbHNlLCJUZXh0U3R5bGUiOnsiJGlkIjoiNTI0IiwiRm9udFNldHRpbmdzIjp7IiRpZCI6IjUyNSIsIkZvbnRTaXplIjoxMSwiRm9udE5hbWUiOiJDYWxpYnJpIiwiSXNCb2xkIjpmYWxzZSwiSXNJdGFsaWMiOmZhbHNlLCJJc1VuZGVybGluZWQiOmZhbHNlLCJQYXJlbnRTdHlsZSI6bnVsbH0sIkF1dG9TaXplIjoyLCJGb3JlZ3JvdW5kIjp7IiRpZCI6IjUyNiIsIkNvbG9yIjp7IiRpZCI6IjUyNyIsIkEiOjI1NSwiUiI6MjU1LCJHIjoyNTUsIkIiOjI1NX19LCJNYXhXaWR0aCI6IkluZmluaXR5IiwiTWF4SGVpZ2h0IjoiSW5maW5pdHkiLCJTbWFydEZvcmVncm91bmRJc0FjdGl2ZSI6ZmFsc2UsIkhvcml6b250YWxBbGlnbm1lbnQiOjEsIlZlcnRpY2FsQWxpZ25tZW50IjowLCJTbWFydEZvcmVncm91bmQiOm51bGwsIkJhY2tncm91bmRGaWxsVHlwZSI6MCwiTWFyZ2luIjp7IiRpZCI6IjUyOCIsIlRvcCI6MC4wLCJMZWZ0IjowLjAsIlJpZ2h0IjowLjAsIkJvdHRvbSI6MC4wfSwiUGFkZGluZyI6eyIkaWQiOiI1MjkiLCJUb3AiOjAuMCwiTGVmdCI6MC4wLCJSaWdodCI6MC4wLCJCb3R0b20iOjAuMH0sIkJhY2tncm91bmQiOnsiJGlkIjoiNTMwIiwiQ29sb3IiOnsiJGlkIjoiNTMxIiwiQSI6MjU1LCJSIjoyNTUsIkciOjI1NSwiQiI6MjU1fX0sIklzVmlzaWJsZSI6dHJ1ZSwiV2lkdGgiOjAuMCwiSGVpZ2h0IjowLjAsIkJvcmRlclN0eWxlIjpudWxsLCJQYXJlbnRTdHlsZSI6bnVsbH0sIlJlY3RhbmdsZVN0eWxlIjp7IiRpZCI6IjUzMiIsIk1hcmdpbiI6eyIkaWQiOiI1MzMiLCJUb3AiOjAuMCwiTGVmdCI6MC4wLCJSaWdodCI6MC4wLCJCb3R0b20iOjAuMH0sIlBhZGRpbmciOnsiJGlkIjoiNTM0IiwiVG9wIjowLjAsIkxlZnQiOjAuMCwiUmlnaHQiOjAuMCwiQm90dG9tIjowLjB9LCJCYWNrZ3JvdW5kIjp7IiRpZCI6IjUzNSIsIkNvbG9yIjp7IiRpZCI6IjUzNiIsIkEiOjI1NSwiUiI6MjMzLCJHIjoxMTMsIkIiOjUwfX0sIklzVmlzaWJsZSI6dHJ1ZSwiV2lkdGgiOjAuMCwiSGVpZ2h0IjowLjAsIkJvcmRlclN0eWxlIjp7IiRpZCI6IjUzNyIsIkxpbmVDb2xvciI6eyIkaWQiOiI1MzgiLCIkdHlwZSI6Ik5MUkUuQ29tbW9uLkRvbS5Tb2xpZENvbG9yQnJ1c2gsIE5MUkUuQ29tbW9uIiwiQ29sb3IiOnsiJGlkIjoiNTM5IiwiQSI6MjU1LCJSIjoyNTUsIkciOjI1NSwiQiI6MjU1fX0sIkxpbmVXZWlnaHQiOjAuMCwiTGluZVR5cGUiOjAsIlBhcmVudFN0eWxlIjpudWxsfSwiUGFyZW50U3R5bGUiOm51bGx9LCJNYXJnaW4iOnsiJGlkIjoiNTQwIiwiVG9wIjowLjAsIkxlZnQiOjAuMCwiUmlnaHQiOjAuMCwiQm90dG9tIjowLjB9LCJQYWRkaW5nIjp7IiRpZCI6IjU0MSIsIlRvcCI6MC4wLCJMZWZ0IjowLjAsIlJpZ2h0IjowLjAsIkJvdHRvbSI6MC4wfSwiQmFja2dyb3VuZCI6bnVsbCwiSXNWaXNpYmxlIjp0cnVlLCJXaWR0aCI6MC4wLCJIZWlnaHQiOjAuMCwiQm9yZGVyU3R5bGUiOm51bGwsIlBhcmVudFN0eWxlIjpudWxsfSwiQmFja2dyb3VuZFN0eWxlIjp7IiRpZCI6IjU0MiIsIk1hcmdpbiI6eyIkaWQiOiI1NDMiLCJUb3AiOjAuMCwiTGVmdCI6MC4wLCJSaWdodCI6MC4wLCJCb3R0b20iOjAuMH0sIlBhZGRpbmciOnsiJGlkIjoiNTQ0IiwiVG9wIjowLjAsIkxlZnQiOjAuMCwiUmlnaHQiOjAuMCwiQm90dG9tIjowLjB9LCJCYWNrZ3JvdW5kIjp7IiRpZCI6IjU0NSIsIkNvbG9yIjp7IiRpZCI6IjU0NiIsIkEiOjUxLCJSIjoyMDAsIkciOjIwMCwiQiI6MjAwfX0sIklzVmlzaWJsZSI6dHJ1ZSwiV2lkdGgiOjAuMCwiSGVpZ2h0IjowLjAsIkJvcmRlclN0eWxlIjp7IiRpZCI6IjU0NyIsIkxpbmVDb2xvciI6eyIkaWQiOiI1NDgiLCIkdHlwZSI6Ik5MUkUuQ29tbW9uLkRvbS5Tb2xpZENvbG9yQnJ1c2gsIE5MUkUuQ29tbW9uIiwiQ29sb3IiOnsiJGlkIjoiNTQ5IiwiQSI6MjU1LCJSIjoyMzQsIkciOjIyLCJCIjozMH19LCJMaW5lV2VpZ2h0IjowLjAsIkxpbmVUeXBlIjowLCJQYXJlbnRTdHlsZSI6bnVsbH0sIlBhcmVudFN0eWxlIjpudWxsfSwiSXNBYm92ZVRpbWViYW5kIjpmYWxzZSwiU3BhY2luZyI6MywiRGVmYXVsdFN3aW1sYW5lVGFza1N0eWxlIjp7IiRpZCI6IjU1MCIsIiR0eXBlIjoiTkxSRS5Db21tb24uRG9tLlN0eWxlcy5FeHBsaWNpdFNldGFibGVUYXNrU3R5bGUsIE5MUkUuQ29tbW9uIiwiU2hhcGUiOjEsIlNoYXBlVGhpY2tuZXNzIjowLCJEdXJhdGlvbkZvcm1hdCI6MCwiSW5jbHVkZU5vbldvcmtpbmdEYXlzSW5EdXJhdGlvbiI6ZmFsc2UsIlBlcmNlbnRhZ2VDb21wbGV0ZVN0eWxlIjp7IiRpZCI6IjU1MSIsIkZvbnRTZXR0aW5ncyI6eyIkaWQiOiI1NTIiLCJGb250U2l6ZSI6MTAsIkZvbnROYW1lIjoiQ2FsaWJyaSIsIklzQm9sZCI6ZmFsc2UsIklzSXRhbGljIjpmYWxzZSwiSXNVbmRlcmxpbmVkIjpmYWxzZSwiUGFyZW50U3R5bGUiOm51bGx9LCJBdXRvU2l6ZSI6MCwiRm9yZWdyb3VuZCI6eyIkaWQiOiI1NTMiLCJDb2xvciI6eyIkaWQiOiI1NT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TU1IiwiVG9wIjowLjAsIkxlZnQiOjAuMCwiUmlnaHQiOjAuMCwiQm90dG9tIjowLjB9LCJQYWRkaW5nIjp7IiRpZCI6IjU1NiIsIlRvcCI6MC4wLCJMZWZ0IjowLjAsIlJpZ2h0IjowLjAsIkJvdHRvbSI6MC4wfSwiQmFja2dyb3VuZCI6eyIkaWQiOiI1NTciLCJDb2xvciI6eyIkaWQiOiI1NTgiLCJBIjo4OSwiUiI6MCwiRyI6MCwiQiI6MH19LCJJc1Zpc2libGUiOnRydWUsIldpZHRoIjowLjAsIkhlaWdodCI6MC4wLCJCb3JkZXJTdHlsZSI6eyIkaWQiOiI1NTkiLCJMaW5lQ29sb3IiOm51bGwsIkxpbmVXZWlnaHQiOjAuMCwiTGluZVR5cGUiOjAsIlBhcmVudFN0eWxlIjpudWxsfSwiUGFyZW50U3R5bGUiOm51bGx9LCJEdXJhdGlvblN0eWxlIjp7IiRpZCI6IjU2MCIsIkZvbnRTZXR0aW5ncyI6eyIkaWQiOiI1NjEiLCJGb250U2l6ZSI6MTAsIkZvbnROYW1lIjoiQ2FsaWJyaSIsIklzQm9sZCI6ZmFsc2UsIklzSXRhbGljIjpmYWxzZSwiSXNVbmRlcmxpbmVkIjpmYWxzZSwiUGFyZW50U3R5bGUiOm51bGx9LCJBdXRvU2l6ZSI6MCwiRm9yZWdyb3VuZCI6eyIkaWQiOiI1NjIiLCJDb2xvciI6eyIkaWQiOiI1Nj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1NjQiLCJUb3AiOjAuMCwiTGVmdCI6MC4wLCJSaWdodCI6MC4wLCJCb3R0b20iOjAuMH0sIlBhZGRpbmciOnsiJGlkIjoiNTY1IiwiVG9wIjowLjAsIkxlZnQiOjAuMCwiUmlnaHQiOjAuMCwiQm90dG9tIjowLjB9LCJCYWNrZ3JvdW5kIjp7IiRpZCI6IjU2NiIsIkNvbG9yIjp7IiRpZCI6IjU2NyIsIkEiOjI1NSwiUiI6MjM3LCJHIjoxMjUsIkIiOjQ5fX0sIklzVmlzaWJsZSI6dHJ1ZSwiV2lkdGgiOjAuMCwiSGVpZ2h0IjowLjAsIkJvcmRlclN0eWxlIjp7IiRpZCI6IjU2OCIsIkxpbmVDb2xvciI6bnVsbCwiTGluZVdlaWdodCI6MC4wLCJMaW5lVHlwZSI6MCwiUGFyZW50U3R5bGUiOm51bGx9LCJQYXJlbnRTdHlsZSI6bnVsbH0sIkhvcml6b250YWxDb25uZWN0b3JTdHlsZSI6eyIkaWQiOiI1NjkiLCJMaW5lQ29sb3IiOnsiJGlkIjoiNTcwIiwiJHR5cGUiOiJOTFJFLkNvbW1vbi5Eb20uU29saWRDb2xvckJydXNoLCBOTFJFLkNvbW1vbiIsIkNvbG9yIjp7IiRpZCI6IjU3MSIsIkEiOjI1NSwiUiI6MCwiRyI6MCwiQiI6MH19LCJMaW5lV2VpZ2h0IjowLjAsIkxpbmVUeXBlIjowLCJQYXJlbnRTdHlsZSI6bnVsbH0sIlZlcnRpY2FsQ29ubmVjdG9yU3R5bGUiOnsiJGlkIjoiNTcyIiwiTGluZUNvbG9yIjp7IiRpZCI6IjU3MyIsIiR0eXBlIjoiTkxSRS5Db21tb24uRG9tLlNvbGlkQ29sb3JCcnVzaCwgTkxSRS5Db21tb24iLCJDb2xvciI6eyIkaWQiOiI1NzQ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1NzUiLCJTaGFwZVN0eWxlIjp7IiRpZCI6IjU3NiIsIk1hcmdpbiI6eyIkaWQiOiI1NzciLCJUb3AiOjAuMCwiTGVmdCI6MC4wLCJSaWdodCI6MC4wLCJCb3R0b20iOjAuMH0sIlBhZGRpbmciOnsiJGlkIjoiNTc4IiwiVG9wIjowLjAsIkxlZnQiOjAuMCwiUmlnaHQiOjAuMCwiQm90dG9tIjowLjB9LCJCYWNrZ3JvdW5kIjp7IiRpZCI6IjU3OSIsIkNvbG9yIjp7IiRpZCI6IjU4MCIsIkEiOjE1MywiUiI6MCwiRyI6MCwiQiI6MH19LCJJc1Zpc2libGUiOnRydWUsIldpZHRoIjowLjAsIkhlaWdodCI6MC4wLCJCb3JkZXJTdHlsZSI6eyIkaWQiOiI1ODEiLCJMaW5lQ29sb3IiOnsiJGlkIjoiNTgyIiwiJHR5cGUiOiJOTFJFLkNvbW1vbi5Eb20uU29saWRDb2xvckJydXNoLCBOTFJFLkNvbW1vbiIsIkNvbG9yIjp7IiRpZCI6IjU4MyIsIkEiOjI1NSwiUiI6MjU1LCJHIjowLCJCIjowfX0sIkxpbmVXZWlnaHQiOjAuMCwiTGluZVR5cGUiOjAsIlBhcmVudFN0eWxlIjpudWxsfSwiUGFyZW50U3R5bGUiOm51bGx9LCJNYXJnaW4iOnsiJGlkIjoiNTg0IiwiVG9wIjowLjAsIkxlZnQiOjAuMCwiUmlnaHQiOjAuMCwiQm90dG9tIjowLjB9LCJQYWRkaW5nIjp7IiRpZCI6IjU4NSIsIlRvcCI6MC4wLCJMZWZ0IjowLjAsIlJpZ2h0IjowLjAsIkJvdHRvbSI6MC4wfSwiQmFja2dyb3VuZCI6bnVsbCwiSXNWaXNpYmxlIjp0cnVlLCJXaWR0aCI6MC4wLCJIZWlnaHQiOjAuMCwiQm9yZGVyU3R5bGUiOm51bGwsIlBhcmVudFN0eWxlIjpudWxsfSwiU2hhcGVTdHlsZSI6eyIkaWQiOiI1ODYiLCJNYXJnaW4iOnsiJGlkIjoiNTg3IiwiVG9wIjowLjAsIkxlZnQiOjQuMCwiUmlnaHQiOjQuMCwiQm90dG9tIjowLjB9LCJQYWRkaW5nIjp7IiRpZCI6IjU4OCIsIlRvcCI6MC4wLCJMZWZ0IjowLjAsIlJpZ2h0IjowLjAsIkJvdHRvbSI6MC4wfSwiQmFja2dyb3VuZCI6eyIkaWQiOiI1ODkiLCJDb2xvciI6eyIkaWQiOiI1OTAiLCJBIjoyNTUsIlIiOjIzMywiRyI6MTEzLCJCIjo1MH19LCJJc1Zpc2libGUiOnRydWUsIldpZHRoIjowLjAsIkhlaWdodCI6MTAuMCwiQm9yZGVyU3R5bGUiOnsiJGlkIjoiNTkxIiwiTGluZUNvbG9yIjp7IiRpZCI6IjU5MiIsIiR0eXBlIjoiTkxSRS5Db21tb24uRG9tLlNvbGlkQ29sb3JCcnVzaCwgTkxSRS5Db21tb24iLCJDb2xvciI6eyIkaWQiOiI1OTMiLCJBIjoyNTUsIlIiOjIzNCwiRyI6MjIsIkIiOjMwfX0sIkxpbmVXZWlnaHQiOjAuMCwiTGluZVR5cGUiOjAsIlBhcmVudFN0eWxlIjpudWxsfSwiUGFyZW50U3R5bGUiOm51bGx9LCJUaXRsZVN0eWxlIjp7IiRpZCI6IjU5NCIsIkZvbnRTZXR0aW5ncyI6eyIkaWQiOiI1OTUiLCJGb250U2l6ZSI6MTEsIkZvbnROYW1lIjoiQ2FsaWJyaSIsIklzQm9sZCI6ZmFsc2UsIklzSXRhbGljIjpmYWxzZSwiSXNVbmRlcmxpbmVkIjpmYWxzZSwiUGFyZW50U3R5bGUiOm51bGx9LCJBdXRvU2l6ZSI6MCwiRm9yZWdyb3VuZCI6eyIkaWQiOiI1OTYiLCJDb2xvciI6eyIkaWQiOiI1OT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k4IiwiVG9wIjowLjAsIkxlZnQiOjAuMCwiUmlnaHQiOjAuMCwiQm90dG9tIjowLjB9LCJQYWRkaW5nIjp7IiRpZCI6IjU5OSIsIlRvcCI6MC4wLCJMZWZ0IjowLjAsIlJpZ2h0IjowLjAsIkJvdHRvbSI6MC4wfSwiQmFja2dyb3VuZCI6eyIkaWQiOiI2MDAiLCJDb2xvciI6eyIkaWQiOiI2MDEiLCJBIjoyNTUsIlIiOjAsIkciOjAsIkIiOjB9fSwiSXNWaXNpYmxlIjp0cnVlLCJXaWR0aCI6MC4wLCJIZWlnaHQiOjAuMCwiQm9yZGVyU3R5bGUiOnsiJGlkIjoiNjAyIiwiTGluZUNvbG9yIjpudWxsLCJMaW5lV2VpZ2h0IjowLjAsIkxpbmVUeXBlIjowLCJQYXJlbnRTdHlsZSI6bnVsbH0sIlBhcmVudFN0eWxlIjpudWxsfSwiRGF0ZVN0eWxlIjp7IiRpZCI6IjYwMyIsIkZvbnRTZXR0aW5ncyI6eyIkaWQiOiI2MDQiLCJGb250U2l6ZSI6MTAsIkZvbnROYW1lIjoiQ2FsaWJyaSIsIklzQm9sZCI6ZmFsc2UsIklzSXRhbGljIjpmYWxzZSwiSXNVbmRlcmxpbmVkIjpmYWxzZSwiUGFyZW50U3R5bGUiOm51bGx9LCJBdXRvU2l6ZSI6MCwiRm9yZWdyb3VuZCI6eyIkaWQiOiI2MDUiLCJDb2xvciI6eyIkaWQiOiI2MD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NjA3IiwiVG9wIjowLjAsIkxlZnQiOjAuMCwiUmlnaHQiOjAuMCwiQm90dG9tIjowLjB9LCJQYWRkaW5nIjp7IiRpZCI6IjYwOCIsIlRvcCI6MC4wLCJMZWZ0IjowLjAsIlJpZ2h0IjowLjAsIkJvdHRvbSI6MC4wfSwiQmFja2dyb3VuZCI6eyIkaWQiOiI2MDkiLCJDb2xvciI6eyIkaWQiOiI2MTAiLCJBIjoyNTUsIlIiOjE0LCJHIjo0MCwiQiI6NjV9fSwiSXNWaXNpYmxlIjp0cnVlLCJXaWR0aCI6MC4wLCJIZWlnaHQiOjAuMCwiQm9yZGVyU3R5bGUiOnsiJGlkIjoiNjExIiwiTGluZUNvbG9yIjpudWxsLCJMaW5lV2VpZ2h0IjowLjAsIkxpbmVUeXBlIjowLCJQYXJlbnRTdHlsZSI6bnVsbH0sIlBhcmVudFN0eWxlIjpudWxsfSwiRGF0ZUZvcm1hdCI6eyIkaWQiOiI2MT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EzIiwiRm9ybWF0IjowLCJJc1Zpc2libGUiOmZhbHNlLCJMYXN0S25vd25WaXNpYmlsaXR5U3RhdGUiOmZhbHNlfSwiSXNWaXNpYmxlIjp0cnVlLCJWYXJpYW5jZVN0eWxlIjp7IiRpZCI6IjYxNCIsIlRleHRTdHlsZSI6eyIkaWQiOiI2MTUiLCJGb250U2V0dGluZ3MiOnsiJGlkIjoiNjE2IiwiRm9udFNpemUiOjEwLCJGb250TmFtZSI6IkNhbGlicmkiLCJJc0JvbGQiOmZhbHNlLCJJc0l0YWxpYyI6ZmFsc2UsIklzVW5kZXJsaW5lZCI6ZmFsc2UsIlBhcmVudFN0eWxlIjpudWxsfSwiQXV0b1NpemUiOjAsIkZvcmVncm91bmQiOnsiJGlkIjoiNjE3IiwiQ29sb3IiOnsiJGlkIjoiNjE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xOSIsIlRvcCI6MC4wLCJMZWZ0IjowLjAsIlJpZ2h0IjowLjAsIkJvdHRvbSI6MC4wfSwiUGFkZGluZyI6eyIkaWQiOiI2MjAiLCJUb3AiOjAuMCwiTGVmdCI6MC4wLCJSaWdodCI6MC4wLCJCb3R0b20iOjAuMH0sIkJhY2tncm91bmQiOnsiJGlkIjoiNjIxIiwiQ29sb3IiOnsiJGlkIjoiNjIyIiwiQSI6MjU1LCJSIjowLCJHIjowLCJCIjowfX0sIklzVmlzaWJsZSI6dHJ1ZSwiV2lkdGgiOjAuMCwiSGVpZ2h0IjowLjAsIkJvcmRlclN0eWxlIjp7IiRpZCI6IjYyMyIsIkxpbmVDb2xvciI6bnVsbCwiTGluZVdlaWdodCI6MC4wLCJMaW5lVHlwZSI6MCwiUGFyZW50U3R5bGUiOm51bGx9LCJQYXJlbnRTdHlsZSI6bnVsbH0sIlBhcmVudFN0eWxlIjpudWxsfSwiUGFyZW50U3R5bGUiOm51bGwsIl9leHBsaWNpdGx5U2V0Ijp7IiRpZCI6IjYy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YyNSIsIlNoYXBlIjoxLCJDb25uZWN0b3JNYXJnaW4iOnsiJGlkIjoiNjI2IiwiVG9wIjowLjAsIkxlZnQiOjIuMCwiUmlnaHQiOjIuMCwiQm90dG9tIjowLjB9LCJDb25uZWN0b3JTdHlsZSI6eyIkaWQiOiI2MjciLCJMaW5lQ29sb3IiOnsiJGlkIjoiNjI4IiwiJHR5cGUiOiJOTFJFLkNvbW1vbi5Eb20uU29saWRDb2xvckJydXNoLCBOTFJFLkNvbW1vbiIsIkNvbG9yIjp7IiRpZCI6IjYyOSIsIkEiOjEyNywiUiI6MTI4LCJHIjo1MywiQiI6MTR9fSwiTGluZVdlaWdodCI6MS4wLCJMaW5lVHlwZSI6MCwiUGFyZW50U3R5bGUiOm51bGx9LCJJc0JlbG93VGltZWJhbmQiOmZhbHNlLCJQb3NpdGlvbk9uVGFzayI6MSwiSGlkZURhdGUiOmZhbHNlLCJTaGFwZVNpemUiOjAsIlNwYWNpbmciOjAuMCwiUGFkZGluZyI6eyIkaWQiOiI2MzAiLCJUb3AiOjUuMCwiTGVmdCI6My4wLCJSaWdodCI6MC4wLCJCb3R0b20iOjIuMH0sIlNoYXBlU3R5bGUiOnsiJGlkIjoiNjMxIiwiTWFyZ2luIjp7IiRpZCI6IjYzMiIsIlRvcCI6MC4wLCJMZWZ0IjowLjAsIlJpZ2h0IjowLjAsIkJvdHRvbSI6MC4wfSwiUGFkZGluZyI6eyIkaWQiOiI2MzMiLCJUb3AiOjAuMCwiTGVmdCI6MC4wLCJSaWdodCI6MC4wLCJCb3R0b20iOjAuMH0sIkJhY2tncm91bmQiOnsiJGlkIjoiNjM0IiwiQ29sb3IiOnsiJGlkIjoiNjM1IiwiQSI6MjU1LCJSIjoxMjgsIkciOjUzLCJCIjoxNH19LCJJc1Zpc2libGUiOnRydWUsIldpZHRoIjoxMi4wLCJIZWlnaHQiOjE0LjAsIkJvcmRlclN0eWxlIjp7IiRpZCI6IjYzNiIsIkxpbmVDb2xvciI6eyIkaWQiOiI2MzciLCIkdHlwZSI6Ik5MUkUuQ29tbW9uLkRvbS5Tb2xpZENvbG9yQnJ1c2gsIE5MUkUuQ29tbW9uIiwiQ29sb3IiOnsiJGlkIjoiNjM4IiwiQSI6MjU1LCJSIjoyNTUsIkciOjI1NSwiQiI6MjU1fX0sIkxpbmVXZWlnaHQiOjAuMCwiTGluZVR5cGUiOjAsIlBhcmVudFN0eWxlIjpudWxsfSwiUGFyZW50U3R5bGUiOm51bGx9LCJUaXRsZVN0eWxlIjp7IiRpZCI6IjYzOSIsIkZvbnRTZXR0aW5ncyI6eyIkaWQiOiI2NDAiLCJGb250U2l6ZSI6MTEsIkZvbnROYW1lIjoiQ2FsaWJyaSIsIklzQm9sZCI6ZmFsc2UsIklzSXRhbGljIjpmYWxzZSwiSXNVbmRlcmxpbmVkIjpmYWxzZSwiUGFyZW50U3R5bGUiOm51bGx9LCJBdXRvU2l6ZSI6MCwiRm9yZWdyb3VuZCI6eyIkaWQiOiI2NDEiLCJDb2xvciI6eyIkaWQiOiI2NDI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NjQzIiwiVG9wIjowLjAsIkxlZnQiOjAuMCwiUmlnaHQiOjAuMCwiQm90dG9tIjowLjB9LCJQYWRkaW5nIjp7IiRpZCI6IjY0NCIsIlRvcCI6MC4wLCJMZWZ0IjowLjAsIlJpZ2h0IjowLjAsIkJvdHRvbSI6MC4wfSwiQmFja2dyb3VuZCI6eyIkaWQiOiI2NDUiLCJDb2xvciI6eyIkaWQiOiI2NDYiLCJBIjoyNTUsIlIiOjAsIkciOjAsIkIiOjB9fSwiSXNWaXNpYmxlIjp0cnVlLCJXaWR0aCI6MC4wLCJIZWlnaHQiOjAuMCwiQm9yZGVyU3R5bGUiOnsiJGlkIjoiNjQ3IiwiTGluZUNvbG9yIjpudWxsLCJMaW5lV2VpZ2h0IjowLjAsIkxpbmVUeXBlIjowLCJQYXJlbnRTdHlsZSI6bnVsbH0sIlBhcmVudFN0eWxlIjpudWxsfSwiRGF0ZVN0eWxlIjp7IiRpZCI6IjY0OCIsIkZvbnRTZXR0aW5ncyI6eyIkaWQiOiI2NDkiLCJGb250U2l6ZSI6MTAsIkZvbnROYW1lIjoiQ2FsaWJyaSIsIklzQm9sZCI6ZmFsc2UsIklzSXRhbGljIjpmYWxzZSwiSXNVbmRlcmxpbmVkIjpmYWxzZSwiUGFyZW50U3R5bGUiOm51bGx9LCJBdXRvU2l6ZSI6MCwiRm9yZWdyb3VuZCI6eyIkaWQiOiI2NTAiLCJDb2xvciI6eyIkaWQiOiI2NTEiLCJBIjoyNTUsIlIiOjE0LCJHIjo0MCwiQiI6NjV9fSwiTWF4V2lkdGgiOjIwMC4wLCJNYXhIZWlnaHQiOiJJbmZpbml0eSIsIlNtYXJ0Rm9yZWdyb3VuZElzQWN0aXZlIjpmYWxzZSwiSG9yaXpvbnRhbEFsaWdubWVudCI6MSwiVmVydGljYWxBbGlnbm1lbnQiOjEsIlNtYXJ0Rm9yZWdyb3VuZCI6bnVsbCwiQmFja2dyb3VuZEZpbGxUeXBlIjowLCJNYXJnaW4iOnsiJGlkIjoiNjUyIiwiVG9wIjowLjAsIkxlZnQiOjAuMCwiUmlnaHQiOjAuMCwiQm90dG9tIjowLjB9LCJQYWRkaW5nIjp7IiRpZCI6IjY1MyIsIlRvcCI6MC4wLCJMZWZ0IjowLjAsIlJpZ2h0IjowLjAsIkJvdHRvbSI6MC4wfSwiQmFja2dyb3VuZCI6eyIkaWQiOiI2NTQiLCJDb2xvciI6eyIkaWQiOiI2NTUiLCJBIjoyNTUsIlIiOjE0LCJHIjo0MCwiQiI6NjV9fSwiSXNWaXNpYmxlIjp0cnVlLCJXaWR0aCI6MC4wLCJIZWlnaHQiOjAuMCwiQm9yZGVyU3R5bGUiOnsiJGlkIjoiNjU2IiwiTGluZUNvbG9yIjpudWxsLCJMaW5lV2VpZ2h0IjowLjAsIkxpbmVUeXBlIjowLCJQYXJlbnRTdHlsZSI6bnVsbH0sIlBhcmVudFN0eWxlIjpudWxsfSwiRGF0ZUZvcm1hdCI6eyIkaWQiOiI2NT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U4IiwiRm9ybWF0IjowLCJJc1Zpc2libGUiOmZhbHNlLCJMYXN0S25vd25WaXNpYmlsaXR5U3RhdGUiOmZhbHNlfSwiSXNWaXNpYmxlIjpmYWxzZSwiVmFyaWFuY2VTdHlsZSI6eyIkaWQiOiI2NTkiLCJUZXh0U3R5bGUiOnsiJGlkIjoiNjYwIiwiRm9udFNldHRpbmdzIjp7IiRpZCI6IjY2MSIsIkZvbnRTaXplIjoxMCwiRm9udE5hbWUiOiJDYWxpYnJpIiwiSXNCb2xkIjpmYWxzZSwiSXNJdGFsaWMiOmZhbHNlLCJJc1VuZGVybGluZWQiOmZhbHNlLCJQYXJlbnRTdHlsZSI6bnVsbH0sIkF1dG9TaXplIjowLCJGb3JlZ3JvdW5kIjp7IiRpZCI6IjY2MiIsIkNvbG9yIjp7IiRpZCI6IjY2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2NjQiLCJUb3AiOjAuMCwiTGVmdCI6MC4wLCJSaWdodCI6MC4wLCJCb3R0b20iOjAuMH0sIlBhZGRpbmciOnsiJGlkIjoiNjY1IiwiVG9wIjowLjAsIkxlZnQiOjAuMCwiUmlnaHQiOjAuMCwiQm90dG9tIjowLjB9LCJCYWNrZ3JvdW5kIjp7IiRpZCI6IjY2NiIsIkNvbG9yIjp7IiRpZCI6IjY2NyIsIkEiOjI1NSwiUiI6MCwiRyI6MCwiQiI6MH19LCJJc1Zpc2libGUiOnRydWUsIldpZHRoIjowLjAsIkhlaWdodCI6MC4wLCJCb3JkZXJTdHlsZSI6eyIkaWQiOiI2NjgiLCJMaW5lQ29sb3IiOm51bGwsIkxpbmVXZWlnaHQiOjAuMCwiTGluZVR5cGUiOjAsIlBhcmVudFN0eWxlIjpudWxsfSwiUGFyZW50U3R5bGUiOm51bGx9LCJQYXJlbnRTdHlsZSI6bnVsbH0sIlBhcmVudFN0eWxlIjpudWxsfSwiRGVmYXVsdFN3aW1sYW5lTWlsZXN0b25lU3R5bGUiOnsiJGlkIjoiNjY5IiwiVGl0bGVQb3NpdGlvbiI6IkxlZnQiLCJEYXRlUG9zaXRpb24iOiJSaWdodCIsIlZhcmlhbmNlUG9zaXRpb24iOiJSaWdodCIsIlNoYXBlVHlwZSI6MSwiU2hhcGVTaXplIjowLCJTcGFjaW5nIjo1LCJTaGFwZVN0eWxlIjp7IiRpZCI6IjY3MCIsIk1hcmdpbiI6eyIkaWQiOiI2NzEiLCJUb3AiOjAuMCwiTGVmdCI6MC4wLCJSaWdodCI6MC4wLCJCb3R0b20iOjAuMH0sIlBhZGRpbmciOnsiJGlkIjoiNjcyIiwiVG9wIjowLjAsIkxlZnQiOjAuMCwiUmlnaHQiOjAuMCwiQm90dG9tIjowLjB9LCJCYWNrZ3JvdW5kIjp7IiRpZCI6IjY3MyIsIkNvbG9yIjp7IiRpZCI6IjY3NCIsIkEiOjI1NSwiUiI6MjMzLCJHIjoxMTMsIkIiOjUwfX0sIklzVmlzaWJsZSI6dHJ1ZSwiV2lkdGgiOjEyLjAsIkhlaWdodCI6MTQuMCwiQm9yZGVyU3R5bGUiOnsiJGlkIjoiNjc1IiwiTGluZUNvbG9yIjp7IiRpZCI6IjY3NiIsIiR0eXBlIjoiTkxSRS5Db21tb24uRG9tLlNvbGlkQ29sb3JCcnVzaCwgTkxSRS5Db21tb24iLCJDb2xvciI6eyIkaWQiOiI2NzciLCJBIjoyNTUsIlIiOjIzNCwiRyI6MjIsIkIiOjMwfX0sIkxpbmVXZWlnaHQiOjAuMCwiTGluZVR5cGUiOjAsIlBhcmVudFN0eWxlIjpudWxsfSwiUGFyZW50U3R5bGUiOm51bGx9LCJUaXRsZVN0eWxlIjp7IiRpZCI6IjY3OCIsIkZvbnRTZXR0aW5ncyI6eyIkaWQiOiI2NzkiLCJGb250U2l6ZSI6MTEsIkZvbnROYW1lIjoiQ2FsaWJyaSIsIklzQm9sZCI6ZmFsc2UsIklzSXRhbGljIjpmYWxzZSwiSXNVbmRlcmxpbmVkIjpmYWxzZSwiUGFyZW50U3R5bGUiOm51bGx9LCJBdXRvU2l6ZSI6MCwiRm9yZWdyb3VuZCI6eyIkaWQiOiI2ODAiLCJDb2xvciI6eyIkaWQiOiI2ODE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NjgyIiwiVG9wIjowLjAsIkxlZnQiOjAuMCwiUmlnaHQiOjAuMCwiQm90dG9tIjowLjB9LCJQYWRkaW5nIjp7IiRpZCI6IjY4MyIsIlRvcCI6MC4wLCJMZWZ0IjowLjAsIlJpZ2h0IjowLjAsIkJvdHRvbSI6MC4wfSwiQmFja2dyb3VuZCI6eyIkaWQiOiI2ODQiLCJDb2xvciI6eyIkaWQiOiI2ODUiLCJBIjoyNTUsIlIiOjAsIkciOjAsIkIiOjB9fSwiSXNWaXNpYmxlIjp0cnVlLCJXaWR0aCI6MC4wLCJIZWlnaHQiOjAuMCwiQm9yZGVyU3R5bGUiOnsiJGlkIjoiNjg2IiwiTGluZUNvbG9yIjpudWxsLCJMaW5lV2VpZ2h0IjowLjAsIkxpbmVUeXBlIjowLCJQYXJlbnRTdHlsZSI6bnVsbH0sIlBhcmVudFN0eWxlIjpudWxsfSwiRGF0ZVN0eWxlIjp7IiRpZCI6IjY4NyIsIkZvbnRTZXR0aW5ncyI6eyIkaWQiOiI2ODgiLCJGb250U2l6ZSI6MTAsIkZvbnROYW1lIjoiQ2FsaWJyaSIsIklzQm9sZCI6ZmFsc2UsIklzSXRhbGljIjpmYWxzZSwiSXNVbmRlcmxpbmVkIjpmYWxzZSwiUGFyZW50U3R5bGUiOm51bGx9LCJBdXRvU2l6ZSI6MCwiRm9yZWdyb3VuZCI6eyIkaWQiOiI2ODkiLCJDb2xvciI6eyIkaWQiOiI2OTA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NjkxIiwiVG9wIjowLjAsIkxlZnQiOjAuMCwiUmlnaHQiOjAuMCwiQm90dG9tIjowLjB9LCJQYWRkaW5nIjp7IiRpZCI6IjY5MiIsIlRvcCI6MC4wLCJMZWZ0IjowLjAsIlJpZ2h0IjowLjAsIkJvdHRvbSI6MC4wfSwiQmFja2dyb3VuZCI6eyIkaWQiOiI2OTMiLCJDb2xvciI6eyIkaWQiOiI2OTQiLCJBIjoyNTUsIlIiOjE0LCJHIjo0MCwiQiI6NjV9fSwiSXNWaXNpYmxlIjp0cnVlLCJXaWR0aCI6MC4wLCJIZWlnaHQiOjAuMCwiQm9yZGVyU3R5bGUiOnsiJGlkIjoiNjk1IiwiTGluZUNvbG9yIjpudWxsLCJMaW5lV2VpZ2h0IjowLjAsIkxpbmVUeXBlIjowLCJQYXJlbnRTdHlsZSI6bnVsbH0sIlBhcmVudFN0eWxlIjpudWxsfSwiRGF0ZUZvcm1hdCI6eyIkaWQiOiI2O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k3IiwiRm9ybWF0IjowLCJJc1Zpc2libGUiOmZhbHNlLCJMYXN0S25vd25WaXNpYmlsaXR5U3RhdGUiOmZhbHNlfSwiSXNWaXNpYmxlIjp0cnVlLCJWYXJpYW5jZVN0eWxlIjp7IiRpZCI6IjY5OCIsIlRleHRTdHlsZSI6eyIkaWQiOiI2OTkiLCJGb250U2V0dGluZ3MiOnsiJGlkIjoiNzAwIiwiRm9udFNpemUiOjEwLCJGb250TmFtZSI6IkNhbGlicmkiLCJJc0JvbGQiOmZhbHNlLCJJc0l0YWxpYyI6ZmFsc2UsIklzVW5kZXJsaW5lZCI6ZmFsc2UsIlBhcmVudFN0eWxlIjpudWxsfSwiQXV0b1NpemUiOjAsIkZvcmVncm91bmQiOnsiJGlkIjoiNzAxIiwiQ29sb3IiOnsiJGlkIjoiNzA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cwMyIsIlRvcCI6MC4wLCJMZWZ0IjowLjAsIlJpZ2h0IjowLjAsIkJvdHRvbSI6MC4wfSwiUGFkZGluZyI6eyIkaWQiOiI3MDQiLCJUb3AiOjAuMCwiTGVmdCI6MC4wLCJSaWdodCI6MC4wLCJCb3R0b20iOjAuMH0sIkJhY2tncm91bmQiOnsiJGlkIjoiNzA1IiwiQ29sb3IiOnsiJGlkIjoiNzA2IiwiQSI6MjU1LCJSIjowLCJHIjowLCJCIjowfX0sIklzVmlzaWJsZSI6dHJ1ZSwiV2lkdGgiOjAuMCwiSGVpZ2h0IjowLjAsIkJvcmRlclN0eWxlIjp7IiRpZCI6IjcwNyIsIkxpbmVDb2xvciI6bnVsbCwiTGluZVdlaWdodCI6MC4wLCJMaW5lVHlwZSI6MCwiUGFyZW50U3R5bGUiOm51bGx9LCJQYXJlbnRTdHlsZSI6bnVsbH0sIlBhcmVudFN0eWxlIjpudWxsfSwiUGFyZW50U3R5bGUiOm51bGx9LCJEZWZhdWx0U3dpbWxhbmVBY3Rpdml0eVN0eWxlIjp7IiRpZCI6IjcwOCIsIkhlYWRlclN0eWxlIjp7IiRpZCI6IjcwOSIsIlRleHRTdHlsZSI6eyIkaWQiOiI3MTAiLCJGb250U2V0dGluZ3MiOnsiJGlkIjoiNzExIiwiRm9udFNpemUiOjExLCJGb250TmFtZSI6IkNhbGlicmkiLCJJc0JvbGQiOmZhbHNlLCJJc0l0YWxpYyI6ZmFsc2UsIklzVW5kZXJsaW5lZCI6ZmFsc2UsIlBhcmVudFN0eWxlIjpudWxsfSwiQXV0b1NpemUiOjIsIkZvcmVncm91bmQiOnsiJGlkIjoiNzEyIiwiQ29sb3IiOnsiJGlkIjoiNzE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NzE0IiwiVG9wIjowLjAsIkxlZnQiOjAuMCwiUmlnaHQiOjAuMCwiQm90dG9tIjowLjB9LCJQYWRkaW5nIjp7IiRpZCI6IjcxNSIsIlRvcCI6MC4wLCJMZWZ0IjowLjAsIlJpZ2h0IjowLjAsIkJvdHRvbSI6MC4wfSwiQmFja2dyb3VuZCI6eyIkaWQiOiI3MTYiLCJDb2xvciI6eyIkaWQiOiI3MTciLCJBIjoyNTUsIlIiOjAsIkciOjAsIkIiOjB9fSwiSXNWaXNpYmxlIjp0cnVlLCJXaWR0aCI6MC4wLCJIZWlnaHQiOjAuMCwiQm9yZGVyU3R5bGUiOm51bGwsIlBhcmVudFN0eWxlIjpudWxsfSwiUmVjdGFuZ2xlU3R5bGUiOnsiJGlkIjoiNzE4IiwiTWFyZ2luIjp7IiRpZCI6IjcxOSIsIlRvcCI6MC4wLCJMZWZ0IjowLjAsIlJpZ2h0IjowLjAsIkJvdHRvbSI6MC4wfSwiUGFkZGluZyI6eyIkaWQiOiI3MjAiLCJUb3AiOjAuMCwiTGVmdCI6MC4wLCJSaWdodCI6MC4wLCJCb3R0b20iOjAuMH0sIkJhY2tncm91bmQiOnsiJGlkIjoiNzIxIiwiQ29sb3IiOnsiJGlkIjoiNzIyIiwiQSI6NjMsIlIiOjIzMywiRyI6MTEzLCJCIjo1MH19LCJJc1Zpc2libGUiOnRydWUsIldpZHRoIjowLjAsIkhlaWdodCI6MC4wLCJCb3JkZXJTdHlsZSI6eyIkaWQiOiI3MjMiLCJMaW5lQ29sb3IiOnsiJGlkIjoiNzI0IiwiJHR5cGUiOiJOTFJFLkNvbW1vbi5Eb20uU29saWRDb2xvckJydXNoLCBOTFJFLkNvbW1vbiIsIkNvbG9yIjp7IiRpZCI6IjcyNSIsIkEiOjI1NSwiUiI6MjU1LCJHIjoyNTUsIkIiOjI1NX19LCJMaW5lV2VpZ2h0IjowLjAsIkxpbmVUeXBlIjowLCJQYXJlbnRTdHlsZSI6bnVsbH0sIlBhcmVudFN0eWxlIjpudWxsfSwiTWFyZ2luIjp7IiRpZCI6IjcyNiIsIlRvcCI6MC4wLCJMZWZ0IjowLjAsIlJpZ2h0IjowLjAsIkJvdHRvbSI6MC4wfSwiUGFkZGluZyI6eyIkaWQiOiI3MjciLCJUb3AiOjAuMCwiTGVmdCI6MC4wLCJSaWdodCI6MC4wLCJCb3R0b20iOjAuMH0sIkJhY2tncm91bmQiOm51bGwsIklzVmlzaWJsZSI6dHJ1ZSwiV2lkdGgiOjAuMCwiSGVpZ2h0IjowLjAsIkJvcmRlclN0eWxlIjpudWxsLCJQYXJlbnRTdHlsZSI6bnVsbH0sIkJhY2tncm91bmRTdHlsZSI6eyIkaWQiOiI3MjgiLCJNYXJnaW4iOnsiJGlkIjoiNzI5IiwiVG9wIjowLjAsIkxlZnQiOjAuMCwiUmlnaHQiOjAuMCwiQm90dG9tIjowLjB9LCJQYWRkaW5nIjp7IiRpZCI6IjczMCIsIlRvcCI6MC4wLCJMZWZ0IjowLjAsIlJpZ2h0IjowLjAsIkJvdHRvbSI6MC4wfSwiQmFja2dyb3VuZCI6eyIkaWQiOiI3MzEiLCJDb2xvciI6eyIkaWQiOiI3MzIiLCJBIjo1MSwiUiI6MjAwLCJHIjoyMDAsIkIiOjIwMH19LCJJc1Zpc2libGUiOnRydWUsIldpZHRoIjowLjAsIkhlaWdodCI6MC4wLCJCb3JkZXJTdHlsZSI6eyIkaWQiOiI3MzMiLCJMaW5lQ29sb3IiOnsiJGlkIjoiNzM0IiwiJHR5cGUiOiJOTFJFLkNvbW1vbi5Eb20uU29saWRDb2xvckJydXNoLCBOTFJFLkNvbW1vbiIsIkNvbG9yIjp7IiRpZCI6IjczNSIsIkEiOjI1NSwiUiI6MjM0LCJHIjoyMiwiQiI6MzB9fSwiTGluZVdlaWdodCI6MC4wLCJMaW5lVHlwZSI6MCwiUGFyZW50U3R5bGUiOm51bGx9LCJQYXJlbnRTdHlsZSI6bnVsbH0sIk1hcmdpbiI6eyIkaWQiOiI3MzYiLCJUb3AiOjAuMCwiTGVmdCI6MC4wLCJSaWdodCI6MC4wLCJCb3R0b20iOjAuMH0sIlBhZGRpbmciOnsiJGlkIjoiNzM3IiwiVG9wIjowLjAsIkxlZnQiOjAuMCwiUmlnaHQiOjAuMCwiQm90dG9tIjowLjB9LCJJc1Zpc2libGUiOnRydWUsIldpZHRoIjowLjAsIkhlaWdodCI6MC4wLCJCb3JkZXJTdHlsZSI6eyIkaWQiOiI3MzgiLCJMaW5lQ29sb3IiOm51bGwsIkxpbmVXZWlnaHQiOjAuMCwiTGluZVR5cGUiOjAsIlBhcmVudFN0eWxlIjpudWxsfSwiUGFyZW50U3R5bGUiOm51bGx9LCJNYXJnaW4iOnsiJGlkIjoiNzM5IiwiVG9wIjowLjAsIkxlZnQiOjAuMCwiUmlnaHQiOjAuMCwiQm90dG9tIjowLjB9LCJQYWRkaW5nIjp7IiRpZCI6Ijc0MCIsIlRvcCI6MC4wLCJMZWZ0IjowLjAsIlJpZ2h0IjowLjAsIkJvdHRvbSI6MC4wfSwiSXNWaXNpYmxlIjp0cnVlLCJXaWR0aCI6MC4wLCJIZWlnaHQiOjAuMCwiQm9yZGVyU3R5bGUiOnsiJGlkIjoiNzQxIiwiTGluZUNvbG9yIjpudWxsLCJMaW5lV2VpZ2h0IjowLjAsIkxpbmVUeXBlIjowLCJQYXJlbnRTdHlsZSI6bnVsbH0sIlBhcmVudFN0eWxlIjpudWxsfSx7IiRpZCI6Ijc0MiIsIlN0eWxlSWQiOiJiMjRmODA0NS1mNjliLTRhNDMtODI5Zi1hNTY1MDNmZGNkNjkiLCJIZWFkZXJTdHlsZSI6eyIkaWQiOiI3NDMiLCJUZXh0SXNWZXJ0aWNhbCI6ZmFsc2UsIlRleHRTdHlsZSI6eyIkaWQiOiI3NDQiLCJGb250U2V0dGluZ3MiOnsiJGlkIjoiNzQ1IiwiRm9udFNpemUiOjExLCJGb250TmFtZSI6IkNhbGlicmkiLCJJc0JvbGQiOmZhbHNlLCJJc0l0YWxpYyI6ZmFsc2UsIklzVW5kZXJsaW5lZCI6ZmFsc2UsIlBhcmVudFN0eWxlIjpudWxsfSwiQXV0b1NpemUiOjIsIkZvcmVncm91bmQiOnsiJGlkIjoiNzQ2IiwiQ29sb3IiOnsiJGlkIjoiNzQ3IiwiQSI6MjU1LCJSIjoyNTUsIkciOjI1NSwiQiI6MjU1fX0sIk1heFdpZHRoIjoiSW5maW5pdHkiLCJNYXhIZWlnaHQiOiJJbmZpbml0eSIsIlNtYXJ0Rm9yZWdyb3VuZElzQWN0aXZlIjpmYWxzZSwiSG9yaXpvbnRhbEFsaWdubWVudCI6MSwiVmVydGljYWxBbGlnbm1lbnQiOjAsIlNtYXJ0Rm9yZWdyb3VuZCI6bnVsbCwiQmFja2dyb3VuZEZpbGxUeXBlIjowLCJNYXJnaW4iOnsiJGlkIjoiNzQ4IiwiVG9wIjowLjAsIkxlZnQiOjAuMCwiUmlnaHQiOjAuMCwiQm90dG9tIjowLjB9LCJQYWRkaW5nIjp7IiRpZCI6Ijc0OSIsIlRvcCI6MC4wLCJMZWZ0IjowLjAsIlJpZ2h0IjowLjAsIkJvdHRvbSI6MC4wfSwiQmFja2dyb3VuZCI6eyIkaWQiOiI3NTAiLCJDb2xvciI6eyIkaWQiOiI3NTEiLCJBIjoyNTUsIlIiOjI1NSwiRyI6MjU1LCJCIjoyNTV9fSwiSXNWaXNpYmxlIjp0cnVlLCJXaWR0aCI6MC4wLCJIZWlnaHQiOjAuMCwiQm9yZGVyU3R5bGUiOm51bGwsIlBhcmVudFN0eWxlIjpudWxsfSwiUmVjdGFuZ2xlU3R5bGUiOnsiJGlkIjoiNzUyIiwiTWFyZ2luIjp7IiRpZCI6Ijc1MyIsIlRvcCI6MC4wLCJMZWZ0IjowLjAsIlJpZ2h0IjowLjAsIkJvdHRvbSI6MC4wfSwiUGFkZGluZyI6eyIkaWQiOiI3NTQiLCJUb3AiOjAuMCwiTGVmdCI6MC4wLCJSaWdodCI6MC4wLCJCb3R0b20iOjAuMH0sIkJhY2tncm91bmQiOnsiJGlkIjoiNzU1IiwiQ29sb3IiOnsiJGlkIjoiNzU2IiwiQSI6MjU1LCJSIjoyNSwiRyI6MTA3LCJCIjozNn19LCJJc1Zpc2libGUiOnRydWUsIldpZHRoIjowLjAsIkhlaWdodCI6MC4wLCJCb3JkZXJTdHlsZSI6eyIkaWQiOiI3NTciLCJMaW5lQ29sb3IiOnsiJGlkIjoiNzU4IiwiJHR5cGUiOiJOTFJFLkNvbW1vbi5Eb20uU29saWRDb2xvckJydXNoLCBOTFJFLkNvbW1vbiIsIkNvbG9yIjp7IiRpZCI6Ijc1OSIsIkEiOjI1NSwiUiI6MjU1LCJHIjoyNTUsIkIiOjI1NX19LCJMaW5lV2VpZ2h0IjowLjAsIkxpbmVUeXBlIjowLCJQYXJlbnRTdHlsZSI6bnVsbH0sIlBhcmVudFN0eWxlIjpudWxsfSwiTWFyZ2luIjp7IiRpZCI6Ijc2MCIsIlRvcCI6MC4wLCJMZWZ0IjowLjAsIlJpZ2h0IjowLjAsIkJvdHRvbSI6MC4wfSwiUGFkZGluZyI6eyIkaWQiOiI3NjEiLCJUb3AiOjAuMCwiTGVmdCI6MC4wLCJSaWdodCI6MC4wLCJCb3R0b20iOjAuMH0sIkJhY2tncm91bmQiOm51bGwsIklzVmlzaWJsZSI6dHJ1ZSwiV2lkdGgiOjAuMCwiSGVpZ2h0IjowLjAsIkJvcmRlclN0eWxlIjpudWxsLCJQYXJlbnRTdHlsZSI6bnVsbH0sIkJhY2tncm91bmRTdHlsZSI6eyIkaWQiOiI3NjIiLCJNYXJnaW4iOnsiJGlkIjoiNzYzIiwiVG9wIjowLjAsIkxlZnQiOjAuMCwiUmlnaHQiOjAuMCwiQm90dG9tIjowLjB9LCJQYWRkaW5nIjp7IiRpZCI6Ijc2NCIsIlRvcCI6MC4wLCJMZWZ0IjowLjAsIlJpZ2h0IjowLjAsIkJvdHRvbSI6MC4wfSwiQmFja2dyb3VuZCI6eyIkaWQiOiI3NjUiLCJDb2xvciI6eyIkaWQiOiI3NjYiLCJBIjo1MSwiUiI6MjAwLCJHIjoyMDAsIkIiOjIwMH19LCJJc1Zpc2libGUiOnRydWUsIldpZHRoIjowLjAsIkhlaWdodCI6MC4wLCJCb3JkZXJTdHlsZSI6eyIkaWQiOiI3NjciLCJMaW5lQ29sb3IiOnsiJGlkIjoiNzY4IiwiJHR5cGUiOiJOTFJFLkNvbW1vbi5Eb20uU29saWRDb2xvckJydXNoLCBOTFJFLkNvbW1vbiIsIkNvbG9yIjp7IiRpZCI6Ijc2OSIsIkEiOjI1NSwiUiI6MjM0LCJHIjoyMiwiQiI6MzB9fSwiTGluZVdlaWdodCI6MC4wLCJMaW5lVHlwZSI6MCwiUGFyZW50U3R5bGUiOm51bGx9LCJQYXJlbnRTdHlsZSI6bnVsbH0sIklzQWJvdmVUaW1lYmFuZCI6ZmFsc2UsIlNwYWNpbmciOjMsIkRlZmF1bHRTd2ltbGFuZVRhc2tTdHlsZSI6eyIkaWQiOiI3NzAiLCIkdHlwZSI6Ik5MUkUuQ29tbW9uLkRvbS5TdHlsZXMuRXhwbGljaXRTZXRhYmxlVGFza1N0eWxlLCBOTFJFLkNvbW1vbiIsIlNoYXBlIjoxLCJTaGFwZVRoaWNrbmVzcyI6MCwiRHVyYXRpb25Gb3JtYXQiOjAsIkluY2x1ZGVOb25Xb3JraW5nRGF5c0luRHVyYXRpb24iOmZhbHNlLCJQZXJjZW50YWdlQ29tcGxldGVTdHlsZSI6eyIkaWQiOiI3NzEiLCJGb250U2V0dGluZ3MiOnsiJGlkIjoiNzcyIiwiRm9udFNpemUiOjEwLCJGb250TmFtZSI6IkNhbGlicmkiLCJJc0JvbGQiOmZhbHNlLCJJc0l0YWxpYyI6ZmFsc2UsIklzVW5kZXJsaW5lZCI6ZmFsc2UsIlBhcmVudFN0eWxlIjpudWxsfSwiQXV0b1NpemUiOjAsIkZvcmVncm91bmQiOnsiJGlkIjoiNzczIiwiQ29sb3IiOnsiJGlkIjoiNzc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c3NSIsIlRvcCI6MC4wLCJMZWZ0IjowLjAsIlJpZ2h0IjowLjAsIkJvdHRvbSI6MC4wfSwiUGFkZGluZyI6eyIkaWQiOiI3NzYiLCJUb3AiOjAuMCwiTGVmdCI6MC4wLCJSaWdodCI6MC4wLCJCb3R0b20iOjAuMH0sIkJhY2tncm91bmQiOnsiJGlkIjoiNzc3IiwiQ29sb3IiOnsiJGlkIjoiNzc4IiwiQSI6ODksIlIiOjAsIkciOjAsIkIiOjB9fSwiSXNWaXNpYmxlIjp0cnVlLCJXaWR0aCI6MC4wLCJIZWlnaHQiOjAuMCwiQm9yZGVyU3R5bGUiOnsiJGlkIjoiNzc5IiwiTGluZUNvbG9yIjpudWxsLCJMaW5lV2VpZ2h0IjowLjAsIkxpbmVUeXBlIjowLCJQYXJlbnRTdHlsZSI6bnVsbH0sIlBhcmVudFN0eWxlIjpudWxsfSwiRHVyYXRpb25TdHlsZSI6eyIkaWQiOiI3ODAiLCJGb250U2V0dGluZ3MiOnsiJGlkIjoiNzgxIiwiRm9udFNpemUiOjEwLCJGb250TmFtZSI6IkNhbGlicmkiLCJJc0JvbGQiOmZhbHNlLCJJc0l0YWxpYyI6ZmFsc2UsIklzVW5kZXJsaW5lZCI6ZmFsc2UsIlBhcmVudFN0eWxlIjpudWxsfSwiQXV0b1NpemUiOjAsIkZvcmVncm91bmQiOnsiJGlkIjoiNzgyIiwiQ29sb3IiOnsiJGlkIjoiNzgz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Nzg0IiwiVG9wIjowLjAsIkxlZnQiOjAuMCwiUmlnaHQiOjAuMCwiQm90dG9tIjowLjB9LCJQYWRkaW5nIjp7IiRpZCI6Ijc4NSIsIlRvcCI6MC4wLCJMZWZ0IjowLjAsIlJpZ2h0IjowLjAsIkJvdHRvbSI6MC4wfSwiQmFja2dyb3VuZCI6eyIkaWQiOiI3ODYiLCJDb2xvciI6eyIkaWQiOiI3ODciLCJBIjoyNTUsIlIiOjIzNywiRyI6MTI1LCJCIjo0OX19LCJJc1Zpc2libGUiOnRydWUsIldpZHRoIjowLjAsIkhlaWdodCI6MC4wLCJCb3JkZXJTdHlsZSI6eyIkaWQiOiI3ODgiLCJMaW5lQ29sb3IiOm51bGwsIkxpbmVXZWlnaHQiOjAuMCwiTGluZVR5cGUiOjAsIlBhcmVudFN0eWxlIjpudWxsfSwiUGFyZW50U3R5bGUiOm51bGx9LCJIb3Jpem9udGFsQ29ubmVjdG9yU3R5bGUiOnsiJGlkIjoiNzg5IiwiTGluZUNvbG9yIjp7IiRpZCI6Ijc5MCIsIiR0eXBlIjoiTkxSRS5Db21tb24uRG9tLlNvbGlkQ29sb3JCcnVzaCwgTkxSRS5Db21tb24iLCJDb2xvciI6eyIkaWQiOiI3OTEiLCJBIjoyNTUsIlIiOjAsIkciOjAsIkIiOjB9fSwiTGluZVdlaWdodCI6MC4wLCJMaW5lVHlwZSI6MCwiUGFyZW50U3R5bGUiOm51bGx9LCJWZXJ0aWNhbENvbm5lY3RvclN0eWxlIjp7IiRpZCI6Ijc5MiIsIkxpbmVDb2xvciI6eyIkaWQiOiI3OTMiLCIkdHlwZSI6Ik5MUkUuQ29tbW9uLkRvbS5Tb2xpZENvbG9yQnJ1c2gsIE5MUkUuQ29tbW9uIiwiQ29sb3IiOnsiJGlkIjoiNzk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Nzk1IiwiU2hhcGVTdHlsZSI6eyIkaWQiOiI3OTYiLCJNYXJnaW4iOnsiJGlkIjoiNzk3IiwiVG9wIjowLjAsIkxlZnQiOjAuMCwiUmlnaHQiOjAuMCwiQm90dG9tIjowLjB9LCJQYWRkaW5nIjp7IiRpZCI6Ijc5OCIsIlRvcCI6MC4wLCJMZWZ0IjowLjAsIlJpZ2h0IjowLjAsIkJvdHRvbSI6MC4wfSwiQmFja2dyb3VuZCI6eyIkaWQiOiI3OTkiLCJDb2xvciI6eyIkaWQiOiI4MDAiLCJBIjoxNTMsIlIiOjAsIkciOjAsIkIiOjB9fSwiSXNWaXNpYmxlIjp0cnVlLCJXaWR0aCI6MC4wLCJIZWlnaHQiOjAuMCwiQm9yZGVyU3R5bGUiOnsiJGlkIjoiODAxIiwiTGluZUNvbG9yIjp7IiRpZCI6IjgwMiIsIiR0eXBlIjoiTkxSRS5Db21tb24uRG9tLlNvbGlkQ29sb3JCcnVzaCwgTkxSRS5Db21tb24iLCJDb2xvciI6eyIkaWQiOiI4MDMiLCJBIjoyNTUsIlIiOjI1NSwiRyI6MCwiQiI6MH19LCJMaW5lV2VpZ2h0IjowLjAsIkxpbmVUeXBlIjowLCJQYXJlbnRTdHlsZSI6bnVsbH0sIlBhcmVudFN0eWxlIjpudWxsfSwiTWFyZ2luIjp7IiRpZCI6IjgwNCIsIlRvcCI6MC4wLCJMZWZ0IjowLjAsIlJpZ2h0IjowLjAsIkJvdHRvbSI6MC4wfSwiUGFkZGluZyI6eyIkaWQiOiI4MDUiLCJUb3AiOjAuMCwiTGVmdCI6MC4wLCJSaWdodCI6MC4wLCJCb3R0b20iOjAuMH0sIkJhY2tncm91bmQiOm51bGwsIklzVmlzaWJsZSI6dHJ1ZSwiV2lkdGgiOjAuMCwiSGVpZ2h0IjowLjAsIkJvcmRlclN0eWxlIjpudWxsLCJQYXJlbnRTdHlsZSI6bnVsbH0sIlNoYXBlU3R5bGUiOnsiJGlkIjoiODA2IiwiTWFyZ2luIjp7IiRpZCI6IjgwNyIsIlRvcCI6MC4wLCJMZWZ0Ijo0LjAsIlJpZ2h0Ijo0LjAsIkJvdHRvbSI6MC4wfSwiUGFkZGluZyI6eyIkaWQiOiI4MDgiLCJUb3AiOjAuMCwiTGVmdCI6MC4wLCJSaWdodCI6MC4wLCJCb3R0b20iOjAuMH0sIkJhY2tncm91bmQiOnsiJGlkIjoiODA5IiwiQ29sb3IiOnsiJGlkIjoiODEwIiwiQSI6MjU1LCJSIjoyNSwiRyI6MTA3LCJCIjozNn19LCJJc1Zpc2libGUiOnRydWUsIldpZHRoIjowLjAsIkhlaWdodCI6MTAuMCwiQm9yZGVyU3R5bGUiOnsiJGlkIjoiODExIiwiTGluZUNvbG9yIjp7IiRpZCI6IjgxMiIsIiR0eXBlIjoiTkxSRS5Db21tb24uRG9tLlNvbGlkQ29sb3JCcnVzaCwgTkxSRS5Db21tb24iLCJDb2xvciI6eyIkaWQiOiI4MTMiLCJBIjoyNTUsIlIiOjIzNCwiRyI6MjIsIkIiOjMwfX0sIkxpbmVXZWlnaHQiOjAuMCwiTGluZVR5cGUiOjAsIlBhcmVudFN0eWxlIjpudWxsfSwiUGFyZW50U3R5bGUiOm51bGx9LCJUaXRsZVN0eWxlIjp7IiRpZCI6IjgxNCIsIkZvbnRTZXR0aW5ncyI6eyIkaWQiOiI4MTUiLCJGb250U2l6ZSI6MTEsIkZvbnROYW1lIjoiQ2FsaWJyaSIsIklzQm9sZCI6ZmFsc2UsIklzSXRhbGljIjpmYWxzZSwiSXNVbmRlcmxpbmVkIjpmYWxzZSwiUGFyZW50U3R5bGUiOm51bGx9LCJBdXRvU2l6ZSI6MCwiRm9yZWdyb3VuZCI6eyIkaWQiOiI4MTYiLCJDb2xvciI6eyIkaWQiOiI4MT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DE4IiwiVG9wIjowLjAsIkxlZnQiOjAuMCwiUmlnaHQiOjAuMCwiQm90dG9tIjowLjB9LCJQYWRkaW5nIjp7IiRpZCI6IjgxOSIsIlRvcCI6MC4wLCJMZWZ0IjowLjAsIlJpZ2h0IjowLjAsIkJvdHRvbSI6MC4wfSwiQmFja2dyb3VuZCI6eyIkaWQiOiI4MjAiLCJDb2xvciI6eyIkaWQiOiI4MjEiLCJBIjoyNTUsIlIiOjAsIkciOjAsIkIiOjB9fSwiSXNWaXNpYmxlIjp0cnVlLCJXaWR0aCI6MC4wLCJIZWlnaHQiOjAuMCwiQm9yZGVyU3R5bGUiOnsiJGlkIjoiODIyIiwiTGluZUNvbG9yIjpudWxsLCJMaW5lV2VpZ2h0IjowLjAsIkxpbmVUeXBlIjowLCJQYXJlbnRTdHlsZSI6bnVsbH0sIlBhcmVudFN0eWxlIjpudWxsfSwiRGF0ZVN0eWxlIjp7IiRpZCI6IjgyMyIsIkZvbnRTZXR0aW5ncyI6eyIkaWQiOiI4MjQiLCJGb250U2l6ZSI6MTAsIkZvbnROYW1lIjoiQ2FsaWJyaSIsIklzQm9sZCI6ZmFsc2UsIklzSXRhbGljIjpmYWxzZSwiSXNVbmRlcmxpbmVkIjpmYWxzZSwiUGFyZW50U3R5bGUiOm51bGx9LCJBdXRvU2l6ZSI6MCwiRm9yZWdyb3VuZCI6eyIkaWQiOiI4MjUiLCJDb2xvciI6eyIkaWQiOiI4Mj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ODI3IiwiVG9wIjowLjAsIkxlZnQiOjAuMCwiUmlnaHQiOjAuMCwiQm90dG9tIjowLjB9LCJQYWRkaW5nIjp7IiRpZCI6IjgyOCIsIlRvcCI6MC4wLCJMZWZ0IjowLjAsIlJpZ2h0IjowLjAsIkJvdHRvbSI6MC4wfSwiQmFja2dyb3VuZCI6eyIkaWQiOiI4MjkiLCJDb2xvciI6eyIkaWQiOiI4MzAiLCJBIjoyNTUsIlIiOjE0LCJHIjo0MCwiQiI6NjV9fSwiSXNWaXNpYmxlIjp0cnVlLCJXaWR0aCI6MC4wLCJIZWlnaHQiOjAuMCwiQm9yZGVyU3R5bGUiOnsiJGlkIjoiODMxIiwiTGluZUNvbG9yIjpudWxsLCJMaW5lV2VpZ2h0IjowLjAsIkxpbmVUeXBlIjowLCJQYXJlbnRTdHlsZSI6bnVsbH0sIlBhcmVudFN0eWxlIjpudWxsfSwiRGF0ZUZvcm1hdCI6eyIkaWQiOiI4Mz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DMzIiwiRm9ybWF0IjowLCJJc1Zpc2libGUiOmZhbHNlLCJMYXN0S25vd25WaXNpYmlsaXR5U3RhdGUiOmZhbHNlfSwiSXNWaXNpYmxlIjp0cnVlLCJWYXJpYW5jZVN0eWxlIjp7IiRpZCI6IjgzNCIsIlRleHRTdHlsZSI6eyIkaWQiOiI4MzUiLCJGb250U2V0dGluZ3MiOnsiJGlkIjoiODM2IiwiRm9udFNpemUiOjEwLCJGb250TmFtZSI6IkNhbGlicmkiLCJJc0JvbGQiOmZhbHNlLCJJc0l0YWxpYyI6ZmFsc2UsIklzVW5kZXJsaW5lZCI6ZmFsc2UsIlBhcmVudFN0eWxlIjpudWxsfSwiQXV0b1NpemUiOjAsIkZvcmVncm91bmQiOnsiJGlkIjoiODM3IiwiQ29sb3IiOnsiJGlkIjoiODM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gzOSIsIlRvcCI6MC4wLCJMZWZ0IjowLjAsIlJpZ2h0IjowLjAsIkJvdHRvbSI6MC4wfSwiUGFkZGluZyI6eyIkaWQiOiI4NDAiLCJUb3AiOjAuMCwiTGVmdCI6MC4wLCJSaWdodCI6MC4wLCJCb3R0b20iOjAuMH0sIkJhY2tncm91bmQiOnsiJGlkIjoiODQxIiwiQ29sb3IiOnsiJGlkIjoiODQyIiwiQSI6MjU1LCJSIjowLCJHIjowLCJCIjowfX0sIklzVmlzaWJsZSI6dHJ1ZSwiV2lkdGgiOjAuMCwiSGVpZ2h0IjowLjAsIkJvcmRlclN0eWxlIjp7IiRpZCI6Ijg0MyIsIkxpbmVDb2xvciI6bnVsbCwiTGluZVdlaWdodCI6MC4wLCJMaW5lVHlwZSI6MCwiUGFyZW50U3R5bGUiOm51bGx9LCJQYXJlbnRTdHlsZSI6bnVsbH0sIlBhcmVudFN0eWxlIjpudWxsfSwiUGFyZW50U3R5bGUiOm51bGwsIl9leHBsaWNpdGx5U2V0Ijp7IiRpZCI6Ijg0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g0NSIsIlNoYXBlIjoxLCJDb25uZWN0b3JNYXJnaW4iOnsiJGlkIjoiODQ2IiwiVG9wIjowLjAsIkxlZnQiOjIuMCwiUmlnaHQiOjIuMCwiQm90dG9tIjowLjB9LCJDb25uZWN0b3JTdHlsZSI6eyIkaWQiOiI4NDciLCJMaW5lQ29sb3IiOnsiJGlkIjoiODQ4IiwiJHR5cGUiOiJOTFJFLkNvbW1vbi5Eb20uU29saWRDb2xvckJydXNoLCBOTFJFLkNvbW1vbiIsIkNvbG9yIjp7IiRpZCI6Ijg0OSIsIkEiOjEyNywiUiI6MTMsIkciOjUzLCJCIjoxOH19LCJMaW5lV2VpZ2h0IjoxLjAsIkxpbmVUeXBlIjowLCJQYXJlbnRTdHlsZSI6bnVsbH0sIklzQmVsb3dUaW1lYmFuZCI6ZmFsc2UsIlBvc2l0aW9uT25UYXNrIjoxLCJIaWRlRGF0ZSI6ZmFsc2UsIlNoYXBlU2l6ZSI6MCwiU3BhY2luZyI6MC4wLCJQYWRkaW5nIjp7IiRpZCI6Ijg1MCIsIlRvcCI6NS4wLCJMZWZ0IjozLjAsIlJpZ2h0IjowLjAsIkJvdHRvbSI6Mi4wfSwiU2hhcGVTdHlsZSI6eyIkaWQiOiI4NTEiLCJNYXJnaW4iOnsiJGlkIjoiODUyIiwiVG9wIjowLjAsIkxlZnQiOjAuMCwiUmlnaHQiOjAuMCwiQm90dG9tIjowLjB9LCJQYWRkaW5nIjp7IiRpZCI6Ijg1MyIsIlRvcCI6MC4wLCJMZWZ0IjowLjAsIlJpZ2h0IjowLjAsIkJvdHRvbSI6MC4wfSwiQmFja2dyb3VuZCI6eyIkaWQiOiI4NTQiLCJDb2xvciI6eyIkaWQiOiI4NTUiLCJBIjoyNTUsIlIiOjEzLCJHIjo1MywiQiI6MTh9fSwiSXNWaXNpYmxlIjp0cnVlLCJXaWR0aCI6MTIuMCwiSGVpZ2h0IjoxNC4wLCJCb3JkZXJTdHlsZSI6eyIkaWQiOiI4NTYiLCJMaW5lQ29sb3IiOnsiJGlkIjoiODU3IiwiJHR5cGUiOiJOTFJFLkNvbW1vbi5Eb20uU29saWRDb2xvckJydXNoLCBOTFJFLkNvbW1vbiIsIkNvbG9yIjp7IiRpZCI6Ijg1OCIsIkEiOjI1NSwiUiI6MjU1LCJHIjoyNTUsIkIiOjI1NX19LCJMaW5lV2VpZ2h0IjowLjAsIkxpbmVUeXBlIjowLCJQYXJlbnRTdHlsZSI6bnVsbH0sIlBhcmVudFN0eWxlIjpudWxsfSwiVGl0bGVTdHlsZSI6eyIkaWQiOiI4NTkiLCJGb250U2V0dGluZ3MiOnsiJGlkIjoiODYwIiwiRm9udFNpemUiOjExLCJGb250TmFtZSI6IkNhbGlicmkiLCJJc0JvbGQiOmZhbHNlLCJJc0l0YWxpYyI6ZmFsc2UsIklzVW5kZXJsaW5lZCI6ZmFsc2UsIlBhcmVudFN0eWxlIjpudWxsfSwiQXV0b1NpemUiOjAsIkZvcmVncm91bmQiOnsiJGlkIjoiODYxIiwiQ29sb3IiOnsiJGlkIjoiODY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g2MyIsIlRvcCI6MC4wLCJMZWZ0IjowLjAsIlJpZ2h0IjowLjAsIkJvdHRvbSI6MC4wfSwiUGFkZGluZyI6eyIkaWQiOiI4NjQiLCJUb3AiOjAuMCwiTGVmdCI6MC4wLCJSaWdodCI6MC4wLCJCb3R0b20iOjAuMH0sIkJhY2tncm91bmQiOnsiJGlkIjoiODY1IiwiQ29sb3IiOnsiJGlkIjoiODY2IiwiQSI6MjU1LCJSIjowLCJHIjowLCJCIjowfX0sIklzVmlzaWJsZSI6dHJ1ZSwiV2lkdGgiOjAuMCwiSGVpZ2h0IjowLjAsIkJvcmRlclN0eWxlIjp7IiRpZCI6Ijg2NyIsIkxpbmVDb2xvciI6bnVsbCwiTGluZVdlaWdodCI6MC4wLCJMaW5lVHlwZSI6MCwiUGFyZW50U3R5bGUiOm51bGx9LCJQYXJlbnRTdHlsZSI6bnVsbH0sIkRhdGVTdHlsZSI6eyIkaWQiOiI4NjgiLCJGb250U2V0dGluZ3MiOnsiJGlkIjoiODY5IiwiRm9udFNpemUiOjEwLCJGb250TmFtZSI6IkNhbGlicmkiLCJJc0JvbGQiOmZhbHNlLCJJc0l0YWxpYyI6ZmFsc2UsIklzVW5kZXJsaW5lZCI6ZmFsc2UsIlBhcmVudFN0eWxlIjpudWxsfSwiQXV0b1NpemUiOjAsIkZvcmVncm91bmQiOnsiJGlkIjoiODcwIiwiQ29sb3IiOnsiJGlkIjoiODc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g3MiIsIlRvcCI6MC4wLCJMZWZ0IjowLjAsIlJpZ2h0IjowLjAsIkJvdHRvbSI6MC4wfSwiUGFkZGluZyI6eyIkaWQiOiI4NzMiLCJUb3AiOjAuMCwiTGVmdCI6MC4wLCJSaWdodCI6MC4wLCJCb3R0b20iOjAuMH0sIkJhY2tncm91bmQiOnsiJGlkIjoiODc0IiwiQ29sb3IiOnsiJGlkIjoiODc1IiwiQSI6MjU1LCJSIjoxNCwiRyI6NDAsIkIiOjY1fX0sIklzVmlzaWJsZSI6dHJ1ZSwiV2lkdGgiOjAuMCwiSGVpZ2h0IjowLjAsIkJvcmRlclN0eWxlIjp7IiRpZCI6Ijg3NiIsIkxpbmVDb2xvciI6bnVsbCwiTGluZVdlaWdodCI6MC4wLCJMaW5lVHlwZSI6MCwiUGFyZW50U3R5bGUiOm51bGx9LCJQYXJlbnRTdHlsZSI6bnVsbH0sIkRhdGVGb3JtYXQiOnsiJGlkIjoiODc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g3OCIsIkZvcm1hdCI6MCwiSXNWaXNpYmxlIjpmYWxzZSwiTGFzdEtub3duVmlzaWJpbGl0eVN0YXRlIjpmYWxzZX0sIklzVmlzaWJsZSI6ZmFsc2UsIlZhcmlhbmNlU3R5bGUiOnsiJGlkIjoiODc5IiwiVGV4dFN0eWxlIjp7IiRpZCI6Ijg4MCIsIkZvbnRTZXR0aW5ncyI6eyIkaWQiOiI4ODEiLCJGb250U2l6ZSI6MTAsIkZvbnROYW1lIjoiQ2FsaWJyaSIsIklzQm9sZCI6ZmFsc2UsIklzSXRhbGljIjpmYWxzZSwiSXNVbmRlcmxpbmVkIjpmYWxzZSwiUGFyZW50U3R5bGUiOm51bGx9LCJBdXRvU2l6ZSI6MCwiRm9yZWdyb3VuZCI6eyIkaWQiOiI4ODIiLCJDb2xvciI6eyIkaWQiOiI4OD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Dg0IiwiVG9wIjowLjAsIkxlZnQiOjAuMCwiUmlnaHQiOjAuMCwiQm90dG9tIjowLjB9LCJQYWRkaW5nIjp7IiRpZCI6Ijg4NSIsIlRvcCI6MC4wLCJMZWZ0IjowLjAsIlJpZ2h0IjowLjAsIkJvdHRvbSI6MC4wfSwiQmFja2dyb3VuZCI6eyIkaWQiOiI4ODYiLCJDb2xvciI6eyIkaWQiOiI4ODciLCJBIjoyNTUsIlIiOjAsIkciOjAsIkIiOjB9fSwiSXNWaXNpYmxlIjp0cnVlLCJXaWR0aCI6MC4wLCJIZWlnaHQiOjAuMCwiQm9yZGVyU3R5bGUiOnsiJGlkIjoiODg4IiwiTGluZUNvbG9yIjpudWxsLCJMaW5lV2VpZ2h0IjowLjAsIkxpbmVUeXBlIjowLCJQYXJlbnRTdHlsZSI6bnVsbH0sIlBhcmVudFN0eWxlIjpudWxsfSwiUGFyZW50U3R5bGUiOm51bGx9LCJQYXJlbnRTdHlsZSI6bnVsbH0sIkRlZmF1bHRTd2ltbGFuZU1pbGVzdG9uZVN0eWxlIjp7IiRpZCI6Ijg4OSIsIlRpdGxlUG9zaXRpb24iOiJMZWZ0IiwiRGF0ZVBvc2l0aW9uIjoiUmlnaHQiLCJWYXJpYW5jZVBvc2l0aW9uIjoiUmlnaHQiLCJTaGFwZVR5cGUiOjEsIlNoYXBlU2l6ZSI6MCwiU3BhY2luZyI6NSwiU2hhcGVTdHlsZSI6eyIkaWQiOiI4OTAiLCJNYXJnaW4iOnsiJGlkIjoiODkxIiwiVG9wIjowLjAsIkxlZnQiOjAuMCwiUmlnaHQiOjAuMCwiQm90dG9tIjowLjB9LCJQYWRkaW5nIjp7IiRpZCI6Ijg5MiIsIlRvcCI6MC4wLCJMZWZ0IjowLjAsIlJpZ2h0IjowLjAsIkJvdHRvbSI6MC4wfSwiQmFja2dyb3VuZCI6eyIkaWQiOiI4OTMiLCJDb2xvciI6eyIkaWQiOiI4OTQiLCJBIjoyNTUsIlIiOjI1LCJHIjoxMDcsIkIiOjM2fX0sIklzVmlzaWJsZSI6dHJ1ZSwiV2lkdGgiOjEyLjAsIkhlaWdodCI6MTQuMCwiQm9yZGVyU3R5bGUiOnsiJGlkIjoiODk1IiwiTGluZUNvbG9yIjp7IiRpZCI6Ijg5NiIsIiR0eXBlIjoiTkxSRS5Db21tb24uRG9tLlNvbGlkQ29sb3JCcnVzaCwgTkxSRS5Db21tb24iLCJDb2xvciI6eyIkaWQiOiI4OTciLCJBIjoyNTUsIlIiOjIzNCwiRyI6MjIsIkIiOjMwfX0sIkxpbmVXZWlnaHQiOjAuMCwiTGluZVR5cGUiOjAsIlBhcmVudFN0eWxlIjpudWxsfSwiUGFyZW50U3R5bGUiOm51bGx9LCJUaXRsZVN0eWxlIjp7IiRpZCI6Ijg5OCIsIkZvbnRTZXR0aW5ncyI6eyIkaWQiOiI4OTkiLCJGb250U2l6ZSI6MTEsIkZvbnROYW1lIjoiQ2FsaWJyaSIsIklzQm9sZCI6ZmFsc2UsIklzSXRhbGljIjpmYWxzZSwiSXNVbmRlcmxpbmVkIjpmYWxzZSwiUGFyZW50U3R5bGUiOm51bGx9LCJBdXRvU2l6ZSI6MCwiRm9yZWdyb3VuZCI6eyIkaWQiOiI5MDAiLCJDb2xvciI6eyIkaWQiOiI5MDE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OTAyIiwiVG9wIjowLjAsIkxlZnQiOjAuMCwiUmlnaHQiOjAuMCwiQm90dG9tIjowLjB9LCJQYWRkaW5nIjp7IiRpZCI6IjkwMyIsIlRvcCI6MC4wLCJMZWZ0IjowLjAsIlJpZ2h0IjowLjAsIkJvdHRvbSI6MC4wfSwiQmFja2dyb3VuZCI6eyIkaWQiOiI5MDQiLCJDb2xvciI6eyIkaWQiOiI5MDUiLCJBIjoyNTUsIlIiOjAsIkciOjAsIkIiOjB9fSwiSXNWaXNpYmxlIjp0cnVlLCJXaWR0aCI6MC4wLCJIZWlnaHQiOjAuMCwiQm9yZGVyU3R5bGUiOnsiJGlkIjoiOTA2IiwiTGluZUNvbG9yIjpudWxsLCJMaW5lV2VpZ2h0IjowLjAsIkxpbmVUeXBlIjowLCJQYXJlbnRTdHlsZSI6bnVsbH0sIlBhcmVudFN0eWxlIjpudWxsfSwiRGF0ZVN0eWxlIjp7IiRpZCI6IjkwNyIsIkZvbnRTZXR0aW5ncyI6eyIkaWQiOiI5MDgiLCJGb250U2l6ZSI6MTAsIkZvbnROYW1lIjoiQ2FsaWJyaSIsIklzQm9sZCI6ZmFsc2UsIklzSXRhbGljIjpmYWxzZSwiSXNVbmRlcmxpbmVkIjpmYWxzZSwiUGFyZW50U3R5bGUiOm51bGx9LCJBdXRvU2l6ZSI6MCwiRm9yZWdyb3VuZCI6eyIkaWQiOiI5MDkiLCJDb2xvciI6eyIkaWQiOiI5MTA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OTExIiwiVG9wIjowLjAsIkxlZnQiOjAuMCwiUmlnaHQiOjAuMCwiQm90dG9tIjowLjB9LCJQYWRkaW5nIjp7IiRpZCI6IjkxMiIsIlRvcCI6MC4wLCJMZWZ0IjowLjAsIlJpZ2h0IjowLjAsIkJvdHRvbSI6MC4wfSwiQmFja2dyb3VuZCI6eyIkaWQiOiI5MTMiLCJDb2xvciI6eyIkaWQiOiI5MTQiLCJBIjoyNTUsIlIiOjE0LCJHIjo0MCwiQiI6NjV9fSwiSXNWaXNpYmxlIjp0cnVlLCJXaWR0aCI6MC4wLCJIZWlnaHQiOjAuMCwiQm9yZGVyU3R5bGUiOnsiJGlkIjoiOTE1IiwiTGluZUNvbG9yIjpudWxsLCJMaW5lV2VpZ2h0IjowLjAsIkxpbmVUeXBlIjowLCJQYXJlbnRTdHlsZSI6bnVsbH0sIlBhcmVudFN0eWxlIjpudWxsfSwiRGF0ZUZvcm1hdCI6eyIkaWQiOiI5M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E3IiwiRm9ybWF0IjowLCJJc1Zpc2libGUiOmZhbHNlLCJMYXN0S25vd25WaXNpYmlsaXR5U3RhdGUiOmZhbHNlfSwiSXNWaXNpYmxlIjp0cnVlLCJWYXJpYW5jZVN0eWxlIjp7IiRpZCI6IjkxOCIsIlRleHRTdHlsZSI6eyIkaWQiOiI5MTkiLCJGb250U2V0dGluZ3MiOnsiJGlkIjoiOTIwIiwiRm9udFNpemUiOjEwLCJGb250TmFtZSI6IkNhbGlicmkiLCJJc0JvbGQiOmZhbHNlLCJJc0l0YWxpYyI6ZmFsc2UsIklzVW5kZXJsaW5lZCI6ZmFsc2UsIlBhcmVudFN0eWxlIjpudWxsfSwiQXV0b1NpemUiOjAsIkZvcmVncm91bmQiOnsiJGlkIjoiOTIxIiwiQ29sb3IiOnsiJGlkIjoiOTI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kyMyIsIlRvcCI6MC4wLCJMZWZ0IjowLjAsIlJpZ2h0IjowLjAsIkJvdHRvbSI6MC4wfSwiUGFkZGluZyI6eyIkaWQiOiI5MjQiLCJUb3AiOjAuMCwiTGVmdCI6MC4wLCJSaWdodCI6MC4wLCJCb3R0b20iOjAuMH0sIkJhY2tncm91bmQiOnsiJGlkIjoiOTI1IiwiQ29sb3IiOnsiJGlkIjoiOTI2IiwiQSI6MjU1LCJSIjowLCJHIjowLCJCIjowfX0sIklzVmlzaWJsZSI6dHJ1ZSwiV2lkdGgiOjAuMCwiSGVpZ2h0IjowLjAsIkJvcmRlclN0eWxlIjp7IiRpZCI6IjkyNyIsIkxpbmVDb2xvciI6bnVsbCwiTGluZVdlaWdodCI6MC4wLCJMaW5lVHlwZSI6MCwiUGFyZW50U3R5bGUiOm51bGx9LCJQYXJlbnRTdHlsZSI6bnVsbH0sIlBhcmVudFN0eWxlIjpudWxsfSwiUGFyZW50U3R5bGUiOm51bGx9LCJEZWZhdWx0U3dpbWxhbmVBY3Rpdml0eVN0eWxlIjp7IiRpZCI6IjkyOCIsIkhlYWRlclN0eWxlIjp7IiRpZCI6IjkyOSIsIlRleHRTdHlsZSI6eyIkaWQiOiI5MzAiLCJGb250U2V0dGluZ3MiOnsiJGlkIjoiOTMxIiwiRm9udFNpemUiOjExLCJGb250TmFtZSI6IkNhbGlicmkiLCJJc0JvbGQiOmZhbHNlLCJJc0l0YWxpYyI6ZmFsc2UsIklzVW5kZXJsaW5lZCI6ZmFsc2UsIlBhcmVudFN0eWxlIjpudWxsfSwiQXV0b1NpemUiOjIsIkZvcmVncm91bmQiOnsiJGlkIjoiOTMyIiwiQ29sb3IiOnsiJGlkIjoiOTM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OTM0IiwiVG9wIjowLjAsIkxlZnQiOjAuMCwiUmlnaHQiOjAuMCwiQm90dG9tIjowLjB9LCJQYWRkaW5nIjp7IiRpZCI6IjkzNSIsIlRvcCI6MC4wLCJMZWZ0IjowLjAsIlJpZ2h0IjowLjAsIkJvdHRvbSI6MC4wfSwiQmFja2dyb3VuZCI6eyIkaWQiOiI5MzYiLCJDb2xvciI6eyIkaWQiOiI5MzciLCJBIjoyNTUsIlIiOjAsIkciOjAsIkIiOjB9fSwiSXNWaXNpYmxlIjp0cnVlLCJXaWR0aCI6MC4wLCJIZWlnaHQiOjAuMCwiQm9yZGVyU3R5bGUiOm51bGwsIlBhcmVudFN0eWxlIjpudWxsfSwiUmVjdGFuZ2xlU3R5bGUiOnsiJGlkIjoiOTM4IiwiTWFyZ2luIjp7IiRpZCI6IjkzOSIsIlRvcCI6MC4wLCJMZWZ0IjowLjAsIlJpZ2h0IjowLjAsIkJvdHRvbSI6MC4wfSwiUGFkZGluZyI6eyIkaWQiOiI5NDAiLCJUb3AiOjAuMCwiTGVmdCI6MC4wLCJSaWdodCI6MC4wLCJCb3R0b20iOjAuMH0sIkJhY2tncm91bmQiOnsiJGlkIjoiOTQxIiwiQ29sb3IiOnsiJGlkIjoiOTQyIiwiQSI6NjMsIlIiOjI1LCJHIjoxMDcsIkIiOjM2fX0sIklzVmlzaWJsZSI6dHJ1ZSwiV2lkdGgiOjAuMCwiSGVpZ2h0IjowLjAsIkJvcmRlclN0eWxlIjp7IiRpZCI6Ijk0MyIsIkxpbmVDb2xvciI6eyIkaWQiOiI5NDQiLCIkdHlwZSI6Ik5MUkUuQ29tbW9uLkRvbS5Tb2xpZENvbG9yQnJ1c2gsIE5MUkUuQ29tbW9uIiwiQ29sb3IiOnsiJGlkIjoiOTQ1IiwiQSI6MjU1LCJSIjoyNTUsIkciOjI1NSwiQiI6MjU1fX0sIkxpbmVXZWlnaHQiOjAuMCwiTGluZVR5cGUiOjAsIlBhcmVudFN0eWxlIjpudWxsfSwiUGFyZW50U3R5bGUiOm51bGx9LCJNYXJnaW4iOnsiJGlkIjoiOTQ2IiwiVG9wIjowLjAsIkxlZnQiOjAuMCwiUmlnaHQiOjAuMCwiQm90dG9tIjowLjB9LCJQYWRkaW5nIjp7IiRpZCI6Ijk0NyIsIlRvcCI6MC4wLCJMZWZ0IjowLjAsIlJpZ2h0IjowLjAsIkJvdHRvbSI6MC4wfSwiQmFja2dyb3VuZCI6bnVsbCwiSXNWaXNpYmxlIjp0cnVlLCJXaWR0aCI6MC4wLCJIZWlnaHQiOjAuMCwiQm9yZGVyU3R5bGUiOm51bGwsIlBhcmVudFN0eWxlIjpudWxsfSwiQmFja2dyb3VuZFN0eWxlIjp7IiRpZCI6Ijk0OCIsIk1hcmdpbiI6eyIkaWQiOiI5NDkiLCJUb3AiOjAuMCwiTGVmdCI6MC4wLCJSaWdodCI6MC4wLCJCb3R0b20iOjAuMH0sIlBhZGRpbmciOnsiJGlkIjoiOTUwIiwiVG9wIjowLjAsIkxlZnQiOjAuMCwiUmlnaHQiOjAuMCwiQm90dG9tIjowLjB9LCJCYWNrZ3JvdW5kIjp7IiRpZCI6Ijk1MSIsIkNvbG9yIjp7IiRpZCI6Ijk1MiIsIkEiOjUxLCJSIjoyMDAsIkciOjIwMCwiQiI6MjAwfX0sIklzVmlzaWJsZSI6dHJ1ZSwiV2lkdGgiOjAuMCwiSGVpZ2h0IjowLjAsIkJvcmRlclN0eWxlIjp7IiRpZCI6Ijk1MyIsIkxpbmVDb2xvciI6eyIkaWQiOiI5NTQiLCIkdHlwZSI6Ik5MUkUuQ29tbW9uLkRvbS5Tb2xpZENvbG9yQnJ1c2gsIE5MUkUuQ29tbW9uIiwiQ29sb3IiOnsiJGlkIjoiOTU1IiwiQSI6MjU1LCJSIjoyMzQsIkciOjIyLCJCIjozMH19LCJMaW5lV2VpZ2h0IjowLjAsIkxpbmVUeXBlIjowLCJQYXJlbnRTdHlsZSI6bnVsbH0sIlBhcmVudFN0eWxlIjpudWxsfSwiTWFyZ2luIjp7IiRpZCI6Ijk1NiIsIlRvcCI6MC4wLCJMZWZ0IjowLjAsIlJpZ2h0IjowLjAsIkJvdHRvbSI6MC4wfSwiUGFkZGluZyI6eyIkaWQiOiI5NTciLCJUb3AiOjAuMCwiTGVmdCI6MC4wLCJSaWdodCI6MC4wLCJCb3R0b20iOjAuMH0sIklzVmlzaWJsZSI6dHJ1ZSwiV2lkdGgiOjAuMCwiSGVpZ2h0IjowLjAsIkJvcmRlclN0eWxlIjp7IiRpZCI6Ijk1OCIsIkxpbmVDb2xvciI6bnVsbCwiTGluZVdlaWdodCI6MC4wLCJMaW5lVHlwZSI6MCwiUGFyZW50U3R5bGUiOm51bGx9LCJQYXJlbnRTdHlsZSI6bnVsbH0sIk1hcmdpbiI6eyIkaWQiOiI5NTkiLCJUb3AiOjAuMCwiTGVmdCI6MC4wLCJSaWdodCI6MC4wLCJCb3R0b20iOjAuMH0sIlBhZGRpbmciOnsiJGlkIjoiOTYwIiwiVG9wIjowLjAsIkxlZnQiOjAuMCwiUmlnaHQiOjAuMCwiQm90dG9tIjowLjB9LCJJc1Zpc2libGUiOnRydWUsIldpZHRoIjowLjAsIkhlaWdodCI6MC4wLCJCb3JkZXJTdHlsZSI6eyIkaWQiOiI5NjEiLCJMaW5lQ29sb3IiOm51bGwsIkxpbmVXZWlnaHQiOjAuMCwiTGluZVR5cGUiOjAsIlBhcmVudFN0eWxlIjpudWxsfSwiUGFyZW50U3R5bGUiOm51bGx9LHsiJGlkIjoiOTYyIiwiU3R5bGVJZCI6IjA3MDJkZWE4LWMxMTQtNGQ3MS1iZTQwLWNkMzA2MmM0Njk3MCIsIkhlYWRlclN0eWxlIjp7IiRpZCI6Ijk2MyIsIlRleHRJc1ZlcnRpY2FsIjpmYWxzZSwiVGV4dFN0eWxlIjp7IiRpZCI6Ijk2NCIsIkZvbnRTZXR0aW5ncyI6eyIkaWQiOiI5NjUiLCJGb250U2l6ZSI6MTEsIkZvbnROYW1lIjoiQ2FsaWJyaSIsIklzQm9sZCI6ZmFsc2UsIklzSXRhbGljIjpmYWxzZSwiSXNVbmRlcmxpbmVkIjpmYWxzZSwiUGFyZW50U3R5bGUiOm51bGx9LCJBdXRvU2l6ZSI6MiwiRm9yZWdyb3VuZCI6eyIkaWQiOiI5NjYiLCJDb2xvciI6eyIkaWQiOiI5Njc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5NjgiLCJUb3AiOjAuMCwiTGVmdCI6MC4wLCJSaWdodCI6MC4wLCJCb3R0b20iOjAuMH0sIlBhZGRpbmciOnsiJGlkIjoiOTY5IiwiVG9wIjowLjAsIkxlZnQiOjAuMCwiUmlnaHQiOjAuMCwiQm90dG9tIjowLjB9LCJCYWNrZ3JvdW5kIjp7IiRpZCI6Ijk3MCIsIkNvbG9yIjp7IiRpZCI6Ijk3MSIsIkEiOjI1NSwiUiI6MjU1LCJHIjoyNTUsIkIiOjI1NX19LCJJc1Zpc2libGUiOnRydWUsIldpZHRoIjowLjAsIkhlaWdodCI6MC4wLCJCb3JkZXJTdHlsZSI6bnVsbCwiUGFyZW50U3R5bGUiOm51bGx9LCJSZWN0YW5nbGVTdHlsZSI6eyIkaWQiOiI5NzIiLCJNYXJnaW4iOnsiJGlkIjoiOTczIiwiVG9wIjowLjAsIkxlZnQiOjAuMCwiUmlnaHQiOjAuMCwiQm90dG9tIjowLjB9LCJQYWRkaW5nIjp7IiRpZCI6Ijk3NCIsIlRvcCI6MC4wLCJMZWZ0IjowLjAsIlJpZ2h0IjowLjAsIkJvdHRvbSI6MC4wfSwiQmFja2dyb3VuZCI6eyIkaWQiOiI5NzUiLCJDb2xvciI6eyIkaWQiOiI5NzYiLCJBIjoyNTUsIlIiOjE1LCJHIjoxNTgsIkIiOjIxM319LCJJc1Zpc2libGUiOnRydWUsIldpZHRoIjowLjAsIkhlaWdodCI6MC4wLCJCb3JkZXJTdHlsZSI6eyIkaWQiOiI5NzciLCJMaW5lQ29sb3IiOnsiJGlkIjoiOTc4IiwiJHR5cGUiOiJOTFJFLkNvbW1vbi5Eb20uU29saWRDb2xvckJydXNoLCBOTFJFLkNvbW1vbiIsIkNvbG9yIjp7IiRpZCI6Ijk3OSIsIkEiOjI1NSwiUiI6MjU1LCJHIjoyNTUsIkIiOjI1NX19LCJMaW5lV2VpZ2h0IjowLjAsIkxpbmVUeXBlIjowLCJQYXJlbnRTdHlsZSI6bnVsbH0sIlBhcmVudFN0eWxlIjpudWxsfSwiTWFyZ2luIjp7IiRpZCI6Ijk4MCIsIlRvcCI6MC4wLCJMZWZ0IjowLjAsIlJpZ2h0IjowLjAsIkJvdHRvbSI6MC4wfSwiUGFkZGluZyI6eyIkaWQiOiI5ODEiLCJUb3AiOjAuMCwiTGVmdCI6MC4wLCJSaWdodCI6MC4wLCJCb3R0b20iOjAuMH0sIkJhY2tncm91bmQiOm51bGwsIklzVmlzaWJsZSI6dHJ1ZSwiV2lkdGgiOjAuMCwiSGVpZ2h0IjowLjAsIkJvcmRlclN0eWxlIjpudWxsLCJQYXJlbnRTdHlsZSI6bnVsbH0sIkJhY2tncm91bmRTdHlsZSI6eyIkaWQiOiI5ODIiLCJNYXJnaW4iOnsiJGlkIjoiOTgzIiwiVG9wIjowLjAsIkxlZnQiOjAuMCwiUmlnaHQiOjAuMCwiQm90dG9tIjowLjB9LCJQYWRkaW5nIjp7IiRpZCI6Ijk4NCIsIlRvcCI6MC4wLCJMZWZ0IjowLjAsIlJpZ2h0IjowLjAsIkJvdHRvbSI6MC4wfSwiQmFja2dyb3VuZCI6eyIkaWQiOiI5ODUiLCJDb2xvciI6eyIkaWQiOiI5ODYiLCJBIjo1MSwiUiI6MjAwLCJHIjoyMDAsIkIiOjIwMH19LCJJc1Zpc2libGUiOnRydWUsIldpZHRoIjowLjAsIkhlaWdodCI6MC4wLCJCb3JkZXJTdHlsZSI6eyIkaWQiOiI5ODciLCJMaW5lQ29sb3IiOnsiJGlkIjoiOTg4IiwiJHR5cGUiOiJOTFJFLkNvbW1vbi5Eb20uU29saWRDb2xvckJydXNoLCBOTFJFLkNvbW1vbiIsIkNvbG9yIjp7IiRpZCI6Ijk4OSIsIkEiOjI1NSwiUiI6MjM0LCJHIjoyMiwiQiI6MzB9fSwiTGluZVdlaWdodCI6MC4wLCJMaW5lVHlwZSI6MCwiUGFyZW50U3R5bGUiOm51bGx9LCJQYXJlbnRTdHlsZSI6bnVsbH0sIklzQWJvdmVUaW1lYmFuZCI6ZmFsc2UsIlNwYWNpbmciOjMsIkRlZmF1bHRTd2ltbGFuZVRhc2tTdHlsZSI6eyIkaWQiOiI5OTAiLCIkdHlwZSI6Ik5MUkUuQ29tbW9uLkRvbS5TdHlsZXMuRXhwbGljaXRTZXRhYmxlVGFza1N0eWxlLCBOTFJFLkNvbW1vbiIsIlNoYXBlIjoxLCJTaGFwZVRoaWNrbmVzcyI6MCwiRHVyYXRpb25Gb3JtYXQiOjAsIkluY2x1ZGVOb25Xb3JraW5nRGF5c0luRHVyYXRpb24iOmZhbHNlLCJQZXJjZW50YWdlQ29tcGxldGVTdHlsZSI6eyIkaWQiOiI5OTEiLCJGb250U2V0dGluZ3MiOnsiJGlkIjoiOTkyIiwiRm9udFNpemUiOjEwLCJGb250TmFtZSI6IkNhbGlicmkiLCJJc0JvbGQiOmZhbHNlLCJJc0l0YWxpYyI6ZmFsc2UsIklzVW5kZXJsaW5lZCI6ZmFsc2UsIlBhcmVudFN0eWxlIjpudWxsfSwiQXV0b1NpemUiOjAsIkZvcmVncm91bmQiOnsiJGlkIjoiOTkzIiwiQ29sb3IiOnsiJGlkIjoiOTk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k5NSIsIlRvcCI6MC4wLCJMZWZ0IjowLjAsIlJpZ2h0IjowLjAsIkJvdHRvbSI6MC4wfSwiUGFkZGluZyI6eyIkaWQiOiI5OTYiLCJUb3AiOjAuMCwiTGVmdCI6MC4wLCJSaWdodCI6MC4wLCJCb3R0b20iOjAuMH0sIkJhY2tncm91bmQiOnsiJGlkIjoiOTk3IiwiQ29sb3IiOnsiJGlkIjoiOTk4IiwiQSI6ODksIlIiOjAsIkciOjAsIkIiOjB9fSwiSXNWaXNpYmxlIjp0cnVlLCJXaWR0aCI6MC4wLCJIZWlnaHQiOjAuMCwiQm9yZGVyU3R5bGUiOnsiJGlkIjoiOTk5IiwiTGluZUNvbG9yIjpudWxsLCJMaW5lV2VpZ2h0IjowLjAsIkxpbmVUeXBlIjowLCJQYXJlbnRTdHlsZSI6bnVsbH0sIlBhcmVudFN0eWxlIjpudWxsfSwiRHVyYXRpb25TdHlsZSI6eyIkaWQiOiIxMDAwIiwiRm9udFNldHRpbmdzIjp7IiRpZCI6IjEwMDEiLCJGb250U2l6ZSI6MTAsIkZvbnROYW1lIjoiQ2FsaWJyaSIsIklzQm9sZCI6ZmFsc2UsIklzSXRhbGljIjpmYWxzZSwiSXNVbmRlcmxpbmVkIjpmYWxzZSwiUGFyZW50U3R5bGUiOm51bGx9LCJBdXRvU2l6ZSI6MCwiRm9yZWdyb3VuZCI6eyIkaWQiOiIxMDAyIiwiQ29sb3IiOnsiJGlkIjoiMTAw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wMDQiLCJUb3AiOjAuMCwiTGVmdCI6MC4wLCJSaWdodCI6MC4wLCJCb3R0b20iOjAuMH0sIlBhZGRpbmciOnsiJGlkIjoiMTAwNSIsIlRvcCI6MC4wLCJMZWZ0IjowLjAsIlJpZ2h0IjowLjAsIkJvdHRvbSI6MC4wfSwiQmFja2dyb3VuZCI6eyIkaWQiOiIxMDA2IiwiQ29sb3IiOnsiJGlkIjoiMTAwNyIsIkEiOjI1NSwiUiI6MjM3LCJHIjoxMjUsIkIiOjQ5fX0sIklzVmlzaWJsZSI6dHJ1ZSwiV2lkdGgiOjAuMCwiSGVpZ2h0IjowLjAsIkJvcmRlclN0eWxlIjp7IiRpZCI6IjEwMDgiLCJMaW5lQ29sb3IiOm51bGwsIkxpbmVXZWlnaHQiOjAuMCwiTGluZVR5cGUiOjAsIlBhcmVudFN0eWxlIjpudWxsfSwiUGFyZW50U3R5bGUiOm51bGx9LCJIb3Jpem9udGFsQ29ubmVjdG9yU3R5bGUiOnsiJGlkIjoiMTAwOSIsIkxpbmVDb2xvciI6eyIkaWQiOiIxMDEwIiwiJHR5cGUiOiJOTFJFLkNvbW1vbi5Eb20uU29saWRDb2xvckJydXNoLCBOTFJFLkNvbW1vbiIsIkNvbG9yIjp7IiRpZCI6IjEwMTEiLCJBIjoyNTUsIlIiOjAsIkciOjAsIkIiOjB9fSwiTGluZVdlaWdodCI6MC4wLCJMaW5lVHlwZSI6MCwiUGFyZW50U3R5bGUiOm51bGx9LCJWZXJ0aWNhbENvbm5lY3RvclN0eWxlIjp7IiRpZCI6IjEwMTIiLCJMaW5lQ29sb3IiOnsiJGlkIjoiMTAxMyIsIiR0eXBlIjoiTkxSRS5Db21tb24uRG9tLlNvbGlkQ29sb3JCcnVzaCwgTkxSRS5Db21tb24iLCJDb2xvciI6eyIkaWQiOiIxMDE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MTAxNSIsIlNoYXBlU3R5bGUiOnsiJGlkIjoiMTAxNiIsIk1hcmdpbiI6eyIkaWQiOiIxMDE3IiwiVG9wIjowLjAsIkxlZnQiOjAuMCwiUmlnaHQiOjAuMCwiQm90dG9tIjowLjB9LCJQYWRkaW5nIjp7IiRpZCI6IjEwMTgiLCJUb3AiOjAuMCwiTGVmdCI6MC4wLCJSaWdodCI6MC4wLCJCb3R0b20iOjAuMH0sIkJhY2tncm91bmQiOnsiJGlkIjoiMTAxOSIsIkNvbG9yIjp7IiRpZCI6IjEwMjAiLCJBIjoxNTMsIlIiOjAsIkciOjAsIkIiOjB9fSwiSXNWaXNpYmxlIjp0cnVlLCJXaWR0aCI6MC4wLCJIZWlnaHQiOjAuMCwiQm9yZGVyU3R5bGUiOnsiJGlkIjoiMTAyMSIsIkxpbmVDb2xvciI6eyIkaWQiOiIxMDIyIiwiJHR5cGUiOiJOTFJFLkNvbW1vbi5Eb20uU29saWRDb2xvckJydXNoLCBOTFJFLkNvbW1vbiIsIkNvbG9yIjp7IiRpZCI6IjEwMjMiLCJBIjoyNTUsIlIiOjI1NSwiRyI6MCwiQiI6MH19LCJMaW5lV2VpZ2h0IjowLjAsIkxpbmVUeXBlIjowLCJQYXJlbnRTdHlsZSI6bnVsbH0sIlBhcmVudFN0eWxlIjpudWxsfSwiTWFyZ2luIjp7IiRpZCI6IjEwMjQiLCJUb3AiOjAuMCwiTGVmdCI6MC4wLCJSaWdodCI6MC4wLCJCb3R0b20iOjAuMH0sIlBhZGRpbmciOnsiJGlkIjoiMTAyNSIsIlRvcCI6MC4wLCJMZWZ0IjowLjAsIlJpZ2h0IjowLjAsIkJvdHRvbSI6MC4wfSwiQmFja2dyb3VuZCI6bnVsbCwiSXNWaXNpYmxlIjp0cnVlLCJXaWR0aCI6MC4wLCJIZWlnaHQiOjAuMCwiQm9yZGVyU3R5bGUiOm51bGwsIlBhcmVudFN0eWxlIjpudWxsfSwiU2hhcGVTdHlsZSI6eyIkaWQiOiIxMDI2IiwiTWFyZ2luIjp7IiRpZCI6IjEwMjciLCJUb3AiOjAuMCwiTGVmdCI6NC4wLCJSaWdodCI6NC4wLCJCb3R0b20iOjAuMH0sIlBhZGRpbmciOnsiJGlkIjoiMTAyOCIsIlRvcCI6MC4wLCJMZWZ0IjowLjAsIlJpZ2h0IjowLjAsIkJvdHRvbSI6MC4wfSwiQmFja2dyb3VuZCI6eyIkaWQiOiIxMDI5IiwiQ29sb3IiOnsiJGlkIjoiMTAzMCIsIkEiOjI1NSwiUiI6MTUsIkciOjE1OCwiQiI6MjEzfX0sIklzVmlzaWJsZSI6dHJ1ZSwiV2lkdGgiOjAuMCwiSGVpZ2h0IjoxMC4wLCJCb3JkZXJTdHlsZSI6eyIkaWQiOiIxMDMxIiwiTGluZUNvbG9yIjp7IiRpZCI6IjEwMzIiLCIkdHlwZSI6Ik5MUkUuQ29tbW9uLkRvbS5Tb2xpZENvbG9yQnJ1c2gsIE5MUkUuQ29tbW9uIiwiQ29sb3IiOnsiJGlkIjoiMTAzMyIsIkEiOjI1NSwiUiI6MjM0LCJHIjoyMiwiQiI6MzB9fSwiTGluZVdlaWdodCI6MC4wLCJMaW5lVHlwZSI6MCwiUGFyZW50U3R5bGUiOm51bGx9LCJQYXJlbnRTdHlsZSI6bnVsbH0sIlRpdGxlU3R5bGUiOnsiJGlkIjoiMTAzNCIsIkZvbnRTZXR0aW5ncyI6eyIkaWQiOiIxMDM1IiwiRm9udFNpemUiOjExLCJGb250TmFtZSI6IkNhbGlicmkiLCJJc0JvbGQiOmZhbHNlLCJJc0l0YWxpYyI6ZmFsc2UsIklzVW5kZXJsaW5lZCI6ZmFsc2UsIlBhcmVudFN0eWxlIjpudWxsfSwiQXV0b1NpemUiOjAsIkZvcmVncm91bmQiOnsiJGlkIjoiMTAzNiIsIkNvbG9yIjp7IiRpZCI6IjEwMz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AzOCIsIlRvcCI6MC4wLCJMZWZ0IjowLjAsIlJpZ2h0IjowLjAsIkJvdHRvbSI6MC4wfSwiUGFkZGluZyI6eyIkaWQiOiIxMDM5IiwiVG9wIjowLjAsIkxlZnQiOjAuMCwiUmlnaHQiOjAuMCwiQm90dG9tIjowLjB9LCJCYWNrZ3JvdW5kIjp7IiRpZCI6IjEwNDAiLCJDb2xvciI6eyIkaWQiOiIxMDQxIiwiQSI6MjU1LCJSIjowLCJHIjowLCJCIjowfX0sIklzVmlzaWJsZSI6dHJ1ZSwiV2lkdGgiOjAuMCwiSGVpZ2h0IjowLjAsIkJvcmRlclN0eWxlIjp7IiRpZCI6IjEwNDIiLCJMaW5lQ29sb3IiOm51bGwsIkxpbmVXZWlnaHQiOjAuMCwiTGluZVR5cGUiOjAsIlBhcmVudFN0eWxlIjpudWxsfSwiUGFyZW50U3R5bGUiOm51bGx9LCJEYXRlU3R5bGUiOnsiJGlkIjoiMTA0MyIsIkZvbnRTZXR0aW5ncyI6eyIkaWQiOiIxMDQ0IiwiRm9udFNpemUiOjEwLCJGb250TmFtZSI6IkNhbGlicmkiLCJJc0JvbGQiOmZhbHNlLCJJc0l0YWxpYyI6ZmFsc2UsIklzVW5kZXJsaW5lZCI6ZmFsc2UsIlBhcmVudFN0eWxlIjpudWxsfSwiQXV0b1NpemUiOjAsIkZvcmVncm91bmQiOnsiJGlkIjoiMTA0NSIsIkNvbG9yIjp7IiRpZCI6IjEwND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MTA0NyIsIlRvcCI6MC4wLCJMZWZ0IjowLjAsIlJpZ2h0IjowLjAsIkJvdHRvbSI6MC4wfSwiUGFkZGluZyI6eyIkaWQiOiIxMDQ4IiwiVG9wIjowLjAsIkxlZnQiOjAuMCwiUmlnaHQiOjAuMCwiQm90dG9tIjowLjB9LCJCYWNrZ3JvdW5kIjp7IiRpZCI6IjEwNDkiLCJDb2xvciI6eyIkaWQiOiIxMDUwIiwiQSI6MjU1LCJSIjoxNCwiRyI6NDAsIkIiOjY1fX0sIklzVmlzaWJsZSI6dHJ1ZSwiV2lkdGgiOjAuMCwiSGVpZ2h0IjowLjAsIkJvcmRlclN0eWxlIjp7IiRpZCI6IjEwNTEiLCJMaW5lQ29sb3IiOm51bGwsIkxpbmVXZWlnaHQiOjAuMCwiTGluZVR5cGUiOjAsIlBhcmVudFN0eWxlIjpudWxsfSwiUGFyZW50U3R5bGUiOm51bGx9LCJEYXRlRm9ybWF0Ijp7IiRpZCI6IjEwNT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A1MyIsIkZvcm1hdCI6MCwiSXNWaXNpYmxlIjpmYWxzZSwiTGFzdEtub3duVmlzaWJpbGl0eVN0YXRlIjpmYWxzZX0sIklzVmlzaWJsZSI6dHJ1ZSwiVmFyaWFuY2VTdHlsZSI6eyIkaWQiOiIxMDU0IiwiVGV4dFN0eWxlIjp7IiRpZCI6IjEwNTUiLCJGb250U2V0dGluZ3MiOnsiJGlkIjoiMTA1NiIsIkZvbnRTaXplIjoxMCwiRm9udE5hbWUiOiJDYWxpYnJpIiwiSXNCb2xkIjpmYWxzZSwiSXNJdGFsaWMiOmZhbHNlLCJJc1VuZGVybGluZWQiOmZhbHNlLCJQYXJlbnRTdHlsZSI6bnVsbH0sIkF1dG9TaXplIjowLCJGb3JlZ3JvdW5kIjp7IiRpZCI6IjEwNTciLCJDb2xvciI6eyIkaWQiOiIxMDU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wNTkiLCJUb3AiOjAuMCwiTGVmdCI6MC4wLCJSaWdodCI6MC4wLCJCb3R0b20iOjAuMH0sIlBhZGRpbmciOnsiJGlkIjoiMTA2MCIsIlRvcCI6MC4wLCJMZWZ0IjowLjAsIlJpZ2h0IjowLjAsIkJvdHRvbSI6MC4wfSwiQmFja2dyb3VuZCI6eyIkaWQiOiIxMDYxIiwiQ29sb3IiOnsiJGlkIjoiMTA2MiIsIkEiOjI1NSwiUiI6MCwiRyI6MCwiQiI6MH19LCJJc1Zpc2libGUiOnRydWUsIldpZHRoIjowLjAsIkhlaWdodCI6MC4wLCJCb3JkZXJTdHlsZSI6eyIkaWQiOiIxMDYzIiwiTGluZUNvbG9yIjpudWxsLCJMaW5lV2VpZ2h0IjowLjAsIkxpbmVUeXBlIjowLCJQYXJlbnRTdHlsZSI6bnVsbH0sIlBhcmVudFN0eWxlIjpudWxsfSwiUGFyZW50U3R5bGUiOm51bGx9LCJQYXJlbnRTdHlsZSI6bnVsbCwiX2V4cGxpY2l0bHlTZXQiOnsiJGlkIjoiMTA2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EwNjUiLCJTaGFwZSI6MSwiQ29ubmVjdG9yTWFyZ2luIjp7IiRpZCI6IjEwNjYiLCJUb3AiOjAuMCwiTGVmdCI6Mi4wLCJSaWdodCI6Mi4wLCJCb3R0b20iOjAuMH0sIkNvbm5lY3RvclN0eWxlIjp7IiRpZCI6IjEwNjciLCJMaW5lQ29sb3IiOnsiJGlkIjoiMTA2OCIsIiR0eXBlIjoiTkxSRS5Db21tb24uRG9tLlNvbGlkQ29sb3JCcnVzaCwgTkxSRS5Db21tb24iLCJDb2xvciI6eyIkaWQiOiIxMDY5IiwiQSI6MTI3LCJSIjoxMSwiRyI6MTE4LCJCIjoxNTl9fSwiTGluZVdlaWdodCI6MS4wLCJMaW5lVHlwZSI6MCwiUGFyZW50U3R5bGUiOm51bGx9LCJJc0JlbG93VGltZWJhbmQiOmZhbHNlLCJQb3NpdGlvbk9uVGFzayI6MSwiSGlkZURhdGUiOmZhbHNlLCJTaGFwZVNpemUiOjAsIlNwYWNpbmciOjAuMCwiUGFkZGluZyI6eyIkaWQiOiIxMDcwIiwiVG9wIjo1LjAsIkxlZnQiOjMuMCwiUmlnaHQiOjAuMCwiQm90dG9tIjoyLjB9LCJTaGFwZVN0eWxlIjp7IiRpZCI6IjEwNzEiLCJNYXJnaW4iOnsiJGlkIjoiMTA3MiIsIlRvcCI6MC4wLCJMZWZ0IjowLjAsIlJpZ2h0IjowLjAsIkJvdHRvbSI6MC4wfSwiUGFkZGluZyI6eyIkaWQiOiIxMDczIiwiVG9wIjowLjAsIkxlZnQiOjAuMCwiUmlnaHQiOjAuMCwiQm90dG9tIjowLjB9LCJCYWNrZ3JvdW5kIjp7IiRpZCI6IjEwNzQiLCJDb2xvciI6eyIkaWQiOiIxMDc1IiwiQSI6MjU1LCJSIjoxMSwiRyI6MTE4LCJCIjoxNTl9fSwiSXNWaXNpYmxlIjp0cnVlLCJXaWR0aCI6MTIuMCwiSGVpZ2h0IjoxNC4wLCJCb3JkZXJTdHlsZSI6eyIkaWQiOiIxMDc2IiwiTGluZUNvbG9yIjp7IiRpZCI6IjEwNzciLCIkdHlwZSI6Ik5MUkUuQ29tbW9uLkRvbS5Tb2xpZENvbG9yQnJ1c2gsIE5MUkUuQ29tbW9uIiwiQ29sb3IiOnsiJGlkIjoiMTA3OCIsIkEiOjI1NSwiUiI6MjU1LCJHIjowLCJCIjowfX0sIkxpbmVXZWlnaHQiOjAuMCwiTGluZVR5cGUiOjAsIlBhcmVudFN0eWxlIjpudWxsfSwiUGFyZW50U3R5bGUiOm51bGx9LCJUaXRsZVN0eWxlIjp7IiRpZCI6IjEwNzkiLCJGb250U2V0dGluZ3MiOnsiJGlkIjoiMTA4MCIsIkZvbnRTaXplIjoxMSwiRm9udE5hbWUiOiJDYWxpYnJpIiwiSXNCb2xkIjpmYWxzZSwiSXNJdGFsaWMiOmZhbHNlLCJJc1VuZGVybGluZWQiOmZhbHNlLCJQYXJlbnRTdHlsZSI6bnVsbH0sIkF1dG9TaXplIjowLCJGb3JlZ3JvdW5kIjp7IiRpZCI6IjEwODEiLCJDb2xvciI6eyIkaWQiOiIxMDg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EwODMiLCJUb3AiOjAuMCwiTGVmdCI6MC4wLCJSaWdodCI6MC4wLCJCb3R0b20iOjAuMH0sIlBhZGRpbmciOnsiJGlkIjoiMTA4NCIsIlRvcCI6MC4wLCJMZWZ0IjowLjAsIlJpZ2h0IjowLjAsIkJvdHRvbSI6MC4wfSwiQmFja2dyb3VuZCI6eyIkaWQiOiIxMDg1IiwiQ29sb3IiOnsiJGlkIjoiMTA4NiIsIkEiOjI1NSwiUiI6MCwiRyI6MCwiQiI6MH19LCJJc1Zpc2libGUiOnRydWUsIldpZHRoIjowLjAsIkhlaWdodCI6MC4wLCJCb3JkZXJTdHlsZSI6eyIkaWQiOiIxMDg3IiwiTGluZUNvbG9yIjpudWxsLCJMaW5lV2VpZ2h0IjowLjAsIkxpbmVUeXBlIjowLCJQYXJlbnRTdHlsZSI6bnVsbH0sIlBhcmVudFN0eWxlIjpudWxsfSwiRGF0ZVN0eWxlIjp7IiRpZCI6IjEwODgiLCJGb250U2V0dGluZ3MiOnsiJGlkIjoiMTA4OSIsIkZvbnRTaXplIjoxMCwiRm9udE5hbWUiOiJDYWxpYnJpIiwiSXNCb2xkIjpmYWxzZSwiSXNJdGFsaWMiOmZhbHNlLCJJc1VuZGVybGluZWQiOmZhbHNlLCJQYXJlbnRTdHlsZSI6bnVsbH0sIkF1dG9TaXplIjowLCJGb3JlZ3JvdW5kIjp7IiRpZCI6IjEwOTAiLCJDb2xvciI6eyIkaWQiOiIxMDk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EwOTIiLCJUb3AiOjAuMCwiTGVmdCI6MC4wLCJSaWdodCI6MC4wLCJCb3R0b20iOjAuMH0sIlBhZGRpbmciOnsiJGlkIjoiMTA5MyIsIlRvcCI6MC4wLCJMZWZ0IjowLjAsIlJpZ2h0IjowLjAsIkJvdHRvbSI6MC4wfSwiQmFja2dyb3VuZCI6eyIkaWQiOiIxMDk0IiwiQ29sb3IiOnsiJGlkIjoiMTA5NSIsIkEiOjI1NSwiUiI6MTQsIkciOjQwLCJCIjo2NX19LCJJc1Zpc2libGUiOnRydWUsIldpZHRoIjowLjAsIkhlaWdodCI6MC4wLCJCb3JkZXJTdHlsZSI6eyIkaWQiOiIxMDk2IiwiTGluZUNvbG9yIjpudWxsLCJMaW5lV2VpZ2h0IjowLjAsIkxpbmVUeXBlIjowLCJQYXJlbnRTdHlsZSI6bnVsbH0sIlBhcmVudFN0eWxlIjpudWxsfSwiRGF0ZUZvcm1hdCI6eyIkaWQiOiIxMDk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OTgiLCJGb3JtYXQiOjAsIklzVmlzaWJsZSI6ZmFsc2UsIkxhc3RLbm93blZpc2liaWxpdHlTdGF0ZSI6ZmFsc2V9LCJJc1Zpc2libGUiOmZhbHNlLCJWYXJpYW5jZVN0eWxlIjp7IiRpZCI6IjEwOTkiLCJUZXh0U3R5bGUiOnsiJGlkIjoiMTEwMCIsIkZvbnRTZXR0aW5ncyI6eyIkaWQiOiIxMTAxIiwiRm9udFNpemUiOjEwLCJGb250TmFtZSI6IkNhbGlicmkiLCJJc0JvbGQiOmZhbHNlLCJJc0l0YWxpYyI6ZmFsc2UsIklzVW5kZXJsaW5lZCI6ZmFsc2UsIlBhcmVudFN0eWxlIjpudWxsfSwiQXV0b1NpemUiOjAsIkZvcmVncm91bmQiOnsiJGlkIjoiMTEwMiIsIkNvbG9yIjp7IiRpZCI6IjExMD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EwNCIsIlRvcCI6MC4wLCJMZWZ0IjowLjAsIlJpZ2h0IjowLjAsIkJvdHRvbSI6MC4wfSwiUGFkZGluZyI6eyIkaWQiOiIxMTA1IiwiVG9wIjowLjAsIkxlZnQiOjAuMCwiUmlnaHQiOjAuMCwiQm90dG9tIjowLjB9LCJCYWNrZ3JvdW5kIjp7IiRpZCI6IjExMDYiLCJDb2xvciI6eyIkaWQiOiIxMTA3IiwiQSI6MjU1LCJSIjowLCJHIjowLCJCIjowfX0sIklzVmlzaWJsZSI6dHJ1ZSwiV2lkdGgiOjAuMCwiSGVpZ2h0IjowLjAsIkJvcmRlclN0eWxlIjp7IiRpZCI6IjExMDgiLCJMaW5lQ29sb3IiOm51bGwsIkxpbmVXZWlnaHQiOjAuMCwiTGluZVR5cGUiOjAsIlBhcmVudFN0eWxlIjpudWxsfSwiUGFyZW50U3R5bGUiOm51bGx9LCJQYXJlbnRTdHlsZSI6bnVsbH0sIlBhcmVudFN0eWxlIjpudWxsfSwiRGVmYXVsdFN3aW1sYW5lTWlsZXN0b25lU3R5bGUiOnsiJGlkIjoiMTEwOSIsIlRpdGxlUG9zaXRpb24iOiJMZWZ0IiwiRGF0ZVBvc2l0aW9uIjoiUmlnaHQiLCJWYXJpYW5jZVBvc2l0aW9uIjoiUmlnaHQiLCJTaGFwZVR5cGUiOjEsIlNoYXBlU2l6ZSI6MCwiU3BhY2luZyI6NSwiU2hhcGVTdHlsZSI6eyIkaWQiOiIxMTEwIiwiTWFyZ2luIjp7IiRpZCI6IjExMTEiLCJUb3AiOjAuMCwiTGVmdCI6MC4wLCJSaWdodCI6MC4wLCJCb3R0b20iOjAuMH0sIlBhZGRpbmciOnsiJGlkIjoiMTExMiIsIlRvcCI6MC4wLCJMZWZ0IjowLjAsIlJpZ2h0IjowLjAsIkJvdHRvbSI6MC4wfSwiQmFja2dyb3VuZCI6eyIkaWQiOiIxMTEzIiwiQ29sb3IiOnsiJGlkIjoiMTExNCIsIkEiOjI1NSwiUiI6MTUsIkciOjE1OCwiQiI6MjEzfX0sIklzVmlzaWJsZSI6dHJ1ZSwiV2lkdGgiOjEyLjAsIkhlaWdodCI6MTQuMCwiQm9yZGVyU3R5bGUiOnsiJGlkIjoiMTExNSIsIkxpbmVDb2xvciI6eyIkaWQiOiIxMTE2IiwiJHR5cGUiOiJOTFJFLkNvbW1vbi5Eb20uU29saWRDb2xvckJydXNoLCBOTFJFLkNvbW1vbiIsIkNvbG9yIjp7IiRpZCI6IjExMTciLCJBIjoyNTUsIlIiOjIzNCwiRyI6MjIsIkIiOjMwfX0sIkxpbmVXZWlnaHQiOjAuMCwiTGluZVR5cGUiOjAsIlBhcmVudFN0eWxlIjpudWxsfSwiUGFyZW50U3R5bGUiOm51bGx9LCJUaXRsZVN0eWxlIjp7IiRpZCI6IjExMTgiLCJGb250U2V0dGluZ3MiOnsiJGlkIjoiMTExOSIsIkZvbnRTaXplIjoxMSwiRm9udE5hbWUiOiJDYWxpYnJpIiwiSXNCb2xkIjpmYWxzZSwiSXNJdGFsaWMiOmZhbHNlLCJJc1VuZGVybGluZWQiOmZhbHNlLCJQYXJlbnRTdHlsZSI6bnVsbH0sIkF1dG9TaXplIjowLCJGb3JlZ3JvdW5kIjp7IiRpZCI6IjExMjAiLCJDb2xvciI6eyIkaWQiOiIxMTIx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ExMjIiLCJUb3AiOjAuMCwiTGVmdCI6MC4wLCJSaWdodCI6MC4wLCJCb3R0b20iOjAuMH0sIlBhZGRpbmciOnsiJGlkIjoiMTEyMyIsIlRvcCI6MC4wLCJMZWZ0IjowLjAsIlJpZ2h0IjowLjAsIkJvdHRvbSI6MC4wfSwiQmFja2dyb3VuZCI6eyIkaWQiOiIxMTI0IiwiQ29sb3IiOnsiJGlkIjoiMTEyNSIsIkEiOjI1NSwiUiI6MCwiRyI6MCwiQiI6MH19LCJJc1Zpc2libGUiOnRydWUsIldpZHRoIjowLjAsIkhlaWdodCI6MC4wLCJCb3JkZXJTdHlsZSI6eyIkaWQiOiIxMTI2IiwiTGluZUNvbG9yIjpudWxsLCJMaW5lV2VpZ2h0IjowLjAsIkxpbmVUeXBlIjowLCJQYXJlbnRTdHlsZSI6bnVsbH0sIlBhcmVudFN0eWxlIjpudWxsfSwiRGF0ZVN0eWxlIjp7IiRpZCI6IjExMjciLCJGb250U2V0dGluZ3MiOnsiJGlkIjoiMTEyOCIsIkZvbnRTaXplIjoxMCwiRm9udE5hbWUiOiJDYWxpYnJpIiwiSXNCb2xkIjpmYWxzZSwiSXNJdGFsaWMiOmZhbHNlLCJJc1VuZGVybGluZWQiOmZhbHNlLCJQYXJlbnRTdHlsZSI6bnVsbH0sIkF1dG9TaXplIjowLCJGb3JlZ3JvdW5kIjp7IiRpZCI6IjExMjkiLCJDb2xvciI6eyIkaWQiOiIxMTMw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xMzEiLCJUb3AiOjAuMCwiTGVmdCI6MC4wLCJSaWdodCI6MC4wLCJCb3R0b20iOjAuMH0sIlBhZGRpbmciOnsiJGlkIjoiMTEzMiIsIlRvcCI6MC4wLCJMZWZ0IjowLjAsIlJpZ2h0IjowLjAsIkJvdHRvbSI6MC4wfSwiQmFja2dyb3VuZCI6eyIkaWQiOiIxMTMzIiwiQ29sb3IiOnsiJGlkIjoiMTEzNCIsIkEiOjI1NSwiUiI6MTQsIkciOjQwLCJCIjo2NX19LCJJc1Zpc2libGUiOnRydWUsIldpZHRoIjowLjAsIkhlaWdodCI6MC4wLCJCb3JkZXJTdHlsZSI6eyIkaWQiOiIxMTM1IiwiTGluZUNvbG9yIjpudWxsLCJMaW5lV2VpZ2h0IjowLjAsIkxpbmVUeXBlIjowLCJQYXJlbnRTdHlsZSI6bnVsbH0sIlBhcmVudFN0eWxlIjpudWxsfSwiRGF0ZUZvcm1hdCI6eyIkaWQiOiIxMTM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xMzciLCJGb3JtYXQiOjAsIklzVmlzaWJsZSI6ZmFsc2UsIkxhc3RLbm93blZpc2liaWxpdHlTdGF0ZSI6ZmFsc2V9LCJJc1Zpc2libGUiOnRydWUsIlZhcmlhbmNlU3R5bGUiOnsiJGlkIjoiMTEzOCIsIlRleHRTdHlsZSI6eyIkaWQiOiIxMTM5IiwiRm9udFNldHRpbmdzIjp7IiRpZCI6IjExNDAiLCJGb250U2l6ZSI6MTAsIkZvbnROYW1lIjoiQ2FsaWJyaSIsIklzQm9sZCI6ZmFsc2UsIklzSXRhbGljIjpmYWxzZSwiSXNVbmRlcmxpbmVkIjpmYWxzZSwiUGFyZW50U3R5bGUiOm51bGx9LCJBdXRvU2l6ZSI6MCwiRm9yZWdyb3VuZCI6eyIkaWQiOiIxMTQxIiwiQ29sb3IiOnsiJGlkIjoiMTE0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TQzIiwiVG9wIjowLjAsIkxlZnQiOjAuMCwiUmlnaHQiOjAuMCwiQm90dG9tIjowLjB9LCJQYWRkaW5nIjp7IiRpZCI6IjExNDQiLCJUb3AiOjAuMCwiTGVmdCI6MC4wLCJSaWdodCI6MC4wLCJCb3R0b20iOjAuMH0sIkJhY2tncm91bmQiOnsiJGlkIjoiMTE0NSIsIkNvbG9yIjp7IiRpZCI6IjExNDYiLCJBIjoyNTUsIlIiOjAsIkciOjAsIkIiOjB9fSwiSXNWaXNpYmxlIjp0cnVlLCJXaWR0aCI6MC4wLCJIZWlnaHQiOjAuMCwiQm9yZGVyU3R5bGUiOnsiJGlkIjoiMTE0NyIsIkxpbmVDb2xvciI6bnVsbCwiTGluZVdlaWdodCI6MC4wLCJMaW5lVHlwZSI6MCwiUGFyZW50U3R5bGUiOm51bGx9LCJQYXJlbnRTdHlsZSI6bnVsbH0sIlBhcmVudFN0eWxlIjpudWxsfSwiUGFyZW50U3R5bGUiOm51bGx9LCJEZWZhdWx0U3dpbWxhbmVBY3Rpdml0eVN0eWxlIjp7IiRpZCI6IjExNDgiLCJIZWFkZXJTdHlsZSI6eyIkaWQiOiIxMTQ5IiwiVGV4dFN0eWxlIjp7IiRpZCI6IjExNTAiLCJGb250U2V0dGluZ3MiOnsiJGlkIjoiMTE1MSIsIkZvbnRTaXplIjoxMSwiRm9udE5hbWUiOiJDYWxpYnJpIiwiSXNCb2xkIjpmYWxzZSwiSXNJdGFsaWMiOmZhbHNlLCJJc1VuZGVybGluZWQiOmZhbHNlLCJQYXJlbnRTdHlsZSI6bnVsbH0sIkF1dG9TaXplIjoyLCJGb3JlZ3JvdW5kIjp7IiRpZCI6IjExNTIiLCJDb2xvciI6eyIkaWQiOiIxMTU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MTE1NCIsIlRvcCI6MC4wLCJMZWZ0IjowLjAsIlJpZ2h0IjowLjAsIkJvdHRvbSI6MC4wfSwiUGFkZGluZyI6eyIkaWQiOiIxMTU1IiwiVG9wIjowLjAsIkxlZnQiOjAuMCwiUmlnaHQiOjAuMCwiQm90dG9tIjowLjB9LCJCYWNrZ3JvdW5kIjp7IiRpZCI6IjExNTYiLCJDb2xvciI6eyIkaWQiOiIxMTU3IiwiQSI6MjU1LCJSIjowLCJHIjowLCJCIjowfX0sIklzVmlzaWJsZSI6dHJ1ZSwiV2lkdGgiOjAuMCwiSGVpZ2h0IjowLjAsIkJvcmRlclN0eWxlIjpudWxsLCJQYXJlbnRTdHlsZSI6bnVsbH0sIlJlY3RhbmdsZVN0eWxlIjp7IiRpZCI6IjExNTgiLCJNYXJnaW4iOnsiJGlkIjoiMTE1OSIsIlRvcCI6MC4wLCJMZWZ0IjowLjAsIlJpZ2h0IjowLjAsIkJvdHRvbSI6MC4wfSwiUGFkZGluZyI6eyIkaWQiOiIxMTYwIiwiVG9wIjowLjAsIkxlZnQiOjAuMCwiUmlnaHQiOjAuMCwiQm90dG9tIjowLjB9LCJCYWNrZ3JvdW5kIjp7IiRpZCI6IjExNjEiLCJDb2xvciI6eyIkaWQiOiIxMTYyIiwiQSI6MTI3LCJSIjoxNSwiRyI6MTU4LCJCIjoyMTN9fSwiSXNWaXNpYmxlIjp0cnVlLCJXaWR0aCI6MC4wLCJIZWlnaHQiOjAuMCwiQm9yZGVyU3R5bGUiOnsiJGlkIjoiMTE2MyIsIkxpbmVDb2xvciI6eyIkaWQiOiIxMTY0IiwiJHR5cGUiOiJOTFJFLkNvbW1vbi5Eb20uU29saWRDb2xvckJydXNoLCBOTFJFLkNvbW1vbiIsIkNvbG9yIjp7IiRpZCI6IjExNjUiLCJBIjoyNTUsIlIiOjI1NSwiRyI6MCwiQiI6MH19LCJMaW5lV2VpZ2h0IjowLjAsIkxpbmVUeXBlIjowLCJQYXJlbnRTdHlsZSI6bnVsbH0sIlBhcmVudFN0eWxlIjpudWxsfSwiTWFyZ2luIjp7IiRpZCI6IjExNjYiLCJUb3AiOjAuMCwiTGVmdCI6MC4wLCJSaWdodCI6MC4wLCJCb3R0b20iOjAuMH0sIlBhZGRpbmciOnsiJGlkIjoiMTE2NyIsIlRvcCI6MC4wLCJMZWZ0IjowLjAsIlJpZ2h0IjowLjAsIkJvdHRvbSI6MC4wfSwiQmFja2dyb3VuZCI6bnVsbCwiSXNWaXNpYmxlIjp0cnVlLCJXaWR0aCI6MC4wLCJIZWlnaHQiOjAuMCwiQm9yZGVyU3R5bGUiOm51bGwsIlBhcmVudFN0eWxlIjpudWxsfSwiQmFja2dyb3VuZFN0eWxlIjp7IiRpZCI6IjExNjgiLCJNYXJnaW4iOnsiJGlkIjoiMTE2OSIsIlRvcCI6MC4wLCJMZWZ0IjowLjAsIlJpZ2h0IjowLjAsIkJvdHRvbSI6MC4wfSwiUGFkZGluZyI6eyIkaWQiOiIxMTcwIiwiVG9wIjowLjAsIkxlZnQiOjAuMCwiUmlnaHQiOjAuMCwiQm90dG9tIjowLjB9LCJCYWNrZ3JvdW5kIjp7IiRpZCI6IjExNzEiLCJDb2xvciI6eyIkaWQiOiIxMTcyIiwiQSI6NTEsIlIiOjIwMCwiRyI6MjAwLCJCIjoyMDB9fSwiSXNWaXNpYmxlIjp0cnVlLCJXaWR0aCI6MC4wLCJIZWlnaHQiOjAuMCwiQm9yZGVyU3R5bGUiOnsiJGlkIjoiMTE3MyIsIkxpbmVDb2xvciI6eyIkaWQiOiIxMTc0IiwiJHR5cGUiOiJOTFJFLkNvbW1vbi5Eb20uU29saWRDb2xvckJydXNoLCBOTFJFLkNvbW1vbiIsIkNvbG9yIjp7IiRpZCI6IjExNzUiLCJBIjoyNTUsIlIiOjIzNCwiRyI6MjIsIkIiOjMwfX0sIkxpbmVXZWlnaHQiOjAuMCwiTGluZVR5cGUiOjAsIlBhcmVudFN0eWxlIjpudWxsfSwiUGFyZW50U3R5bGUiOm51bGx9LCJNYXJnaW4iOnsiJGlkIjoiMTE3NiIsIlRvcCI6MC4wLCJMZWZ0IjowLjAsIlJpZ2h0IjowLjAsIkJvdHRvbSI6MC4wfSwiUGFkZGluZyI6eyIkaWQiOiIxMTc3IiwiVG9wIjowLjAsIkxlZnQiOjAuMCwiUmlnaHQiOjAuMCwiQm90dG9tIjowLjB9LCJJc1Zpc2libGUiOnRydWUsIldpZHRoIjowLjAsIkhlaWdodCI6MC4wLCJCb3JkZXJTdHlsZSI6eyIkaWQiOiIxMTc4IiwiTGluZUNvbG9yIjpudWxsLCJMaW5lV2VpZ2h0IjowLjAsIkxpbmVUeXBlIjowLCJQYXJlbnRTdHlsZSI6bnVsbH0sIlBhcmVudFN0eWxlIjpudWxsfSwiTWFyZ2luIjp7IiRpZCI6IjExNzkiLCJUb3AiOjAuMCwiTGVmdCI6MC4wLCJSaWdodCI6MC4wLCJCb3R0b20iOjAuMH0sIlBhZGRpbmciOnsiJGlkIjoiMTE4MCIsIlRvcCI6MC4wLCJMZWZ0IjowLjAsIlJpZ2h0IjowLjAsIkJvdHRvbSI6MC4wfSwiSXNWaXNpYmxlIjp0cnVlLCJXaWR0aCI6MC4wLCJIZWlnaHQiOjAuMCwiQm9yZGVyU3R5bGUiOnsiJGlkIjoiMTE4MSIsIkxpbmVDb2xvciI6bnVsbCwiTGluZVdlaWdodCI6MC4wLCJMaW5lVHlwZSI6MCwiUGFyZW50U3R5bGUiOm51bGx9LCJQYXJlbnRTdHlsZSI6bnVsbH1dLCJDb25kaXRpb25hbEZvcm1hdHRpbmciOnsiJGlkIjoiMTE4MiIsIlB2QUZvcm1hdHRpbmciOnsiJGlkIjoiMTE4MyIsIkRlbGF5VGFza1N0eWxlIjp7IiRpZCI6IjExODQiLCJTdHlsZU9wdGlvbnMiOjI0LCJUaXRsZUZvcmVncm91bmQiOnsiJGlkIjoiMTE4NSIsIkNvbG9yIjp7IiRpZCI6IjExODYiLCJBIjoyNTUsIlIiOjE3NSwiRyI6MCwiQiI6MH19LCJBY3R1YWxTaGFwZXNCYWNrZ3JvdW5kIjp7IiRpZCI6IjExODciLCJDb2xvciI6eyIkaWQiOiIxMTg4IiwiQSI6NjIsIlIiOjI1NSwiRyI6MCwiQiI6MH19LCJBY3R1YWxTaGFwZXNCb3JkZXJTdHlsZSI6eyIkaWQiOiIxMTg5IiwiTGluZUNvbG9yIjp7IiRpZCI6IjExOTAiLCIkdHlwZSI6Ik5MUkUuQ29tbW9uLkRvbS5Tb2xpZENvbG9yQnJ1c2gsIE5MUkUuQ29tbW9uIiwiQ29sb3IiOnsiJGlkIjoiMTE5MSIsIkEiOjE2MywiUiI6MjU1LCJHIjowLCJCIjowfX0sIkxpbmVXZWlnaHQiOjMuMCwiTGluZVR5cGUiOjAsIlBhcmVudFN0eWxlIjpudWxsfSwiQmFzZWxpbmVTaGFwZXNCYWNrZ3JvdW5kIjp7IiRpZCI6IjExOTIiLCJDb2xvciI6eyIkaWQiOiIxMTkzIiwiQSI6MTg0LCJSIjoyNTUsIkciOjAsIkIiOjB9fSwiVmFyaWFuY2VGb3JlZ3JvdW5kIjp7IiRpZCI6IjExOTQiLCJDb2xvciI6eyIkaWQiOiIxMTk1IiwiQSI6MjU1LCJSIjoxNzUsIkciOjAsIkIiOjB9fSwiSXNWaXNpYmxlIjp0cnVlfSwiRGVsYXlNaWxlc3RvbmVTdHlsZSI6eyIkaWQiOiIxMTk2IiwiU3R5bGVPcHRpb25zIjoxOCwiVGl0bGVGb3JlZ3JvdW5kIjp7IiRpZCI6IjExOTciLCJDb2xvciI6eyIkaWQiOiIxMTk4IiwiQSI6MjU1LCJSIjoxNzUsIkciOjAsIkIiOjB9fSwiQWN0dWFsU2hhcGVzQmFja2dyb3VuZCI6eyIkaWQiOiIxMTk5IiwiQ29sb3IiOnsiJGlkIjoiMTIwMCIsIkEiOjI1NSwiUiI6MjIyLCJHIjo4MCwiQiI6NTB9fSwiQWN0dWFsU2hhcGVzQm9yZGVyU3R5bGUiOnsiJGlkIjoiMTIwMSIsIkxpbmVDb2xvciI6eyIkaWQiOiIxMjAyIiwiJHR5cGUiOiJOTFJFLkNvbW1vbi5Eb20uU29saWRDb2xvckJydXNoLCBOTFJFLkNvbW1vbiIsIkNvbG9yIjp7IiRpZCI6IjEyMDMiLCJBIjoxNjMsIlIiOjI1NSwiRyI6MCwiQiI6MH19LCJMaW5lV2VpZ2h0IjozLjAsIkxpbmVUeXBlIjowLCJQYXJlbnRTdHlsZSI6bnVsbH0sIkJhc2VsaW5lU2hhcGVzQmFja2dyb3VuZCI6eyIkaWQiOiIxMjA0IiwiQ29sb3IiOnsiJGlkIjoiMTIwNSIsIkEiOjE4NCwiUiI6MjU1LCJHIjowLCJCIjowfX0sIlZhcmlhbmNlRm9yZWdyb3VuZCI6eyIkaWQiOiIxMjA2IiwiQ29sb3IiOnsiJGlkIjoiMTIwNyIsIkEiOjI1NSwiUiI6MTc1LCJHIjowLCJCIjowfX0sIklzVmlzaWJsZSI6dHJ1ZX0sIkFkdmFuY2VUYXNrU3R5bGUiOnsiJGlkIjoiMTIwOCIsIlN0eWxlT3B0aW9ucyI6MjQsIlRpdGxlRm9yZWdyb3VuZCI6eyIkaWQiOiIxMjA5IiwiQ29sb3IiOnsiJGlkIjoiMTIxMCIsIkEiOjI1NSwiUiI6MCwiRyI6MTEwLCJCIjowfX0sIkFjdHVhbFNoYXBlc0JhY2tncm91bmQiOnsiJGlkIjoiMTIxMSIsIkNvbG9yIjp7IiRpZCI6IjEyMTIiLCJBIjo2MSwiUiI6MCwiRyI6MTI4LCJCIjowfX0sIkFjdHVhbFNoYXBlc0JvcmRlclN0eWxlIjp7IiRpZCI6IjEyMTMiLCJMaW5lQ29sb3IiOnsiJGlkIjoiMTIxNCIsIiR0eXBlIjoiTkxSRS5Db21tb24uRG9tLlNvbGlkQ29sb3JCcnVzaCwgTkxSRS5Db21tb24iLCJDb2xvciI6eyIkaWQiOiIxMjE1IiwiQSI6MTYzLCJSIjowLCJHIjoxMjgsIkIiOjB9fSwiTGluZVdlaWdodCI6My4wLCJMaW5lVHlwZSI6MCwiUGFyZW50U3R5bGUiOm51bGx9LCJCYXNlbGluZVNoYXBlc0JhY2tncm91bmQiOnsiJGlkIjoiMTIxNiIsIkNvbG9yIjp7IiRpZCI6IjEyMTciLCJBIjoxODQsIlIiOjAsIkciOjEyOCwiQiI6MH19LCJWYXJpYW5jZUZvcmVncm91bmQiOnsiJGlkIjoiMTIxOCIsIkNvbG9yIjp7IiRpZCI6IjEyMTkiLCJBIjoyNTUsIlIiOjAsIkciOjExMCwiQiI6MH19LCJJc1Zpc2libGUiOnRydWV9LCJBZHZhbmNlTWlsZXN0b25lU3R5bGUiOnsiJGlkIjoiMTIyMCIsIlN0eWxlT3B0aW9ucyI6MTgsIlRpdGxlRm9yZWdyb3VuZCI6eyIkaWQiOiIxMjIxIiwiQ29sb3IiOnsiJGlkIjoiMTIyMiIsIkEiOjI1NSwiUiI6MCwiRyI6MTEwLCJCIjowfX0sIkFjdHVhbFNoYXBlc0JhY2tncm91bmQiOnsiJGlkIjoiMTIyMyIsIkNvbG9yIjp7IiRpZCI6IjEyMjQiLCJBIjoyNTUsIlIiOjIwLCJHIjoxMDAsIkIiOjB9fSwiQWN0dWFsU2hhcGVzQm9yZGVyU3R5bGUiOnsiJGlkIjoiMTIyNSIsIkxpbmVDb2xvciI6eyIkaWQiOiIxMjI2IiwiJHR5cGUiOiJOTFJFLkNvbW1vbi5Eb20uU29saWRDb2xvckJydXNoLCBOTFJFLkNvbW1vbiIsIkNvbG9yIjp7IiRpZCI6IjEyMjciLCJBIjoxNjMsIlIiOjAsIkciOjEyOCwiQiI6MH19LCJMaW5lV2VpZ2h0IjozLjAsIkxpbmVUeXBlIjowLCJQYXJlbnRTdHlsZSI6bnVsbH0sIkJhc2VsaW5lU2hhcGVzQmFja2dyb3VuZCI6eyIkaWQiOiIxMjI4IiwiQ29sb3IiOnsiJGlkIjoiMTIyOSIsIkEiOjE4NCwiUiI6MCwiRyI6MTI4LCJCIjowfX0sIlZhcmlhbmNlRm9yZWdyb3VuZCI6eyIkaWQiOiIxMjMwIiwiQ29sb3IiOnsiJGlkIjoiMTIzMSIsIkEiOjI1NSwiUiI6MCwiRyI6MTEwLCJCIjowfX0sIklzVmlzaWJsZSI6dHJ1ZX19LCJWYXJpYW5jZURpc3BsYXlTZXR0aW5ncyI6eyIkaWQiOiIxMjMyIiwiVGFza1ZhcmlhbmNlRGlzcGxheU9wdGlvbnMiOnsiJGlkIjoiMTIzMyIsIlNob3dEZWxheVZhcmlhbmNlIjp0cnVlLCJTaG93QWR2YW5jZVZhcmlhbmNlIjp0cnVlLCJTaG93XzBfVmFyaWFuY2UiOmZhbHNlfSwiTWlsZXN0b25lVmFyaWFuY2VEaXNwbGF5T3B0aW9ucyI6eyIkaWQiOiIxMjM0IiwiU2hvd0RlbGF5VmFyaWFuY2UiOnRydWUsIlNob3dBZHZhbmNlVmFyaWFuY2UiOnRydWUsIlNob3dfMF9WYXJpYW5jZSI6ZmFsc2V9fX19LCJTY2FsZSI6bnVsbCwiU2NhbGVWMiI6eyIkaWQiOiIxMjM1IiwiU3RhcnREYXRlIjoiMDAwMS0wMS0wMVQwMDowMDowMCIsIkVuZERhdGUiOiIyMDI1LTEyLTA1VDIzOjU5OjAwIiwiQXV0b0RhdGVSYW5nZSI6dHJ1ZSwiV29ya2luZ0RheXMiOjMxLCJGaXNjYWxZZWFyIjp7IiRpZCI6IjEyMzYiLCJTdGFydE1vbnRoIjoxLCJVc2VTdGFydGluZ1llYXJGb3JOdW1iZXJpbmciOnRydWUsIlNob3dGaXNjYWxZZWFyTGFiZWwiOnRydWV9LCJUb2RheU1hcmtlclRleHQiOiJUb2RheSIsIkF1dG9TY2FsZVR5cGUiOnRydWUsIlRpbWViYW5kU2NhbGVzIjp7IiRpZCI6IjEyMzciLCJUb3BTY2FsZUxheWVyIjp7IiRpZCI6IjEyMzgiLCJGb3JtYXQiOiJNTU0iLCJUeXBlIjoyLCJHcm91cGluZ0ludGVydmFscyI6eyIkaWQiOiIxMjM5IiwiSXNTZXQiOmZhbHNlLCJHcm91cGluZ1N0ZXBDb3VudCI6MX19LCJNaWRkbGVTY2FsZUxheWVyIjp7IiRpZCI6IjEyNDAiLCJGb3JtYXQiOm51bGwsIlR5cGUiOjAsIkdyb3VwaW5nSW50ZXJ2YWxzIjp7IiRpZCI6IjEyNDEiLCJJc1NldCI6ZmFsc2UsIkdyb3VwaW5nU3RlcENvdW50IjoxfX0sIkJvdHRvbVNjYWxlTGF5ZXIiOnsiJGlkIjoiMTI0MiIsIkZvcm1hdCI6bnVsbCwiVHlwZSI6MCwiR3JvdXBpbmdJbnRlcnZhbHMiOnsiJGlkIjoiMTI0MyIsIklzU2V0IjpmYWxzZSwiR3JvdXBpbmdTdGVwQ291bnQiOjF9fX19LCJNaWxlc3RvbmVzIjpbXSwiVGFza3MiOlt7IiRpZCI6IjEyNDQiLCJHcm91cE5hbWUiOm51bGwsIlN0YXJ0RGF0ZSI6IjIwMjUtMDktMDVUMDA6MDA6MDAiLCJFbmREYXRlIjoiMjAyNS0wOS0xMFQyMzo1OTowMFoiLCJQZXJjZW50YWdlQ29tcGxldGUiOm51bGwsIlN0eWxlIjp7IiRpZCI6IjEyNDUiLCJTaGFwZSI6MywiU2hhcGVUaGlja25lc3MiOjAsIkR1cmF0aW9uRm9ybWF0IjowLCJJbmNsdWRlTm9uV29ya2luZ0RheXNJbkR1cmF0aW9uIjpmYWxzZSwiUGVyY2VudGFnZUNvbXBsZXRlU3R5bGUiOnsiJGlkIjoiMTI0NiIsIkZvbnRTZXR0aW5ncyI6eyIkaWQiOiIxMjQ3IiwiRm9udFNpemUiOjEwLCJGb250TmFtZSI6IkNhbGlicmkiLCJJc0JvbGQiOmZhbHNlLCJJc0l0YWxpYyI6ZmFsc2UsIklzVW5kZXJsaW5lZCI6ZmFsc2UsIlBhcmVudFN0eWxlIjpudWxsfSwiQXV0b1NpemUiOjAsIkZvcmVncm91bmQiOnsiJGlkIjoiMTI0OCIsIkNvbG9yIjp7IiRpZCI6IjEyNDk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I1MCIsIlRvcCI6MC4wLCJMZWZ0IjowLjAsIlJpZ2h0IjowLjAsIkJvdHRvbSI6MC4wfSwiUGFkZGluZyI6eyIkaWQiOiIxMjUxIiwiVG9wIjowLjAsIkxlZnQiOjAuMCwiUmlnaHQiOjAuMCwiQm90dG9tIjowLjB9LCJCYWNrZ3JvdW5kIjp7IiRpZCI6IjEyNTIiLCJDb2xvciI6eyIkaWQiOiIxMjUzIiwiQSI6ODksIlIiOjAsIkciOjAsIkIiOjB9fSwiSXNWaXNpYmxlIjp0cnVlLCJXaWR0aCI6MC4wLCJIZWlnaHQiOjAuMCwiQm9yZGVyU3R5bGUiOnsiJGlkIjoiMTI1NCIsIkxpbmVDb2xvciI6bnVsbCwiTGluZVdlaWdodCI6MC4wLCJMaW5lVHlwZSI6MCwiUGFyZW50U3R5bGUiOm51bGx9LCJQYXJlbnRTdHlsZSI6bnVsbH0sIkR1cmF0aW9uU3R5bGUiOnsiJGlkIjoiMTI1NSIsIkZvbnRTZXR0aW5ncyI6eyIkaWQiOiIxMjU2IiwiRm9udFNpemUiOjEwLCJGb250TmFtZSI6IkNhbGlicmkiLCJJc0JvbGQiOmZhbHNlLCJJc0l0YWxpYyI6ZmFsc2UsIklzVW5kZXJsaW5lZCI6ZmFsc2UsIlBhcmVudFN0eWxlIjpudWxsfSwiQXV0b1NpemUiOjAsIkZvcmVncm91bmQiOnsiJGlkIjoiMTI1NyIsIkNvbG9yIjp7IiRpZCI6IjEyNTg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MjU5IiwiVG9wIjowLjAsIkxlZnQiOjAuMCwiUmlnaHQiOjAuMCwiQm90dG9tIjowLjB9LCJQYWRkaW5nIjp7IiRpZCI6IjEyNjAiLCJUb3AiOjAuMCwiTGVmdCI6MC4wLCJSaWdodCI6MC4wLCJCb3R0b20iOjAuMH0sIkJhY2tncm91bmQiOnsiJGlkIjoiMTI2MSIsIkNvbG9yIjp7IiRpZCI6IjEyNjIiLCJBIjoyNTUsIlIiOjIzNywiRyI6MTI1LCJCIjo0OX19LCJJc1Zpc2libGUiOnRydWUsIldpZHRoIjowLjAsIkhlaWdodCI6MC4wLCJCb3JkZXJTdHlsZSI6eyIkaWQiOiIxMjYzIiwiTGluZUNvbG9yIjpudWxsLCJMaW5lV2VpZ2h0IjowLjAsIkxpbmVUeXBlIjowLCJQYXJlbnRTdHlsZSI6bnVsbH0sIlBhcmVudFN0eWxlIjpudWxsfSwiSG9yaXpvbnRhbENvbm5lY3RvclN0eWxlIjp7IiRpZCI6IjEyNjQiLCJMaW5lQ29sb3IiOnsiJGlkIjoiMTI2NSIsIiR0eXBlIjoiTkxSRS5Db21tb24uRG9tLlNvbGlkQ29sb3JCcnVzaCwgTkxSRS5Db21tb24iLCJDb2xvciI6eyIkaWQiOiIxMjY2IiwiQSI6NTEsIlIiOjIxLCJHIjo5NiwiQiI6MTMwfX0sIkxpbmVXZWlnaHQiOjEuMCwiTGluZVR5cGUiOjAsIlBhcmVudFN0eWxlIjpudWxsfSwiVmVydGljYWxDb25uZWN0b3JTdHlsZSI6eyIkaWQiOiIxMjY3IiwiTGluZUNvbG9yIjp7IiRpZCI6IjEyNjgiLCIkdHlwZSI6Ik5MUkUuQ29tbW9uLkRvbS5Tb2xpZENvbG9yQnJ1c2gsIE5MUkUuQ29tbW9uIiwiQ29sb3IiOnsiJGlkIjoiMTI2OS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I3MCIsIlNoYXBlU3R5bGUiOnsiJGlkIjoiMTI3MSIsIk1hcmdpbiI6eyIkaWQiOiIxMjcyIiwiVG9wIjowLjAsIkxlZnQiOjAuMCwiUmlnaHQiOjAuMCwiQm90dG9tIjowLjB9LCJQYWRkaW5nIjp7IiRpZCI6IjEyNzMiLCJUb3AiOjAuMCwiTGVmdCI6MC4wLCJSaWdodCI6MC4wLCJCb3R0b20iOjAuMH0sIkJhY2tncm91bmQiOnsiJGlkIjoiMTI3NCIsIkNvbG9yIjp7IiRpZCI6IjEyNzUiLCJBIjoxNTMsIlIiOjAsIkciOjAsIkIiOjB9fSwiSXNWaXNpYmxlIjp0cnVlLCJXaWR0aCI6MC4wLCJIZWlnaHQiOjAuMCwiQm9yZGVyU3R5bGUiOm51bGwsIlBhcmVudFN0eWxlIjpudWxsfSwiTWFyZ2luIjp7IiRpZCI6IjEyNzYiLCJUb3AiOjAuMCwiTGVmdCI6MC4wLCJSaWdodCI6MC4wLCJCb3R0b20iOjAuMH0sIlBhZGRpbmciOnsiJGlkIjoiMTI3NyIsIlRvcCI6MC4wLCJMZWZ0IjowLjAsIlJpZ2h0IjowLjAsIkJvdHRvbSI6MC4wfSwiQmFja2dyb3VuZCI6bnVsbCwiSXNWaXNpYmxlIjp0cnVlLCJXaWR0aCI6MC4wLCJIZWlnaHQiOjAuMCwiQm9yZGVyU3R5bGUiOm51bGwsIlBhcmVudFN0eWxlIjpudWxsfSwiU2hhcGVTdHlsZSI6eyIkaWQiOiIxMjc4IiwiTWFyZ2luIjp7IiRpZCI6IjEyNzkiLCJUb3AiOjAuMCwiTGVmdCI6NC4wLCJSaWdodCI6NC4wLCJCb3R0b20iOjAuMH0sIlBhZGRpbmciOnsiJGlkIjoiMTI4MCIsIlRvcCI6MC4wLCJMZWZ0IjowLjAsIlJpZ2h0IjowLjAsIkJvdHRvbSI6MC4wfSwiQmFja2dyb3VuZCI6eyIkaWQiOiIxMjgxIiwiQ29sb3IiOnsiJGlkIjoiMTI4MiIsIkEiOjI1NSwiUiI6MjEsIkciOjk2LCJCIjoxMzB9fSwiSXNWaXNpYmxlIjp0cnVlLCJXaWR0aCI6MC4wLCJIZWlnaHQiOjEwLjAsIkJvcmRlclN0eWxlIjp7IiRpZCI6IjEyODMiLCJMaW5lQ29sb3IiOnsiJGlkIjoiMTI4NCIsIiR0eXBlIjoiTkxSRS5Db21tb24uRG9tLlNvbGlkQ29sb3JCcnVzaCwgTkxSRS5Db21tb24iLCJDb2xvciI6eyIkaWQiOiIxMjg1IiwiQSI6MjU1LCJSIjoyMzQsIkciOjIyLCJCIjozMH19LCJMaW5lV2VpZ2h0IjowLjAsIkxpbmVUeXBlIjowLCJQYXJlbnRTdHlsZSI6bnVsbH0sIlBhcmVudFN0eWxlIjpudWxsfSwiVGl0bGVTdHlsZSI6eyIkaWQiOiIxMjg2IiwiRm9udFNldHRpbmdzIjp7IiRpZCI6IjEyODciLCJGb250U2l6ZSI6MTEsIkZvbnROYW1lIjoiQ2FsaWJyaSIsIklzQm9sZCI6ZmFsc2UsIklzSXRhbGljIjpmYWxzZSwiSXNVbmRlcmxpbmVkIjpmYWxzZSwiUGFyZW50U3R5bGUiOm51bGx9LCJBdXRvU2l6ZSI6MCwiRm9yZWdyb3VuZCI6eyIkaWQiOiIxMjg4IiwiQ29sb3IiOnsiJGlkIjoiMTI4OS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MjkwIiwiVG9wIjowLjAsIkxlZnQiOjAuMCwiUmlnaHQiOjAuMCwiQm90dG9tIjowLjB9LCJQYWRkaW5nIjp7IiRpZCI6IjEyOTEiLCJUb3AiOjAuMCwiTGVmdCI6MC4wLCJSaWdodCI6MC4wLCJCb3R0b20iOjAuMH0sIkJhY2tncm91bmQiOnsiJGlkIjoiMTI5MiIsIkNvbG9yIjp7IiRpZCI6IjEyOTMiLCJBIjowLCJSIjoyNTUsIkciOjI1NSwiQiI6MjU1fX0sIklzVmlzaWJsZSI6dHJ1ZSwiV2lkdGgiOjAuMCwiSGVpZ2h0IjowLjAsIkJvcmRlclN0eWxlIjp7IiRpZCI6IjEyOTQiLCJMaW5lQ29sb3IiOm51bGwsIkxpbmVXZWlnaHQiOjAuMCwiTGluZVR5cGUiOjAsIlBhcmVudFN0eWxlIjpudWxsfSwiUGFyZW50U3R5bGUiOm51bGx9LCJEYXRlU3R5bGUiOnsiJGlkIjoiMTI5NSIsIkZvbnRTZXR0aW5ncyI6eyIkaWQiOiIxMjk2IiwiRm9udFNpemUiOjEwLCJGb250TmFtZSI6IkNhbGlicmkiLCJJc0JvbGQiOmZhbHNlLCJJc0l0YWxpYyI6ZmFsc2UsIklzVW5kZXJsaW5lZCI6ZmFsc2UsIlBhcmVudFN0eWxlIjpudWxsfSwiQXV0b1NpemUiOjAsIkZvcmVncm91bmQiOnsiJGlkIjoiMTI5NyIsIkNvbG9yIjp7IiRpZCI6IjEyOTg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I5OSIsIlRvcCI6MC4wLCJMZWZ0IjowLjAsIlJpZ2h0IjowLjAsIkJvdHRvbSI6MC4wfSwiUGFkZGluZyI6eyIkaWQiOiIxMzAwIiwiVG9wIjowLjAsIkxlZnQiOjAuMCwiUmlnaHQiOjAuMCwiQm90dG9tIjowLjB9LCJCYWNrZ3JvdW5kIjp7IiRpZCI6IjEzMDEiLCJDb2xvciI6eyIkaWQiOiIxMzAyIiwiQSI6MCwiUiI6MjU1LCJHIjoyNTUsIkIiOjI1NX19LCJJc1Zpc2libGUiOnRydWUsIldpZHRoIjowLjAsIkhlaWdodCI6MC4wLCJCb3JkZXJTdHlsZSI6eyIkaWQiOiIxMzAzIiwiTGluZUNvbG9yIjpudWxsLCJMaW5lV2VpZ2h0IjowLjAsIkxpbmVUeXBlIjowLCJQYXJlbnRTdHlsZSI6bnVsbH0sIlBhcmVudFN0eWxlIjpudWxsfSwiRGF0ZUZvcm1hdCI6eyIkaWQiOiIxMzA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MDUiLCJGb3JtYXQiOjAsIklzVmlzaWJsZSI6ZmFsc2UsIkxhc3RLbm93blZpc2liaWxpdHlTdGF0ZSI6ZmFsc2V9LCJJc1Zpc2libGUiOmZhbHNlLCJWYXJpYW5jZVN0eWxlIjp7IiRpZCI6IjEzMDYiLCJUZXh0U3R5bGUiOnsiJGlkIjoiMTMwNyIsIkZvbnRTZXR0aW5ncyI6eyIkaWQiOiIxMzA4IiwiRm9udFNpemUiOjEwLCJGb250TmFtZSI6IkNhbGlicmkiLCJJc0JvbGQiOmZhbHNlLCJJc0l0YWxpYyI6ZmFsc2UsIklzVW5kZXJsaW5lZCI6ZmFsc2UsIlBhcmVudFN0eWxlIjpudWxsfSwiQXV0b1NpemUiOjAsIkZvcmVncm91bmQiOnsiJGlkIjoiMTMwOSIsIkNvbG9yIjp7IiRpZCI6IjEzMT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xMSIsIlRvcCI6MC4wLCJMZWZ0IjowLjAsIlJpZ2h0IjowLjAsIkJvdHRvbSI6MC4wfSwiUGFkZGluZyI6eyIkaWQiOiIxMzEyIiwiVG9wIjowLjAsIkxlZnQiOjAuMCwiUmlnaHQiOjAuMCwiQm90dG9tIjowLjB9LCJCYWNrZ3JvdW5kIjp7IiRpZCI6IjEzMTMiLCJDb2xvciI6eyIkaWQiOiIxMzE0IiwiQSI6MjU1LCJSIjowLCJHIjowLCJCIjowfX0sIklzVmlzaWJsZSI6dHJ1ZSwiV2lkdGgiOjAuMCwiSGVpZ2h0IjowLjAsIkJvcmRlclN0eWxlIjp7IiRpZCI6IjEzMTUiLCJMaW5lQ29sb3IiOm51bGwsIkxpbmVXZWlnaHQiOjAuMCwiTGluZVR5cGUiOjAsIlBhcmVudFN0eWxlIjpudWxsfSwiUGFyZW50U3R5bGUiOm51bGx9LCJQYXJlbnRTdHlsZSI6bnVsbH0sIlBhcmVudFN0eWxlIjpudWxsfSwiSW5kZXgiOjAsIlNtYXJ0RHVyYXRpb25BY3RpdmF0ZWQiOmZhbHNlLCJEYXRlRm9ybWF0Ijp7IiRyZWYiOiIxMzA0In0sIldlZWtOdW1iZXJpbmciOnsiJGlkIjoiMTMxNiIsIkZvcm1hdCI6MCwiSXNWaXNpYmxlIjpmYWxzZSwiTGFzdEtub3duVmlzaWJpbGl0eVN0YXRlIjpmYWxzZX0sIkJhc2VsaW5lRGF0YSI6eyIkaWQiOiIxMzE3IiwiU3RhcnREYXRlIjoiMjAyNS0wOS0wNVQwMDowMDowMCIsIkVuZERhdGUiOiIyMDI1LTA5LTEwVDIzOjU5OjAwIn0sIklkIjoiNDk0ZmY5MWYtYjJmYi00NjQ2LWFjNDQtMDU4ZmEwZmY5MmZhIiwiSW1wb3J0SWQiOm51bGwsIlRpdGxlIjoiQWN0YSBkZSBDb25zdGl0dWNpw7NuIGFwcm9iYWRhIiwiTm90ZSI6bnVsbCwiSHlwZXJsaW5rIjp7IiRpZCI6IjEzMTgiLCJBZGRyZXNzIjoiIiwiU3ViQWRkcmVzcyI6IiJ9LCJJc0NoYW5nZWQiOmZhbHNlLCJJc05ldyI6ZmFsc2V9LHsiJGlkIjoiMTMxOSIsIkdyb3VwTmFtZSI6bnVsbCwiU3RhcnREYXRlIjoiMjAyNS0wOS0xMFQwMDowMDowMFoiLCJFbmREYXRlIjoiMjAyNS0wOS0yMFQyMzo1OTowMFoiLCJQZXJjZW50YWdlQ29tcGxldGUiOm51bGwsIlN0eWxlIjp7IiRpZCI6IjEzMjAiLCJTaGFwZSI6MywiU2hhcGVUaGlja25lc3MiOjAsIkR1cmF0aW9uRm9ybWF0IjowLCJJbmNsdWRlTm9uV29ya2luZ0RheXNJbkR1cmF0aW9uIjpmYWxzZSwiUGVyY2VudGFnZUNvbXBsZXRlU3R5bGUiOnsiJGlkIjoiMTMyMSIsIkZvbnRTZXR0aW5ncyI6eyIkaWQiOiIxMzIyIiwiRm9udFNpemUiOjEwLCJGb250TmFtZSI6IkNhbGlicmkiLCJJc0JvbGQiOmZhbHNlLCJJc0l0YWxpYyI6ZmFsc2UsIklzVW5kZXJsaW5lZCI6ZmFsc2UsIlBhcmVudFN0eWxlIjpudWxsfSwiQXV0b1NpemUiOjAsIkZvcmVncm91bmQiOnsiJGlkIjoiMTMyMyIsIkNvbG9yIjp7IiRpZCI6IjEzMj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MyNSIsIlRvcCI6MC4wLCJMZWZ0IjowLjAsIlJpZ2h0IjowLjAsIkJvdHRvbSI6MC4wfSwiUGFkZGluZyI6eyIkaWQiOiIxMzI2IiwiVG9wIjowLjAsIkxlZnQiOjAuMCwiUmlnaHQiOjAuMCwiQm90dG9tIjowLjB9LCJCYWNrZ3JvdW5kIjp7IiRpZCI6IjEzMjciLCJDb2xvciI6eyIkaWQiOiIxMzI4IiwiQSI6ODksIlIiOjAsIkciOjAsIkIiOjB9fSwiSXNWaXNpYmxlIjp0cnVlLCJXaWR0aCI6MC4wLCJIZWlnaHQiOjAuMCwiQm9yZGVyU3R5bGUiOnsiJGlkIjoiMTMyOSIsIkxpbmVDb2xvciI6bnVsbCwiTGluZVdlaWdodCI6MC4wLCJMaW5lVHlwZSI6MCwiUGFyZW50U3R5bGUiOm51bGx9LCJQYXJlbnRTdHlsZSI6bnVsbH0sIkR1cmF0aW9uU3R5bGUiOnsiJGlkIjoiMTMzMCIsIkZvbnRTZXR0aW5ncyI6eyIkaWQiOiIxMzMxIiwiRm9udFNpemUiOjEwLCJGb250TmFtZSI6IkNhbGlicmkiLCJJc0JvbGQiOmZhbHNlLCJJc0l0YWxpYyI6ZmFsc2UsIklzVW5kZXJsaW5lZCI6ZmFsc2UsIlBhcmVudFN0eWxlIjpudWxsfSwiQXV0b1NpemUiOjAsIkZvcmVncm91bmQiOnsiJGlkIjoiMTMzMiIsIkNvbG9yIjp7IiRpZCI6IjEzMz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MzM0IiwiVG9wIjowLjAsIkxlZnQiOjAuMCwiUmlnaHQiOjAuMCwiQm90dG9tIjowLjB9LCJQYWRkaW5nIjp7IiRpZCI6IjEzMzUiLCJUb3AiOjAuMCwiTGVmdCI6MC4wLCJSaWdodCI6MC4wLCJCb3R0b20iOjAuMH0sIkJhY2tncm91bmQiOnsiJGlkIjoiMTMzNiIsIkNvbG9yIjp7IiRpZCI6IjEzMzciLCJBIjoyNTUsIlIiOjIzNywiRyI6MTI1LCJCIjo0OX19LCJJc1Zpc2libGUiOnRydWUsIldpZHRoIjowLjAsIkhlaWdodCI6MC4wLCJCb3JkZXJTdHlsZSI6eyIkaWQiOiIxMzM4IiwiTGluZUNvbG9yIjpudWxsLCJMaW5lV2VpZ2h0IjowLjAsIkxpbmVUeXBlIjowLCJQYXJlbnRTdHlsZSI6bnVsbH0sIlBhcmVudFN0eWxlIjpudWxsfSwiSG9yaXpvbnRhbENvbm5lY3RvclN0eWxlIjp7IiRpZCI6IjEzMzkiLCJMaW5lQ29sb3IiOnsiJGlkIjoiMTM0MCIsIiR0eXBlIjoiTkxSRS5Db21tb24uRG9tLlNvbGlkQ29sb3JCcnVzaCwgTkxSRS5Db21tb24iLCJDb2xvciI6eyIkaWQiOiIxMzQxIiwiQSI6NTEsIlIiOjIxLCJHIjo5NiwiQiI6MTMwfX0sIkxpbmVXZWlnaHQiOjEuMCwiTGluZVR5cGUiOjAsIlBhcmVudFN0eWxlIjpudWxsfSwiVmVydGljYWxDb25uZWN0b3JTdHlsZSI6eyIkaWQiOiIxMzQyIiwiTGluZUNvbG9yIjp7IiRpZCI6IjEzNDMiLCIkdHlwZSI6Ik5MUkUuQ29tbW9uLkRvbS5Tb2xpZENvbG9yQnJ1c2gsIE5MUkUuQ29tbW9uIiwiQ29sb3IiOnsiJGlkIjoiMTM0NC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M0NSIsIlNoYXBlU3R5bGUiOnsiJGlkIjoiMTM0NiIsIk1hcmdpbiI6eyIkaWQiOiIxMzQ3IiwiVG9wIjowLjAsIkxlZnQiOjAuMCwiUmlnaHQiOjAuMCwiQm90dG9tIjowLjB9LCJQYWRkaW5nIjp7IiRpZCI6IjEzNDgiLCJUb3AiOjAuMCwiTGVmdCI6MC4wLCJSaWdodCI6MC4wLCJCb3R0b20iOjAuMH0sIkJhY2tncm91bmQiOnsiJGlkIjoiMTM0OSIsIkNvbG9yIjp7IiRpZCI6IjEzNTAiLCJBIjoxNTMsIlIiOjAsIkciOjAsIkIiOjB9fSwiSXNWaXNpYmxlIjp0cnVlLCJXaWR0aCI6MC4wLCJIZWlnaHQiOjAuMCwiQm9yZGVyU3R5bGUiOm51bGwsIlBhcmVudFN0eWxlIjpudWxsfSwiTWFyZ2luIjp7IiRpZCI6IjEzNTEiLCJUb3AiOjAuMCwiTGVmdCI6MC4wLCJSaWdodCI6MC4wLCJCb3R0b20iOjAuMH0sIlBhZGRpbmciOnsiJGlkIjoiMTM1MiIsIlRvcCI6MC4wLCJMZWZ0IjowLjAsIlJpZ2h0IjowLjAsIkJvdHRvbSI6MC4wfSwiQmFja2dyb3VuZCI6bnVsbCwiSXNWaXNpYmxlIjp0cnVlLCJXaWR0aCI6MC4wLCJIZWlnaHQiOjAuMCwiQm9yZGVyU3R5bGUiOm51bGwsIlBhcmVudFN0eWxlIjpudWxsfSwiU2hhcGVTdHlsZSI6eyIkaWQiOiIxMzUzIiwiTWFyZ2luIjp7IiRpZCI6IjEzNTQiLCJUb3AiOjAuMCwiTGVmdCI6NC4wLCJSaWdodCI6NC4wLCJCb3R0b20iOjAuMH0sIlBhZGRpbmciOnsiJGlkIjoiMTM1NSIsIlRvcCI6MC4wLCJMZWZ0IjowLjAsIlJpZ2h0IjowLjAsIkJvdHRvbSI6MC4wfSwiQmFja2dyb3VuZCI6eyIkaWQiOiIxMzU2IiwiQ29sb3IiOnsiJGlkIjoiMTM1NyIsIkEiOjI1NSwiUiI6MjEsIkciOjk2LCJCIjoxMzB9fSwiSXNWaXNpYmxlIjp0cnVlLCJXaWR0aCI6MC4wLCJIZWlnaHQiOjEwLjAsIkJvcmRlclN0eWxlIjp7IiRpZCI6IjEzNTgiLCJMaW5lQ29sb3IiOnsiJGlkIjoiMTM1OSIsIiR0eXBlIjoiTkxSRS5Db21tb24uRG9tLlNvbGlkQ29sb3JCcnVzaCwgTkxSRS5Db21tb24iLCJDb2xvciI6eyIkaWQiOiIxMzYwIiwiQSI6MjU1LCJSIjoyMzQsIkciOjIyLCJCIjozMH19LCJMaW5lV2VpZ2h0IjowLjAsIkxpbmVUeXBlIjowLCJQYXJlbnRTdHlsZSI6bnVsbH0sIlBhcmVudFN0eWxlIjpudWxsfSwiVGl0bGVTdHlsZSI6eyIkaWQiOiIxMzYxIiwiRm9udFNldHRpbmdzIjp7IiRpZCI6IjEzNjIiLCJGb250U2l6ZSI6MTEsIkZvbnROYW1lIjoiQ2FsaWJyaSIsIklzQm9sZCI6ZmFsc2UsIklzSXRhbGljIjpmYWxzZSwiSXNVbmRlcmxpbmVkIjpmYWxzZSwiUGFyZW50U3R5bGUiOm51bGx9LCJBdXRvU2l6ZSI6MCwiRm9yZWdyb3VuZCI6eyIkaWQiOiIxMzYzIiwiQ29sb3IiOnsiJGlkIjoiMTM2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MzY1IiwiVG9wIjowLjAsIkxlZnQiOjAuMCwiUmlnaHQiOjAuMCwiQm90dG9tIjowLjB9LCJQYWRkaW5nIjp7IiRpZCI6IjEzNjYiLCJUb3AiOjAuMCwiTGVmdCI6MC4wLCJSaWdodCI6MC4wLCJCb3R0b20iOjAuMH0sIkJhY2tncm91bmQiOnsiJGlkIjoiMTM2NyIsIkNvbG9yIjp7IiRpZCI6IjEzNjgiLCJBIjowLCJSIjoyNTUsIkciOjI1NSwiQiI6MjU1fX0sIklzVmlzaWJsZSI6dHJ1ZSwiV2lkdGgiOjAuMCwiSGVpZ2h0IjowLjAsIkJvcmRlclN0eWxlIjp7IiRpZCI6IjEzNjkiLCJMaW5lQ29sb3IiOm51bGwsIkxpbmVXZWlnaHQiOjAuMCwiTGluZVR5cGUiOjAsIlBhcmVudFN0eWxlIjpudWxsfSwiUGFyZW50U3R5bGUiOm51bGx9LCJEYXRlU3R5bGUiOnsiJGlkIjoiMTM3MCIsIkZvbnRTZXR0aW5ncyI6eyIkaWQiOiIxMzcxIiwiRm9udFNpemUiOjEwLCJGb250TmFtZSI6IkNhbGlicmkiLCJJc0JvbGQiOmZhbHNlLCJJc0l0YWxpYyI6ZmFsc2UsIklzVW5kZXJsaW5lZCI6ZmFsc2UsIlBhcmVudFN0eWxlIjpudWxsfSwiQXV0b1NpemUiOjAsIkZvcmVncm91bmQiOnsiJGlkIjoiMTM3MiIsIkNvbG9yIjp7IiRpZCI6IjEzNz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M3NCIsIlRvcCI6MC4wLCJMZWZ0IjowLjAsIlJpZ2h0IjowLjAsIkJvdHRvbSI6MC4wfSwiUGFkZGluZyI6eyIkaWQiOiIxMzc1IiwiVG9wIjowLjAsIkxlZnQiOjAuMCwiUmlnaHQiOjAuMCwiQm90dG9tIjowLjB9LCJCYWNrZ3JvdW5kIjp7IiRpZCI6IjEzNzYiLCJDb2xvciI6eyIkaWQiOiIxMzc3IiwiQSI6MCwiUiI6MjU1LCJHIjoyNTUsIkIiOjI1NX19LCJJc1Zpc2libGUiOnRydWUsIldpZHRoIjowLjAsIkhlaWdodCI6MC4wLCJCb3JkZXJTdHlsZSI6eyIkaWQiOiIxMzc4IiwiTGluZUNvbG9yIjpudWxsLCJMaW5lV2VpZ2h0IjowLjAsIkxpbmVUeXBlIjowLCJQYXJlbnRTdHlsZSI6bnVsbH0sIlBhcmVudFN0eWxlIjpudWxsfSwiRGF0ZUZvcm1hdCI6eyIkaWQiOiIxMzc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ODAiLCJGb3JtYXQiOjAsIklzVmlzaWJsZSI6ZmFsc2UsIkxhc3RLbm93blZpc2liaWxpdHlTdGF0ZSI6ZmFsc2V9LCJJc1Zpc2libGUiOmZhbHNlLCJWYXJpYW5jZVN0eWxlIjp7IiRpZCI6IjEzODEiLCJUZXh0U3R5bGUiOnsiJGlkIjoiMTM4MiIsIkZvbnRTZXR0aW5ncyI6eyIkaWQiOiIxMzgzIiwiRm9udFNpemUiOjEwLCJGb250TmFtZSI6IkNhbGlicmkiLCJJc0JvbGQiOmZhbHNlLCJJc0l0YWxpYyI6ZmFsc2UsIklzVW5kZXJsaW5lZCI6ZmFsc2UsIlBhcmVudFN0eWxlIjpudWxsfSwiQXV0b1NpemUiOjAsIkZvcmVncm91bmQiOnsiJGlkIjoiMTM4NCIsIkNvbG9yIjp7IiRpZCI6IjEzOD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4NiIsIlRvcCI6MC4wLCJMZWZ0IjowLjAsIlJpZ2h0IjowLjAsIkJvdHRvbSI6MC4wfSwiUGFkZGluZyI6eyIkaWQiOiIxMzg3IiwiVG9wIjowLjAsIkxlZnQiOjAuMCwiUmlnaHQiOjAuMCwiQm90dG9tIjowLjB9LCJCYWNrZ3JvdW5kIjp7IiRpZCI6IjEzODgiLCJDb2xvciI6eyIkaWQiOiIxMzg5IiwiQSI6MjU1LCJSIjowLCJHIjowLCJCIjowfX0sIklzVmlzaWJsZSI6dHJ1ZSwiV2lkdGgiOjAuMCwiSGVpZ2h0IjowLjAsIkJvcmRlclN0eWxlIjp7IiRpZCI6IjEzOTAiLCJMaW5lQ29sb3IiOm51bGwsIkxpbmVXZWlnaHQiOjAuMCwiTGluZVR5cGUiOjAsIlBhcmVudFN0eWxlIjpudWxsfSwiUGFyZW50U3R5bGUiOm51bGx9LCJQYXJlbnRTdHlsZSI6bnVsbH0sIlBhcmVudFN0eWxlIjpudWxsfSwiSW5kZXgiOjEsIlNtYXJ0RHVyYXRpb25BY3RpdmF0ZWQiOmZhbHNlLCJEYXRlRm9ybWF0Ijp7IiRyZWYiOiIxMzc5In0sIldlZWtOdW1iZXJpbmciOnsiJGlkIjoiMTM5MSIsIkZvcm1hdCI6MCwiSXNWaXNpYmxlIjpmYWxzZSwiTGFzdEtub3duVmlzaWJpbGl0eVN0YXRlIjpmYWxzZX0sIkJhc2VsaW5lRGF0YSI6eyIkaWQiOiIxMzkyIiwiU3RhcnREYXRlIjoiMjAyNS0wOS0xMFQwMDowMDowMCIsIkVuZERhdGUiOiIyMDI1LTA5LTIwVDIzOjU5OjAwIn0sIklkIjoiOGI4N2Q3ODctZTkzZi00MDMyLWIwM2EtYTRkNzVkOTFhMWYwIiwiSW1wb3J0SWQiOm51bGwsIlRpdGxlIjoiR2VzdGnDs24gZGUgUmVxdWlzaXRvcyIsIk5vdGUiOm51bGwsIkh5cGVybGluayI6eyIkaWQiOiIxMzkzIiwiQWRkcmVzcyI6IiIsIlN1YkFkZHJlc3MiOiIifSwiSXNDaGFuZ2VkIjpmYWxzZSwiSXNOZXciOmZhbHNlfSx7IiRpZCI6IjEzOTQiLCJHcm91cE5hbWUiOm51bGwsIlN0YXJ0RGF0ZSI6IjIwMjUtMDktMjBUMDA6MDA6MDBaIiwiRW5kRGF0ZSI6IjIwMjUtMTAtMjVUMjM6NTk6MDBaIiwiUGVyY2VudGFnZUNvbXBsZXRlIjpudWxsLCJTdHlsZSI6eyIkaWQiOiIxMzk1IiwiU2hhcGUiOjMsIlNoYXBlVGhpY2tuZXNzIjowLCJEdXJhdGlvbkZvcm1hdCI6MCwiSW5jbHVkZU5vbldvcmtpbmdEYXlzSW5EdXJhdGlvbiI6ZmFsc2UsIlBlcmNlbnRhZ2VDb21wbGV0ZVN0eWxlIjp7IiRpZCI6IjEzOTYiLCJGb250U2V0dGluZ3MiOnsiJGlkIjoiMTM5NyIsIkZvbnRTaXplIjoxMCwiRm9udE5hbWUiOiJDYWxpYnJpIiwiSXNCb2xkIjpmYWxzZSwiSXNJdGFsaWMiOmZhbHNlLCJJc1VuZGVybGluZWQiOmZhbHNlLCJQYXJlbnRTdHlsZSI6bnVsbH0sIkF1dG9TaXplIjowLCJGb3JlZ3JvdW5kIjp7IiRpZCI6IjEzOTgiLCJDb2xvciI6eyIkaWQiOiIxMzk5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E0MDAiLCJUb3AiOjAuMCwiTGVmdCI6MC4wLCJSaWdodCI6MC4wLCJCb3R0b20iOjAuMH0sIlBhZGRpbmciOnsiJGlkIjoiMTQwMSIsIlRvcCI6MC4wLCJMZWZ0IjowLjAsIlJpZ2h0IjowLjAsIkJvdHRvbSI6MC4wfSwiQmFja2dyb3VuZCI6eyIkaWQiOiIxNDAyIiwiQ29sb3IiOnsiJGlkIjoiMTQwMyIsIkEiOjg5LCJSIjowLCJHIjowLCJCIjowfX0sIklzVmlzaWJsZSI6dHJ1ZSwiV2lkdGgiOjAuMCwiSGVpZ2h0IjowLjAsIkJvcmRlclN0eWxlIjp7IiRpZCI6IjE0MDQiLCJMaW5lQ29sb3IiOm51bGwsIkxpbmVXZWlnaHQiOjAuMCwiTGluZVR5cGUiOjAsIlBhcmVudFN0eWxlIjpudWxsfSwiUGFyZW50U3R5bGUiOm51bGx9LCJEdXJhdGlvblN0eWxlIjp7IiRpZCI6IjE0MDUiLCJGb250U2V0dGluZ3MiOnsiJGlkIjoiMTQwNiIsIkZvbnRTaXplIjoxMCwiRm9udE5hbWUiOiJDYWxpYnJpIiwiSXNCb2xkIjpmYWxzZSwiSXNJdGFsaWMiOmZhbHNlLCJJc1VuZGVybGluZWQiOmZhbHNlLCJQYXJlbnRTdHlsZSI6bnVsbH0sIkF1dG9TaXplIjowLCJGb3JlZ3JvdW5kIjp7IiRpZCI6IjE0MDciLCJDb2xvciI6eyIkaWQiOiIxNDA4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MTQwOSIsIlRvcCI6MC4wLCJMZWZ0IjowLjAsIlJpZ2h0IjowLjAsIkJvdHRvbSI6MC4wfSwiUGFkZGluZyI6eyIkaWQiOiIxNDEwIiwiVG9wIjowLjAsIkxlZnQiOjAuMCwiUmlnaHQiOjAuMCwiQm90dG9tIjowLjB9LCJCYWNrZ3JvdW5kIjp7IiRpZCI6IjE0MTEiLCJDb2xvciI6eyIkaWQiOiIxNDEyIiwiQSI6MjU1LCJSIjoyMzcsIkciOjEyNSwiQiI6NDl9fSwiSXNWaXNpYmxlIjp0cnVlLCJXaWR0aCI6MC4wLCJIZWlnaHQiOjAuMCwiQm9yZGVyU3R5bGUiOnsiJGlkIjoiMTQxMyIsIkxpbmVDb2xvciI6bnVsbCwiTGluZVdlaWdodCI6MC4wLCJMaW5lVHlwZSI6MCwiUGFyZW50U3R5bGUiOm51bGx9LCJQYXJlbnRTdHlsZSI6bnVsbH0sIkhvcml6b250YWxDb25uZWN0b3JTdHlsZSI6eyIkaWQiOiIxNDE0IiwiTGluZUNvbG9yIjp7IiRpZCI6IjE0MTUiLCIkdHlwZSI6Ik5MUkUuQ29tbW9uLkRvbS5Tb2xpZENvbG9yQnJ1c2gsIE5MUkUuQ29tbW9uIiwiQ29sb3IiOnsiJGlkIjoiMTQxNiIsIkEiOjUxLCJSIjoyMSwiRyI6OTYsIkIiOjEzMH19LCJMaW5lV2VpZ2h0IjoxLjAsIkxpbmVUeXBlIjowLCJQYXJlbnRTdHlsZSI6bnVsbH0sIlZlcnRpY2FsQ29ubmVjdG9yU3R5bGUiOnsiJGlkIjoiMTQxNyIsIkxpbmVDb2xvciI6eyIkaWQiOiIxNDE4IiwiJHR5cGUiOiJOTFJFLkNvbW1vbi5Eb20uU29saWRDb2xvckJydXNoLCBOTFJFLkNvbW1vbiIsIkNvbG9yIjp7IiRpZCI6IjE0MTk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NiwiU3BhY2luZyI6MywiSXNCZWxvd1RpbWViYW5kIjp0cnVlLCJQZXJjZW50YWdlQ29tcGxldGVTaGFwZU9wYWNpdHkiOjM1LCJCYXNlbGluZVN0eWxlIjp7IiRpZCI6IjE0MjAiLCJTaGFwZVN0eWxlIjp7IiRpZCI6IjE0MjEiLCJNYXJnaW4iOnsiJGlkIjoiMTQyMiIsIlRvcCI6MC4wLCJMZWZ0IjowLjAsIlJpZ2h0IjowLjAsIkJvdHRvbSI6MC4wfSwiUGFkZGluZyI6eyIkaWQiOiIxNDIzIiwiVG9wIjowLjAsIkxlZnQiOjAuMCwiUmlnaHQiOjAuMCwiQm90dG9tIjowLjB9LCJCYWNrZ3JvdW5kIjp7IiRpZCI6IjE0MjQiLCJDb2xvciI6eyIkaWQiOiIxNDI1IiwiQSI6MTUzLCJSIjowLCJHIjowLCJCIjowfX0sIklzVmlzaWJsZSI6dHJ1ZSwiV2lkdGgiOjAuMCwiSGVpZ2h0IjowLjAsIkJvcmRlclN0eWxlIjpudWxsLCJQYXJlbnRTdHlsZSI6bnVsbH0sIk1hcmdpbiI6eyIkaWQiOiIxNDI2IiwiVG9wIjowLjAsIkxlZnQiOjAuMCwiUmlnaHQiOjAuMCwiQm90dG9tIjowLjB9LCJQYWRkaW5nIjp7IiRpZCI6IjE0MjciLCJUb3AiOjAuMCwiTGVmdCI6MC4wLCJSaWdodCI6MC4wLCJCb3R0b20iOjAuMH0sIkJhY2tncm91bmQiOm51bGwsIklzVmlzaWJsZSI6dHJ1ZSwiV2lkdGgiOjAuMCwiSGVpZ2h0IjowLjAsIkJvcmRlclN0eWxlIjpudWxsLCJQYXJlbnRTdHlsZSI6bnVsbH0sIlNoYXBlU3R5bGUiOnsiJGlkIjoiMTQyOCIsIk1hcmdpbiI6eyIkaWQiOiIxNDI5IiwiVG9wIjowLjAsIkxlZnQiOjQuMCwiUmlnaHQiOjQuMCwiQm90dG9tIjowLjB9LCJQYWRkaW5nIjp7IiRpZCI6IjE0MzAiLCJUb3AiOjAuMCwiTGVmdCI6MC4wLCJSaWdodCI6MC4wLCJCb3R0b20iOjAuMH0sIkJhY2tncm91bmQiOnsiJGlkIjoiMTQzMSIsIkNvbG9yIjp7IiRpZCI6IjE0MzIiLCJBIjoyNTUsIlIiOjIxLCJHIjo5NiwiQiI6MTMwfX0sIklzVmlzaWJsZSI6dHJ1ZSwiV2lkdGgiOjAuMCwiSGVpZ2h0IjoxMC4wLCJCb3JkZXJTdHlsZSI6eyIkaWQiOiIxNDMzIiwiTGluZUNvbG9yIjp7IiRpZCI6IjE0MzQiLCIkdHlwZSI6Ik5MUkUuQ29tbW9uLkRvbS5Tb2xpZENvbG9yQnJ1c2gsIE5MUkUuQ29tbW9uIiwiQ29sb3IiOnsiJGlkIjoiMTQzNSIsIkEiOjI1NSwiUiI6MjM0LCJHIjoyMiwiQiI6MzB9fSwiTGluZVdlaWdodCI6MC4wLCJMaW5lVHlwZSI6MCwiUGFyZW50U3R5bGUiOm51bGx9LCJQYXJlbnRTdHlsZSI6bnVsbH0sIlRpdGxlU3R5bGUiOnsiJGlkIjoiMTQzNiIsIkZvbnRTZXR0aW5ncyI6eyIkaWQiOiIxNDM3IiwiRm9udFNpemUiOjExLCJGb250TmFtZSI6IkNhbGlicmkiLCJJc0JvbGQiOmZhbHNlLCJJc0l0YWxpYyI6ZmFsc2UsIklzVW5kZXJsaW5lZCI6ZmFsc2UsIlBhcmVudFN0eWxlIjpudWxsfSwiQXV0b1NpemUiOjAsIkZvcmVncm91bmQiOnsiJGlkIjoiMTQzOCIsIkNvbG9yIjp7IiRpZCI6IjE0MzkiLCJBIjoyNTUsIlIiOjAsIkciOjAsIkIiOjB9fSwiTWF4V2lkdGgiOjcyMC4wLCJNYXhIZWlnaHQiOiJJbmZpbml0eSIsIlNtYXJ0Rm9yZWdyb3VuZElzQWN0aXZlIjpmYWxzZSwiSG9yaXpvbnRhbEFsaWdubWVudCI6MiwiVmVydGljYWxBbGlnbm1lbnQiOjEsIlNtYXJ0Rm9yZWdyb3VuZCI6bnVsbCwiQmFja2dyb3VuZEZpbGxUeXBlIjowLCJNYXJnaW4iOnsiJGlkIjoiMTQ0MCIsIlRvcCI6MC4wLCJMZWZ0IjowLjAsIlJpZ2h0IjowLjAsIkJvdHRvbSI6MC4wfSwiUGFkZGluZyI6eyIkaWQiOiIxNDQxIiwiVG9wIjowLjAsIkxlZnQiOjAuMCwiUmlnaHQiOjAuMCwiQm90dG9tIjowLjB9LCJCYWNrZ3JvdW5kIjp7IiRpZCI6IjE0NDIiLCJDb2xvciI6eyIkaWQiOiIxNDQzIiwiQSI6MCwiUiI6MjU1LCJHIjoyNTUsIkIiOjI1NX19LCJJc1Zpc2libGUiOnRydWUsIldpZHRoIjowLjAsIkhlaWdodCI6MC4wLCJCb3JkZXJTdHlsZSI6eyIkaWQiOiIxNDQ0IiwiTGluZUNvbG9yIjpudWxsLCJMaW5lV2VpZ2h0IjowLjAsIkxpbmVUeXBlIjowLCJQYXJlbnRTdHlsZSI6bnVsbH0sIlBhcmVudFN0eWxlIjpudWxsfSwiRGF0ZVN0eWxlIjp7IiRpZCI6IjE0NDUiLCJGb250U2V0dGluZ3MiOnsiJGlkIjoiMTQ0NiIsIkZvbnRTaXplIjoxMCwiRm9udE5hbWUiOiJDYWxpYnJpIiwiSXNCb2xkIjpmYWxzZSwiSXNJdGFsaWMiOmZhbHNlLCJJc1VuZGVybGluZWQiOmZhbHNlLCJQYXJlbnRTdHlsZSI6bnVsbH0sIkF1dG9TaXplIjowLCJGb3JlZ3JvdW5kIjp7IiRpZCI6IjE0NDciLCJDb2xvciI6eyIkaWQiOiIxNDQ4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0NDkiLCJUb3AiOjAuMCwiTGVmdCI6MC4wLCJSaWdodCI6MC4wLCJCb3R0b20iOjAuMH0sIlBhZGRpbmciOnsiJGlkIjoiMTQ1MCIsIlRvcCI6MC4wLCJMZWZ0IjowLjAsIlJpZ2h0IjowLjAsIkJvdHRvbSI6MC4wfSwiQmFja2dyb3VuZCI6eyIkaWQiOiIxNDUxIiwiQ29sb3IiOnsiJGlkIjoiMTQ1MiIsIkEiOjAsIlIiOjI1NSwiRyI6MjU1LCJCIjoyNTV9fSwiSXNWaXNpYmxlIjp0cnVlLCJXaWR0aCI6MC4wLCJIZWlnaHQiOjAuMCwiQm9yZGVyU3R5bGUiOnsiJGlkIjoiMTQ1MyIsIkxpbmVDb2xvciI6bnVsbCwiTGluZVdlaWdodCI6MC4wLCJMaW5lVHlwZSI6MCwiUGFyZW50U3R5bGUiOm51bGx9LCJQYXJlbnRTdHlsZSI6bnVsbH0sIkRhdGVGb3JtYXQiOnsiJGlkIjoiMTQ1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DU1IiwiRm9ybWF0IjowLCJJc1Zpc2libGUiOmZhbHNlLCJMYXN0S25vd25WaXNpYmlsaXR5U3RhdGUiOmZhbHNlfSwiSXNWaXNpYmxlIjpmYWxzZSwiVmFyaWFuY2VTdHlsZSI6eyIkaWQiOiIxNDU2IiwiVGV4dFN0eWxlIjp7IiRpZCI6IjE0NTciLCJGb250U2V0dGluZ3MiOnsiJGlkIjoiMTQ1OCIsIkZvbnRTaXplIjoxMCwiRm9udE5hbWUiOiJDYWxpYnJpIiwiSXNCb2xkIjpmYWxzZSwiSXNJdGFsaWMiOmZhbHNlLCJJc1VuZGVybGluZWQiOmZhbHNlLCJQYXJlbnRTdHlsZSI6bnVsbH0sIkF1dG9TaXplIjowLCJGb3JlZ3JvdW5kIjp7IiRpZCI6IjE0NTkiLCJDb2xvciI6eyIkaWQiOiIxNDY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0NjEiLCJUb3AiOjAuMCwiTGVmdCI6MC4wLCJSaWdodCI6MC4wLCJCb3R0b20iOjAuMH0sIlBhZGRpbmciOnsiJGlkIjoiMTQ2MiIsIlRvcCI6MC4wLCJMZWZ0IjowLjAsIlJpZ2h0IjowLjAsIkJvdHRvbSI6MC4wfSwiQmFja2dyb3VuZCI6eyIkaWQiOiIxNDYzIiwiQ29sb3IiOnsiJGlkIjoiMTQ2NCIsIkEiOjI1NSwiUiI6MCwiRyI6MCwiQiI6MH19LCJJc1Zpc2libGUiOnRydWUsIldpZHRoIjowLjAsIkhlaWdodCI6MC4wLCJCb3JkZXJTdHlsZSI6eyIkaWQiOiIxNDY1IiwiTGluZUNvbG9yIjpudWxsLCJMaW5lV2VpZ2h0IjowLjAsIkxpbmVUeXBlIjowLCJQYXJlbnRTdHlsZSI6bnVsbH0sIlBhcmVudFN0eWxlIjpudWxsfSwiUGFyZW50U3R5bGUiOm51bGx9LCJQYXJlbnRTdHlsZSI6bnVsbH0sIkluZGV4IjoyLCJTbWFydER1cmF0aW9uQWN0aXZhdGVkIjpmYWxzZSwiRGF0ZUZvcm1hdCI6eyIkcmVmIjoiMTQ1NCJ9LCJXZWVrTnVtYmVyaW5nIjp7IiRpZCI6IjE0NjYiLCJGb3JtYXQiOjAsIklzVmlzaWJsZSI6ZmFsc2UsIkxhc3RLbm93blZpc2liaWxpdHlTdGF0ZSI6ZmFsc2V9LCJCYXNlbGluZURhdGEiOnsiJGlkIjoiMTQ2NyIsIlN0YXJ0RGF0ZSI6IjIwMjUtMDktMjBUMDA6MDA6MDAiLCJFbmREYXRlIjoiMjAyNS0xMC0yNVQyMzo1OTowMCJ9LCJJZCI6IjE0NTdhYzUxLWNkMGItNGI5MS04MTViLTYwNzQyODE5OWM3OCIsIkltcG9ydElkIjpudWxsLCJUaXRsZSI6IlNwcmludCAxIiwiTm90ZSI6bnVsbCwiSHlwZXJsaW5rIjp7IiRpZCI6IjE0NjgiLCJBZGRyZXNzIjoiIiwiU3ViQWRkcmVzcyI6IiJ9LCJJc0NoYW5nZWQiOmZhbHNlLCJJc05ldyI6ZmFsc2V9LHsiJGlkIjoiMTQ2OSIsIkdyb3VwTmFtZSI6bnVsbCwiU3RhcnREYXRlIjoiMjAyNS0xMC0yNVQwMDowMDowMFoiLCJFbmREYXRlIjoiMjAyNS0xMS0xMVQyMzo1OTowMFoiLCJQZXJjZW50YWdlQ29tcGxldGUiOm51bGwsIlN0eWxlIjp7IiRpZCI6IjE0NzAiLCJTaGFwZSI6MywiU2hhcGVUaGlja25lc3MiOjAsIkR1cmF0aW9uRm9ybWF0IjowLCJJbmNsdWRlTm9uV29ya2luZ0RheXNJbkR1cmF0aW9uIjpmYWxzZSwiUGVyY2VudGFnZUNvbXBsZXRlU3R5bGUiOnsiJGlkIjoiMTQ3MSIsIkZvbnRTZXR0aW5ncyI6eyIkaWQiOiIxNDcyIiwiRm9udFNpemUiOjEwLCJGb250TmFtZSI6IkNhbGlicmkiLCJJc0JvbGQiOmZhbHNlLCJJc0l0YWxpYyI6ZmFsc2UsIklzVW5kZXJsaW5lZCI6ZmFsc2UsIlBhcmVudFN0eWxlIjpudWxsfSwiQXV0b1NpemUiOjAsIkZvcmVncm91bmQiOnsiJGlkIjoiMTQ3MyIsIkNvbG9yIjp7IiRpZCI6IjE0Nz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Q3NSIsIlRvcCI6MC4wLCJMZWZ0IjowLjAsIlJpZ2h0IjowLjAsIkJvdHRvbSI6MC4wfSwiUGFkZGluZyI6eyIkaWQiOiIxNDc2IiwiVG9wIjowLjAsIkxlZnQiOjAuMCwiUmlnaHQiOjAuMCwiQm90dG9tIjowLjB9LCJCYWNrZ3JvdW5kIjp7IiRpZCI6IjE0NzciLCJDb2xvciI6eyIkaWQiOiIxNDc4IiwiQSI6ODksIlIiOjAsIkciOjAsIkIiOjB9fSwiSXNWaXNpYmxlIjp0cnVlLCJXaWR0aCI6MC4wLCJIZWlnaHQiOjAuMCwiQm9yZGVyU3R5bGUiOnsiJGlkIjoiMTQ3OSIsIkxpbmVDb2xvciI6bnVsbCwiTGluZVdlaWdodCI6MC4wLCJMaW5lVHlwZSI6MCwiUGFyZW50U3R5bGUiOm51bGx9LCJQYXJlbnRTdHlsZSI6bnVsbH0sIkR1cmF0aW9uU3R5bGUiOnsiJGlkIjoiMTQ4MCIsIkZvbnRTZXR0aW5ncyI6eyIkaWQiOiIxNDgxIiwiRm9udFNpemUiOjEwLCJGb250TmFtZSI6IkNhbGlicmkiLCJJc0JvbGQiOmZhbHNlLCJJc0l0YWxpYyI6ZmFsc2UsIklzVW5kZXJsaW5lZCI6ZmFsc2UsIlBhcmVudFN0eWxlIjpudWxsfSwiQXV0b1NpemUiOjAsIkZvcmVncm91bmQiOnsiJGlkIjoiMTQ4MiIsIkNvbG9yIjp7IiRpZCI6IjE0OD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NDg0IiwiVG9wIjowLjAsIkxlZnQiOjAuMCwiUmlnaHQiOjAuMCwiQm90dG9tIjowLjB9LCJQYWRkaW5nIjp7IiRpZCI6IjE0ODUiLCJUb3AiOjAuMCwiTGVmdCI6MC4wLCJSaWdodCI6MC4wLCJCb3R0b20iOjAuMH0sIkJhY2tncm91bmQiOnsiJGlkIjoiMTQ4NiIsIkNvbG9yIjp7IiRpZCI6IjE0ODciLCJBIjoyNTUsIlIiOjIzNywiRyI6MTI1LCJCIjo0OX19LCJJc1Zpc2libGUiOnRydWUsIldpZHRoIjowLjAsIkhlaWdodCI6MC4wLCJCb3JkZXJTdHlsZSI6eyIkaWQiOiIxNDg4IiwiTGluZUNvbG9yIjpudWxsLCJMaW5lV2VpZ2h0IjowLjAsIkxpbmVUeXBlIjowLCJQYXJlbnRTdHlsZSI6bnVsbH0sIlBhcmVudFN0eWxlIjpudWxsfSwiSG9yaXpvbnRhbENvbm5lY3RvclN0eWxlIjp7IiRpZCI6IjE0ODkiLCJMaW5lQ29sb3IiOnsiJGlkIjoiMTQ5MCIsIiR0eXBlIjoiTkxSRS5Db21tb24uRG9tLlNvbGlkQ29sb3JCcnVzaCwgTkxSRS5Db21tb24iLCJDb2xvciI6eyIkaWQiOiIxNDkxIiwiQSI6NTEsIlIiOjIxLCJHIjo5NiwiQiI6MTMwfX0sIkxpbmVXZWlnaHQiOjEuMCwiTGluZVR5cGUiOjAsIlBhcmVudFN0eWxlIjpudWxsfSwiVmVydGljYWxDb25uZWN0b3JTdHlsZSI6eyIkaWQiOiIxNDkyIiwiTGluZUNvbG9yIjp7IiRpZCI6IjE0OTMiLCIkdHlwZSI6Ik5MUkUuQ29tbW9uLkRvbS5Tb2xpZENvbG9yQnJ1c2gsIE5MUkUuQ29tbW9uIiwiQ29sb3IiOnsiJGlkIjoiMTQ5NC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Q5NSIsIlNoYXBlU3R5bGUiOnsiJGlkIjoiMTQ5NiIsIk1hcmdpbiI6eyIkaWQiOiIxNDk3IiwiVG9wIjowLjAsIkxlZnQiOjAuMCwiUmlnaHQiOjAuMCwiQm90dG9tIjowLjB9LCJQYWRkaW5nIjp7IiRpZCI6IjE0OTgiLCJUb3AiOjAuMCwiTGVmdCI6MC4wLCJSaWdodCI6MC4wLCJCb3R0b20iOjAuMH0sIkJhY2tncm91bmQiOnsiJGlkIjoiMTQ5OSIsIkNvbG9yIjp7IiRpZCI6IjE1MDAiLCJBIjoxNTMsIlIiOjAsIkciOjAsIkIiOjB9fSwiSXNWaXNpYmxlIjp0cnVlLCJXaWR0aCI6MC4wLCJIZWlnaHQiOjAuMCwiQm9yZGVyU3R5bGUiOm51bGwsIlBhcmVudFN0eWxlIjpudWxsfSwiTWFyZ2luIjp7IiRpZCI6IjE1MDEiLCJUb3AiOjAuMCwiTGVmdCI6MC4wLCJSaWdodCI6MC4wLCJCb3R0b20iOjAuMH0sIlBhZGRpbmciOnsiJGlkIjoiMTUwMiIsIlRvcCI6MC4wLCJMZWZ0IjowLjAsIlJpZ2h0IjowLjAsIkJvdHRvbSI6MC4wfSwiQmFja2dyb3VuZCI6bnVsbCwiSXNWaXNpYmxlIjp0cnVlLCJXaWR0aCI6MC4wLCJIZWlnaHQiOjAuMCwiQm9yZGVyU3R5bGUiOm51bGwsIlBhcmVudFN0eWxlIjpudWxsfSwiU2hhcGVTdHlsZSI6eyIkaWQiOiIxNTAzIiwiTWFyZ2luIjp7IiRpZCI6IjE1MDQiLCJUb3AiOjAuMCwiTGVmdCI6NC4wLCJSaWdodCI6NC4wLCJCb3R0b20iOjAuMH0sIlBhZGRpbmciOnsiJGlkIjoiMTUwNSIsIlRvcCI6MC4wLCJMZWZ0IjowLjAsIlJpZ2h0IjowLjAsIkJvdHRvbSI6MC4wfSwiQmFja2dyb3VuZCI6eyIkaWQiOiIxNTA2IiwiQ29sb3IiOnsiJGlkIjoiMTUwNyIsIkEiOjI1NSwiUiI6MjEsIkciOjk2LCJCIjoxMzB9fSwiSXNWaXNpYmxlIjp0cnVlLCJXaWR0aCI6MC4wLCJIZWlnaHQiOjEwLjAsIkJvcmRlclN0eWxlIjp7IiRpZCI6IjE1MDgiLCJMaW5lQ29sb3IiOnsiJGlkIjoiMTUwOSIsIiR0eXBlIjoiTkxSRS5Db21tb24uRG9tLlNvbGlkQ29sb3JCcnVzaCwgTkxSRS5Db21tb24iLCJDb2xvciI6eyIkaWQiOiIxNTEwIiwiQSI6MjU1LCJSIjoyMzQsIkciOjIyLCJCIjozMH19LCJMaW5lV2VpZ2h0IjowLjAsIkxpbmVUeXBlIjowLCJQYXJlbnRTdHlsZSI6bnVsbH0sIlBhcmVudFN0eWxlIjpudWxsfSwiVGl0bGVTdHlsZSI6eyIkaWQiOiIxNTExIiwiRm9udFNldHRpbmdzIjp7IiRpZCI6IjE1MTIiLCJGb250U2l6ZSI6MTEsIkZvbnROYW1lIjoiQ2FsaWJyaSIsIklzQm9sZCI6ZmFsc2UsIklzSXRhbGljIjpmYWxzZSwiSXNVbmRlcmxpbmVkIjpmYWxzZSwiUGFyZW50U3R5bGUiOm51bGx9LCJBdXRvU2l6ZSI6MCwiRm9yZWdyb3VuZCI6eyIkaWQiOiIxNTEzIiwiQ29sb3IiOnsiJGlkIjoiMTUx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NTE1IiwiVG9wIjowLjAsIkxlZnQiOjAuMCwiUmlnaHQiOjAuMCwiQm90dG9tIjowLjB9LCJQYWRkaW5nIjp7IiRpZCI6IjE1MTYiLCJUb3AiOjAuMCwiTGVmdCI6MC4wLCJSaWdodCI6MC4wLCJCb3R0b20iOjAuMH0sIkJhY2tncm91bmQiOnsiJGlkIjoiMTUxNyIsIkNvbG9yIjp7IiRpZCI6IjE1MTgiLCJBIjowLCJSIjoyNTUsIkciOjI1NSwiQiI6MjU1fX0sIklzVmlzaWJsZSI6dHJ1ZSwiV2lkdGgiOjAuMCwiSGVpZ2h0IjowLjAsIkJvcmRlclN0eWxlIjp7IiRpZCI6IjE1MTkiLCJMaW5lQ29sb3IiOm51bGwsIkxpbmVXZWlnaHQiOjAuMCwiTGluZVR5cGUiOjAsIlBhcmVudFN0eWxlIjpudWxsfSwiUGFyZW50U3R5bGUiOm51bGx9LCJEYXRlU3R5bGUiOnsiJGlkIjoiMTUyMCIsIkZvbnRTZXR0aW5ncyI6eyIkaWQiOiIxNTIxIiwiRm9udFNpemUiOjEwLCJGb250TmFtZSI6IkNhbGlicmkiLCJJc0JvbGQiOmZhbHNlLCJJc0l0YWxpYyI6ZmFsc2UsIklzVW5kZXJsaW5lZCI6ZmFsc2UsIlBhcmVudFN0eWxlIjpudWxsfSwiQXV0b1NpemUiOjAsIkZvcmVncm91bmQiOnsiJGlkIjoiMTUyMiIsIkNvbG9yIjp7IiRpZCI6IjE1Mj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UyNCIsIlRvcCI6MC4wLCJMZWZ0IjowLjAsIlJpZ2h0IjowLjAsIkJvdHRvbSI6MC4wfSwiUGFkZGluZyI6eyIkaWQiOiIxNTI1IiwiVG9wIjowLjAsIkxlZnQiOjAuMCwiUmlnaHQiOjAuMCwiQm90dG9tIjowLjB9LCJCYWNrZ3JvdW5kIjp7IiRpZCI6IjE1MjYiLCJDb2xvciI6eyIkaWQiOiIxNTI3IiwiQSI6MCwiUiI6MjU1LCJHIjoyNTUsIkIiOjI1NX19LCJJc1Zpc2libGUiOnRydWUsIldpZHRoIjowLjAsIkhlaWdodCI6MC4wLCJCb3JkZXJTdHlsZSI6eyIkaWQiOiIxNTI4IiwiTGluZUNvbG9yIjpudWxsLCJMaW5lV2VpZ2h0IjowLjAsIkxpbmVUeXBlIjowLCJQYXJlbnRTdHlsZSI6bnVsbH0sIlBhcmVudFN0eWxlIjpudWxsfSwiRGF0ZUZvcm1hdCI6eyIkaWQiOiIxNTI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1MzAiLCJGb3JtYXQiOjAsIklzVmlzaWJsZSI6ZmFsc2UsIkxhc3RLbm93blZpc2liaWxpdHlTdGF0ZSI6ZmFsc2V9LCJJc1Zpc2libGUiOmZhbHNlLCJWYXJpYW5jZVN0eWxlIjp7IiRpZCI6IjE1MzEiLCJUZXh0U3R5bGUiOnsiJGlkIjoiMTUzMiIsIkZvbnRTZXR0aW5ncyI6eyIkaWQiOiIxNTMzIiwiRm9udFNpemUiOjEwLCJGb250TmFtZSI6IkNhbGlicmkiLCJJc0JvbGQiOmZhbHNlLCJJc0l0YWxpYyI6ZmFsc2UsIklzVW5kZXJsaW5lZCI6ZmFsc2UsIlBhcmVudFN0eWxlIjpudWxsfSwiQXV0b1NpemUiOjAsIkZvcmVncm91bmQiOnsiJGlkIjoiMTUzNCIsIkNvbG9yIjp7IiRpZCI6IjE1Mz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UzNiIsIlRvcCI6MC4wLCJMZWZ0IjowLjAsIlJpZ2h0IjowLjAsIkJvdHRvbSI6MC4wfSwiUGFkZGluZyI6eyIkaWQiOiIxNTM3IiwiVG9wIjowLjAsIkxlZnQiOjAuMCwiUmlnaHQiOjAuMCwiQm90dG9tIjowLjB9LCJCYWNrZ3JvdW5kIjp7IiRpZCI6IjE1MzgiLCJDb2xvciI6eyIkaWQiOiIxNTM5IiwiQSI6MjU1LCJSIjowLCJHIjowLCJCIjowfX0sIklzVmlzaWJsZSI6dHJ1ZSwiV2lkdGgiOjAuMCwiSGVpZ2h0IjowLjAsIkJvcmRlclN0eWxlIjp7IiRpZCI6IjE1NDAiLCJMaW5lQ29sb3IiOm51bGwsIkxpbmVXZWlnaHQiOjAuMCwiTGluZVR5cGUiOjAsIlBhcmVudFN0eWxlIjpudWxsfSwiUGFyZW50U3R5bGUiOm51bGx9LCJQYXJlbnRTdHlsZSI6bnVsbH0sIlBhcmVudFN0eWxlIjpudWxsfSwiSW5kZXgiOjMsIlNtYXJ0RHVyYXRpb25BY3RpdmF0ZWQiOmZhbHNlLCJEYXRlRm9ybWF0Ijp7IiRyZWYiOiIxNTI5In0sIldlZWtOdW1iZXJpbmciOnsiJGlkIjoiMTU0MSIsIkZvcm1hdCI6MCwiSXNWaXNpYmxlIjpmYWxzZSwiTGFzdEtub3duVmlzaWJpbGl0eVN0YXRlIjpmYWxzZX0sIkJhc2VsaW5lRGF0YSI6eyIkaWQiOiIxNTQyIiwiU3RhcnREYXRlIjoiMjAyNS0xMC0yNVQwMDowMDowMCIsIkVuZERhdGUiOiIyMDI1LTExLTExVDIzOjU5OjAwIn0sIklkIjoiZWY5M2MyYjMtYzdhZS00MDFmLTk3OTktMTYzZjg2ZGNjY2IxIiwiSW1wb3J0SWQiOm51bGwsIlRpdGxlIjoiU3ByaW50IDIiLCJOb3RlIjpudWxsLCJIeXBlcmxpbmsiOnsiJGlkIjoiMTU0MyIsIkFkZHJlc3MiOiIiLCJTdWJBZGRyZXNzIjoiIn0sIklzQ2hhbmdlZCI6ZmFsc2UsIklzTmV3IjpmYWxzZX0seyIkaWQiOiIxNTQ0IiwiR3JvdXBOYW1lIjpudWxsLCJTdGFydERhdGUiOiIyMDI1LTExLTExVDAwOjAwOjAwWiIsIkVuZERhdGUiOiIyMDI1LTExLTE4VDIzOjU5OjAwWiIsIlBlcmNlbnRhZ2VDb21wbGV0ZSI6bnVsbCwiU3R5bGUiOnsiJGlkIjoiMTU0NSIsIlNoYXBlIjozLCJTaGFwZVRoaWNrbmVzcyI6MCwiRHVyYXRpb25Gb3JtYXQiOjAsIkluY2x1ZGVOb25Xb3JraW5nRGF5c0luRHVyYXRpb24iOmZhbHNlLCJQZXJjZW50YWdlQ29tcGxldGVTdHlsZSI6eyIkaWQiOiIxNTQ2IiwiRm9udFNldHRpbmdzIjp7IiRpZCI6IjE1NDciLCJGb250U2l6ZSI6MTAsIkZvbnROYW1lIjoiQ2FsaWJyaSIsIklzQm9sZCI6ZmFsc2UsIklzSXRhbGljIjpmYWxzZSwiSXNVbmRlcmxpbmVkIjpmYWxzZSwiUGFyZW50U3R5bGUiOm51bGx9LCJBdXRvU2l6ZSI6MCwiRm9yZWdyb3VuZCI6eyIkaWQiOiIxNTQ4IiwiQ29sb3IiOnsiJGlkIjoiMTU0OS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xNTUwIiwiVG9wIjowLjAsIkxlZnQiOjAuMCwiUmlnaHQiOjAuMCwiQm90dG9tIjowLjB9LCJQYWRkaW5nIjp7IiRpZCI6IjE1NTEiLCJUb3AiOjAuMCwiTGVmdCI6MC4wLCJSaWdodCI6MC4wLCJCb3R0b20iOjAuMH0sIkJhY2tncm91bmQiOnsiJGlkIjoiMTU1MiIsIkNvbG9yIjp7IiRpZCI6IjE1NTMiLCJBIjo4OSwiUiI6MCwiRyI6MCwiQiI6MH19LCJJc1Zpc2libGUiOnRydWUsIldpZHRoIjowLjAsIkhlaWdodCI6MC4wLCJCb3JkZXJTdHlsZSI6eyIkaWQiOiIxNTU0IiwiTGluZUNvbG9yIjpudWxsLCJMaW5lV2VpZ2h0IjowLjAsIkxpbmVUeXBlIjowLCJQYXJlbnRTdHlsZSI6bnVsbH0sIlBhcmVudFN0eWxlIjpudWxsfSwiRHVyYXRpb25TdHlsZSI6eyIkaWQiOiIxNTU1IiwiRm9udFNldHRpbmdzIjp7IiRpZCI6IjE1NTYiLCJGb250U2l6ZSI6MTAsIkZvbnROYW1lIjoiQ2FsaWJyaSIsIklzQm9sZCI6ZmFsc2UsIklzSXRhbGljIjpmYWxzZSwiSXNVbmRlcmxpbmVkIjpmYWxzZSwiUGFyZW50U3R5bGUiOm51bGx9LCJBdXRvU2l6ZSI6MCwiRm9yZWdyb3VuZCI6eyIkaWQiOiIxNTU3IiwiQ29sb3IiOnsiJGlkIjoiMTU1OC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1NTkiLCJUb3AiOjAuMCwiTGVmdCI6MC4wLCJSaWdodCI6MC4wLCJCb3R0b20iOjAuMH0sIlBhZGRpbmciOnsiJGlkIjoiMTU2MCIsIlRvcCI6MC4wLCJMZWZ0IjowLjAsIlJpZ2h0IjowLjAsIkJvdHRvbSI6MC4wfSwiQmFja2dyb3VuZCI6eyIkaWQiOiIxNTYxIiwiQ29sb3IiOnsiJGlkIjoiMTU2MiIsIkEiOjI1NSwiUiI6MjM3LCJHIjoxMjUsIkIiOjQ5fX0sIklzVmlzaWJsZSI6dHJ1ZSwiV2lkdGgiOjAuMCwiSGVpZ2h0IjowLjAsIkJvcmRlclN0eWxlIjp7IiRpZCI6IjE1NjMiLCJMaW5lQ29sb3IiOm51bGwsIkxpbmVXZWlnaHQiOjAuMCwiTGluZVR5cGUiOjAsIlBhcmVudFN0eWxlIjpudWxsfSwiUGFyZW50U3R5bGUiOm51bGx9LCJIb3Jpem9udGFsQ29ubmVjdG9yU3R5bGUiOnsiJGlkIjoiMTU2NCIsIkxpbmVDb2xvciI6eyIkaWQiOiIxNTY1IiwiJHR5cGUiOiJOTFJFLkNvbW1vbi5Eb20uU29saWRDb2xvckJydXNoLCBOTFJFLkNvbW1vbiIsIkNvbG9yIjp7IiRpZCI6IjE1NjYiLCJBIjo1MSwiUiI6MjEsIkciOjk2LCJCIjoxMzB9fSwiTGluZVdlaWdodCI6MS4wLCJMaW5lVHlwZSI6MCwiUGFyZW50U3R5bGUiOm51bGx9LCJWZXJ0aWNhbENvbm5lY3RvclN0eWxlIjp7IiRpZCI6IjE1NjciLCJMaW5lQ29sb3IiOnsiJGlkIjoiMTU2OCIsIiR0eXBlIjoiTkxSRS5Db21tb24uRG9tLlNvbGlkQ29sb3JCcnVzaCwgTkxSRS5Db21tb24iLCJDb2xvciI6eyIkaWQiOiIxNTY5IiwiQSI6NTEsIlIiOjIxLCJHIjo5NiwiQiI6MTMwfX0sIkxpbmVXZWlnaHQiOjAuMCwiTGluZVR5cGUiOjAsIlBhcmVudFN0eWxlIjpudWxsfSwiTWFyZ2luIjpudWxsLCJTdGFydERhdGVQb3NpdGlvbiI6NCwiRW5kRGF0ZVBvc2l0aW9uIjo0LCJEYXRlSXNWaXNpYmxlIjp0cnVlLCJUaXRsZVBvc2l0aW9uIjozLCJEdXJhdGlvblBvc2l0aW9uIjo2LCJQZXJjZW50YWdlQ29tcGxldGVkUG9zaXRpb24iOjIsIlZhcmlhbmNlUG9zaXRpb24iOjYsIlNwYWNpbmciOjMsIklzQmVsb3dUaW1lYmFuZCI6dHJ1ZSwiUGVyY2VudGFnZUNvbXBsZXRlU2hhcGVPcGFjaXR5IjozNSwiQmFzZWxpbmVTdHlsZSI6eyIkaWQiOiIxNTcwIiwiU2hhcGVTdHlsZSI6eyIkaWQiOiIxNTcxIiwiTWFyZ2luIjp7IiRpZCI6IjE1NzIiLCJUb3AiOjAuMCwiTGVmdCI6MC4wLCJSaWdodCI6MC4wLCJCb3R0b20iOjAuMH0sIlBhZGRpbmciOnsiJGlkIjoiMTU3MyIsIlRvcCI6MC4wLCJMZWZ0IjowLjAsIlJpZ2h0IjowLjAsIkJvdHRvbSI6MC4wfSwiQmFja2dyb3VuZCI6eyIkaWQiOiIxNTc0IiwiQ29sb3IiOnsiJGlkIjoiMTU3NSIsIkEiOjE1MywiUiI6MCwiRyI6MCwiQiI6MH19LCJJc1Zpc2libGUiOnRydWUsIldpZHRoIjowLjAsIkhlaWdodCI6MC4wLCJCb3JkZXJTdHlsZSI6bnVsbCwiUGFyZW50U3R5bGUiOm51bGx9LCJNYXJnaW4iOnsiJGlkIjoiMTU3NiIsIlRvcCI6MC4wLCJMZWZ0IjowLjAsIlJpZ2h0IjowLjAsIkJvdHRvbSI6MC4wfSwiUGFkZGluZyI6eyIkaWQiOiIxNTc3IiwiVG9wIjowLjAsIkxlZnQiOjAuMCwiUmlnaHQiOjAuMCwiQm90dG9tIjowLjB9LCJCYWNrZ3JvdW5kIjpudWxsLCJJc1Zpc2libGUiOnRydWUsIldpZHRoIjowLjAsIkhlaWdodCI6MC4wLCJCb3JkZXJTdHlsZSI6bnVsbCwiUGFyZW50U3R5bGUiOm51bGx9LCJTaGFwZVN0eWxlIjp7IiRpZCI6IjE1NzgiLCJNYXJnaW4iOnsiJGlkIjoiMTU3OSIsIlRvcCI6MC4wLCJMZWZ0Ijo0LjAsIlJpZ2h0Ijo0LjAsIkJvdHRvbSI6MC4wfSwiUGFkZGluZyI6eyIkaWQiOiIxNTgwIiwiVG9wIjowLjAsIkxlZnQiOjAuMCwiUmlnaHQiOjAuMCwiQm90dG9tIjowLjB9LCJCYWNrZ3JvdW5kIjp7IiRpZCI6IjE1ODEiLCJDb2xvciI6eyIkaWQiOiIxNTgyIiwiQSI6MjU1LCJSIjoyMSwiRyI6OTYsIkIiOjEzMH19LCJJc1Zpc2libGUiOnRydWUsIldpZHRoIjowLjAsIkhlaWdodCI6MTAuMCwiQm9yZGVyU3R5bGUiOnsiJGlkIjoiMTU4MyIsIkxpbmVDb2xvciI6eyIkaWQiOiIxNTg0IiwiJHR5cGUiOiJOTFJFLkNvbW1vbi5Eb20uU29saWRDb2xvckJydXNoLCBOTFJFLkNvbW1vbiIsIkNvbG9yIjp7IiRpZCI6IjE1ODUiLCJBIjoyNTUsIlIiOjIzNCwiRyI6MjIsIkIiOjMwfX0sIkxpbmVXZWlnaHQiOjAuMCwiTGluZVR5cGUiOjAsIlBhcmVudFN0eWxlIjpudWxsfSwiUGFyZW50U3R5bGUiOm51bGx9LCJUaXRsZVN0eWxlIjp7IiRpZCI6IjE1ODYiLCJGb250U2V0dGluZ3MiOnsiJGlkIjoiMTU4NyIsIkZvbnRTaXplIjoxMSwiRm9udE5hbWUiOiJDYWxpYnJpIiwiSXNCb2xkIjpmYWxzZSwiSXNJdGFsaWMiOmZhbHNlLCJJc1VuZGVybGluZWQiOmZhbHNlLCJQYXJlbnRTdHlsZSI6bnVsbH0sIkF1dG9TaXplIjowLCJGb3JlZ3JvdW5kIjp7IiRpZCI6IjE1ODgiLCJDb2xvciI6eyIkaWQiOiIxNTg5IiwiQSI6MjU1LCJSIjowLCJHIjowLCJCIjowfX0sIk1heFdpZHRoIjo3MjAuMCwiTWF4SGVpZ2h0IjoiSW5maW5pdHkiLCJTbWFydEZvcmVncm91bmRJc0FjdGl2ZSI6ZmFsc2UsIkhvcml6b250YWxBbGlnbm1lbnQiOjIsIlZlcnRpY2FsQWxpZ25tZW50IjoxLCJTbWFydEZvcmVncm91bmQiOm51bGwsIkJhY2tncm91bmRGaWxsVHlwZSI6MCwiTWFyZ2luIjp7IiRpZCI6IjE1OTAiLCJUb3AiOjAuMCwiTGVmdCI6MC4wLCJSaWdodCI6MC4wLCJCb3R0b20iOjAuMH0sIlBhZGRpbmciOnsiJGlkIjoiMTU5MSIsIlRvcCI6MC4wLCJMZWZ0IjowLjAsIlJpZ2h0IjowLjAsIkJvdHRvbSI6MC4wfSwiQmFja2dyb3VuZCI6eyIkaWQiOiIxNTkyIiwiQ29sb3IiOnsiJGlkIjoiMTU5MyIsIkEiOjAsIlIiOjI1NSwiRyI6MjU1LCJCIjoyNTV9fSwiSXNWaXNpYmxlIjp0cnVlLCJXaWR0aCI6MC4wLCJIZWlnaHQiOjAuMCwiQm9yZGVyU3R5bGUiOnsiJGlkIjoiMTU5NCIsIkxpbmVDb2xvciI6bnVsbCwiTGluZVdlaWdodCI6MC4wLCJMaW5lVHlwZSI6MCwiUGFyZW50U3R5bGUiOm51bGx9LCJQYXJlbnRTdHlsZSI6bnVsbH0sIkRhdGVTdHlsZSI6eyIkaWQiOiIxNTk1IiwiRm9udFNldHRpbmdzIjp7IiRpZCI6IjE1OTYiLCJGb250U2l6ZSI6MTAsIkZvbnROYW1lIjoiQ2FsaWJyaSIsIklzQm9sZCI6ZmFsc2UsIklzSXRhbGljIjpmYWxzZSwiSXNVbmRlcmxpbmVkIjpmYWxzZSwiUGFyZW50U3R5bGUiOm51bGx9LCJBdXRvU2l6ZSI6MCwiRm9yZWdyb3VuZCI6eyIkaWQiOiIxNTk3IiwiQ29sb3IiOnsiJGlkIjoiMTU5OC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xNTk5IiwiVG9wIjowLjAsIkxlZnQiOjAuMCwiUmlnaHQiOjAuMCwiQm90dG9tIjowLjB9LCJQYWRkaW5nIjp7IiRpZCI6IjE2MDAiLCJUb3AiOjAuMCwiTGVmdCI6MC4wLCJSaWdodCI6MC4wLCJCb3R0b20iOjAuMH0sIkJhY2tncm91bmQiOnsiJGlkIjoiMTYwMSIsIkNvbG9yIjp7IiRpZCI6IjE2MDIiLCJBIjowLCJSIjoyNTUsIkciOjI1NSwiQiI6MjU1fX0sIklzVmlzaWJsZSI6dHJ1ZSwiV2lkdGgiOjAuMCwiSGVpZ2h0IjowLjAsIkJvcmRlclN0eWxlIjp7IiRpZCI6IjE2MDMiLCJMaW5lQ29sb3IiOm51bGwsIkxpbmVXZWlnaHQiOjAuMCwiTGluZVR5cGUiOjAsIlBhcmVudFN0eWxlIjpudWxsfSwiUGFyZW50U3R5bGUiOm51bGx9LCJEYXRlRm9ybWF0Ijp7IiRpZCI6IjE2MD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YwNSIsIkZvcm1hdCI6MCwiSXNWaXNpYmxlIjpmYWxzZSwiTGFzdEtub3duVmlzaWJpbGl0eVN0YXRlIjpmYWxzZX0sIklzVmlzaWJsZSI6ZmFsc2UsIlZhcmlhbmNlU3R5bGUiOnsiJGlkIjoiMTYwNiIsIlRleHRTdHlsZSI6eyIkaWQiOiIxNjA3IiwiRm9udFNldHRpbmdzIjp7IiRpZCI6IjE2MDgiLCJGb250U2l6ZSI6MTAsIkZvbnROYW1lIjoiQ2FsaWJyaSIsIklzQm9sZCI6ZmFsc2UsIklzSXRhbGljIjpmYWxzZSwiSXNVbmRlcmxpbmVkIjpmYWxzZSwiUGFyZW50U3R5bGUiOm51bGx9LCJBdXRvU2l6ZSI6MCwiRm9yZWdyb3VuZCI6eyIkaWQiOiIxNjA5IiwiQ29sb3IiOnsiJGlkIjoiMTYx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jExIiwiVG9wIjowLjAsIkxlZnQiOjAuMCwiUmlnaHQiOjAuMCwiQm90dG9tIjowLjB9LCJQYWRkaW5nIjp7IiRpZCI6IjE2MTIiLCJUb3AiOjAuMCwiTGVmdCI6MC4wLCJSaWdodCI6MC4wLCJCb3R0b20iOjAuMH0sIkJhY2tncm91bmQiOnsiJGlkIjoiMTYxMyIsIkNvbG9yIjp7IiRpZCI6IjE2MTQiLCJBIjoyNTUsIlIiOjAsIkciOjAsIkIiOjB9fSwiSXNWaXNpYmxlIjp0cnVlLCJXaWR0aCI6MC4wLCJIZWlnaHQiOjAuMCwiQm9yZGVyU3R5bGUiOnsiJGlkIjoiMTYxNSIsIkxpbmVDb2xvciI6bnVsbCwiTGluZVdlaWdodCI6MC4wLCJMaW5lVHlwZSI6MCwiUGFyZW50U3R5bGUiOm51bGx9LCJQYXJlbnRTdHlsZSI6bnVsbH0sIlBhcmVudFN0eWxlIjpudWxsfSwiUGFyZW50U3R5bGUiOm51bGx9LCJJbmRleCI6NCwiU21hcnREdXJhdGlvbkFjdGl2YXRlZCI6ZmFsc2UsIkRhdGVGb3JtYXQiOnsiJHJlZiI6IjE2MDQifSwiV2Vla051bWJlcmluZyI6eyIkaWQiOiIxNjE2IiwiRm9ybWF0IjowLCJJc1Zpc2libGUiOmZhbHNlLCJMYXN0S25vd25WaXNpYmlsaXR5U3RhdGUiOmZhbHNlfSwiQmFzZWxpbmVEYXRhIjp7IiRpZCI6IjE2MTciLCJTdGFydERhdGUiOiIyMDI1LTExLTExVDAwOjAwOjAwIiwiRW5kRGF0ZSI6IjIwMjUtMTEtMThUMjM6NTk6MDAifSwiSWQiOiJhYjI0YjYwMS05MTgwLTRhZjYtOTVlZC0wMmE1NGIyOGRjNTAiLCJJbXBvcnRJZCI6bnVsbCwiVGl0bGUiOiJTcHJpbnQgMyIsIk5vdGUiOm51bGwsIkh5cGVybGluayI6eyIkaWQiOiIxNjE4IiwiQWRkcmVzcyI6IiIsIlN1YkFkZHJlc3MiOiIifSwiSXNDaGFuZ2VkIjpmYWxzZSwiSXNOZXciOmZhbHNlfSx7IiRpZCI6IjE2MTkiLCJHcm91cE5hbWUiOm51bGwsIlN0YXJ0RGF0ZSI6IjIwMjUtMTEtMThUMDA6MDA6MDBaIiwiRW5kRGF0ZSI6IjIwMjUtMTEtMjdUMjM6NTk6MDBaIiwiUGVyY2VudGFnZUNvbXBsZXRlIjpudWxsLCJTdHlsZSI6eyIkaWQiOiIxNjIwIiwiU2hhcGUiOjMsIlNoYXBlVGhpY2tuZXNzIjowLCJEdXJhdGlvbkZvcm1hdCI6MCwiSW5jbHVkZU5vbldvcmtpbmdEYXlzSW5EdXJhdGlvbiI6ZmFsc2UsIlBlcmNlbnRhZ2VDb21wbGV0ZVN0eWxlIjp7IiRpZCI6IjE2MjEiLCJGb250U2V0dGluZ3MiOnsiJGlkIjoiMTYyMiIsIkZvbnRTaXplIjoxMCwiRm9udE5hbWUiOiJDYWxpYnJpIiwiSXNCb2xkIjpmYWxzZSwiSXNJdGFsaWMiOmZhbHNlLCJJc1VuZGVybGluZWQiOmZhbHNlLCJQYXJlbnRTdHlsZSI6bnVsbH0sIkF1dG9TaXplIjowLCJGb3JlZ3JvdW5kIjp7IiRpZCI6IjE2MjMiLCJDb2xvciI6eyIkaWQiOiIxNjI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E2MjUiLCJUb3AiOjAuMCwiTGVmdCI6MC4wLCJSaWdodCI6MC4wLCJCb3R0b20iOjAuMH0sIlBhZGRpbmciOnsiJGlkIjoiMTYyNiIsIlRvcCI6MC4wLCJMZWZ0IjowLjAsIlJpZ2h0IjowLjAsIkJvdHRvbSI6MC4wfSwiQmFja2dyb3VuZCI6eyIkaWQiOiIxNjI3IiwiQ29sb3IiOnsiJGlkIjoiMTYyOCIsIkEiOjg5LCJSIjowLCJHIjowLCJCIjowfX0sIklzVmlzaWJsZSI6dHJ1ZSwiV2lkdGgiOjAuMCwiSGVpZ2h0IjowLjAsIkJvcmRlclN0eWxlIjp7IiRpZCI6IjE2MjkiLCJMaW5lQ29sb3IiOm51bGwsIkxpbmVXZWlnaHQiOjAuMCwiTGluZVR5cGUiOjAsIlBhcmVudFN0eWxlIjpudWxsfSwiUGFyZW50U3R5bGUiOm51bGx9LCJEdXJhdGlvblN0eWxlIjp7IiRpZCI6IjE2MzAiLCJGb250U2V0dGluZ3MiOnsiJGlkIjoiMTYzMSIsIkZvbnRTaXplIjoxMCwiRm9udE5hbWUiOiJDYWxpYnJpIiwiSXNCb2xkIjpmYWxzZSwiSXNJdGFsaWMiOmZhbHNlLCJJc1VuZGVybGluZWQiOmZhbHNlLCJQYXJlbnRTdHlsZSI6bnVsbH0sIkF1dG9TaXplIjowLCJGb3JlZ3JvdW5kIjp7IiRpZCI6IjE2MzIiLCJDb2xvciI6eyIkaWQiOiIxNjMz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MTYzNCIsIlRvcCI6MC4wLCJMZWZ0IjowLjAsIlJpZ2h0IjowLjAsIkJvdHRvbSI6MC4wfSwiUGFkZGluZyI6eyIkaWQiOiIxNjM1IiwiVG9wIjowLjAsIkxlZnQiOjAuMCwiUmlnaHQiOjAuMCwiQm90dG9tIjowLjB9LCJCYWNrZ3JvdW5kIjp7IiRpZCI6IjE2MzYiLCJDb2xvciI6eyIkaWQiOiIxNjM3IiwiQSI6MjU1LCJSIjoyMzcsIkciOjEyNSwiQiI6NDl9fSwiSXNWaXNpYmxlIjp0cnVlLCJXaWR0aCI6MC4wLCJIZWlnaHQiOjAuMCwiQm9yZGVyU3R5bGUiOnsiJGlkIjoiMTYzOCIsIkxpbmVDb2xvciI6bnVsbCwiTGluZVdlaWdodCI6MC4wLCJMaW5lVHlwZSI6MCwiUGFyZW50U3R5bGUiOm51bGx9LCJQYXJlbnRTdHlsZSI6bnVsbH0sIkhvcml6b250YWxDb25uZWN0b3JTdHlsZSI6eyIkaWQiOiIxNjM5IiwiTGluZUNvbG9yIjp7IiRpZCI6IjE2NDAiLCIkdHlwZSI6Ik5MUkUuQ29tbW9uLkRvbS5Tb2xpZENvbG9yQnJ1c2gsIE5MUkUuQ29tbW9uIiwiQ29sb3IiOnsiJGlkIjoiMTY0MSIsIkEiOjUxLCJSIjoyMSwiRyI6OTYsIkIiOjEzMH19LCJMaW5lV2VpZ2h0IjoxLjAsIkxpbmVUeXBlIjowLCJQYXJlbnRTdHlsZSI6bnVsbH0sIlZlcnRpY2FsQ29ubmVjdG9yU3R5bGUiOnsiJGlkIjoiMTY0MiIsIkxpbmVDb2xvciI6eyIkaWQiOiIxNjQzIiwiJHR5cGUiOiJOTFJFLkNvbW1vbi5Eb20uU29saWRDb2xvckJydXNoLCBOTFJFLkNvbW1vbiIsIkNvbG9yIjp7IiRpZCI6IjE2NDQ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NiwiU3BhY2luZyI6MywiSXNCZWxvd1RpbWViYW5kIjp0cnVlLCJQZXJjZW50YWdlQ29tcGxldGVTaGFwZU9wYWNpdHkiOjM1LCJCYXNlbGluZVN0eWxlIjp7IiRpZCI6IjE2NDUiLCJTaGFwZVN0eWxlIjp7IiRpZCI6IjE2NDYiLCJNYXJnaW4iOnsiJGlkIjoiMTY0NyIsIlRvcCI6MC4wLCJMZWZ0IjowLjAsIlJpZ2h0IjowLjAsIkJvdHRvbSI6MC4wfSwiUGFkZGluZyI6eyIkaWQiOiIxNjQ4IiwiVG9wIjowLjAsIkxlZnQiOjAuMCwiUmlnaHQiOjAuMCwiQm90dG9tIjowLjB9LCJCYWNrZ3JvdW5kIjp7IiRpZCI6IjE2NDkiLCJDb2xvciI6eyIkaWQiOiIxNjUwIiwiQSI6MTUzLCJSIjowLCJHIjowLCJCIjowfX0sIklzVmlzaWJsZSI6dHJ1ZSwiV2lkdGgiOjAuMCwiSGVpZ2h0IjowLjAsIkJvcmRlclN0eWxlIjpudWxsLCJQYXJlbnRTdHlsZSI6bnVsbH0sIk1hcmdpbiI6eyIkaWQiOiIxNjUxIiwiVG9wIjowLjAsIkxlZnQiOjAuMCwiUmlnaHQiOjAuMCwiQm90dG9tIjowLjB9LCJQYWRkaW5nIjp7IiRpZCI6IjE2NTIiLCJUb3AiOjAuMCwiTGVmdCI6MC4wLCJSaWdodCI6MC4wLCJCb3R0b20iOjAuMH0sIkJhY2tncm91bmQiOm51bGwsIklzVmlzaWJsZSI6dHJ1ZSwiV2lkdGgiOjAuMCwiSGVpZ2h0IjowLjAsIkJvcmRlclN0eWxlIjpudWxsLCJQYXJlbnRTdHlsZSI6bnVsbH0sIlNoYXBlU3R5bGUiOnsiJGlkIjoiMTY1MyIsIk1hcmdpbiI6eyIkaWQiOiIxNjU0IiwiVG9wIjowLjAsIkxlZnQiOjQuMCwiUmlnaHQiOjQuMCwiQm90dG9tIjowLjB9LCJQYWRkaW5nIjp7IiRpZCI6IjE2NTUiLCJUb3AiOjAuMCwiTGVmdCI6MC4wLCJSaWdodCI6MC4wLCJCb3R0b20iOjAuMH0sIkJhY2tncm91bmQiOnsiJGlkIjoiMTY1NiIsIkNvbG9yIjp7IiRpZCI6IjE2NTciLCJBIjoyNTUsIlIiOjIxLCJHIjo5NiwiQiI6MTMwfX0sIklzVmlzaWJsZSI6dHJ1ZSwiV2lkdGgiOjAuMCwiSGVpZ2h0IjoxMC4wLCJCb3JkZXJTdHlsZSI6eyIkaWQiOiIxNjU4IiwiTGluZUNvbG9yIjp7IiRpZCI6IjE2NTkiLCIkdHlwZSI6Ik5MUkUuQ29tbW9uLkRvbS5Tb2xpZENvbG9yQnJ1c2gsIE5MUkUuQ29tbW9uIiwiQ29sb3IiOnsiJGlkIjoiMTY2MCIsIkEiOjI1NSwiUiI6MjM0LCJHIjoyMiwiQiI6MzB9fSwiTGluZVdlaWdodCI6MC4wLCJMaW5lVHlwZSI6MCwiUGFyZW50U3R5bGUiOm51bGx9LCJQYXJlbnRTdHlsZSI6bnVsbH0sIlRpdGxlU3R5bGUiOnsiJGlkIjoiMTY2MSIsIkZvbnRTZXR0aW5ncyI6eyIkaWQiOiIxNjYyIiwiRm9udFNpemUiOjExLCJGb250TmFtZSI6IkNhbGlicmkiLCJJc0JvbGQiOmZhbHNlLCJJc0l0YWxpYyI6ZmFsc2UsIklzVW5kZXJsaW5lZCI6ZmFsc2UsIlBhcmVudFN0eWxlIjpudWxsfSwiQXV0b1NpemUiOjAsIkZvcmVncm91bmQiOnsiJGlkIjoiMTY2MyIsIkNvbG9yIjp7IiRpZCI6IjE2NjQiLCJBIjoyNTUsIlIiOjAsIkciOjAsIkIiOjB9fSwiTWF4V2lkdGgiOjcyMC4wLCJNYXhIZWlnaHQiOiJJbmZpbml0eSIsIlNtYXJ0Rm9yZWdyb3VuZElzQWN0aXZlIjpmYWxzZSwiSG9yaXpvbnRhbEFsaWdubWVudCI6MiwiVmVydGljYWxBbGlnbm1lbnQiOjEsIlNtYXJ0Rm9yZWdyb3VuZCI6bnVsbCwiQmFja2dyb3VuZEZpbGxUeXBlIjowLCJNYXJnaW4iOnsiJGlkIjoiMTY2NSIsIlRvcCI6MC4wLCJMZWZ0IjowLjAsIlJpZ2h0IjowLjAsIkJvdHRvbSI6MC4wfSwiUGFkZGluZyI6eyIkaWQiOiIxNjY2IiwiVG9wIjowLjAsIkxlZnQiOjAuMCwiUmlnaHQiOjAuMCwiQm90dG9tIjowLjB9LCJCYWNrZ3JvdW5kIjp7IiRpZCI6IjE2NjciLCJDb2xvciI6eyIkaWQiOiIxNjY4IiwiQSI6MCwiUiI6MjU1LCJHIjoyNTUsIkIiOjI1NX19LCJJc1Zpc2libGUiOnRydWUsIldpZHRoIjowLjAsIkhlaWdodCI6MC4wLCJCb3JkZXJTdHlsZSI6eyIkaWQiOiIxNjY5IiwiTGluZUNvbG9yIjpudWxsLCJMaW5lV2VpZ2h0IjowLjAsIkxpbmVUeXBlIjowLCJQYXJlbnRTdHlsZSI6bnVsbH0sIlBhcmVudFN0eWxlIjpudWxsfSwiRGF0ZVN0eWxlIjp7IiRpZCI6IjE2NzAiLCJGb250U2V0dGluZ3MiOnsiJGlkIjoiMTY3MSIsIkZvbnRTaXplIjoxMCwiRm9udE5hbWUiOiJDYWxpYnJpIiwiSXNCb2xkIjpmYWxzZSwiSXNJdGFsaWMiOmZhbHNlLCJJc1VuZGVybGluZWQiOmZhbHNlLCJQYXJlbnRTdHlsZSI6bnVsbH0sIkF1dG9TaXplIjowLCJGb3JlZ3JvdW5kIjp7IiRpZCI6IjE2NzIiLCJDb2xvciI6eyIkaWQiOiIxNjcz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2NzQiLCJUb3AiOjAuMCwiTGVmdCI6MC4wLCJSaWdodCI6MC4wLCJCb3R0b20iOjAuMH0sIlBhZGRpbmciOnsiJGlkIjoiMTY3NSIsIlRvcCI6MC4wLCJMZWZ0IjowLjAsIlJpZ2h0IjowLjAsIkJvdHRvbSI6MC4wfSwiQmFja2dyb3VuZCI6eyIkaWQiOiIxNjc2IiwiQ29sb3IiOnsiJGlkIjoiMTY3NyIsIkEiOjAsIlIiOjI1NSwiRyI6MjU1LCJCIjoyNTV9fSwiSXNWaXNpYmxlIjp0cnVlLCJXaWR0aCI6MC4wLCJIZWlnaHQiOjAuMCwiQm9yZGVyU3R5bGUiOnsiJGlkIjoiMTY3OCIsIkxpbmVDb2xvciI6bnVsbCwiTGluZVdlaWdodCI6MC4wLCJMaW5lVHlwZSI6MCwiUGFyZW50U3R5bGUiOm51bGx9LCJQYXJlbnRTdHlsZSI6bnVsbH0sIkRhdGVGb3JtYXQiOnsiJGlkIjoiMTY3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jgwIiwiRm9ybWF0IjowLCJJc1Zpc2libGUiOmZhbHNlLCJMYXN0S25vd25WaXNpYmlsaXR5U3RhdGUiOmZhbHNlfSwiSXNWaXNpYmxlIjpmYWxzZSwiVmFyaWFuY2VTdHlsZSI6eyIkaWQiOiIxNjgxIiwiVGV4dFN0eWxlIjp7IiRpZCI6IjE2ODIiLCJGb250U2V0dGluZ3MiOnsiJGlkIjoiMTY4MyIsIkZvbnRTaXplIjoxMCwiRm9udE5hbWUiOiJDYWxpYnJpIiwiSXNCb2xkIjpmYWxzZSwiSXNJdGFsaWMiOmZhbHNlLCJJc1VuZGVybGluZWQiOmZhbHNlLCJQYXJlbnRTdHlsZSI6bnVsbH0sIkF1dG9TaXplIjowLCJGb3JlZ3JvdW5kIjp7IiRpZCI6IjE2ODQiLCJDb2xvciI6eyIkaWQiOiIxNjg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2ODYiLCJUb3AiOjAuMCwiTGVmdCI6MC4wLCJSaWdodCI6MC4wLCJCb3R0b20iOjAuMH0sIlBhZGRpbmciOnsiJGlkIjoiMTY4NyIsIlRvcCI6MC4wLCJMZWZ0IjowLjAsIlJpZ2h0IjowLjAsIkJvdHRvbSI6MC4wfSwiQmFja2dyb3VuZCI6eyIkaWQiOiIxNjg4IiwiQ29sb3IiOnsiJGlkIjoiMTY4OSIsIkEiOjI1NSwiUiI6MCwiRyI6MCwiQiI6MH19LCJJc1Zpc2libGUiOnRydWUsIldpZHRoIjowLjAsIkhlaWdodCI6MC4wLCJCb3JkZXJTdHlsZSI6eyIkaWQiOiIxNjkwIiwiTGluZUNvbG9yIjpudWxsLCJMaW5lV2VpZ2h0IjowLjAsIkxpbmVUeXBlIjowLCJQYXJlbnRTdHlsZSI6bnVsbH0sIlBhcmVudFN0eWxlIjpudWxsfSwiUGFyZW50U3R5bGUiOm51bGx9LCJQYXJlbnRTdHlsZSI6bnVsbH0sIkluZGV4Ijo1LCJTbWFydER1cmF0aW9uQWN0aXZhdGVkIjpmYWxzZSwiRGF0ZUZvcm1hdCI6eyIkcmVmIjoiMTY3OSJ9LCJXZWVrTnVtYmVyaW5nIjp7IiRpZCI6IjE2OTEiLCJGb3JtYXQiOjAsIklzVmlzaWJsZSI6ZmFsc2UsIkxhc3RLbm93blZpc2liaWxpdHlTdGF0ZSI6ZmFsc2V9LCJCYXNlbGluZURhdGEiOnsiJGlkIjoiMTY5MiIsIlN0YXJ0RGF0ZSI6IjIwMjUtMTEtMThUMDA6MDA6MDAiLCJFbmREYXRlIjoiMjAyNS0xMS0yN1QyMzo1OTowMCJ9LCJJZCI6ImI4MWFmOTNiLThlZDUtNDg1Zi05NzZhLTkwNTk2YjY4YzI2MiIsIkltcG9ydElkIjpudWxsLCJUaXRsZSI6IlNwcmludCA0IiwiTm90ZSI6bnVsbCwiSHlwZXJsaW5rIjp7IiRpZCI6IjE2OTMiLCJBZGRyZXNzIjoiIiwiU3ViQWRkcmVzcyI6IiJ9LCJJc0NoYW5nZWQiOmZhbHNlLCJJc05ldyI6ZmFsc2V9LHsiJGlkIjoiMTY5NCIsIkdyb3VwTmFtZSI6bnVsbCwiU3RhcnREYXRlIjoiMjAyNS0xMS0yN1QwMDowMDowMFoiLCJFbmREYXRlIjoiMjAyNS0xMi0wMlQyMzo1OTowMFoiLCJQZXJjZW50YWdlQ29tcGxldGUiOm51bGwsIlN0eWxlIjp7IiRpZCI6IjE2OTUiLCJTaGFwZSI6MywiU2hhcGVUaGlja25lc3MiOjAsIkR1cmF0aW9uRm9ybWF0IjowLCJJbmNsdWRlTm9uV29ya2luZ0RheXNJbkR1cmF0aW9uIjpmYWxzZSwiUGVyY2VudGFnZUNvbXBsZXRlU3R5bGUiOnsiJGlkIjoiMTY5NiIsIkZvbnRTZXR0aW5ncyI6eyIkaWQiOiIxNjk3IiwiRm9udFNpemUiOjEwLCJGb250TmFtZSI6IkNhbGlicmkiLCJJc0JvbGQiOmZhbHNlLCJJc0l0YWxpYyI6ZmFsc2UsIklzVW5kZXJsaW5lZCI6ZmFsc2UsIlBhcmVudFN0eWxlIjpudWxsfSwiQXV0b1NpemUiOjAsIkZvcmVncm91bmQiOnsiJGlkIjoiMTY5OCIsIkNvbG9yIjp7IiRpZCI6IjE2OTk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cwMCIsIlRvcCI6MC4wLCJMZWZ0IjowLjAsIlJpZ2h0IjowLjAsIkJvdHRvbSI6MC4wfSwiUGFkZGluZyI6eyIkaWQiOiIxNzAxIiwiVG9wIjowLjAsIkxlZnQiOjAuMCwiUmlnaHQiOjAuMCwiQm90dG9tIjowLjB9LCJCYWNrZ3JvdW5kIjp7IiRpZCI6IjE3MDIiLCJDb2xvciI6eyIkaWQiOiIxNzAzIiwiQSI6ODksIlIiOjAsIkciOjAsIkIiOjB9fSwiSXNWaXNpYmxlIjp0cnVlLCJXaWR0aCI6MC4wLCJIZWlnaHQiOjAuMCwiQm9yZGVyU3R5bGUiOnsiJGlkIjoiMTcwNCIsIkxpbmVDb2xvciI6bnVsbCwiTGluZVdlaWdodCI6MC4wLCJMaW5lVHlwZSI6MCwiUGFyZW50U3R5bGUiOm51bGx9LCJQYXJlbnRTdHlsZSI6bnVsbH0sIkR1cmF0aW9uU3R5bGUiOnsiJGlkIjoiMTcwNSIsIkZvbnRTZXR0aW5ncyI6eyIkaWQiOiIxNzA2IiwiRm9udFNpemUiOjEwLCJGb250TmFtZSI6IkNhbGlicmkiLCJJc0JvbGQiOmZhbHNlLCJJc0l0YWxpYyI6ZmFsc2UsIklzVW5kZXJsaW5lZCI6ZmFsc2UsIlBhcmVudFN0eWxlIjpudWxsfSwiQXV0b1NpemUiOjAsIkZvcmVncm91bmQiOnsiJGlkIjoiMTcwNyIsIkNvbG9yIjp7IiRpZCI6IjE3MDg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NzA5IiwiVG9wIjowLjAsIkxlZnQiOjAuMCwiUmlnaHQiOjAuMCwiQm90dG9tIjowLjB9LCJQYWRkaW5nIjp7IiRpZCI6IjE3MTAiLCJUb3AiOjAuMCwiTGVmdCI6MC4wLCJSaWdodCI6MC4wLCJCb3R0b20iOjAuMH0sIkJhY2tncm91bmQiOnsiJGlkIjoiMTcxMSIsIkNvbG9yIjp7IiRpZCI6IjE3MTIiLCJBIjoyNTUsIlIiOjIzNywiRyI6MTI1LCJCIjo0OX19LCJJc1Zpc2libGUiOnRydWUsIldpZHRoIjowLjAsIkhlaWdodCI6MC4wLCJCb3JkZXJTdHlsZSI6eyIkaWQiOiIxNzEzIiwiTGluZUNvbG9yIjpudWxsLCJMaW5lV2VpZ2h0IjowLjAsIkxpbmVUeXBlIjowLCJQYXJlbnRTdHlsZSI6bnVsbH0sIlBhcmVudFN0eWxlIjpudWxsfSwiSG9yaXpvbnRhbENvbm5lY3RvclN0eWxlIjp7IiRpZCI6IjE3MTQiLCJMaW5lQ29sb3IiOnsiJGlkIjoiMTcxNSIsIiR0eXBlIjoiTkxSRS5Db21tb24uRG9tLlNvbGlkQ29sb3JCcnVzaCwgTkxSRS5Db21tb24iLCJDb2xvciI6eyIkaWQiOiIxNzE2IiwiQSI6NTEsIlIiOjIxLCJHIjo5NiwiQiI6MTMwfX0sIkxpbmVXZWlnaHQiOjEuMCwiTGluZVR5cGUiOjAsIlBhcmVudFN0eWxlIjpudWxsfSwiVmVydGljYWxDb25uZWN0b3JTdHlsZSI6eyIkaWQiOiIxNzE3IiwiTGluZUNvbG9yIjp7IiRpZCI6IjE3MTgiLCIkdHlwZSI6Ik5MUkUuQ29tbW9uLkRvbS5Tb2xpZENvbG9yQnJ1c2gsIE5MUkUuQ29tbW9uIiwiQ29sb3IiOnsiJGlkIjoiMTcxOS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cyMCIsIlNoYXBlU3R5bGUiOnsiJGlkIjoiMTcyMSIsIk1hcmdpbiI6eyIkaWQiOiIxNzIyIiwiVG9wIjowLjAsIkxlZnQiOjAuMCwiUmlnaHQiOjAuMCwiQm90dG9tIjowLjB9LCJQYWRkaW5nIjp7IiRpZCI6IjE3MjMiLCJUb3AiOjAuMCwiTGVmdCI6MC4wLCJSaWdodCI6MC4wLCJCb3R0b20iOjAuMH0sIkJhY2tncm91bmQiOnsiJGlkIjoiMTcyNCIsIkNvbG9yIjp7IiRpZCI6IjE3MjUiLCJBIjoxNTMsIlIiOjAsIkciOjAsIkIiOjB9fSwiSXNWaXNpYmxlIjp0cnVlLCJXaWR0aCI6MC4wLCJIZWlnaHQiOjAuMCwiQm9yZGVyU3R5bGUiOm51bGwsIlBhcmVudFN0eWxlIjpudWxsfSwiTWFyZ2luIjp7IiRpZCI6IjE3MjYiLCJUb3AiOjAuMCwiTGVmdCI6MC4wLCJSaWdodCI6MC4wLCJCb3R0b20iOjAuMH0sIlBhZGRpbmciOnsiJGlkIjoiMTcyNyIsIlRvcCI6MC4wLCJMZWZ0IjowLjAsIlJpZ2h0IjowLjAsIkJvdHRvbSI6MC4wfSwiQmFja2dyb3VuZCI6bnVsbCwiSXNWaXNpYmxlIjp0cnVlLCJXaWR0aCI6MC4wLCJIZWlnaHQiOjAuMCwiQm9yZGVyU3R5bGUiOm51bGwsIlBhcmVudFN0eWxlIjpudWxsfSwiU2hhcGVTdHlsZSI6eyIkaWQiOiIxNzI4IiwiTWFyZ2luIjp7IiRpZCI6IjE3MjkiLCJUb3AiOjAuMCwiTGVmdCI6NC4wLCJSaWdodCI6NC4wLCJCb3R0b20iOjAuMH0sIlBhZGRpbmciOnsiJGlkIjoiMTczMCIsIlRvcCI6MC4wLCJMZWZ0IjowLjAsIlJpZ2h0IjowLjAsIkJvdHRvbSI6MC4wfSwiQmFja2dyb3VuZCI6eyIkaWQiOiIxNzMxIiwiQ29sb3IiOnsiJGlkIjoiMTczMiIsIkEiOjI1NSwiUiI6MjEsIkciOjk2LCJCIjoxMzB9fSwiSXNWaXNpYmxlIjp0cnVlLCJXaWR0aCI6MC4wLCJIZWlnaHQiOjEwLjAsIkJvcmRlclN0eWxlIjp7IiRpZCI6IjE3MzMiLCJMaW5lQ29sb3IiOnsiJGlkIjoiMTczNCIsIiR0eXBlIjoiTkxSRS5Db21tb24uRG9tLlNvbGlkQ29sb3JCcnVzaCwgTkxSRS5Db21tb24iLCJDb2xvciI6eyIkaWQiOiIxNzM1IiwiQSI6MjU1LCJSIjoyMzQsIkciOjIyLCJCIjozMH19LCJMaW5lV2VpZ2h0IjowLjAsIkxpbmVUeXBlIjowLCJQYXJlbnRTdHlsZSI6bnVsbH0sIlBhcmVudFN0eWxlIjpudWxsfSwiVGl0bGVTdHlsZSI6eyIkaWQiOiIxNzM2IiwiRm9udFNldHRpbmdzIjp7IiRpZCI6IjE3MzciLCJGb250U2l6ZSI6MTEsIkZvbnROYW1lIjoiQ2FsaWJyaSIsIklzQm9sZCI6ZmFsc2UsIklzSXRhbGljIjpmYWxzZSwiSXNVbmRlcmxpbmVkIjpmYWxzZSwiUGFyZW50U3R5bGUiOm51bGx9LCJBdXRvU2l6ZSI6MCwiRm9yZWdyb3VuZCI6eyIkaWQiOiIxNzM4IiwiQ29sb3IiOnsiJGlkIjoiMTczOS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NzQwIiwiVG9wIjowLjAsIkxlZnQiOjAuMCwiUmlnaHQiOjAuMCwiQm90dG9tIjowLjB9LCJQYWRkaW5nIjp7IiRpZCI6IjE3NDEiLCJUb3AiOjAuMCwiTGVmdCI6MC4wLCJSaWdodCI6MC4wLCJCb3R0b20iOjAuMH0sIkJhY2tncm91bmQiOnsiJGlkIjoiMTc0MiIsIkNvbG9yIjp7IiRpZCI6IjE3NDMiLCJBIjowLCJSIjoyNTUsIkciOjI1NSwiQiI6MjU1fX0sIklzVmlzaWJsZSI6dHJ1ZSwiV2lkdGgiOjAuMCwiSGVpZ2h0IjowLjAsIkJvcmRlclN0eWxlIjp7IiRpZCI6IjE3NDQiLCJMaW5lQ29sb3IiOm51bGwsIkxpbmVXZWlnaHQiOjAuMCwiTGluZVR5cGUiOjAsIlBhcmVudFN0eWxlIjpudWxsfSwiUGFyZW50U3R5bGUiOm51bGx9LCJEYXRlU3R5bGUiOnsiJGlkIjoiMTc0NSIsIkZvbnRTZXR0aW5ncyI6eyIkaWQiOiIxNzQ2IiwiRm9udFNpemUiOjEwLCJGb250TmFtZSI6IkNhbGlicmkiLCJJc0JvbGQiOmZhbHNlLCJJc0l0YWxpYyI6ZmFsc2UsIklzVW5kZXJsaW5lZCI6ZmFsc2UsIlBhcmVudFN0eWxlIjpudWxsfSwiQXV0b1NpemUiOjAsIkZvcmVncm91bmQiOnsiJGlkIjoiMTc0NyIsIkNvbG9yIjp7IiRpZCI6IjE3NDg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c0OSIsIlRvcCI6MC4wLCJMZWZ0IjowLjAsIlJpZ2h0IjowLjAsIkJvdHRvbSI6MC4wfSwiUGFkZGluZyI6eyIkaWQiOiIxNzUwIiwiVG9wIjowLjAsIkxlZnQiOjAuMCwiUmlnaHQiOjAuMCwiQm90dG9tIjowLjB9LCJCYWNrZ3JvdW5kIjp7IiRpZCI6IjE3NTEiLCJDb2xvciI6eyIkaWQiOiIxNzUyIiwiQSI6MCwiUiI6MjU1LCJHIjoyNTUsIkIiOjI1NX19LCJJc1Zpc2libGUiOnRydWUsIldpZHRoIjowLjAsIkhlaWdodCI6MC4wLCJCb3JkZXJTdHlsZSI6eyIkaWQiOiIxNzUzIiwiTGluZUNvbG9yIjpudWxsLCJMaW5lV2VpZ2h0IjowLjAsIkxpbmVUeXBlIjowLCJQYXJlbnRTdHlsZSI6bnVsbH0sIlBhcmVudFN0eWxlIjpudWxsfSwiRGF0ZUZvcm1hdCI6eyIkaWQiOiIxNzU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3NTUiLCJGb3JtYXQiOjAsIklzVmlzaWJsZSI6ZmFsc2UsIkxhc3RLbm93blZpc2liaWxpdHlTdGF0ZSI6ZmFsc2V9LCJJc1Zpc2libGUiOmZhbHNlLCJWYXJpYW5jZVN0eWxlIjp7IiRpZCI6IjE3NTYiLCJUZXh0U3R5bGUiOnsiJGlkIjoiMTc1NyIsIkZvbnRTZXR0aW5ncyI6eyIkaWQiOiIxNzU4IiwiRm9udFNpemUiOjEwLCJGb250TmFtZSI6IkNhbGlicmkiLCJJc0JvbGQiOmZhbHNlLCJJc0l0YWxpYyI6ZmFsc2UsIklzVW5kZXJsaW5lZCI6ZmFsc2UsIlBhcmVudFN0eWxlIjpudWxsfSwiQXV0b1NpemUiOjAsIkZvcmVncm91bmQiOnsiJGlkIjoiMTc1OSIsIkNvbG9yIjp7IiRpZCI6IjE3Nj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c2MSIsIlRvcCI6MC4wLCJMZWZ0IjowLjAsIlJpZ2h0IjowLjAsIkJvdHRvbSI6MC4wfSwiUGFkZGluZyI6eyIkaWQiOiIxNzYyIiwiVG9wIjowLjAsIkxlZnQiOjAuMCwiUmlnaHQiOjAuMCwiQm90dG9tIjowLjB9LCJCYWNrZ3JvdW5kIjp7IiRpZCI6IjE3NjMiLCJDb2xvciI6eyIkaWQiOiIxNzY0IiwiQSI6MjU1LCJSIjowLCJHIjowLCJCIjowfX0sIklzVmlzaWJsZSI6dHJ1ZSwiV2lkdGgiOjAuMCwiSGVpZ2h0IjowLjAsIkJvcmRlclN0eWxlIjp7IiRpZCI6IjE3NjUiLCJMaW5lQ29sb3IiOm51bGwsIkxpbmVXZWlnaHQiOjAuMCwiTGluZVR5cGUiOjAsIlBhcmVudFN0eWxlIjpudWxsfSwiUGFyZW50U3R5bGUiOm51bGx9LCJQYXJlbnRTdHlsZSI6bnVsbH0sIlBhcmVudFN0eWxlIjpudWxsfSwiSW5kZXgiOjYsIlNtYXJ0RHVyYXRpb25BY3RpdmF0ZWQiOmZhbHNlLCJEYXRlRm9ybWF0Ijp7IiRyZWYiOiIxNzU0In0sIldlZWtOdW1iZXJpbmciOnsiJGlkIjoiMTc2NiIsIkZvcm1hdCI6MCwiSXNWaXNpYmxlIjpmYWxzZSwiTGFzdEtub3duVmlzaWJpbGl0eVN0YXRlIjpmYWxzZX0sIkJhc2VsaW5lRGF0YSI6eyIkaWQiOiIxNzY3IiwiU3RhcnREYXRlIjoiMjAyNS0xMS0yN1QwMDowMDowMCIsIkVuZERhdGUiOiIyMDI1LTEyLTAyVDIzOjU5OjAwIn0sIklkIjoiZWMyZDAxZTMtYzEyOC00MjRhLTg1MTUtODkzMmIwNThmMmU3IiwiSW1wb3J0SWQiOm51bGwsIlRpdGxlIjoiU3ByaW50IDUiLCJOb3RlIjpudWxsLCJIeXBlcmxpbmsiOnsiJGlkIjoiMTc2OCIsIkFkZHJlc3MiOiIiLCJTdWJBZGRyZXNzIjoiIn0sIklzQ2hhbmdlZCI6ZmFsc2UsIklzTmV3IjpmYWxzZX0seyIkaWQiOiIxNzY5IiwiR3JvdXBOYW1lIjpudWxsLCJTdGFydERhdGUiOiIyMDI1LTExLTE4VDAwOjAwOjAwWiIsIkVuZERhdGUiOiIyMDI1LTEyLTA1VDIzOjU5OjAwWiIsIlBlcmNlbnRhZ2VDb21wbGV0ZSI6bnVsbCwiU3R5bGUiOnsiJGlkIjoiMTc3MCIsIlNoYXBlIjozLCJTaGFwZVRoaWNrbmVzcyI6MCwiRHVyYXRpb25Gb3JtYXQiOjAsIkluY2x1ZGVOb25Xb3JraW5nRGF5c0luRHVyYXRpb24iOmZhbHNlLCJQZXJjZW50YWdlQ29tcGxldGVTdHlsZSI6eyIkaWQiOiIxNzcxIiwiRm9udFNldHRpbmdzIjp7IiRpZCI6IjE3NzIiLCJGb250U2l6ZSI6MTAsIkZvbnROYW1lIjoiQ2FsaWJyaSIsIklzQm9sZCI6ZmFsc2UsIklzSXRhbGljIjpmYWxzZSwiSXNVbmRlcmxpbmVkIjpmYWxzZSwiUGFyZW50U3R5bGUiOm51bGx9LCJBdXRvU2l6ZSI6MCwiRm9yZWdyb3VuZCI6eyIkaWQiOiIxNzczIiwiQ29sb3IiOnsiJGlkIjoiMTc3NC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xNzc1IiwiVG9wIjowLjAsIkxlZnQiOjAuMCwiUmlnaHQiOjAuMCwiQm90dG9tIjowLjB9LCJQYWRkaW5nIjp7IiRpZCI6IjE3NzYiLCJUb3AiOjAuMCwiTGVmdCI6MC4wLCJSaWdodCI6MC4wLCJCb3R0b20iOjAuMH0sIkJhY2tncm91bmQiOnsiJGlkIjoiMTc3NyIsIkNvbG9yIjp7IiRpZCI6IjE3NzgiLCJBIjo4OSwiUiI6MCwiRyI6MCwiQiI6MH19LCJJc1Zpc2libGUiOnRydWUsIldpZHRoIjowLjAsIkhlaWdodCI6MC4wLCJCb3JkZXJTdHlsZSI6eyIkaWQiOiIxNzc5IiwiTGluZUNvbG9yIjpudWxsLCJMaW5lV2VpZ2h0IjowLjAsIkxpbmVUeXBlIjowLCJQYXJlbnRTdHlsZSI6bnVsbH0sIlBhcmVudFN0eWxlIjpudWxsfSwiRHVyYXRpb25TdHlsZSI6eyIkaWQiOiIxNzgwIiwiRm9udFNldHRpbmdzIjp7IiRpZCI6IjE3ODEiLCJGb250U2l6ZSI6MTAsIkZvbnROYW1lIjoiQ2FsaWJyaSIsIklzQm9sZCI6ZmFsc2UsIklzSXRhbGljIjpmYWxzZSwiSXNVbmRlcmxpbmVkIjpmYWxzZSwiUGFyZW50U3R5bGUiOm51bGx9LCJBdXRvU2l6ZSI6MCwiRm9yZWdyb3VuZCI6eyIkaWQiOiIxNzgyIiwiQ29sb3IiOnsiJGlkIjoiMTc4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3ODQiLCJUb3AiOjAuMCwiTGVmdCI6MC4wLCJSaWdodCI6MC4wLCJCb3R0b20iOjAuMH0sIlBhZGRpbmciOnsiJGlkIjoiMTc4NSIsIlRvcCI6MC4wLCJMZWZ0IjowLjAsIlJpZ2h0IjowLjAsIkJvdHRvbSI6MC4wfSwiQmFja2dyb3VuZCI6eyIkaWQiOiIxNzg2IiwiQ29sb3IiOnsiJGlkIjoiMTc4NyIsIkEiOjI1NSwiUiI6MjM3LCJHIjoxMjUsIkIiOjQ5fX0sIklzVmlzaWJsZSI6dHJ1ZSwiV2lkdGgiOjAuMCwiSGVpZ2h0IjowLjAsIkJvcmRlclN0eWxlIjp7IiRpZCI6IjE3ODgiLCJMaW5lQ29sb3IiOm51bGwsIkxpbmVXZWlnaHQiOjAuMCwiTGluZVR5cGUiOjAsIlBhcmVudFN0eWxlIjpudWxsfSwiUGFyZW50U3R5bGUiOm51bGx9LCJIb3Jpem9udGFsQ29ubmVjdG9yU3R5bGUiOnsiJGlkIjoiMTc4OSIsIkxpbmVDb2xvciI6eyIkaWQiOiIxNzkwIiwiJHR5cGUiOiJOTFJFLkNvbW1vbi5Eb20uU29saWRDb2xvckJydXNoLCBOTFJFLkNvbW1vbiIsIkNvbG9yIjp7IiRpZCI6IjE3OTEiLCJBIjo1MSwiUiI6MjEsIkciOjk2LCJCIjoxMzB9fSwiTGluZVdlaWdodCI6MS4wLCJMaW5lVHlwZSI6MCwiUGFyZW50U3R5bGUiOm51bGx9LCJWZXJ0aWNhbENvbm5lY3RvclN0eWxlIjp7IiRpZCI6IjE3OTIiLCJMaW5lQ29sb3IiOnsiJGlkIjoiMTc5MyIsIiR0eXBlIjoiTkxSRS5Db21tb24uRG9tLlNvbGlkQ29sb3JCcnVzaCwgTkxSRS5Db21tb24iLCJDb2xvciI6eyIkaWQiOiIxNzk0IiwiQSI6NTEsIlIiOjIxLCJHIjo5NiwiQiI6MTMwfX0sIkxpbmVXZWlnaHQiOjAuMCwiTGluZVR5cGUiOjAsIlBhcmVudFN0eWxlIjpudWxsfSwiTWFyZ2luIjpudWxsLCJTdGFydERhdGVQb3NpdGlvbiI6NCwiRW5kRGF0ZVBvc2l0aW9uIjo0LCJEYXRlSXNWaXNpYmxlIjp0cnVlLCJUaXRsZVBvc2l0aW9uIjozLCJEdXJhdGlvblBvc2l0aW9uIjo2LCJQZXJjZW50YWdlQ29tcGxldGVkUG9zaXRpb24iOjIsIlZhcmlhbmNlUG9zaXRpb24iOjYsIlNwYWNpbmciOjMsIklzQmVsb3dUaW1lYmFuZCI6dHJ1ZSwiUGVyY2VudGFnZUNvbXBsZXRlU2hhcGVPcGFjaXR5IjozNSwiQmFzZWxpbmVTdHlsZSI6eyIkaWQiOiIxNzk1IiwiU2hhcGVTdHlsZSI6eyIkaWQiOiIxNzk2IiwiTWFyZ2luIjp7IiRpZCI6IjE3OTciLCJUb3AiOjAuMCwiTGVmdCI6MC4wLCJSaWdodCI6MC4wLCJCb3R0b20iOjAuMH0sIlBhZGRpbmciOnsiJGlkIjoiMTc5OCIsIlRvcCI6MC4wLCJMZWZ0IjowLjAsIlJpZ2h0IjowLjAsIkJvdHRvbSI6MC4wfSwiQmFja2dyb3VuZCI6eyIkaWQiOiIxNzk5IiwiQ29sb3IiOnsiJGlkIjoiMTgwMCIsIkEiOjE1MywiUiI6MCwiRyI6MCwiQiI6MH19LCJJc1Zpc2libGUiOnRydWUsIldpZHRoIjowLjAsIkhlaWdodCI6MC4wLCJCb3JkZXJTdHlsZSI6bnVsbCwiUGFyZW50U3R5bGUiOm51bGx9LCJNYXJnaW4iOnsiJGlkIjoiMTgwMSIsIlRvcCI6MC4wLCJMZWZ0IjowLjAsIlJpZ2h0IjowLjAsIkJvdHRvbSI6MC4wfSwiUGFkZGluZyI6eyIkaWQiOiIxODAyIiwiVG9wIjowLjAsIkxlZnQiOjAuMCwiUmlnaHQiOjAuMCwiQm90dG9tIjowLjB9LCJCYWNrZ3JvdW5kIjpudWxsLCJJc1Zpc2libGUiOnRydWUsIldpZHRoIjowLjAsIkhlaWdodCI6MC4wLCJCb3JkZXJTdHlsZSI6bnVsbCwiUGFyZW50U3R5bGUiOm51bGx9LCJTaGFwZVN0eWxlIjp7IiRpZCI6IjE4MDMiLCJNYXJnaW4iOnsiJGlkIjoiMTgwNCIsIlRvcCI6MC4wLCJMZWZ0Ijo0LjAsIlJpZ2h0Ijo0LjAsIkJvdHRvbSI6MC4wfSwiUGFkZGluZyI6eyIkaWQiOiIxODA1IiwiVG9wIjowLjAsIkxlZnQiOjAuMCwiUmlnaHQiOjAuMCwiQm90dG9tIjowLjB9LCJCYWNrZ3JvdW5kIjp7IiRpZCI6IjE4MDYiLCJDb2xvciI6eyIkaWQiOiIxODA3IiwiQSI6MjU1LCJSIjoyNTQsIkciOjE4NiwiQiI6MTB9fSwiSXNWaXNpYmxlIjp0cnVlLCJXaWR0aCI6MC4wLCJIZWlnaHQiOjEwLjAsIkJvcmRlclN0eWxlIjp7IiRpZCI6IjE4MDgiLCJMaW5lQ29sb3IiOnsiJGlkIjoiMTgwOSIsIiR0eXBlIjoiTkxSRS5Db21tb24uRG9tLlNvbGlkQ29sb3JCcnVzaCwgTkxSRS5Db21tb24iLCJDb2xvciI6eyIkaWQiOiIxODEwIiwiQSI6MjU1LCJSIjoyMzQsIkciOjIyLCJCIjozMH19LCJMaW5lV2VpZ2h0IjowLjAsIkxpbmVUeXBlIjowLCJQYXJlbnRTdHlsZSI6bnVsbH0sIlBhcmVudFN0eWxlIjpudWxsfSwiVGl0bGVTdHlsZSI6eyIkaWQiOiIxODExIiwiRm9udFNldHRpbmdzIjp7IiRpZCI6IjE4MTIiLCJGb250U2l6ZSI6MTEsIkZvbnROYW1lIjoiQ2FsaWJyaSIsIklzQm9sZCI6ZmFsc2UsIklzSXRhbGljIjpmYWxzZSwiSXNVbmRlcmxpbmVkIjpmYWxzZSwiUGFyZW50U3R5bGUiOm51bGx9LCJBdXRvU2l6ZSI6MCwiRm9yZWdyb3VuZCI6eyIkaWQiOiIxODEzIiwiQ29sb3IiOnsiJGlkIjoiMTgx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ODE1IiwiVG9wIjowLjAsIkxlZnQiOjAuMCwiUmlnaHQiOjAuMCwiQm90dG9tIjowLjB9LCJQYWRkaW5nIjp7IiRpZCI6IjE4MTYiLCJUb3AiOjAuMCwiTGVmdCI6MC4wLCJSaWdodCI6MC4wLCJCb3R0b20iOjAuMH0sIkJhY2tncm91bmQiOnsiJGlkIjoiMTgxNyIsIkNvbG9yIjp7IiRpZCI6IjE4MTgiLCJBIjowLCJSIjoyNTUsIkciOjI1NSwiQiI6MjU1fX0sIklzVmlzaWJsZSI6dHJ1ZSwiV2lkdGgiOjAuMCwiSGVpZ2h0IjowLjAsIkJvcmRlclN0eWxlIjp7IiRpZCI6IjE4MTkiLCJMaW5lQ29sb3IiOm51bGwsIkxpbmVXZWlnaHQiOjAuMCwiTGluZVR5cGUiOjAsIlBhcmVudFN0eWxlIjpudWxsfSwiUGFyZW50U3R5bGUiOm51bGx9LCJEYXRlU3R5bGUiOnsiJGlkIjoiMTgyMCIsIkZvbnRTZXR0aW5ncyI6eyIkaWQiOiIxODIxIiwiRm9udFNpemUiOjEwLCJGb250TmFtZSI6IkNhbGlicmkiLCJJc0JvbGQiOmZhbHNlLCJJc0l0YWxpYyI6ZmFsc2UsIklzVW5kZXJsaW5lZCI6ZmFsc2UsIlBhcmVudFN0eWxlIjpudWxsfSwiQXV0b1NpemUiOjAsIkZvcmVncm91bmQiOnsiJGlkIjoiMTgyMiIsIkNvbG9yIjp7IiRpZCI6IjE4Mj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gyNCIsIlRvcCI6MC4wLCJMZWZ0IjowLjAsIlJpZ2h0IjowLjAsIkJvdHRvbSI6MC4wfSwiUGFkZGluZyI6eyIkaWQiOiIxODI1IiwiVG9wIjowLjAsIkxlZnQiOjAuMCwiUmlnaHQiOjAuMCwiQm90dG9tIjowLjB9LCJCYWNrZ3JvdW5kIjp7IiRpZCI6IjE4MjYiLCJDb2xvciI6eyIkaWQiOiIxODI3IiwiQSI6MCwiUiI6MjU1LCJHIjoyNTUsIkIiOjI1NX19LCJJc1Zpc2libGUiOnRydWUsIldpZHRoIjowLjAsIkhlaWdodCI6MC4wLCJCb3JkZXJTdHlsZSI6eyIkaWQiOiIxODI4IiwiTGluZUNvbG9yIjpudWxsLCJMaW5lV2VpZ2h0IjowLjAsIkxpbmVUeXBlIjowLCJQYXJlbnRTdHlsZSI6bnVsbH0sIlBhcmVudFN0eWxlIjpudWxsfSwiRGF0ZUZvcm1hdCI6eyIkaWQiOiIxODI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4MzAiLCJGb3JtYXQiOjAsIklzVmlzaWJsZSI6ZmFsc2UsIkxhc3RLbm93blZpc2liaWxpdHlTdGF0ZSI6ZmFsc2V9LCJJc1Zpc2libGUiOmZhbHNlLCJWYXJpYW5jZVN0eWxlIjp7IiRpZCI6IjE4MzEiLCJUZXh0U3R5bGUiOnsiJGlkIjoiMTgzMiIsIkZvbnRTZXR0aW5ncyI6eyIkaWQiOiIxODMzIiwiRm9udFNpemUiOjEwLCJGb250TmFtZSI6IkNhbGlicmkiLCJJc0JvbGQiOmZhbHNlLCJJc0l0YWxpYyI6ZmFsc2UsIklzVW5kZXJsaW5lZCI6ZmFsc2UsIlBhcmVudFN0eWxlIjpudWxsfSwiQXV0b1NpemUiOjAsIkZvcmVncm91bmQiOnsiJGlkIjoiMTgzNCIsIkNvbG9yIjp7IiRpZCI6IjE4Mz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gzNiIsIlRvcCI6MC4wLCJMZWZ0IjowLjAsIlJpZ2h0IjowLjAsIkJvdHRvbSI6MC4wfSwiUGFkZGluZyI6eyIkaWQiOiIxODM3IiwiVG9wIjowLjAsIkxlZnQiOjAuMCwiUmlnaHQiOjAuMCwiQm90dG9tIjowLjB9LCJCYWNrZ3JvdW5kIjp7IiRpZCI6IjE4MzgiLCJDb2xvciI6eyIkaWQiOiIxODM5IiwiQSI6MjU1LCJSIjowLCJHIjowLCJCIjowfX0sIklzVmlzaWJsZSI6dHJ1ZSwiV2lkdGgiOjAuMCwiSGVpZ2h0IjowLjAsIkJvcmRlclN0eWxlIjp7IiRpZCI6IjE4NDAiLCJMaW5lQ29sb3IiOm51bGwsIkxpbmVXZWlnaHQiOjAuMCwiTGluZVR5cGUiOjAsIlBhcmVudFN0eWxlIjpudWxsfSwiUGFyZW50U3R5bGUiOm51bGx9LCJQYXJlbnRTdHlsZSI6bnVsbH0sIlBhcmVudFN0eWxlIjpudWxsfSwiSW5kZXgiOjcsIlNtYXJ0RHVyYXRpb25BY3RpdmF0ZWQiOmZhbHNlLCJEYXRlRm9ybWF0Ijp7IiRyZWYiOiIxODI5In0sIldlZWtOdW1iZXJpbmciOnsiJGlkIjoiMTg0MSIsIkZvcm1hdCI6MCwiSXNWaXNpYmxlIjpmYWxzZSwiTGFzdEtub3duVmlzaWJpbGl0eVN0YXRlIjpmYWxzZX0sIkJhc2VsaW5lRGF0YSI6eyIkaWQiOiIxODQyIiwiU3RhcnREYXRlIjoiMjAyNS0xMS0xOFQwMDowMDowMCIsIkVuZERhdGUiOiIyMDI1LTEyLTA1VDIzOjU5OjAwIn0sIklkIjoiMWZlYmY0OTQtNWMwZC00NDVlLTliMDAtM2VhOGRhMGQ3NWM2IiwiSW1wb3J0SWQiOm51bGwsIlRpdGxlIjoiUHJ1ZWJhcyBmaW5hbGVzIiwiTm90ZSI6bnVsbCwiSHlwZXJsaW5rIjp7IiRpZCI6IjE4NDMiLCJBZGRyZXNzIjoiIiwiU3ViQWRkcmVzcyI6IiJ9LCJJc0NoYW5nZWQiOmZhbHNlLCJJc05ldyI6ZmFsc2V9LHsiJGlkIjoiMTg0NCIsIkdyb3VwTmFtZSI6bnVsbCwiU3RhcnREYXRlIjoiMjAyNS0xMS0xOFQwMDowMDowMFoiLCJFbmREYXRlIjoiMjAyNS0xMi0wNVQyMzo1OTowMFoiLCJQZXJjZW50YWdlQ29tcGxldGUiOm51bGwsIlN0eWxlIjp7IiRpZCI6IjE4NDUiLCJTaGFwZSI6MywiU2hhcGVUaGlja25lc3MiOjAsIkR1cmF0aW9uRm9ybWF0IjowLCJJbmNsdWRlTm9uV29ya2luZ0RheXNJbkR1cmF0aW9uIjpmYWxzZSwiUGVyY2VudGFnZUNvbXBsZXRlU3R5bGUiOnsiJGlkIjoiMTg0NiIsIkZvbnRTZXR0aW5ncyI6eyIkaWQiOiIxODQ3IiwiRm9udFNpemUiOjEwLCJGb250TmFtZSI6IkNhbGlicmkiLCJJc0JvbGQiOmZhbHNlLCJJc0l0YWxpYyI6ZmFsc2UsIklzVW5kZXJsaW5lZCI6ZmFsc2UsIlBhcmVudFN0eWxlIjpudWxsfSwiQXV0b1NpemUiOjAsIkZvcmVncm91bmQiOnsiJGlkIjoiMTg0OCIsIkNvbG9yIjp7IiRpZCI6IjE4NDk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g1MCIsIlRvcCI6MC4wLCJMZWZ0IjowLjAsIlJpZ2h0IjowLjAsIkJvdHRvbSI6MC4wfSwiUGFkZGluZyI6eyIkaWQiOiIxODUxIiwiVG9wIjowLjAsIkxlZnQiOjAuMCwiUmlnaHQiOjAuMCwiQm90dG9tIjowLjB9LCJCYWNrZ3JvdW5kIjp7IiRpZCI6IjE4NTIiLCJDb2xvciI6eyIkaWQiOiIxODUzIiwiQSI6ODksIlIiOjAsIkciOjAsIkIiOjB9fSwiSXNWaXNpYmxlIjp0cnVlLCJXaWR0aCI6MC4wLCJIZWlnaHQiOjAuMCwiQm9yZGVyU3R5bGUiOnsiJGlkIjoiMTg1NCIsIkxpbmVDb2xvciI6bnVsbCwiTGluZVdlaWdodCI6MC4wLCJMaW5lVHlwZSI6MCwiUGFyZW50U3R5bGUiOm51bGx9LCJQYXJlbnRTdHlsZSI6bnVsbH0sIkR1cmF0aW9uU3R5bGUiOnsiJGlkIjoiMTg1NSIsIkZvbnRTZXR0aW5ncyI6eyIkaWQiOiIxODU2IiwiRm9udFNpemUiOjEwLCJGb250TmFtZSI6IkNhbGlicmkiLCJJc0JvbGQiOmZhbHNlLCJJc0l0YWxpYyI6ZmFsc2UsIklzVW5kZXJsaW5lZCI6ZmFsc2UsIlBhcmVudFN0eWxlIjpudWxsfSwiQXV0b1NpemUiOjAsIkZvcmVncm91bmQiOnsiJGlkIjoiMTg1NyIsIkNvbG9yIjp7IiRpZCI6IjE4NTg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ODU5IiwiVG9wIjowLjAsIkxlZnQiOjAuMCwiUmlnaHQiOjAuMCwiQm90dG9tIjowLjB9LCJQYWRkaW5nIjp7IiRpZCI6IjE4NjAiLCJUb3AiOjAuMCwiTGVmdCI6MC4wLCJSaWdodCI6MC4wLCJCb3R0b20iOjAuMH0sIkJhY2tncm91bmQiOnsiJGlkIjoiMTg2MSIsIkNvbG9yIjp7IiRpZCI6IjE4NjIiLCJBIjoyNTUsIlIiOjIzNywiRyI6MTI1LCJCIjo0OX19LCJJc1Zpc2libGUiOnRydWUsIldpZHRoIjowLjAsIkhlaWdodCI6MC4wLCJCb3JkZXJTdHlsZSI6eyIkaWQiOiIxODYzIiwiTGluZUNvbG9yIjpudWxsLCJMaW5lV2VpZ2h0IjowLjAsIkxpbmVUeXBlIjowLCJQYXJlbnRTdHlsZSI6bnVsbH0sIlBhcmVudFN0eWxlIjpudWxsfSwiSG9yaXpvbnRhbENvbm5lY3RvclN0eWxlIjp7IiRpZCI6IjE4NjQiLCJMaW5lQ29sb3IiOnsiJGlkIjoiMTg2NSIsIiR0eXBlIjoiTkxSRS5Db21tb24uRG9tLlNvbGlkQ29sb3JCcnVzaCwgTkxSRS5Db21tb24iLCJDb2xvciI6eyIkaWQiOiIxODY2IiwiQSI6NTEsIlIiOjIxLCJHIjo5NiwiQiI6MTMwfX0sIkxpbmVXZWlnaHQiOjEuMCwiTGluZVR5cGUiOjAsIlBhcmVudFN0eWxlIjpudWxsfSwiVmVydGljYWxDb25uZWN0b3JTdHlsZSI6eyIkaWQiOiIxODY3IiwiTGluZUNvbG9yIjp7IiRpZCI6IjE4NjgiLCIkdHlwZSI6Ik5MUkUuQ29tbW9uLkRvbS5Tb2xpZENvbG9yQnJ1c2gsIE5MUkUuQ29tbW9uIiwiQ29sb3IiOnsiJGlkIjoiMTg2OS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g3MCIsIlNoYXBlU3R5bGUiOnsiJGlkIjoiMTg3MSIsIk1hcmdpbiI6eyIkaWQiOiIxODcyIiwiVG9wIjowLjAsIkxlZnQiOjAuMCwiUmlnaHQiOjAuMCwiQm90dG9tIjowLjB9LCJQYWRkaW5nIjp7IiRpZCI6IjE4NzMiLCJUb3AiOjAuMCwiTGVmdCI6MC4wLCJSaWdodCI6MC4wLCJCb3R0b20iOjAuMH0sIkJhY2tncm91bmQiOnsiJGlkIjoiMTg3NCIsIkNvbG9yIjp7IiRpZCI6IjE4NzUiLCJBIjoxNTMsIlIiOjAsIkciOjAsIkIiOjB9fSwiSXNWaXNpYmxlIjp0cnVlLCJXaWR0aCI6MC4wLCJIZWlnaHQiOjAuMCwiQm9yZGVyU3R5bGUiOm51bGwsIlBhcmVudFN0eWxlIjpudWxsfSwiTWFyZ2luIjp7IiRpZCI6IjE4NzYiLCJUb3AiOjAuMCwiTGVmdCI6MC4wLCJSaWdodCI6MC4wLCJCb3R0b20iOjAuMH0sIlBhZGRpbmciOnsiJGlkIjoiMTg3NyIsIlRvcCI6MC4wLCJMZWZ0IjowLjAsIlJpZ2h0IjowLjAsIkJvdHRvbSI6MC4wfSwiQmFja2dyb3VuZCI6bnVsbCwiSXNWaXNpYmxlIjp0cnVlLCJXaWR0aCI6MC4wLCJIZWlnaHQiOjAuMCwiQm9yZGVyU3R5bGUiOm51bGwsIlBhcmVudFN0eWxlIjpudWxsfSwiU2hhcGVTdHlsZSI6eyIkaWQiOiIxODc4IiwiTWFyZ2luIjp7IiRpZCI6IjE4NzkiLCJUb3AiOjAuMCwiTGVmdCI6NC4wLCJSaWdodCI6NC4wLCJCb3R0b20iOjAuMH0sIlBhZGRpbmciOnsiJGlkIjoiMTg4MCIsIlRvcCI6MC4wLCJMZWZ0IjowLjAsIlJpZ2h0IjowLjAsIkJvdHRvbSI6MC4wfSwiQmFja2dyb3VuZCI6eyIkaWQiOiIxODgxIiwiQ29sb3IiOnsiJGlkIjoiMTg4MiIsIkEiOjI1NSwiUiI6MTUsIkciOjE1OCwiQiI6MjEzfX0sIklzVmlzaWJsZSI6dHJ1ZSwiV2lkdGgiOjAuMCwiSGVpZ2h0IjoxMC4wLCJCb3JkZXJTdHlsZSI6eyIkaWQiOiIxODgzIiwiTGluZUNvbG9yIjp7IiRpZCI6IjE4ODQiLCIkdHlwZSI6Ik5MUkUuQ29tbW9uLkRvbS5Tb2xpZENvbG9yQnJ1c2gsIE5MUkUuQ29tbW9uIiwiQ29sb3IiOnsiJGlkIjoiMTg4NSIsIkEiOjI1NSwiUiI6MjM0LCJHIjoyMiwiQiI6MzB9fSwiTGluZVdlaWdodCI6MC4wLCJMaW5lVHlwZSI6MCwiUGFyZW50U3R5bGUiOm51bGx9LCJQYXJlbnRTdHlsZSI6bnVsbH0sIlRpdGxlU3R5bGUiOnsiJGlkIjoiMTg4NiIsIkZvbnRTZXR0aW5ncyI6eyIkaWQiOiIxODg3IiwiRm9udFNpemUiOjExLCJGb250TmFtZSI6IkNhbGlicmkiLCJJc0JvbGQiOmZhbHNlLCJJc0l0YWxpYyI6ZmFsc2UsIklzVW5kZXJsaW5lZCI6ZmFsc2UsIlBhcmVudFN0eWxlIjpudWxsfSwiQXV0b1NpemUiOjAsIkZvcmVncm91bmQiOnsiJGlkIjoiMTg4OCIsIkNvbG9yIjp7IiRpZCI6IjE4ODkiLCJBIjoyNTUsIlIiOjAsIkciOjAsIkIiOjB9fSwiTWF4V2lkdGgiOjcyMC4wLCJNYXhIZWlnaHQiOiJJbmZpbml0eSIsIlNtYXJ0Rm9yZWdyb3VuZElzQWN0aXZlIjpmYWxzZSwiSG9yaXpvbnRhbEFsaWdubWVudCI6MiwiVmVydGljYWxBbGlnbm1lbnQiOjEsIlNtYXJ0Rm9yZWdyb3VuZCI6bnVsbCwiQmFja2dyb3VuZEZpbGxUeXBlIjowLCJNYXJnaW4iOnsiJGlkIjoiMTg5MCIsIlRvcCI6MC4wLCJMZWZ0IjowLjAsIlJpZ2h0IjowLjAsIkJvdHRvbSI6MC4wfSwiUGFkZGluZyI6eyIkaWQiOiIxODkxIiwiVG9wIjowLjAsIkxlZnQiOjAuMCwiUmlnaHQiOjAuMCwiQm90dG9tIjowLjB9LCJCYWNrZ3JvdW5kIjp7IiRpZCI6IjE4OTIiLCJDb2xvciI6eyIkaWQiOiIxODkzIiwiQSI6MCwiUiI6MjU1LCJHIjoyNTUsIkIiOjI1NX19LCJJc1Zpc2libGUiOnRydWUsIldpZHRoIjowLjAsIkhlaWdodCI6MC4wLCJCb3JkZXJTdHlsZSI6eyIkaWQiOiIxODk0IiwiTGluZUNvbG9yIjpudWxsLCJMaW5lV2VpZ2h0IjowLjAsIkxpbmVUeXBlIjowLCJQYXJlbnRTdHlsZSI6bnVsbH0sIlBhcmVudFN0eWxlIjpudWxsfSwiRGF0ZVN0eWxlIjp7IiRpZCI6IjE4OTUiLCJGb250U2V0dGluZ3MiOnsiJGlkIjoiMTg5NiIsIkZvbnRTaXplIjoxMCwiRm9udE5hbWUiOiJDYWxpYnJpIiwiSXNCb2xkIjpmYWxzZSwiSXNJdGFsaWMiOmZhbHNlLCJJc1VuZGVybGluZWQiOmZhbHNlLCJQYXJlbnRTdHlsZSI6bnVsbH0sIkF1dG9TaXplIjowLCJGb3JlZ3JvdW5kIjp7IiRpZCI6IjE4OTciLCJDb2xvciI6eyIkaWQiOiIxODk4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4OTkiLCJUb3AiOjAuMCwiTGVmdCI6MC4wLCJSaWdodCI6MC4wLCJCb3R0b20iOjAuMH0sIlBhZGRpbmciOnsiJGlkIjoiMTkwMCIsIlRvcCI6MC4wLCJMZWZ0IjowLjAsIlJpZ2h0IjowLjAsIkJvdHRvbSI6MC4wfSwiQmFja2dyb3VuZCI6eyIkaWQiOiIxOTAxIiwiQ29sb3IiOnsiJGlkIjoiMTkwMiIsIkEiOjAsIlIiOjI1NSwiRyI6MjU1LCJCIjoyNTV9fSwiSXNWaXNpYmxlIjp0cnVlLCJXaWR0aCI6MC4wLCJIZWlnaHQiOjAuMCwiQm9yZGVyU3R5bGUiOnsiJGlkIjoiMTkwMyIsIkxpbmVDb2xvciI6bnVsbCwiTGluZVdlaWdodCI6MC4wLCJMaW5lVHlwZSI6MCwiUGFyZW50U3R5bGUiOm51bGx9LCJQYXJlbnRTdHlsZSI6bnVsbH0sIkRhdGVGb3JtYXQiOnsiJGlkIjoiMTkw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TA1IiwiRm9ybWF0IjowLCJJc1Zpc2libGUiOmZhbHNlLCJMYXN0S25vd25WaXNpYmlsaXR5U3RhdGUiOmZhbHNlfSwiSXNWaXNpYmxlIjpmYWxzZSwiVmFyaWFuY2VTdHlsZSI6eyIkaWQiOiIxOTA2IiwiVGV4dFN0eWxlIjp7IiRpZCI6IjE5MDciLCJGb250U2V0dGluZ3MiOnsiJGlkIjoiMTkwOCIsIkZvbnRTaXplIjoxMCwiRm9udE5hbWUiOiJDYWxpYnJpIiwiSXNCb2xkIjpmYWxzZSwiSXNJdGFsaWMiOmZhbHNlLCJJc1VuZGVybGluZWQiOmZhbHNlLCJQYXJlbnRTdHlsZSI6bnVsbH0sIkF1dG9TaXplIjowLCJGb3JlZ3JvdW5kIjp7IiRpZCI6IjE5MDkiLCJDb2xvciI6eyIkaWQiOiIxOTE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5MTEiLCJUb3AiOjAuMCwiTGVmdCI6MC4wLCJSaWdodCI6MC4wLCJCb3R0b20iOjAuMH0sIlBhZGRpbmciOnsiJGlkIjoiMTkxMiIsIlRvcCI6MC4wLCJMZWZ0IjowLjAsIlJpZ2h0IjowLjAsIkJvdHRvbSI6MC4wfSwiQmFja2dyb3VuZCI6eyIkaWQiOiIxOTEzIiwiQ29sb3IiOnsiJGlkIjoiMTkxNCIsIkEiOjI1NSwiUiI6MCwiRyI6MCwiQiI6MH19LCJJc1Zpc2libGUiOnRydWUsIldpZHRoIjowLjAsIkhlaWdodCI6MC4wLCJCb3JkZXJTdHlsZSI6eyIkaWQiOiIxOTE1IiwiTGluZUNvbG9yIjpudWxsLCJMaW5lV2VpZ2h0IjowLjAsIkxpbmVUeXBlIjowLCJQYXJlbnRTdHlsZSI6bnVsbH0sIlBhcmVudFN0eWxlIjpudWxsfSwiUGFyZW50U3R5bGUiOm51bGx9LCJQYXJlbnRTdHlsZSI6bnVsbH0sIkluZGV4Ijo4LCJTbWFydER1cmF0aW9uQWN0aXZhdGVkIjpmYWxzZSwiRGF0ZUZvcm1hdCI6eyIkcmVmIjoiMTkwNCJ9LCJXZWVrTnVtYmVyaW5nIjp7IiRpZCI6IjE5MTYiLCJGb3JtYXQiOjAsIklzVmlzaWJsZSI6ZmFsc2UsIkxhc3RLbm93blZpc2liaWxpdHlTdGF0ZSI6ZmFsc2V9LCJCYXNlbGluZURhdGEiOnsiJGlkIjoiMTkxNyIsIlN0YXJ0RGF0ZSI6IjIwMjUtMTEtMThUMDA6MDA6MDAiLCJFbmREYXRlIjoiMjAyNS0xMi0wNVQyMzo1OTowMCJ9LCJJZCI6ImQ4YzYyZTU4LWIzZTktNDZlNS05NmUwLTBiODg5OGMyYWFlYyIsIkltcG9ydElkIjpudWxsLCJUaXRsZSI6IkRvY3VtZW50YWNpw7NuIFTDqWNuaWNhIiwiTm90ZSI6bnVsbCwiSHlwZXJsaW5rIjp7IiRpZCI6IjE5MTgiLCJBZGRyZXNzIjoiIiwiU3ViQWRkcmVzcyI6IiJ9LCJJc0NoYW5nZWQiOmZhbHNlLCJJc05ldyI6ZmFsc2V9LHsiJGlkIjoiMTkxOSIsIkdyb3VwTmFtZSI6bnVsbCwiU3RhcnREYXRlIjoiMjAyNS0xMS0yMVQwMDowMDowMFoiLCJFbmREYXRlIjoiMjAyNS0xMS0yMlQyMzo1OTowMFoiLCJQZXJjZW50YWdlQ29tcGxldGUiOm51bGwsIlN0eWxlIjp7IiRpZCI6IjE5MjAiLCJTaGFwZSI6MSwiU2hhcGVUaGlja25lc3MiOjAsIkR1cmF0aW9uRm9ybWF0IjowLCJJbmNsdWRlTm9uV29ya2luZ0RheXNJbkR1cmF0aW9uIjpmYWxzZSwiUGVyY2VudGFnZUNvbXBsZXRlU3R5bGUiOnsiJGlkIjoiMTkyMSIsIkZvbnRTZXR0aW5ncyI6eyIkaWQiOiIxOTIyIiwiRm9udFNpemUiOjEwLCJGb250TmFtZSI6IkNhbGlicmkiLCJJc0JvbGQiOmZhbHNlLCJJc0l0YWxpYyI6ZmFsc2UsIklzVW5kZXJsaW5lZCI6ZmFsc2UsIlBhcmVudFN0eWxlIjpudWxsfSwiQXV0b1NpemUiOjAsIkZvcmVncm91bmQiOnsiJGlkIjoiMTkyMyIsIkNvbG9yIjp7IiRpZCI6IjE5Mj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kyNSIsIlRvcCI6MC4wLCJMZWZ0IjowLjAsIlJpZ2h0IjowLjAsIkJvdHRvbSI6MC4wfSwiUGFkZGluZyI6eyIkaWQiOiIxOTI2IiwiVG9wIjowLjAsIkxlZnQiOjAuMCwiUmlnaHQiOjAuMCwiQm90dG9tIjowLjB9LCJCYWNrZ3JvdW5kIjp7IiRpZCI6IjE5MjciLCJDb2xvciI6eyIkaWQiOiIxOTI4IiwiQSI6ODksIlIiOjAsIkciOjAsIkIiOjB9fSwiSXNWaXNpYmxlIjp0cnVlLCJXaWR0aCI6MC4wLCJIZWlnaHQiOjAuMCwiQm9yZGVyU3R5bGUiOnsiJGlkIjoiMTkyOSIsIkxpbmVDb2xvciI6bnVsbCwiTGluZVdlaWdodCI6MC4wLCJMaW5lVHlwZSI6MCwiUGFyZW50U3R5bGUiOm51bGx9LCJQYXJlbnRTdHlsZSI6bnVsbH0sIkR1cmF0aW9uU3R5bGUiOnsiJGlkIjoiMTkzMCIsIkZvbnRTZXR0aW5ncyI6eyIkaWQiOiIxOTMxIiwiRm9udFNpemUiOjEwLCJGb250TmFtZSI6IkNhbGlicmkiLCJJc0JvbGQiOmZhbHNlLCJJc0l0YWxpYyI6ZmFsc2UsIklzVW5kZXJsaW5lZCI6ZmFsc2UsIlBhcmVudFN0eWxlIjpudWxsfSwiQXV0b1NpemUiOjAsIkZvcmVncm91bmQiOnsiJGlkIjoiMTkzMiIsIkNvbG9yIjp7IiRpZCI6IjE5Mz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OTM0IiwiVG9wIjowLjAsIkxlZnQiOjAuMCwiUmlnaHQiOjAuMCwiQm90dG9tIjowLjB9LCJQYWRkaW5nIjp7IiRpZCI6IjE5MzUiLCJUb3AiOjAuMCwiTGVmdCI6MC4wLCJSaWdodCI6MC4wLCJCb3R0b20iOjAuMH0sIkJhY2tncm91bmQiOnsiJGlkIjoiMTkzNiIsIkNvbG9yIjp7IiRpZCI6IjE5MzciLCJBIjoyNTUsIlIiOjIzNywiRyI6MTI1LCJCIjo0OX19LCJJc1Zpc2libGUiOnRydWUsIldpZHRoIjowLjAsIkhlaWdodCI6MC4wLCJCb3JkZXJTdHlsZSI6eyIkaWQiOiIxOTM4IiwiTGluZUNvbG9yIjpudWxsLCJMaW5lV2VpZ2h0IjowLjAsIkxpbmVUeXBlIjowLCJQYXJlbnRTdHlsZSI6bnVsbH0sIlBhcmVudFN0eWxlIjpudWxsfSwiSG9yaXpvbnRhbENvbm5lY3RvclN0eWxlIjp7IiRpZCI6IjE5MzkiLCJMaW5lQ29sb3IiOnsiJGlkIjoiMTk0MCIsIiR0eXBlIjoiTkxSRS5Db21tb24uRG9tLlNvbGlkQ29sb3JCcnVzaCwgTkxSRS5Db21tb24iLCJDb2xvciI6eyIkaWQiOiIxOTQxIiwiQSI6NTEsIlIiOjIxLCJHIjo5NiwiQiI6MTMwfX0sIkxpbmVXZWlnaHQiOjEuMCwiTGluZVR5cGUiOjAsIlBhcmVudFN0eWxlIjpudWxsfSwiVmVydGljYWxDb25uZWN0b3JTdHlsZSI6eyIkaWQiOiIxOTQyIiwiTGluZUNvbG9yIjp7IiRpZCI6IjE5NDMiLCIkdHlwZSI6Ik5MUkUuQ29tbW9uLkRvbS5Tb2xpZENvbG9yQnJ1c2gsIE5MUkUuQ29tbW9uIiwiQ29sb3IiOnsiJGlkIjoiMTk0NC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k0NSIsIlNoYXBlU3R5bGUiOnsiJGlkIjoiMTk0NiIsIk1hcmdpbiI6eyIkaWQiOiIxOTQ3IiwiVG9wIjowLjAsIkxlZnQiOjAuMCwiUmlnaHQiOjAuMCwiQm90dG9tIjowLjB9LCJQYWRkaW5nIjp7IiRpZCI6IjE5NDgiLCJUb3AiOjAuMCwiTGVmdCI6MC4wLCJSaWdodCI6MC4wLCJCb3R0b20iOjAuMH0sIkJhY2tncm91bmQiOnsiJGlkIjoiMTk0OSIsIkNvbG9yIjp7IiRpZCI6IjE5NTAiLCJBIjoxNTMsIlIiOjAsIkciOjAsIkIiOjB9fSwiSXNWaXNpYmxlIjp0cnVlLCJXaWR0aCI6MC4wLCJIZWlnaHQiOjAuMCwiQm9yZGVyU3R5bGUiOm51bGwsIlBhcmVudFN0eWxlIjpudWxsfSwiTWFyZ2luIjp7IiRpZCI6IjE5NTEiLCJUb3AiOjAuMCwiTGVmdCI6MC4wLCJSaWdodCI6MC4wLCJCb3R0b20iOjAuMH0sIlBhZGRpbmciOnsiJGlkIjoiMTk1MiIsIlRvcCI6MC4wLCJMZWZ0IjowLjAsIlJpZ2h0IjowLjAsIkJvdHRvbSI6MC4wfSwiQmFja2dyb3VuZCI6bnVsbCwiSXNWaXNpYmxlIjp0cnVlLCJXaWR0aCI6MC4wLCJIZWlnaHQiOjAuMCwiQm9yZGVyU3R5bGUiOm51bGwsIlBhcmVudFN0eWxlIjpudWxsfSwiU2hhcGVTdHlsZSI6eyIkaWQiOiIxOTUzIiwiTWFyZ2luIjp7IiRpZCI6IjE5NTQiLCJUb3AiOjAuMCwiTGVmdCI6NC4wLCJSaWdodCI6NC4wLCJCb3R0b20iOjAuMH0sIlBhZGRpbmciOnsiJGlkIjoiMTk1NSIsIlRvcCI6MC4wLCJMZWZ0IjowLjAsIlJpZ2h0IjowLjAsIkJvdHRvbSI6MC4wfSwiQmFja2dyb3VuZCI6eyIkaWQiOiIxOTU2IiwiQ29sb3IiOnsiJGlkIjoiMTk1NyIsIkEiOjI1NSwiUiI6NzgsIkciOjE2NywiQiI6NDZ9fSwiSXNWaXNpYmxlIjp0cnVlLCJXaWR0aCI6MC4wLCJIZWlnaHQiOjEwLjAsIkJvcmRlclN0eWxlIjp7IiRpZCI6IjE5NTgiLCJMaW5lQ29sb3IiOnsiJGlkIjoiMTk1OSIsIiR0eXBlIjoiTkxSRS5Db21tb24uRG9tLlNvbGlkQ29sb3JCcnVzaCwgTkxSRS5Db21tb24iLCJDb2xvciI6eyIkaWQiOiIxOTYwIiwiQSI6MjU1LCJSIjoyMzQsIkciOjIyLCJCIjozMH19LCJMaW5lV2VpZ2h0IjowLjAsIkxpbmVUeXBlIjowLCJQYXJlbnRTdHlsZSI6bnVsbH0sIlBhcmVudFN0eWxlIjpudWxsfSwiVGl0bGVTdHlsZSI6eyIkaWQiOiIxOTYxIiwiRm9udFNldHRpbmdzIjp7IiRpZCI6IjE5NjIiLCJGb250U2l6ZSI6MTEsIkZvbnROYW1lIjoiQ2FsaWJyaSIsIklzQm9sZCI6ZmFsc2UsIklzSXRhbGljIjpmYWxzZSwiSXNVbmRlcmxpbmVkIjpmYWxzZSwiUGFyZW50U3R5bGUiOm51bGx9LCJBdXRvU2l6ZSI6MCwiRm9yZWdyb3VuZCI6eyIkaWQiOiIxOTYzIiwiQ29sb3IiOnsiJGlkIjoiMTk2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OTY1IiwiVG9wIjowLjAsIkxlZnQiOjAuMCwiUmlnaHQiOjAuMCwiQm90dG9tIjowLjB9LCJQYWRkaW5nIjp7IiRpZCI6IjE5NjYiLCJUb3AiOjAuMCwiTGVmdCI6MC4wLCJSaWdodCI6MC4wLCJCb3R0b20iOjAuMH0sIkJhY2tncm91bmQiOnsiJGlkIjoiMTk2NyIsIkNvbG9yIjp7IiRpZCI6IjE5NjgiLCJBIjowLCJSIjoyNTUsIkciOjI1NSwiQiI6MjU1fX0sIklzVmlzaWJsZSI6dHJ1ZSwiV2lkdGgiOjAuMCwiSGVpZ2h0IjowLjAsIkJvcmRlclN0eWxlIjp7IiRpZCI6IjE5NjkiLCJMaW5lQ29sb3IiOm51bGwsIkxpbmVXZWlnaHQiOjAuMCwiTGluZVR5cGUiOjAsIlBhcmVudFN0eWxlIjpudWxsfSwiUGFyZW50U3R5bGUiOm51bGx9LCJEYXRlU3R5bGUiOnsiJGlkIjoiMTk3MCIsIkZvbnRTZXR0aW5ncyI6eyIkaWQiOiIxOTcxIiwiRm9udFNpemUiOjEwLCJGb250TmFtZSI6IkNhbGlicmkiLCJJc0JvbGQiOmZhbHNlLCJJc0l0YWxpYyI6ZmFsc2UsIklzVW5kZXJsaW5lZCI6ZmFsc2UsIlBhcmVudFN0eWxlIjpudWxsfSwiQXV0b1NpemUiOjAsIkZvcmVncm91bmQiOnsiJGlkIjoiMTk3MiIsIkNvbG9yIjp7IiRpZCI6IjE5Nz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k3NCIsIlRvcCI6MC4wLCJMZWZ0IjowLjAsIlJpZ2h0IjowLjAsIkJvdHRvbSI6MC4wfSwiUGFkZGluZyI6eyIkaWQiOiIxOTc1IiwiVG9wIjowLjAsIkxlZnQiOjAuMCwiUmlnaHQiOjAuMCwiQm90dG9tIjowLjB9LCJCYWNrZ3JvdW5kIjp7IiRpZCI6IjE5NzYiLCJDb2xvciI6eyIkaWQiOiIxOTc3IiwiQSI6MCwiUiI6MjU1LCJHIjoyNTUsIkIiOjI1NX19LCJJc1Zpc2libGUiOnRydWUsIldpZHRoIjowLjAsIkhlaWdodCI6MC4wLCJCb3JkZXJTdHlsZSI6eyIkaWQiOiIxOTc4IiwiTGluZUNvbG9yIjpudWxsLCJMaW5lV2VpZ2h0IjowLjAsIkxpbmVUeXBlIjowLCJQYXJlbnRTdHlsZSI6bnVsbH0sIlBhcmVudFN0eWxlIjpudWxsfSwiRGF0ZUZvcm1hdCI6eyIkaWQiOiIxOTc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5ODAiLCJGb3JtYXQiOjAsIklzVmlzaWJsZSI6ZmFsc2UsIkxhc3RLbm93blZpc2liaWxpdHlTdGF0ZSI6ZmFsc2V9LCJJc1Zpc2libGUiOmZhbHNlLCJWYXJpYW5jZVN0eWxlIjp7IiRpZCI6IjE5ODEiLCJUZXh0U3R5bGUiOnsiJGlkIjoiMTk4MiIsIkZvbnRTZXR0aW5ncyI6eyIkaWQiOiIxOTgzIiwiRm9udFNpemUiOjEwLCJGb250TmFtZSI6IkNhbGlicmkiLCJJc0JvbGQiOmZhbHNlLCJJc0l0YWxpYyI6ZmFsc2UsIklzVW5kZXJsaW5lZCI6ZmFsc2UsIlBhcmVudFN0eWxlIjpudWxsfSwiQXV0b1NpemUiOjAsIkZvcmVncm91bmQiOnsiJGlkIjoiMTk4NCIsIkNvbG9yIjp7IiRpZCI6IjE5OD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k4NiIsIlRvcCI6MC4wLCJMZWZ0IjowLjAsIlJpZ2h0IjowLjAsIkJvdHRvbSI6MC4wfSwiUGFkZGluZyI6eyIkaWQiOiIxOTg3IiwiVG9wIjowLjAsIkxlZnQiOjAuMCwiUmlnaHQiOjAuMCwiQm90dG9tIjowLjB9LCJCYWNrZ3JvdW5kIjp7IiRpZCI6IjE5ODgiLCJDb2xvciI6eyIkaWQiOiIxOTg5IiwiQSI6MjU1LCJSIjowLCJHIjowLCJCIjowfX0sIklzVmlzaWJsZSI6dHJ1ZSwiV2lkdGgiOjAuMCwiSGVpZ2h0IjowLjAsIkJvcmRlclN0eWxlIjp7IiRpZCI6IjE5OTAiLCJMaW5lQ29sb3IiOm51bGwsIkxpbmVXZWlnaHQiOjAuMCwiTGluZVR5cGUiOjAsIlBhcmVudFN0eWxlIjpudWxsfSwiUGFyZW50U3R5bGUiOm51bGx9LCJQYXJlbnRTdHlsZSI6bnVsbH0sIlBhcmVudFN0eWxlIjpudWxsfSwiSW5kZXgiOjksIlNtYXJ0RHVyYXRpb25BY3RpdmF0ZWQiOmZhbHNlLCJEYXRlRm9ybWF0Ijp7IiRyZWYiOiIxOTc5In0sIldlZWtOdW1iZXJpbmciOnsiJGlkIjoiMTk5MSIsIkZvcm1hdCI6MCwiSXNWaXNpYmxlIjpmYWxzZSwiTGFzdEtub3duVmlzaWJpbGl0eVN0YXRlIjpmYWxzZX0sIkJhc2VsaW5lRGF0YSI6eyIkaWQiOiIxOTkyIiwiU3RhcnREYXRlIjoiMjAyNS0xMS0yMVQwMDowMDowMCIsIkVuZERhdGUiOiIyMDI1LTExLTIyVDIzOjU5OjAwIn0sIklkIjoiZjJhODQ4ZTEtOTIxYy00Y2ViLWFlYTktMGY4ODFmOWY5ZWY5IiwiSW1wb3J0SWQiOm51bGwsIlRpdGxlIjoiTWlncmFjacOzbiBCRCBhIFBvc3RncmUiLCJOb3RlIjpudWxsLCJIeXBlcmxpbmsiOnsiJGlkIjoiMTk5MyIsIkFkZHJlc3MiOiIiLCJTdWJBZGRyZXNzIjoiIn0sIklzQ2hhbmdlZCI6ZmFsc2UsIklzTmV3IjpmYWxzZX1dLCJTd2ltbGFuZXMiOltdLCJNc1Byb2plY3RJdGVtc1RyZWUiOnsiJGlkIjoiMTk5NCIsIlJvb3QiOnsiSW1wb3J0SWQiOm51bGwsIklzSW1wb3J0ZWQiOmZhbHNlLCJDaGlsZHJlbiI6W119fSwiTWV0YWRhdGEiOnsiJGlkIjoiMTk5NSIsIlNvdXJjZVRoZW1lIjoie1wiJGlkXCI6XCIxXCIsXCJJZFwiOlwiZTkyYzY1ZjAtMjhkNC00Njk3LWEwZDUtMjRiNTcyNTdiNTk3XCIsXCJDYXRlZ29yeVwiOjEsXCJDdWx0dXJlSW5mb05hbWVcIjpcImVuLVVTXCIsXCJWZXJzaW9uXCI6e1wiJGlkXCI6XCIyXCIsXCJUaGVtZURvbVZlcnNpb25cIjpcIjIuMS4wXCJ9LFwiU3R5bGVcIjp7XCIkaWRcIjpcIjNcIixcIlRpbWViYW5kU3R5bGVcIjp7XCIkaWRcIjpcIjRcIixcIlJpZ2h0RW5kQ2Fwc1N0eWxlXCI6e1wiJGlkXCI6XCI1XCIsXCJGb250U2V0dGluZ3NcIjp7XCIkaWRcIjpcIjZcIixcIkZvbnRTaXplXCI6MTgsXCJGb250TmFtZVwiOlwiQ2FsaWJyaVwiLFwiSXNCb2xkXCI6dHJ1ZSxcIklzSXRhbGljXCI6ZmFsc2UsXCJJc1VuZGVybGluZWRcIjpmYWxzZX0sXCJGb3JlZ3JvdW5kXCI6e1wiJGlkXCI6XCI3XCIsXCJDb2xvclwiOntcIiRpZFwiOlwiOFwiLFwiQVwiOjI1NSxcIlJcIjoyMzMsXCJHXCI6MTEzLFwiQlwiOjUwfX0sXCJIb3Jpem9udGFsQWxpZ25tZW50XCI6MCxcIklzVmlzaWJsZVwiOnRydWV9LFwiTGVmdEVuZENhcHNTdHlsZVwiOntcIiRpZFwiOlwiOVwiLFwiRm9udFNldHRpbmdzXCI6e1wiJGlkXCI6XCIxMFwiLFwiRm9udFNpemVcIjoxOCxcIkZvbnROYW1lXCI6XCJDYWxpYnJpXCIsXCJJc0JvbGRcIjp0cnVlLFwiSXNJdGFsaWNcIjpmYWxzZSxcIklzVW5kZXJsaW5lZFwiOmZhbHNlfSxcIkZvcmVncm91bmRcIjp7XCIkaWRcIjpcIjExXCIsXCJDb2xvclwiOntcIiRpZFwiOlwiMTJcIixcIkFcIjoyNTUsXCJSXCI6MjM3LFwiR1wiOjEyNSxcIkJcIjo0OX19LFwiSG9yaXpvbnRhbEFsaWdubWVudFwiOjAsXCJJc1Zpc2libGVcIjpmYWxzZX0sXCJUb2RheU1hcmtlclN0eWxlXCI6e1wiJGlkXCI6XCIxM1wiLFwiVG9kYXlUZXh0U3R5bGVcIjp7XCIkaWRcIjpcIjE0XCIsXCJGb250U2V0dGluZ3NcIjp7XCIkaWRcIjpcIjE1XCIsXCJGb250U2l6ZVwiOjEyLFwiRm9udE5hbWVcIjpcIkNhbGlicmlcIixcIklzQm9sZFwiOmZhbHNlLFwiSXNJdGFsaWNcIjpmYWxzZSxcIklzVW5kZXJsaW5lZFwiOmZhbHNlfSxcIkZvcmVncm91bmRcIjp7XCIkaWRcIjpcIjE2XCIsXCJDb2xvclwiOntcIiRpZFwiOlwiMTdcIixcIkFcIjoyNTUsXCJSXCI6MCxcIkdcIjowLFwiQlwiOjB9fSxcIkhvcml6b250YWxBbGlnbm1lbnRcIjowLFwiSXNWaXNpYmxlXCI6dHJ1ZX0sXCJUb2RheU1hcmtlclNoYXBlU3R5bGVcIjp7XCIkaWRcIjpcIjE4XCIsXCJNYXJnaW5cIjp7XCIkaWRcIjpcIjE5XCIsXCJUb3BcIjowLjAsXCJMZWZ0XCI6MC4wLFwiUmlnaHRcIjowLjAsXCJCb3R0b21cIjowLjB9LFwiUGFkZGluZ1wiOntcIiRpZFwiOlwiMjBcIixcIlRvcFwiOjAuMCxcIkxlZnRcIjowLjAsXCJSaWdodFwiOjAuMCxcIkJvdHRvbVwiOjAuMH0sXCJCYWNrZ3JvdW5kXCI6e1wiJGlkXCI6XCIyMVwiLFwiQ29sb3JcIjp7XCIkaWRcIjpcIjIyXCIsXCJBXCI6MjU1LFwiUlwiOjI1NSxcIkdcIjowLFwiQlwiOjB9fSxcIklzVmlzaWJsZVwiOnRydWUsXCJXaWR0aFwiOjAuMCxcIkhlaWdodFwiOjAuMCxcIkJvcmRlclN0eWxlXCI6bnVsbH0sXCJUb2RheU1hcmtlclBvc2l0aW9uXCI6MyxcIklzVmlzaWJsZVwiOnRydWV9LFwiU2NhbGVTdHlsZVwiOntcIiRpZFwiOlwiMjNcIixcIlNob3dTZWdtZW50U2VwYXJhdG9yc1wiOnRydWUsXCJTZWdtZW50U2VwYXJhdG9yT3BhY2l0eVwiOjMwLFwiU2hhcGVcIjozLFwiU2VnbWVudFRleHRTdHlsZVwiOntcIiRpZFwiOlwiMjRcIixcIkZvbnRTZXR0aW5nc1wiOntcIiRpZFwiOlwiMjVcIixcIkZvbnRTaXplXCI6MTIsXCJGb250TmFtZVwiOlwiQ2FsaWJyaVwiLFwiSXNCb2xkXCI6ZmFsc2UsXCJJc0l0YWxpY1wiOmZhbHNlLFwiSXNVbmRlcmxpbmVkXCI6ZmFsc2V9LFwiRm9yZWdyb3VuZFwiOntcIiRpZFwiOlwiMjZcIixcIkNvbG9yXCI6e1wiJGlkXCI6XCIyN1wiLFwiQVwiOjI1NSxcIlJcIjoyMzIsXCJHXCI6MjMyLFwiQlwiOjIzMn19LFwiSG9yaXpvbnRhbEFsaWdubWVudFwiOjAsXCJJc1Zpc2libGVcIjp0cnVlfSxcIlNoYXBlU3R5bGVcIjp7XCIkaWRcIjpcIjI4XCIsXCJNYXJnaW5cIjp7XCIkaWRcIjpcIjI5XCIsXCJUb3BcIjowLjAsXCJMZWZ0XCI6MTAuMCxcIlJpZ2h0XCI6MTAuMCxcIkJvdHRvbVwiOjAuMH0sXCJQYWRkaW5nXCI6e1wiJGlkXCI6XCIzMFwiLFwiVG9wXCI6MC4wLFwiTGVmdFwiOjAuMCxcIlJpZ2h0XCI6MC4wLFwiQm90dG9tXCI6MC4wfSxcIkJhY2tncm91bmRcIjp7XCIkaWRcIjpcIjMxXCIsXCJDb2xvclwiOntcIiRpZFwiOlwiMzJcIixcIkFcIjoyNTUsXCJSXCI6MTQsXCJHXCI6NDAsXCJCXCI6NjV9fSxcIklzVmlzaWJsZVwiOnRydWUsXCJXaWR0aFwiOjg1OC4wLFwiSGVpZ2h0XCI6MjAuMCxcIkJvcmRlclN0eWxlXCI6e1wiJGlkXCI6XCIzM1wiLFwiTGluZVN0eWxlXCI6e1wiJGlkXCI6XCIzNFwiLFwiTGluZUNvbG9yXCI6e1wiJGlkXCI6XCIzNVwiLFwiQ29sb3JcIjp7XCIkaWRcIjpcIjM2XCIsXCJBXCI6MjU1LFwiUlwiOjI1NSxcIkdcIjowLFwiQlwiOjB9fSxcIkxpbmVXZWlnaHRcIjowLjAsXCJMaW5lVHlwZVwiOjB9LFwiSXNWaXNpYmxlXCI6ZmFsc2V9fX0sXCJFbGFwc2VkVGltZVN0eWxlXCI6e1wiJGlkXCI6XCIzN1wiLFwiRWxhcHNlZFRpbWVCYWNrZ3JvdW5kXCI6e1wiJGlkXCI6XCIzOFwiLFwiQ29sb3JcIjp7XCIkaWRcIjpcIjM5XCIsXCJBXCI6MTkxLFwiUlwiOjI1NSxcIkdcIjowLFwiQlwiOjB9fSxcIkVsYXBzZWRUaW1lRm9ybWF0XCI6MSxcIklzVmlzaWJsZVwiOnRydWV9LFwiTWFyZ2luXCI6e1wiJGlkXCI6XCI0MFwiLFwiVG9wXCI6MC4wLFwiTGVmdFwiOjEwLjAsXCJSaWdodFwiOjEwLjAsXCJCb3R0b21cIjowLjB9LFwiUGFkZGluZ1wiOntcIiRpZFwiOlwiNDFcIixcIlRvcFwiOjAuMCxcIkxlZnRcIjowLjAsXCJSaWdodFwiOjAuMCxcIkJvdHRvbVwiOjAuMH0sXCJCYWNrZ3JvdW5kXCI6e1wiJGlkXCI6XCI0MlwiLFwiQ29sb3JcIjp7XCIkaWRcIjpcIjQzXCIsXCJBXCI6MjU1LFwiUlwiOjQ3LFwiR1wiOjU0LFwiQlwiOjE1M319LFwiSXNWaXNpYmxlXCI6ZmFsc2UsXCJXaWR0aFwiOjAuMCxcIkhlaWdodFwiOjAuMCxcIkJvcmRlclN0eWxlXCI6bnVsbH0sXCJUYXNrU3R5bGVcIjp7XCIkaWRcIjpcIjQ0XCIsXCJTaGFwZVwiOjMsXCJTaGFwZVRoaWNrbmVzc1wiOjAsXCJEdXJhdGlvbkZvcm1hdFwiOjAsXCJQZXJjZW50YWdlQ29tcGxldGVUZXh0U3R5bGVcIjp7XCIkaWRcIjpcIjQ1XCIsXCJGb250U2V0dGluZ3NcIjp7XCIkaWRcIjpcIjQ2XCIsXCJGb250U2l6ZVwiOjEwLFwiRm9udE5hbWVcIjpcIkNhbGlicmlcIixcIklzQm9sZFwiOmZhbHNlLFwiSXNJdGFsaWNcIjpmYWxzZSxcIklzVW5kZXJsaW5lZFwiOmZhbHNlfSxcIkZvcmVncm91bmRcIjp7XCIkaWRcIjpcIjQ3XCIsXCJDb2xvclwiOntcIiRpZFwiOlwiNDhcIixcIkFcIjoyNTUsXCJSXCI6MjMyLFwiR1wiOjIzMixcIkJcIjoyMzJ9fSxcIkhvcml6b250YWxBbGlnbm1lbnRcIjoxLFwiSXNWaXNpYmxlXCI6dHJ1ZX0sXCJQZXJjZW50YWdlQ29tcGxldGVIaWdobGlnaHRTdHlsZVwiOntcIiRpZFwiOlwiNDlcIixcIkJhY2tncm91bmRcIjp7XCIkaWRcIjpcIjUwXCIsXCJDb2xvclwiOntcIiRpZFwiOlwiNTFcIixcIkFcIjo4OSxcIlJcIjowLFwiR1wiOjAsXCJCXCI6MH19fSxcIkR1cmF0aW9uU3R5bGVcIjp7XCIkaWRcIjpcIjUyXCIsXCJGb250U2V0dGluZ3NcIjp7XCIkaWRcIjpcIjUzXCIsXCJGb250U2l6ZVwiOjEwLFwiRm9udE5hbWVcIjpcIkNhbGlicmlcIixcIklzQm9sZFwiOmZhbHNlLFwiSXNJdGFsaWNcIjpmYWxzZSxcIklzVW5kZXJsaW5lZFwiOmZhbHNlfSxcIkZvcmVncm91bmRcIjp7XCIkaWRcIjpcIjU0XCIsXCJDb2xvclwiOntcIiRpZFwiOlwiNTVcIixcIkFcIjoyNTUsXCJSXCI6MjM3LFwiR1wiOjEyNSxcIkJcIjo0OX19LFwiSG9yaXpvbnRhbEFsaWdubWVudFwiOjAsXCJJc1Zpc2libGVcIjpmYWxzZX0sXCJIb3Jpem9udGFsQ29ubmVjdG9yU3R5bGVcIjp7XCIkaWRcIjpcIjU2XCIsXCJMaW5lU3R5bGVcIjp7XCIkaWRcIjpcIjU3XCIsXCJMaW5lQ29sb3JcIjp7XCIkaWRcIjpcIjU4XCIsXCJDb2xvclwiOntcIiRpZFwiOlwiNTlcIixcIkFcIjo1MSxcIlJcIjoyMSxcIkdcIjo5NixcIkJcIjoxMzB9fSxcIkxpbmVXZWlnaHRcIjoxLjAsXCJMaW5lVHlwZVwiOjB9LFwiSXNWaXNpYmxlXCI6dHJ1ZX0sXCJWZXJ0aWNhbENvbm5lY3RvclN0eWxlXCI6e1wiJGlkXCI6XCI2MFwiLFwiTGluZVN0eWxlXCI6e1wiJGlkXCI6XCI2MVwiLFwiTGluZUNvbG9yXCI6e1wiJGlkXCI6XCI2MlwiLFwiQ29sb3JcIjp7XCIkaWRcIjpcIjYzXCIsXCJBXCI6NTEsXCJSXCI6MjEsXCJHXCI6OTYsXCJCXCI6MTMwfX0sXCJMaW5lV2VpZ2h0XCI6MS4wLFwiTGluZVR5cGVcIjowfSxcIklzVmlzaWJsZVwiOmZhbHNlfSxcIk1hcmdpblwiOntcIiRpZFwiOlwiNjRcIixcIlRvcFwiOjAuMCxcIkxlZnRcIjowLjAsXCJSaWdodFwiOjAuMCxcIkJvdHRvbVwiOjAuMH0sXCJTdGFydERhdGVQb3NpdGlvblwiOjQsXCJFbmREYXRlUG9zaXRpb25cIjo0LFwiVGl0bGVQb3NpdGlvblwiOjMsXCJEdXJhdGlvblBvc2l0aW9uXCI6MCxcIlBlcmNlbnRhZ2VDb21wbGV0ZWRQb3NpdGlvblwiOjIsXCJWYXJpYW5jZVBvc2l0aW9uXCI6MixcIlNwYWNpbmdcIjozLFwiSXNCZWxvd1RpbWViYW5kXCI6ZmFsc2UsXCJCYXNlbGluZVN0eWxlXCI6e1wiJGlkXCI6XCI2NVwiLFwiQmFzZWxpbmVTaGFwZVN0eWxlXCI6e1wiJGlkXCI6XCI2NlwiLFwiTWFyZ2luXCI6e1wiJGlkXCI6XCI2N1wiLFwiVG9wXCI6MC4wLFwiTGVmdFwiOjAuMCxcIlJpZ2h0XCI6MC4wLFwiQm90dG9tXCI6MC4wfSxcIlBhZGRpbmdcIjp7XCIkaWRcIjpcIjY4XCIsXCJUb3BcIjowLjAsXCJMZWZ0XCI6MC4wLFwiUmlnaHRcIjowLjAsXCJCb3R0b21cIjowLjB9LFwiQmFja2dyb3VuZFwiOntcIiRpZFwiOlwiNjlcIixcIkNvbG9yXCI6e1wiJGlkXCI6XCI3MFwiLFwiQVwiOjE1MyxcIlJcIjowLFwiR1wiOjAsXCJCXCI6MH19LFwiSXNWaXNpYmxlXCI6ZmFsc2UsXCJXaWR0aFwiOjAuMCxcIkhlaWdodFwiOjAuMCxcIkJvcmRlclN0eWxlXCI6e1wiJGlkXCI6XCI3MVwiLFwiTGluZVN0eWxlXCI6e1wiJGlkXCI6XCI3MlwiLFwiTGluZUNvbG9yXCI6e1wiJGlkXCI6XCI3M1wiLFwiQ29sb3JcIjp7XCIkaWRcIjpcIjc0XCIsXCJBXCI6MjU1LFwiUlwiOjI1NSxcIkdcIjowLFwiQlwiOjB9fSxcIkxpbmVXZWlnaHRcIjoyLjAsXCJMaW5lVHlwZVwiOjB9LFwiSXNWaXNpYmxlXCI6ZmFsc2V9fX0sXCJTaGFwZVN0eWxlXCI6e1wiJGlkXCI6XCI3NVwiLFwiTWFyZ2luXCI6e1wiJGlkXCI6XCI3NlwiLFwiVG9wXCI6MC4wLFwiTGVmdFwiOjQuMCxcIlJpZ2h0XCI6NC4wLFwiQm90dG9tXCI6MC4wfSxcIlBhZGRpbmdcIjp7XCIkaWRcIjpcIjc3XCIsXCJUb3BcIjowLjAsXCJMZWZ0XCI6MC4wLFwiUmlnaHRcIjowLjAsXCJCb3R0b21cIjowLjB9LFwiQmFja2dyb3VuZFwiOntcIiRpZFwiOlwiNzhcIixcIkNvbG9yXCI6e1wiJGlkXCI6XCI3OVwiLFwiQVwiOjI1NSxcIlJcIjoyMSxcIkdcIjo5NixcIkJcIjoxMzB9fSxcIklzVmlzaWJsZVwiOnRydWUsXCJXaWR0aFwiOjAuMCxcIkhlaWdodFwiOjEwLjAsXCJCb3JkZXJTdHlsZVwiOntcIiRpZFwiOlwiODBcIixcIkxpbmVTdHlsZVwiOntcIiRpZFwiOlwiODFcIixcIkxpbmVDb2xvclwiOntcIiRpZFwiOlwiODJcIixcIkNvbG9yXCI6e1wiJGlkXCI6XCI4M1wiLFwiQVwiOjI1NSxcIlJcIjoyMzQsXCJHXCI6MjIsXCJCXCI6MzB9fSxcIkxpbmVXZWlnaHRcIjoyLjAsXCJMaW5lVHlwZVwiOjB9LFwiSXNWaXNpYmxlXCI6ZmFsc2V9fSxcIlRpdGxlU3R5bGVcIjp7XCIkaWRcIjpcIjg0XCIsXCJGb250U2V0dGluZ3NcIjp7XCIkaWRcIjpcIjg1XCIsXCJGb250U2l6ZVwiOjExLFwiRm9udE5hbWVcIjpcIkNhbGlicmlcIixcIklzQm9sZFwiOmZhbHNlLFwiSXNJdGFsaWNcIjpmYWxzZSxcIklzVW5kZXJsaW5lZFwiOmZhbHNlfSxcIkZvcmVncm91bmRcIjp7XCIkaWRcIjpcIjg2XCIsXCJDb2xvclwiOntcIiRpZFwiOlwiODdcIixcIkFcIjoyNTUsXCJSXCI6MCxcIkdcIjowLFwiQlwiOjB9fSxcIkhvcml6b250YWxBbGlnbm1lbnRcIjoyLFwiSXNWaXNpYmxlXCI6dHJ1ZX0sXCJEYXRlU3R5bGVcIjp7XCIkaWRcIjpcIjg4XCIsXCJGb250U2V0dGluZ3NcIjp7XCIkaWRcIjpcIjg5XCIsXCJGb250U2l6ZVwiOjEwLFwiRm9udE5hbWVcIjpcIkNhbGlicmlcIixcIklzQm9sZFwiOmZhbHNlLFwiSXNJdGFsaWNcIjpmYWxzZSxcIklzVW5kZXJsaW5lZFwiOmZhbHNlfSxcIkZvcmVncm91bmRcIjp7XCIkaWRcIjpcIjkwXCIsXCJDb2xvclwiOntcIiRpZFwiOlwiOTFcIixcIkFcIjoyNTUsXCJSXCI6MTQsXCJHXCI6NDAsXCJCXCI6NjV9fSxcIkhvcml6b250YWxBbGlnbm1lbnRcIjowLFwiSXNWaXNpYmxlXCI6dHJ1ZX0sXCJEYXRlRm9ybWF0XCI6e1wiJGlkXCI6XCI5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5M1wiLFwiRm9ybWF0XCI6MCxcIklzVmlzaWJsZVwiOmZhbHNlLFwiTGFzdEtub3duVmlzaWJpbGl0eVN0YXRlXCI6ZmFsc2V9LFwiVmFyaWFuY2VTdHlsZVwiOntcIiRpZFwiOlwiOTRcIixcIlZhcmlhbmNlVGV4dFN0eWxlXCI6e1wiJGlkXCI6XCI5NVwiLFwiRm9udFNldHRpbmdzXCI6e1wiJGlkXCI6XCI5NlwiLFwiRm9udFNpemVcIjoxMCxcIkZvbnROYW1lXCI6XCJDYWxpYnJpXCIsXCJJc0JvbGRcIjpmYWxzZSxcIklzSXRhbGljXCI6ZmFsc2UsXCJJc1VuZGVybGluZWRcIjpmYWxzZX0sXCJGb3JlZ3JvdW5kXCI6e1wiJGlkXCI6XCI5N1wiLFwiQ29sb3JcIjp7XCIkaWRcIjpcIjk4XCIsXCJBXCI6MjU1LFwiUlwiOjAsXCJHXCI6MCxcIkJcIjowfX0sXCJIb3Jpem9udGFsQWxpZ25tZW50XCI6MCxcIklzVmlzaWJsZVwiOnRydWV9fX0sXCJNaWxlc3RvbmVTdHlsZVwiOntcIiRpZFwiOlwiOTlcIixcIlNoYXBlXCI6MixcIklzQmVsb3dUaW1lYmFuZFwiOmZhbHNlLFwiU2hhcGVTaXplXCI6MSxcIlBhZGRpbmdcIjp7XCIkaWRcIjpcIjEwMFwiLFwiVG9wXCI6NS4wLFwiTGVmdFwiOjMuMCxcIlJpZ2h0XCI6MC4wLFwiQm90dG9tXCI6Mi4wfSxcIlNoYXBlU3R5bGVcIjp7XCIkaWRcIjpcIjEwMVwiLFwiTWFyZ2luXCI6e1wiJGlkXCI6XCIxMDJcIixcIlRvcFwiOjAuMCxcIkxlZnRcIjowLjAsXCJSaWdodFwiOjAuMCxcIkJvdHRvbVwiOjAuMH0sXCJQYWRkaW5nXCI6e1wiJGlkXCI6XCIxMDNcIixcIlRvcFwiOjAuMCxcIkxlZnRcIjowLjAsXCJSaWdodFwiOjAuMCxcIkJvdHRvbVwiOjAuMH0sXCJCYWNrZ3JvdW5kXCI6e1wiJGlkXCI6XCIxMDRcIixcIkNvbG9yXCI6e1wiJGlkXCI6XCIxMDVcIixcIkFcIjoyNTUsXCJSXCI6MjMzLFwiR1wiOjExMyxcIkJcIjo1MH19LFwiSXNWaXNpYmxlXCI6dHJ1ZSxcIldpZHRoXCI6MTguMCxcIkhlaWdodFwiOjIwLjAsXCJCb3JkZXJTdHlsZVwiOntcIiRpZFwiOlwiMTA2XCIsXCJMaW5lU3R5bGVcIjp7XCIkaWRcIjpcIjEwN1wiLFwiTGluZUNvbG9yXCI6e1wiJGlkXCI6XCIxMDhcIixcIkNvbG9yXCI6e1wiJGlkXCI6XCIxMDlcIixcIkFcIjoyNTUsXCJSXCI6MjM0LFwiR1wiOjIyLFwiQlwiOjMwfX0sXCJMaW5lV2VpZ2h0XCI6Mi4wLFwiTGluZVR5cGVcIjowfSxcIklzVmlzaWJsZVwiOmZhbHNlfX0sXCJUaXRsZVN0eWxlXCI6e1wiJGlkXCI6XCIxMTBcIixcIkZvbnRTZXR0aW5nc1wiOntcIiRpZFwiOlwiMTExXCIsXCJGb250U2l6ZVwiOjExLFwiRm9udE5hbWVcIjpcIkNhbGlicmlcIixcIklzQm9sZFwiOnRydWUsXCJJc0l0YWxpY1wiOmZhbHNlLFwiSXNVbmRlcmxpbmVkXCI6ZmFsc2V9LFwiRm9yZWdyb3VuZFwiOntcIiRpZFwiOlwiMTEyXCIsXCJDb2xvclwiOntcIiRpZFwiOlwiMTEzXCIsXCJBXCI6MjU1LFwiUlwiOjAsXCJHXCI6MCxcIkJcIjowfX0sXCJIb3Jpem9udGFsQWxpZ25tZW50XCI6MCxcIklzVmlzaWJsZVwiOnRydWV9LFwiRGF0ZVN0eWxlXCI6e1wiJGlkXCI6XCIxMTRcIixcIkZvbnRTZXR0aW5nc1wiOntcIiRpZFwiOlwiMTE1XCIsXCJGb250U2l6ZVwiOjEwLFwiRm9udE5hbWVcIjpcIkNhbGlicmlcIixcIklzQm9sZFwiOmZhbHNlLFwiSXNJdGFsaWNcIjpmYWxzZSxcIklzVW5kZXJsaW5lZFwiOmZhbHNlfSxcIkZvcmVncm91bmRcIjp7XCIkaWRcIjpcIjExNlwiLFwiQ29sb3JcIjp7XCIkaWRcIjpcIjExN1wiLFwiQVwiOjI1NSxcIlJcIjoxNCxcIkdcIjo0MCxcIkJcIjo2NX19LFwiSG9yaXpvbnRhbEFsaWdubWVudFwiOjAsXCJJc1Zpc2libGVcIjp0cnVlfSxcIkRhdGVGb3JtYXRcIjp7XCIkaWRcIjpcIjExOF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xMTlcIixcIkZvcm1hdFwiOjAsXCJJc1Zpc2libGVcIjpmYWxzZSxcIkxhc3RLbm93blZpc2liaWxpdHlTdGF0ZVwiOmZhbHNlfSxcIlZhcmlhbmNlU3R5bGVcIjp7XCIkaWRcIjpcIjEyMFwiLFwiVmFyaWFuY2VUZXh0U3R5bGVcIjp7XCIkaWRcIjpcIjEyMVwiLFwiRm9udFNldHRpbmdzXCI6e1wiJGlkXCI6XCIxMjJcIixcIkZvbnRTaXplXCI6MTAsXCJGb250TmFtZVwiOlwiQ2FsaWJyaVwiLFwiSXNCb2xkXCI6ZmFsc2UsXCJJc0l0YWxpY1wiOmZhbHNlLFwiSXNVbmRlcmxpbmVkXCI6ZmFsc2V9LFwiRm9yZWdyb3VuZFwiOntcIiRpZFwiOlwiMTIzXCIsXCJDb2xvclwiOntcIiRpZFwiOlwiMTI0XCIsXCJBXCI6MjU1LFwiUlwiOjAsXCJHXCI6MCxcIkJcIjowfX0sXCJIb3Jpem9udGFsQWxpZ25tZW50XCI6MCxcIklzVmlzaWJsZVwiOnRydWV9fX0sXCJNb3RTdHlsZVwiOntcIiRpZFwiOlwiMTI1XCIsXCJTaGFwZVwiOjIsXCJTaGFwZVNpemVcIjoxLFwiRGV0YWlsc1NwYWNpbmdcIjowLjAsXCJQYWRkaW5nXCI6e1wiJGlkXCI6XCIxMjZcIixcIlRvcFwiOjUuMCxcIkxlZnRcIjozLjAsXCJSaWdodFwiOjAuMCxcIkJvdHRvbVwiOjIuMH0sXCJQb3NpdGlvbk9uVGFza1wiOjEsXCJTaGFwZVN0eWxlXCI6e1wiJGlkXCI6XCIxMjdcIixcIk1hcmdpblwiOntcIiRpZFwiOlwiMTI4XCIsXCJUb3BcIjowLjAsXCJMZWZ0XCI6MC4wLFwiUmlnaHRcIjowLjAsXCJCb3R0b21cIjowLjB9LFwiUGFkZGluZ1wiOntcIiRpZFwiOlwiMTI5XCIsXCJUb3BcIjowLjAsXCJMZWZ0XCI6MC4wLFwiUmlnaHRcIjowLjAsXCJCb3R0b21cIjowLjB9LFwiQmFja2dyb3VuZFwiOntcIiRpZFwiOlwiMTMwXCIsXCJDb2xvclwiOntcIiRpZFwiOlwiMTMxXCIsXCJBXCI6MjU1LFwiUlwiOjIzMyxcIkdcIjoxMTMsXCJCXCI6NTB9fSxcIklzVmlzaWJsZVwiOnRydWUsXCJXaWR0aFwiOjEzLjAsXCJIZWlnaHRcIjoxMy4wLFwiQm9yZGVyU3R5bGVcIjp7XCIkaWRcIjpcIjEzMlwiLFwiTGluZVN0eWxlXCI6e1wiJGlkXCI6XCIxMzNcIixcIkxpbmVDb2xvclwiOntcIiRpZFwiOlwiMTM0XCIsXCJDb2xvclwiOntcIiRpZFwiOlwiMTM1XCIsXCJBXCI6MjU1LFwiUlwiOjIzNCxcIkdcIjoyMixcIkJcIjozMH19LFwiTGluZVdlaWdodFwiOjIuMCxcIkxpbmVUeXBlXCI6MH0sXCJJc1Zpc2libGVcIjpmYWxzZX19LFwiVGl0bGVTdHlsZVwiOntcIiRpZFwiOlwiMTM2XCIsXCJGb250U2V0dGluZ3NcIjp7XCIkaWRcIjpcIjEzN1wiLFwiRm9udFNpemVcIjoxMSxcIkZvbnROYW1lXCI6XCJDYWxpYnJpXCIsXCJJc0JvbGRcIjp0cnVlLFwiSXNJdGFsaWNcIjpmYWxzZSxcIklzVW5kZXJsaW5lZFwiOmZhbHNlfSxcIkZvcmVncm91bmRcIjp7XCIkaWRcIjpcIjEzOFwiLFwiQ29sb3JcIjp7XCIkaWRcIjpcIjEzOVwiLFwiQVwiOjI1NSxcIlJcIjowLFwiR1wiOjAsXCJCXCI6MH19LFwiSG9yaXpvbnRhbEFsaWdubWVudFwiOjAsXCJJc1Zpc2libGVcIjp0cnVlfSxcIkRhdGVTdHlsZVwiOntcIiRpZFwiOlwiMTQwXCIsXCJGb250U2V0dGluZ3NcIjp7XCIkaWRcIjpcIjE0MVwiLFwiRm9udFNpemVcIjoxMCxcIkZvbnROYW1lXCI6XCJDYWxpYnJpXCIsXCJJc0JvbGRcIjpmYWxzZSxcIklzSXRhbGljXCI6ZmFsc2UsXCJJc1VuZGVybGluZWRcIjpmYWxzZX0sXCJGb3JlZ3JvdW5kXCI6e1wiJGlkXCI6XCIxNDJcIixcIkNvbG9yXCI6e1wiJGlkXCI6XCIxNDNcIixcIkFcIjoyNTUsXCJSXCI6MTQsXCJHXCI6NDAsXCJCXCI6NjV9fSxcIkhvcml6b250YWxBbGlnbm1lbnRcIjowLFwiSXNWaXNpYmxlXCI6dHJ1ZX0sXCJEYXRlRm9ybWF0XCI6e1wiJGlkXCI6XCIxNDRcIixcIkZvcm1hdFN0cmluZ1wiOlwiTU1NIGQsIHl5eXlcIixcIlNlcGFyYXRvclwiOlwiL1wiLFwiVXNlSW50ZXJuYXRpb25hbERhdGVGb3JtYXRcIjpmYWxzZSxcIkRhdGVJc1Zpc2libGVcIjp0cnVlLFwiVGltZUlzVmlzaWJsZVwiOmZhbHNlLFwiSG91ckRpZ2l0c1wiOjEsXCJBbVBtRGVzaWduYXRvclwiOjIsXCJUcmltMDBNaW51dGVzXCI6ZmFsc2V9LFwiV2Vla051bWJlcmluZ1wiOntcIiRpZFwiOlwiMTQ1XCIsXCJGb3JtYXRcIjowLFwiSXNWaXNpYmxlXCI6ZmFsc2UsXCJMYXN0S25vd25WaXNpYmlsaXR5U3RhdGVcIjpmYWxzZX0sXCJWYXJpYW5jZVN0eWxlXCI6e1wiJGlkXCI6XCIxNDZcIixcIlZhcmlhbmNlVGV4dFN0eWxlXCI6e1wiJGlkXCI6XCIxNDdcIixcIkZvbnRTZXR0aW5nc1wiOntcIiRpZFwiOlwiMTQ4XCIsXCJGb250U2l6ZVwiOjEwLFwiRm9udE5hbWVcIjpcIkNhbGlicmlcIixcIklzQm9sZFwiOmZhbHNlLFwiSXNJdGFsaWNcIjpmYWxzZSxcIklzVW5kZXJsaW5lZFwiOmZhbHNlfSxcIkZvcmVncm91bmRcIjp7XCIkaWRcIjpcIjE0OVwiLFwiQ29sb3JcIjp7XCIkaWRcIjpcIjE1MFwiLFwiQVwiOjI1NSxcIlJcIjowLFwiR1wiOjAsXCJCXCI6MH19LFwiSG9yaXpvbnRhbEFsaWdubWVudFwiOjAsXCJJc1Zpc2libGVcIjp0cnVlfX19LFwiU3dpbWxhbmVWMlN0eWxlXCI6e1wiJGlkXCI6XCIxNTFcIixcIlN0eWxlSWRcIjpcIjMzMmNmYjEzLWI0MDEtNGVjMy1iNjU1LTczOTY4ZDA0ZDc0OVwiLFwiTmFtZVwiOlwiU3dpbWxhbmUgU3R5bGUgMVwiLFwiSGVhZGVyU3R5bGVcIjp7XCIkaWRcIjpcIjE1MlwiLFwiVGV4dFN0eWxlXCI6e1wiJGlkXCI6XCIxNTNcIixcIkZvbnRTZXR0aW5nc1wiOntcIiRpZFwiOlwiMTU0XCIsXCJGb250U2l6ZVwiOjExLFwiRm9udE5hbWVcIjpcIkNhbGlicmlcIixcIklzQm9sZFwiOmZhbHNlLFwiSXNJdGFsaWNcIjpmYWxzZSxcIklzVW5kZXJsaW5lZFwiOmZhbHNlfSxcIkZvcmVncm91bmRcIjp7XCIkaWRcIjpcIjE1NVwiLFwiQ29sb3JcIjp7XCIkaWRcIjpcIjE1NlwiLFwiQVwiOjI1NSxcIlJcIjoyNTUsXCJHXCI6MjU1LFwiQlwiOjI1NX19LFwiSG9yaXpvbnRhbEFsaWdubWVudFwiOjAsXCJJc1Zpc2libGVcIjp0cnVlfSxcIlJlY3RhbmdsZVN0eWxlXCI6e1wiJGlkXCI6XCIxNTdcIixcIk1hcmdpblwiOntcIiRpZFwiOlwiMTU4XCIsXCJUb3BcIjowLjAsXCJMZWZ0XCI6MC4wLFwiUmlnaHRcIjowLjAsXCJCb3R0b21cIjowLjB9LFwiUGFkZGluZ1wiOntcIiRpZFwiOlwiMTU5XCIsXCJUb3BcIjowLjAsXCJMZWZ0XCI6MC4wLFwiUmlnaHRcIjowLjAsXCJCb3R0b21cIjowLjB9LFwiQmFja2dyb3VuZFwiOntcIiRpZFwiOlwiMTYwXCIsXCJDb2xvclwiOntcIiRpZFwiOlwiMTYxXCIsXCJBXCI6MjU1LFwiUlwiOjIxLFwiR1wiOjk2LFwiQlwiOjEzMH19LFwiSXNWaXNpYmxlXCI6dHJ1ZSxcIldpZHRoXCI6MC4wLFwiSGVpZ2h0XCI6MC4wLFwiQm9yZGVyU3R5bGVcIjp7XCIkaWRcIjpcIjE2MlwiLFwiTGluZVN0eWxlXCI6e1wiJGlkXCI6XCIxNjNcIixcIkxpbmVDb2xvclwiOntcIiRpZFwiOlwiMTY0XCIsXCJDb2xvclwiOntcIiRpZFwiOlwiMTY1XCIsXCJBXCI6MjU1LFwiUlwiOjI1NSxcIkdcIjoyNTUsXCJCXCI6MjU1fX0sXCJMaW5lV2VpZ2h0XCI6MC4wLFwiTGluZVR5cGVcIjowfSxcIklzVmlzaWJsZVwiOmZhbHNlfX19LFwiQmFja2dyb3VuZFN0eWxlXCI6e1wiJGlkXCI6XCIxNjZcIixcIk1hcmdpblwiOntcIiRpZFwiOlwiMTY3XCIsXCJUb3BcIjowLjAsXCJMZWZ0XCI6MC4wLFwiUmlnaHRcIjowLjAsXCJCb3R0b21cIjowLjB9LFwiUGFkZGluZ1wiOntcIiRpZFwiOlwiMTY4XCIsXCJUb3BcIjowLjAsXCJMZWZ0XCI6MC4wLFwiUmlnaHRcIjowLjAsXCJCb3R0b21cIjowLjB9LFwiQmFja2dyb3VuZFwiOntcIiRpZFwiOlwiMTY5XCIsXCJDb2xvclwiOntcIiRpZFwiOlwiMTcwXCIsXCJBXCI6NTEsXCJSXCI6MjAwLFwiR1wiOjIwMCxcIkJcIjoyMDB9fSxcIklzVmlzaWJsZVwiOnRydWUsXCJXaWR0aFwiOjAuMCxcIkhlaWdodFwiOjAuMCxcIkJvcmRlclN0eWxlXCI6e1wiJGlkXCI6XCIxNzFcIixcIkxpbmVTdHlsZVwiOntcIiRpZFwiOlwiMTcyXCIsXCJMaW5lQ29sb3JcIjp7XCIkaWRcIjpcIjE3M1wiLFwiQ29sb3JcIjp7XCIkaWRcIjpcIjE3NFwiLFwiQVwiOjI1NSxcIlJcIjoyMzQsXCJHXCI6MjIsXCJCXCI6MzB9fSxcIkxpbmVXZWlnaHRcIjoyLjAsXCJMaW5lVHlwZVwiOjB9LFwiSXNWaXNpYmxlXCI6ZmFsc2V9fSxcIklzQWJvdmVUaW1lYmFuZFwiOmZhbHNlLFwiU3BhY2luZ1wiOjMsXCJEZWZhdWx0U3dpbWxhbmVBY3Rpdml0eVN0eWxlXCI6e1wiJGlkXCI6XCIxNzVcIixcIkhlYWRlclN0eWxlXCI6e1wiJGlkXCI6XCIxNzZcIixcIlRleHRTdHlsZVwiOntcIiRpZFwiOlwiMTc3XCIsXCJGb250U2V0dGluZ3NcIjp7XCIkaWRcIjpcIjE3OFwiLFwiRm9udFNpemVcIjoxMSxcIkZvbnROYW1lXCI6XCJDYWxpYnJpXCIsXCJJc0JvbGRcIjpmYWxzZSxcIklzSXRhbGljXCI6ZmFsc2UsXCJJc1VuZGVybGluZWRcIjpmYWxzZX0sXCJGb3JlZ3JvdW5kXCI6e1wiJGlkXCI6XCIxNzlcIixcIkNvbG9yXCI6e1wiJGlkXCI6XCIxODBcIixcIkFcIjoyNTUsXCJSXCI6MCxcIkdcIjowLFwiQlwiOjB9fSxcIkhvcml6b250YWxBbGlnbm1lbnRcIjowLFwiSXNWaXNpYmxlXCI6dHJ1ZX0sXCJSZWN0YW5nbGVTdHlsZVwiOntcIiRpZFwiOlwiMTgxXCIsXCJNYXJnaW5cIjp7XCIkaWRcIjpcIjE4MlwiLFwiVG9wXCI6MC4wLFwiTGVmdFwiOjAuMCxcIlJpZ2h0XCI6MC4wLFwiQm90dG9tXCI6MC4wfSxcIlBhZGRpbmdcIjp7XCIkaWRcIjpcIjE4M1wiLFwiVG9wXCI6MC4wLFwiTGVmdFwiOjAuMCxcIlJpZ2h0XCI6MC4wLFwiQm90dG9tXCI6MC4wfSxcIkJhY2tncm91bmRcIjp7XCIkaWRcIjpcIjE4NFwiLFwiQ29sb3JcIjp7XCIkaWRcIjpcIjE4NVwiLFwiQVwiOjYzLFwiUlwiOjIxLFwiR1wiOjk2LFwiQlwiOjEzMH19LFwiSXNWaXNpYmxlXCI6dHJ1ZSxcIldpZHRoXCI6MC4wLFwiSGVpZ2h0XCI6MC4wLFwiQm9yZGVyU3R5bGVcIjp7XCIkaWRcIjpcIjE4NlwiLFwiTGluZVN0eWxlXCI6e1wiJGlkXCI6XCIxODdcIixcIkxpbmVDb2xvclwiOntcIiRpZFwiOlwiMTg4XCIsXCJDb2xvclwiOntcIiRpZFwiOlwiMTg5XCIsXCJBXCI6MjU1LFwiUlwiOjI1NSxcIkdcIjowLFwiQlwiOjB9fSxcIkxpbmVXZWlnaHRcIjowLjAsXCJMaW5lVHlwZVwiOjB9LFwiSXNWaXNpYmxlXCI6ZmFsc2V9fX0sXCJCYWNrZ3JvdW5kU3R5bGVcIjp7XCIkaWRcIjpcIjE5MFwiLFwiTWFyZ2luXCI6e1wiJGlkXCI6XCIxOTFcIixcIlRvcFwiOjAuMCxcIkxlZnRcIjowLjAsXCJSaWdodFwiOjAuMCxcIkJvdHRvbVwiOjAuMH0sXCJQYWRkaW5nXCI6e1wiJGlkXCI6XCIxOTJcIixcIlRvcFwiOjAuMCxcIkxlZnRcIjowLjAsXCJSaWdodFwiOjAuMCxcIkJvdHRvbVwiOjAuMH0sXCJCYWNrZ3JvdW5kXCI6e1wiJGlkXCI6XCIxOTNcIixcIkNvbG9yXCI6e1wiJGlkXCI6XCIxOTRcIixcIkFcIjo1MSxcIlJcIjoyMDAsXCJHXCI6MjAwLFwiQlwiOjIwMH19LFwiSXNWaXNpYmxlXCI6dHJ1ZSxcIldpZHRoXCI6MC4wLFwiSGVpZ2h0XCI6MC4wLFwiQm9yZGVyU3R5bGVcIjp7XCIkaWRcIjpcIjE5NVwiLFwiTGluZVN0eWxlXCI6e1wiJGlkXCI6XCIxOTZcIixcIkxpbmVDb2xvclwiOntcIiRpZFwiOlwiMTk3XCIsXCJDb2xvclwiOntcIiRpZFwiOlwiMTk4XCIsXCJBXCI6MjU1LFwiUlwiOjIzNCxcIkdcIjoyMixcIkJcIjozMH19LFwiTGluZVdlaWdodFwiOjIuMCxcIkxpbmVUeXBlXCI6MH0sXCJJc1Zpc2libGVcIjpmYWxzZX19fSxcIkRlZmF1bHRTd2ltbGFuZU1pbGVzdG9uZVN0eWxlXCI6e1wiJGlkXCI6XCIxOTlcIixcIlRpdGxlUG9zaXRpb25cIjowLFwiRGF0ZVBvc2l0aW9uXCI6MixcIlZhcmlhbmNlUG9zaXRpb25cIjoyLFwiU2hhcGVUeXBlXCI6MSxcIlNoYXBlU2l6ZVwiOjAsXCJTcGFjaW5nXCI6NSxcIlNoYXBlU3R5bGVcIjp7XCIkaWRcIjpcIjIwMFwiLFwiTWFyZ2luXCI6e1wiJGlkXCI6XCIyMDFcIixcIlRvcFwiOjAuMCxcIkxlZnRcIjowLjAsXCJSaWdodFwiOjAuMCxcIkJvdHRvbVwiOjAuMH0sXCJQYWRkaW5nXCI6e1wiJGlkXCI6XCIyMDJcIixcIlRvcFwiOjAuMCxcIkxlZnRcIjowLjAsXCJSaWdodFwiOjAuMCxcIkJvdHRvbVwiOjAuMH0sXCJCYWNrZ3JvdW5kXCI6e1wiJGlkXCI6XCIyMDNcIixcIkNvbG9yXCI6e1wiJGlkXCI6XCIyMDRcIixcIkFcIjoyNTUsXCJSXCI6MjEsXCJHXCI6OTYsXCJCXCI6MTMwfX0sXCJJc1Zpc2libGVcIjp0cnVlLFwiV2lkdGhcIjoxMi4wLFwiSGVpZ2h0XCI6MTQuMCxcIkJvcmRlclN0eWxlXCI6e1wiJGlkXCI6XCIyMDVcIixcIkxpbmVTdHlsZVwiOntcIiRpZFwiOlwiMjA2XCIsXCJMaW5lQ29sb3JcIjp7XCIkaWRcIjpcIjIwN1wiLFwiQ29sb3JcIjp7XCIkaWRcIjpcIjIwOFwiLFwiQVwiOjI1NSxcIlJcIjoyMzQsXCJHXCI6MjIsXCJCXCI6MzB9fSxcIkxpbmVXZWlnaHRcIjoyLjAsXCJMaW5lVHlwZVwiOjB9LFwiSXNWaXNpYmxlXCI6ZmFsc2V9fSxcIlRpdGxlU3R5bGVcIjp7XCIkaWRcIjpcIjIwOVwiLFwiRm9udFNldHRpbmdzXCI6e1wiJGlkXCI6XCIyMTBcIixcIkZvbnRTaXplXCI6MTEsXCJGb250TmFtZVwiOlwiQ2FsaWJyaVwiLFwiSXNCb2xkXCI6ZmFsc2UsXCJJc0l0YWxpY1wiOmZhbHNlLFwiSXNVbmRlcmxpbmVkXCI6ZmFsc2V9LFwiRm9yZWdyb3VuZFwiOntcIiRpZFwiOlwiMjExXCIsXCJDb2xvclwiOntcIiRpZFwiOlwiMjEyXCIsXCJBXCI6MjU1LFwiUlwiOjAsXCJHXCI6MCxcIkJcIjowfX0sXCJIb3Jpem9udGFsQWxpZ25tZW50XCI6MixcIklzVmlzaWJsZVwiOnRydWV9LFwiRGF0ZVN0eWxlXCI6e1wiJGlkXCI6XCIyMTNcIixcIkZvbnRTZXR0aW5nc1wiOntcIiRpZFwiOlwiMjE0XCIsXCJGb250U2l6ZVwiOjEwLFwiRm9udE5hbWVcIjpcIkNhbGlicmlcIixcIklzQm9sZFwiOmZhbHNlLFwiSXNJdGFsaWNcIjpmYWxzZSxcIklzVW5kZXJsaW5lZFwiOmZhbHNlfSxcIkZvcmVncm91bmRcIjp7XCIkaWRcIjpcIjIxNVwiLFwiQ29sb3JcIjp7XCIkaWRcIjpcIjIxNlwiLFwiQVwiOjI1NSxcIlJcIjoxNCxcIkdcIjo0MCxcIkJcIjo2NX19LFwiSG9yaXpvbnRhbEFsaWdubWVudFwiOjAsXCJJc1Zpc2libGVcIjp0cnVlfSxcIkRhdGVGb3JtYXRcIjp7XCIkaWRcIjpcIjIxN1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yMThcIixcIkZvcm1hdFwiOjAsXCJJc1Zpc2libGVcIjpmYWxzZSxcIkxhc3RLbm93blZpc2liaWxpdHlTdGF0ZVwiOmZhbHNlfSxcIlZhcmlhbmNlU3R5bGVcIjp7XCIkaWRcIjpcIjIxOVwiLFwiVmFyaWFuY2VUZXh0U3R5bGVcIjp7XCIkaWRcIjpcIjIyMFwiLFwiRm9udFNldHRpbmdzXCI6e1wiJGlkXCI6XCIyMjFcIixcIkZvbnRTaXplXCI6MTAsXCJGb250TmFtZVwiOlwiQ2FsaWJyaVwiLFwiSXNCb2xkXCI6ZmFsc2UsXCJJc0l0YWxpY1wiOmZhbHNlLFwiSXNVbmRlcmxpbmVkXCI6ZmFsc2V9LFwiRm9yZWdyb3VuZFwiOntcIiRpZFwiOlwiMjIyXCIsXCJDb2xvclwiOntcIiRpZFwiOlwiMjIzXCIsXCJBXCI6MjU1LFwiUlwiOjAsXCJHXCI6MCxcIkJcIjowfX0sXCJIb3Jpem9udGFsQWxpZ25tZW50XCI6MCxcIklzVmlzaWJsZVwiOnRydWV9fX0sXCJEZWZhdWx0U3dpbWxhbmVUYXNrU3R5bGVcIjp7XCIkaWRcIjpcIjIyNFwiLFwiU2hhcGVcIjoxLFwiU2hhcGVUaGlja25lc3NcIjowLFwiRHVyYXRpb25Gb3JtYXRcIjowLFwiUGVyY2VudGFnZUNvbXBsZXRlVGV4dFN0eWxlXCI6e1wiJGlkXCI6XCIyMjVcIixcIkZvbnRTZXR0aW5nc1wiOntcIiRpZFwiOlwiMjI2XCIsXCJGb250U2l6ZVwiOjEwLFwiRm9udE5hbWVcIjpcIkNhbGlicmlcIixcIklzQm9sZFwiOmZhbHNlLFwiSXNJdGFsaWNcIjpmYWxzZSxcIklzVW5kZXJsaW5lZFwiOmZhbHNlfSxcIkZvcmVncm91bmRcIjp7XCIkaWRcIjpcIjIyN1wiLFwiQ29sb3JcIjp7XCIkaWRcIjpcIjIyOFwiLFwiQVwiOjI1NSxcIlJcIjoyMzIsXCJHXCI6MjMyLFwiQlwiOjIzMn19LFwiSG9yaXpvbnRhbEFsaWdubWVudFwiOjEsXCJJc1Zpc2libGVcIjp0cnVlfSxcIlBlcmNlbnRhZ2VDb21wbGV0ZUhpZ2hsaWdodFN0eWxlXCI6e1wiJGlkXCI6XCIyMjlcIixcIkJhY2tncm91bmRcIjp7XCIkaWRcIjpcIjIzMFwiLFwiQ29sb3JcIjp7XCIkaWRcIjpcIjIzMVwiLFwiQVwiOjg5LFwiUlwiOjAsXCJHXCI6MCxcIkJcIjowfX19LFwiRHVyYXRpb25TdHlsZVwiOntcIiRpZFwiOlwiMjMyXCIsXCJGb250U2V0dGluZ3NcIjp7XCIkaWRcIjpcIjIzM1wiLFwiRm9udFNpemVcIjoxMCxcIkZvbnROYW1lXCI6XCJDYWxpYnJpXCIsXCJJc0JvbGRcIjpmYWxzZSxcIklzSXRhbGljXCI6ZmFsc2UsXCJJc1VuZGVybGluZWRcIjpmYWxzZX0sXCJGb3JlZ3JvdW5kXCI6e1wiJGlkXCI6XCIyMzRcIixcIkNvbG9yXCI6e1wiJGlkXCI6XCIyMzVcIixcIkFcIjoyNTUsXCJSXCI6MjM3LFwiR1wiOjEyNSxcIkJcIjo0OX19LFwiSG9yaXpvbnRhbEFsaWdubWVudFwiOjAsXCJJc1Zpc2libGVcIjpmYWxzZX0sXCJNYXJnaW5cIjp7XCIkaWRcIjpcIjIzNlwiLFwiVG9wXCI6MC4wLFwiTGVmdFwiOjAuMCxcIlJpZ2h0XCI6MC4wLFwiQm90dG9tXCI6MC4wfSxcIlN0YXJ0RGF0ZVBvc2l0aW9uXCI6MyxcIkVuZERhdGVQb3NpdGlvblwiOjMsXCJUaXRsZVBvc2l0aW9uXCI6NCxcIkR1cmF0aW9uUG9zaXRpb25cIjowLFwiUGVyY2VudGFnZUNvbXBsZXRlZFBvc2l0aW9uXCI6MixcIlZhcmlhbmNlUG9zaXRpb25cIjoyLFwiU3BhY2luZ1wiOjMsXCJCYXNlbGluZVN0eWxlXCI6e1wiJGlkXCI6XCIyMzdcIixcIkJhc2VsaW5lU2hhcGVTdHlsZVwiOntcIiRpZFwiOlwiMjM4XCIsXCJNYXJnaW5cIjp7XCIkaWRcIjpcIjIzOVwiLFwiVG9wXCI6MC4wLFwiTGVmdFwiOjAuMCxcIlJpZ2h0XCI6MC4wLFwiQm90dG9tXCI6MC4wfSxcIlBhZGRpbmdcIjp7XCIkaWRcIjpcIjI0MFwiLFwiVG9wXCI6MC4wLFwiTGVmdFwiOjAuMCxcIlJpZ2h0XCI6MC4wLFwiQm90dG9tXCI6MC4wfSxcIkJhY2tncm91bmRcIjp7XCIkaWRcIjpcIjI0MVwiLFwiQ29sb3JcIjp7XCIkaWRcIjpcIjI0MlwiLFwiQVwiOjE1MyxcIlJcIjowLFwiR1wiOjAsXCJCXCI6MH19LFwiSXNWaXNpYmxlXCI6ZmFsc2UsXCJXaWR0aFwiOjAuMCxcIkhlaWdodFwiOjAuMCxcIkJvcmRlclN0eWxlXCI6e1wiJGlkXCI6XCIyNDNcIixcIkxpbmVTdHlsZVwiOntcIiRpZFwiOlwiMjQ0XCIsXCJMaW5lQ29sb3JcIjp7XCIkaWRcIjpcIjI0NVwiLFwiQ29sb3JcIjp7XCIkaWRcIjpcIjI0NlwiLFwiQVwiOjI1NSxcIlJcIjoyNTUsXCJHXCI6MCxcIkJcIjowfX0sXCJMaW5lV2VpZ2h0XCI6Mi4wLFwiTGluZVR5cGVcIjowfSxcIklzVmlzaWJsZVwiOmZhbHNlfX19LFwiU2hhcGVTdHlsZVwiOntcIiRpZFwiOlwiMjQ3XCIsXCJNYXJnaW5cIjp7XCIkaWRcIjpcIjI0OFwiLFwiVG9wXCI6MC4wLFwiTGVmdFwiOjQuMCxcIlJpZ2h0XCI6NC4wLFwiQm90dG9tXCI6MC4wfSxcIlBhZGRpbmdcIjp7XCIkaWRcIjpcIjI0OVwiLFwiVG9wXCI6MC4wLFwiTGVmdFwiOjAuMCxcIlJpZ2h0XCI6MC4wLFwiQm90dG9tXCI6MC4wfSxcIkJhY2tncm91bmRcIjp7XCIkaWRcIjpcIjI1MFwiLFwiQ29sb3JcIjp7XCIkaWRcIjpcIjI1MVwiLFwiQVwiOjI1NSxcIlJcIjoyMSxcIkdcIjo5NixcIkJcIjoxMzB9fSxcIklzVmlzaWJsZVwiOnRydWUsXCJXaWR0aFwiOjAuMCxcIkhlaWdodFwiOjEwLjAsXCJCb3JkZXJTdHlsZVwiOntcIiRpZFwiOlwiMjUyXCIsXCJMaW5lU3R5bGVcIjp7XCIkaWRcIjpcIjI1M1wiLFwiTGluZUNvbG9yXCI6e1wiJGlkXCI6XCIyNTRcIixcIkNvbG9yXCI6e1wiJGlkXCI6XCIyNTVcIixcIkFcIjoyNTUsXCJSXCI6MjM0LFwiR1wiOjIyLFwiQlwiOjMwfX0sXCJMaW5lV2VpZ2h0XCI6Mi4wLFwiTGluZVR5cGVcIjowfSxcIklzVmlzaWJsZVwiOmZhbHNlfX0sXCJUaXRsZVN0eWxlXCI6e1wiJGlkXCI6XCIyNTZcIixcIkZvbnRTZXR0aW5nc1wiOntcIiRpZFwiOlwiMjU3XCIsXCJGb250U2l6ZVwiOjExLFwiRm9udE5hbWVcIjpcIkNhbGlicmlcIixcIklzQm9sZFwiOmZhbHNlLFwiSXNJdGFsaWNcIjpmYWxzZSxcIklzVW5kZXJsaW5lZFwiOmZhbHNlfSxcIkZvcmVncm91bmRcIjp7XCIkaWRcIjpcIjI1OFwiLFwiQ29sb3JcIjp7XCIkaWRcIjpcIjI1OVwiLFwiQVwiOjI1NSxcIlJcIjowLFwiR1wiOjAsXCJCXCI6MH19LFwiSG9yaXpvbnRhbEFsaWdubWVudFwiOjAsXCJJc1Zpc2libGVcIjp0cnVlfSxcIkRhdGVTdHlsZVwiOntcIiRpZFwiOlwiMjYwXCIsXCJGb250U2V0dGluZ3NcIjp7XCIkaWRcIjpcIjI2MVwiLFwiRm9udFNpemVcIjoxMCxcIkZvbnROYW1lXCI6XCJDYWxpYnJpXCIsXCJJc0JvbGRcIjpmYWxzZSxcIklzSXRhbGljXCI6ZmFsc2UsXCJJc1VuZGVybGluZWRcIjpmYWxzZX0sXCJGb3JlZ3JvdW5kXCI6e1wiJGlkXCI6XCIyNjJcIixcIkNvbG9yXCI6e1wiJGlkXCI6XCIyNjNcIixcIkFcIjoyNTUsXCJSXCI6MTQsXCJHXCI6NDAsXCJCXCI6NjV9fSxcIkhvcml6b250YWxBbGlnbm1lbnRcIjoyLFwiSXNWaXNpYmxlXCI6dHJ1ZX0sXCJEYXRlRm9ybWF0XCI6e1wiJGlkXCI6XCIyNjR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Y1XCIsXCJGb3JtYXRcIjowLFwiSXNWaXNpYmxlXCI6ZmFsc2UsXCJMYXN0S25vd25WaXNpYmlsaXR5U3RhdGVcIjpmYWxzZX0sXCJWYXJpYW5jZVN0eWxlXCI6e1wiJGlkXCI6XCIyNjZcIixcIlZhcmlhbmNlVGV4dFN0eWxlXCI6e1wiJGlkXCI6XCIyNjdcIixcIkZvbnRTZXR0aW5nc1wiOntcIiRpZFwiOlwiMjY4XCIsXCJGb250U2l6ZVwiOjEwLFwiRm9udE5hbWVcIjpcIkNhbGlicmlcIixcIklzQm9sZFwiOmZhbHNlLFwiSXNJdGFsaWNcIjpmYWxzZSxcIklzVW5kZXJsaW5lZFwiOmZhbHNlfSxcIkZvcmVncm91bmRcIjp7XCIkaWRcIjpcIjI2OVwiLFwiQ29sb3JcIjp7XCIkaWRcIjpcIjI3MFwiLFwiQVwiOjI1NSxcIlJcIjowLFwiR1wiOjAsXCJCXCI6MH19LFwiSG9yaXpvbnRhbEFsaWdubWVudFwiOjAsXCJJc1Zpc2libGVcIjp0cnVlfX19LFwiRGVmYXVsdFN3aW1sYW5lTW90U3R5bGVcIjp7XCIkaWRcIjpcIjI3MVwiLFwiU2hhcGVcIjoxLFwiU2hhcGVTaXplXCI6MCxcIkRldGFpbHNTcGFjaW5nXCI6MC4wLFwiUGFkZGluZ1wiOntcIiRpZFwiOlwiMjcyXCIsXCJUb3BcIjo1LjAsXCJMZWZ0XCI6My4wLFwiUmlnaHRcIjowLjAsXCJCb3R0b21cIjoyLjB9LFwiUG9zaXRpb25PblRhc2tcIjoxLFwiU2hhcGVTdHlsZVwiOntcIiRpZFwiOlwiMjczXCIsXCJNYXJnaW5cIjp7XCIkaWRcIjpcIjI3NFwiLFwiVG9wXCI6MC4wLFwiTGVmdFwiOjAuMCxcIlJpZ2h0XCI6MC4wLFwiQm90dG9tXCI6MC4wfSxcIlBhZGRpbmdcIjp7XCIkaWRcIjpcIjI3NVwiLFwiVG9wXCI6MC4wLFwiTGVmdFwiOjAuMCxcIlJpZ2h0XCI6MC4wLFwiQm90dG9tXCI6MC4wfSxcIkJhY2tncm91bmRcIjp7XCIkaWRcIjpcIjI3NlwiLFwiQ29sb3JcIjp7XCIkaWRcIjpcIjI3N1wiLFwiQVwiOjI1NSxcIlJcIjoxMSxcIkdcIjo0OCxcIkJcIjo2NX19LFwiSXNWaXNpYmxlXCI6dHJ1ZSxcIldpZHRoXCI6MTIuMCxcIkhlaWdodFwiOjE0LjAsXCJCb3JkZXJTdHlsZVwiOntcIiRpZFwiOlwiMjc4XCIsXCJMaW5lU3R5bGVcIjp7XCIkaWRcIjpcIjI3OVwiLFwiTGluZUNvbG9yXCI6e1wiJGlkXCI6XCIyODBcIixcIkNvbG9yXCI6e1wiJGlkXCI6XCIyODFcIixcIkFcIjoyNTUsXCJSXCI6MjU1LFwiR1wiOjAsXCJCXCI6MH19LFwiTGluZVdlaWdodFwiOjAuMCxcIkxpbmVUeXBlXCI6MH0sXCJJc1Zpc2libGVcIjpmYWxzZX19LFwiVGl0bGVTdHlsZVwiOntcIiRpZFwiOlwiMjgyXCIsXCJGb250U2V0dGluZ3NcIjp7XCIkaWRcIjpcIjI4M1wiLFwiRm9udFNpemVcIjoxMSxcIkZvbnROYW1lXCI6XCJDYWxpYnJpXCIsXCJJc0JvbGRcIjpmYWxzZSxcIklzSXRhbGljXCI6ZmFsc2UsXCJJc1VuZGVybGluZWRcIjpmYWxzZX0sXCJGb3JlZ3JvdW5kXCI6e1wiJGlkXCI6XCIyODRcIixcIkNvbG9yXCI6e1wiJGlkXCI6XCIyODVcIixcIkFcIjoyNTUsXCJSXCI6MCxcIkdcIjowLFwiQlwiOjB9fSxcIkhvcml6b250YWxBbGlnbm1lbnRcIjoxLFwiSXNWaXNpYmxlXCI6dHJ1ZX0sXCJEYXRlU3R5bGVcIjp7XCIkaWRcIjpcIjI4NlwiLFwiRm9udFNldHRpbmdzXCI6e1wiJGlkXCI6XCIyODdcIixcIkZvbnRTaXplXCI6MTAsXCJGb250TmFtZVwiOlwiQ2FsaWJyaVwiLFwiSXNCb2xkXCI6ZmFsc2UsXCJJc0l0YWxpY1wiOmZhbHNlLFwiSXNVbmRlcmxpbmVkXCI6ZmFsc2V9LFwiRm9yZWdyb3VuZFwiOntcIiRpZFwiOlwiMjg4XCIsXCJDb2xvclwiOntcIiRpZFwiOlwiMjg5XCIsXCJBXCI6MjU1LFwiUlwiOjE0LFwiR1wiOjQwLFwiQlwiOjY1fX0sXCJIb3Jpem9udGFsQWxpZ25tZW50XCI6MSxcIklzVmlzaWJsZVwiOnRydWV9LFwiRGF0ZUZvcm1hdFwiOntcIiRpZFwiOlwiMjkw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I5MVwiLFwiRm9ybWF0XCI6MCxcIklzVmlzaWJsZVwiOmZhbHNlLFwiTGFzdEtub3duVmlzaWJpbGl0eVN0YXRlXCI6ZmFsc2V9LFwiVmFyaWFuY2VTdHlsZVwiOntcIiRpZFwiOlwiMjkyXCIsXCJWYXJpYW5jZVRleHRTdHlsZVwiOntcIiRpZFwiOlwiMjkzXCIsXCJGb250U2V0dGluZ3NcIjp7XCIkaWRcIjpcIjI5NFwiLFwiRm9udFNpemVcIjoxMCxcIkZvbnROYW1lXCI6XCJDYWxpYnJpXCIsXCJJc0JvbGRcIjpmYWxzZSxcIklzSXRhbGljXCI6ZmFsc2UsXCJJc1VuZGVybGluZWRcIjpmYWxzZX0sXCJGb3JlZ3JvdW5kXCI6e1wiJGlkXCI6XCIyOTVcIixcIkNvbG9yXCI6e1wiJGlkXCI6XCIyOTZcIixcIkFcIjoyNTUsXCJSXCI6MCxcIkdcIjowLFwiQlwiOjB9fSxcIkhvcml6b250YWxBbGlnbm1lbnRcIjowLFwiSXNWaXNpYmxlXCI6dHJ1ZX19fX0sXCJfYWRkaXRpb25hbFN3aW1sYW5lVjJTdHlsZXNcIjpbe1wiJGlkXCI6XCIyOTdcIixcIlN0eWxlSWRcIjpcIjk4NTEzZTEwLTU1MWMtNGYzMC1hYzExLWEwNjkwZTkwMzEzNFwiLFwiTmFtZVwiOlwiU3dpbWxhbmUgU3R5bGUgMlwiLFwiSGVhZGVyU3R5bGVcIjp7XCIkaWRcIjpcIjI5OFwiLFwiVGV4dFN0eWxlXCI6e1wiJGlkXCI6XCIyOTlcIixcIkZvbnRTZXR0aW5nc1wiOntcIiRpZFwiOlwiMzAwXCIsXCJGb250U2l6ZVwiOjExLFwiRm9udE5hbWVcIjpcIkNhbGlicmlcIixcIklzQm9sZFwiOmZhbHNlLFwiSXNJdGFsaWNcIjpmYWxzZSxcIklzVW5kZXJsaW5lZFwiOmZhbHNlfSxcIkZvcmVncm91bmRcIjp7XCIkaWRcIjpcIjMwMVwiLFwiQ29sb3JcIjp7XCIkaWRcIjpcIjMwMlwiLFwiQVwiOjI1NSxcIlJcIjoyNTUsXCJHXCI6MjU1LFwiQlwiOjI1NX19LFwiSG9yaXpvbnRhbEFsaWdubWVudFwiOjEsXCJJc1Zpc2libGVcIjp0cnVlfSxcIlJlY3RhbmdsZVN0eWxlXCI6e1wiJGlkXCI6XCIzMDNcIixcIk1hcmdpblwiOntcIiRpZFwiOlwiMzA0XCIsXCJUb3BcIjowLjAsXCJMZWZ0XCI6MC4wLFwiUmlnaHRcIjowLjAsXCJCb3R0b21cIjowLjB9LFwiUGFkZGluZ1wiOntcIiRpZFwiOlwiMzA1XCIsXCJUb3BcIjowLjAsXCJMZWZ0XCI6MC4wLFwiUmlnaHRcIjowLjAsXCJCb3R0b21cIjowLjB9LFwiQmFja2dyb3VuZFwiOntcIiRpZFwiOlwiMzA2XCIsXCJDb2xvclwiOntcIiRpZFwiOlwiMzA3XCIsXCJBXCI6MjU1LFwiUlwiOjIzMyxcIkdcIjoxMTMsXCJCXCI6NTB9fSxcIklzVmlzaWJsZVwiOnRydWUsXCJXaWR0aFwiOjAuMCxcIkhlaWdodFwiOjAuMCxcIkJvcmRlclN0eWxlXCI6e1wiJGlkXCI6XCIzMDhcIixcIkxpbmVTdHlsZVwiOntcIiRpZFwiOlwiMzA5XCIsXCJMaW5lQ29sb3JcIjp7XCIkaWRcIjpcIjMxMFwiLFwiQ29sb3JcIjp7XCIkaWRcIjpcIjMxMVwiLFwiQVwiOjI1NSxcIlJcIjoyNTUsXCJHXCI6MjU1LFwiQlwiOjI1NX19LFwiTGluZVdlaWdodFwiOjAuMCxcIkxpbmVUeXBlXCI6MH0sXCJJc1Zpc2libGVcIjpmYWxzZX19fSxcIkJhY2tncm91bmRTdHlsZVwiOntcIiRpZFwiOlwiMzEyXCIsXCJNYXJnaW5cIjp7XCIkaWRcIjpcIjMxM1wiLFwiVG9wXCI6MC4wLFwiTGVmdFwiOjAuMCxcIlJpZ2h0XCI6MC4wLFwiQm90dG9tXCI6MC4wfSxcIlBhZGRpbmdcIjp7XCIkaWRcIjpcIjMxNFwiLFwiVG9wXCI6MC4wLFwiTGVmdFwiOjAuMCxcIlJpZ2h0XCI6MC4wLFwiQm90dG9tXCI6MC4wfSxcIkJhY2tncm91bmRcIjp7XCIkaWRcIjpcIjMxNVwiLFwiQ29sb3JcIjp7XCIkaWRcIjpcIjMxNlwiLFwiQVwiOjUxLFwiUlwiOjIwMCxcIkdcIjoyMDAsXCJCXCI6MjAwfX0sXCJJc1Zpc2libGVcIjp0cnVlLFwiV2lkdGhcIjowLjAsXCJIZWlnaHRcIjowLjAsXCJCb3JkZXJTdHlsZVwiOntcIiRpZFwiOlwiMzE3XCIsXCJMaW5lU3R5bGVcIjp7XCIkaWRcIjpcIjMxOFwiLFwiTGluZUNvbG9yXCI6e1wiJGlkXCI6XCIzMTlcIixcIkNvbG9yXCI6e1wiJGlkXCI6XCIzMjBcIixcIkFcIjoyNTUsXCJSXCI6MjM0LFwiR1wiOjIyLFwiQlwiOjMwfX0sXCJMaW5lV2VpZ2h0XCI6Mi4wLFwiTGluZVR5cGVcIjowfSxcIklzVmlzaWJsZVwiOmZhbHNlfX0sXCJJc0Fib3ZlVGltZWJhbmRcIjpmYWxzZSxcIlNwYWNpbmdcIjozLFwiRGVmYXVsdFN3aW1sYW5lQWN0aXZpdHlTdHlsZVwiOntcIiRpZFwiOlwiMzIxXCIsXCJIZWFkZXJTdHlsZVwiOntcIiRpZFwiOlwiMzIyXCIsXCJUZXh0U3R5bGVcIjp7XCIkaWRcIjpcIjMyM1wiLFwiRm9udFNldHRpbmdzXCI6e1wiJGlkXCI6XCIzMjRcIixcIkZvbnRTaXplXCI6MTEsXCJGb250TmFtZVwiOlwiQ2FsaWJyaVwiLFwiSXNCb2xkXCI6ZmFsc2UsXCJJc0l0YWxpY1wiOmZhbHNlLFwiSXNVbmRlcmxpbmVkXCI6ZmFsc2V9LFwiRm9yZWdyb3VuZFwiOntcIiRpZFwiOlwiMzI1XCIsXCJDb2xvclwiOntcIiRpZFwiOlwiMzI2XCIsXCJBXCI6MjU1LFwiUlwiOjAsXCJHXCI6MCxcIkJcIjowfX0sXCJIb3Jpem9udGFsQWxpZ25tZW50XCI6MCxcIklzVmlzaWJsZVwiOnRydWV9LFwiUmVjdGFuZ2xlU3R5bGVcIjp7XCIkaWRcIjpcIjMyN1wiLFwiTWFyZ2luXCI6e1wiJGlkXCI6XCIzMjhcIixcIlRvcFwiOjAuMCxcIkxlZnRcIjowLjAsXCJSaWdodFwiOjAuMCxcIkJvdHRvbVwiOjAuMH0sXCJQYWRkaW5nXCI6e1wiJGlkXCI6XCIzMjlcIixcIlRvcFwiOjAuMCxcIkxlZnRcIjowLjAsXCJSaWdodFwiOjAuMCxcIkJvdHRvbVwiOjAuMH0sXCJCYWNrZ3JvdW5kXCI6e1wiJGlkXCI6XCIzMzBcIixcIkNvbG9yXCI6e1wiJGlkXCI6XCIzMzFcIixcIkFcIjo2MyxcIlJcIjoyMzMsXCJHXCI6MTEzLFwiQlwiOjUwfX0sXCJJc1Zpc2libGVcIjp0cnVlLFwiV2lkdGhcIjowLjAsXCJIZWlnaHRcIjowLjAsXCJCb3JkZXJTdHlsZVwiOntcIiRpZFwiOlwiMzMyXCIsXCJMaW5lU3R5bGVcIjp7XCIkaWRcIjpcIjMzM1wiLFwiTGluZUNvbG9yXCI6e1wiJGlkXCI6XCIzMzRcIixcIkNvbG9yXCI6e1wiJGlkXCI6XCIzMzVcIixcIkFcIjoyNTUsXCJSXCI6MjU1LFwiR1wiOjI1NSxcIkJcIjoyNTV9fSxcIkxpbmVXZWlnaHRcIjowLjAsXCJMaW5lVHlwZVwiOjB9LFwiSXNWaXNpYmxlXCI6ZmFsc2V9fX0sXCJCYWNrZ3JvdW5kU3R5bGVcIjp7XCIkaWRcIjpcIjMzNlwiLFwiTWFyZ2luXCI6e1wiJGlkXCI6XCIzMzdcIixcIlRvcFwiOjAuMCxcIkxlZnRcIjowLjAsXCJSaWdodFwiOjAuMCxcIkJvdHRvbVwiOjAuMH0sXCJQYWRkaW5nXCI6e1wiJGlkXCI6XCIzMzhcIixcIlRvcFwiOjAuMCxcIkxlZnRcIjowLjAsXCJSaWdodFwiOjAuMCxcIkJvdHRvbVwiOjAuMH0sXCJCYWNrZ3JvdW5kXCI6e1wiJGlkXCI6XCIzMzlcIixcIkNvbG9yXCI6e1wiJGlkXCI6XCIzNDBcIixcIkFcIjo1MSxcIlJcIjoyMDAsXCJHXCI6MjAwLFwiQlwiOjIwMH19LFwiSXNWaXNpYmxlXCI6dHJ1ZSxcIldpZHRoXCI6MC4wLFwiSGVpZ2h0XCI6MC4wLFwiQm9yZGVyU3R5bGVcIjp7XCIkaWRcIjpcIjM0MVwiLFwiTGluZVN0eWxlXCI6e1wiJGlkXCI6XCIzNDJcIixcIkxpbmVDb2xvclwiOntcIiRpZFwiOlwiMzQzXCIsXCJDb2xvclwiOntcIiRpZFwiOlwiMzQ0XCIsXCJBXCI6MjU1LFwiUlwiOjIzNCxcIkdcIjoyMixcIkJcIjozMH19LFwiTGluZVdlaWdodFwiOjIuMCxcIkxpbmVUeXBlXCI6MH0sXCJJc1Zpc2libGVcIjpmYWxzZX19fSxcIkRlZmF1bHRTd2ltbGFuZU1pbGVzdG9uZVN0eWxlXCI6e1wiJGlkXCI6XCIzNDVcIixcIlRpdGxlUG9zaXRpb25cIjowLFwiRGF0ZVBvc2l0aW9uXCI6MixcIlZhcmlhbmNlUG9zaXRpb25cIjoyLFwiU2hhcGVUeXBlXCI6MSxcIlNoYXBlU2l6ZVwiOjAsXCJTcGFjaW5nXCI6NSxcIlNoYXBlU3R5bGVcIjp7XCIkaWRcIjpcIjM0NlwiLFwiTWFyZ2luXCI6e1wiJGlkXCI6XCIzNDdcIixcIlRvcFwiOjAuMCxcIkxlZnRcIjowLjAsXCJSaWdodFwiOjAuMCxcIkJvdHRvbVwiOjAuMH0sXCJQYWRkaW5nXCI6e1wiJGlkXCI6XCIzNDhcIixcIlRvcFwiOjAuMCxcIkxlZnRcIjowLjAsXCJSaWdodFwiOjAuMCxcIkJvdHRvbVwiOjAuMH0sXCJCYWNrZ3JvdW5kXCI6e1wiJGlkXCI6XCIzNDlcIixcIkNvbG9yXCI6e1wiJGlkXCI6XCIzNTBcIixcIkFcIjoyNTUsXCJSXCI6MjMzLFwiR1wiOjExMyxcIkJcIjo1MH19LFwiSXNWaXNpYmxlXCI6dHJ1ZSxcIldpZHRoXCI6MTIuMCxcIkhlaWdodFwiOjE0LjAsXCJCb3JkZXJTdHlsZVwiOntcIiRpZFwiOlwiMzUxXCIsXCJMaW5lU3R5bGVcIjp7XCIkaWRcIjpcIjM1MlwiLFwiTGluZUNvbG9yXCI6e1wiJGlkXCI6XCIzNTNcIixcIkNvbG9yXCI6e1wiJGlkXCI6XCIzNTRcIixcIkFcIjoyNTUsXCJSXCI6MjM0LFwiR1wiOjIyLFwiQlwiOjMwfX0sXCJMaW5lV2VpZ2h0XCI6Mi4wLFwiTGluZVR5cGVcIjowfSxcIklzVmlzaWJsZVwiOmZhbHNlfX0sXCJUaXRsZVN0eWxlXCI6e1wiJGlkXCI6XCIzNTVcIixcIkZvbnRTZXR0aW5nc1wiOntcIiRpZFwiOlwiMzU2XCIsXCJGb250U2l6ZVwiOjExLFwiRm9udE5hbWVcIjpcIkNhbGlicmlcIixcIklzQm9sZFwiOmZhbHNlLFwiSXNJdGFsaWNcIjpmYWxzZSxcIklzVW5kZXJsaW5lZFwiOmZhbHNlfSxcIkZvcmVncm91bmRcIjp7XCIkaWRcIjpcIjM1N1wiLFwiQ29sb3JcIjp7XCIkaWRcIjpcIjM1OFwiLFwiQVwiOjI1NSxcIlJcIjowLFwiR1wiOjAsXCJCXCI6MH19LFwiSG9yaXpvbnRhbEFsaWdubWVudFwiOjIsXCJJc1Zpc2libGVcIjp0cnVlfSxcIkRhdGVTdHlsZVwiOntcIiRpZFwiOlwiMzU5XCIsXCJGb250U2V0dGluZ3NcIjp7XCIkaWRcIjpcIjM2MFwiLFwiRm9udFNpemVcIjoxMCxcIkZvbnROYW1lXCI6XCJDYWxpYnJpXCIsXCJJc0JvbGRcIjpmYWxzZSxcIklzSXRhbGljXCI6ZmFsc2UsXCJJc1VuZGVybGluZWRcIjpmYWxzZX0sXCJGb3JlZ3JvdW5kXCI6e1wiJGlkXCI6XCIzNjFcIixcIkNvbG9yXCI6e1wiJGlkXCI6XCIzNjJcIixcIkFcIjoyNTUsXCJSXCI6MTQsXCJHXCI6NDAsXCJCXCI6NjV9fSxcIkhvcml6b250YWxBbGlnbm1lbnRcIjowLFwiSXNWaXNpYmxlXCI6dHJ1ZX0sXCJEYXRlRm9ybWF0XCI6e1wiJGlkXCI6XCIzNjN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zY0XCIsXCJGb3JtYXRcIjowLFwiSXNWaXNpYmxlXCI6ZmFsc2UsXCJMYXN0S25vd25WaXNpYmlsaXR5U3RhdGVcIjpmYWxzZX0sXCJWYXJpYW5jZVN0eWxlXCI6e1wiJGlkXCI6XCIzNjVcIixcIlZhcmlhbmNlVGV4dFN0eWxlXCI6e1wiJGlkXCI6XCIzNjZcIixcIkZvbnRTZXR0aW5nc1wiOntcIiRpZFwiOlwiMzY3XCIsXCJGb250U2l6ZVwiOjEwLFwiRm9udE5hbWVcIjpcIkNhbGlicmlcIixcIklzQm9sZFwiOmZhbHNlLFwiSXNJdGFsaWNcIjpmYWxzZSxcIklzVW5kZXJsaW5lZFwiOmZhbHNlfSxcIkZvcmVncm91bmRcIjp7XCIkaWRcIjpcIjM2OFwiLFwiQ29sb3JcIjp7XCIkaWRcIjpcIjM2OVwiLFwiQVwiOjI1NSxcIlJcIjowLFwiR1wiOjAsXCJCXCI6MH19LFwiSG9yaXpvbnRhbEFsaWdubWVudFwiOjAsXCJJc1Zpc2libGVcIjp0cnVlfX19LFwiRGVmYXVsdFN3aW1sYW5lVGFza1N0eWxlXCI6e1wiJGlkXCI6XCIzNzBcIixcIlNoYXBlXCI6MSxcIlNoYXBlVGhpY2tuZXNzXCI6MCxcIkR1cmF0aW9uRm9ybWF0XCI6MCxcIlBlcmNlbnRhZ2VDb21wbGV0ZVRleHRTdHlsZVwiOntcIiRpZFwiOlwiMzcxXCIsXCJGb250U2V0dGluZ3NcIjp7XCIkaWRcIjpcIjM3MlwiLFwiRm9udFNpemVcIjoxMCxcIkZvbnROYW1lXCI6XCJDYWxpYnJpXCIsXCJJc0JvbGRcIjpmYWxzZSxcIklzSXRhbGljXCI6ZmFsc2UsXCJJc1VuZGVybGluZWRcIjpmYWxzZX0sXCJGb3JlZ3JvdW5kXCI6e1wiJGlkXCI6XCIzNzNcIixcIkNvbG9yXCI6e1wiJGlkXCI6XCIzNzRcIixcIkFcIjoyNTUsXCJSXCI6MjMyLFwiR1wiOjIzMixcIkJcIjoyMzJ9fSxcIkhvcml6b250YWxBbGlnbm1lbnRcIjoxLFwiSXNWaXNpYmxlXCI6dHJ1ZX0sXCJQZXJjZW50YWdlQ29tcGxldGVIaWdobGlnaHRTdHlsZVwiOntcIiRpZFwiOlwiMzc1XCIsXCJCYWNrZ3JvdW5kXCI6e1wiJGlkXCI6XCIzNzZcIixcIkNvbG9yXCI6e1wiJGlkXCI6XCIzNzdcIixcIkFcIjo4OSxcIlJcIjowLFwiR1wiOjAsXCJCXCI6MH19fSxcIkR1cmF0aW9uU3R5bGVcIjp7XCIkaWRcIjpcIjM3OFwiLFwiRm9udFNldHRpbmdzXCI6e1wiJGlkXCI6XCIzNzlcIixcIkZvbnRTaXplXCI6MTAsXCJGb250TmFtZVwiOlwiQ2FsaWJyaVwiLFwiSXNCb2xkXCI6ZmFsc2UsXCJJc0l0YWxpY1wiOmZhbHNlLFwiSXNVbmRlcmxpbmVkXCI6ZmFsc2V9LFwiRm9yZWdyb3VuZFwiOntcIiRpZFwiOlwiMzgwXCIsXCJDb2xvclwiOntcIiRpZFwiOlwiMzgxXCIsXCJBXCI6MjU1LFwiUlwiOjIzNyxcIkdcIjoxMjUsXCJCXCI6NDl9fSxcIkhvcml6b250YWxBbGlnbm1lbnRcIjowLFwiSXNWaXNpYmxlXCI6ZmFsc2V9LFwiTWFyZ2luXCI6e1wiJGlkXCI6XCIzODJcIixcIlRvcFwiOjAuMCxcIkxlZnRcIjowLjAsXCJSaWdodFwiOjAuMCxcIkJvdHRvbVwiOjAuMH0sXCJTdGFydERhdGVQb3NpdGlvblwiOjMsXCJFbmREYXRlUG9zaXRpb25cIjozLFwiVGl0bGVQb3NpdGlvblwiOjQsXCJEdXJhdGlvblBvc2l0aW9uXCI6MCxcIlBlcmNlbnRhZ2VDb21wbGV0ZWRQb3NpdGlvblwiOjIsXCJWYXJpYW5jZVBvc2l0aW9uXCI6MixcIlNwYWNpbmdcIjozLFwiQmFzZWxpbmVTdHlsZVwiOntcIiRpZFwiOlwiMzgzXCIsXCJCYXNlbGluZVNoYXBlU3R5bGVcIjp7XCIkaWRcIjpcIjM4NFwiLFwiTWFyZ2luXCI6e1wiJGlkXCI6XCIzODVcIixcIlRvcFwiOjAuMCxcIkxlZnRcIjowLjAsXCJSaWdodFwiOjAuMCxcIkJvdHRvbVwiOjAuMH0sXCJQYWRkaW5nXCI6e1wiJGlkXCI6XCIzODZcIixcIlRvcFwiOjAuMCxcIkxlZnRcIjowLjAsXCJSaWdodFwiOjAuMCxcIkJvdHRvbVwiOjAuMH0sXCJCYWNrZ3JvdW5kXCI6e1wiJGlkXCI6XCIzODdcIixcIkNvbG9yXCI6e1wiJGlkXCI6XCIzODhcIixcIkFcIjoxNTMsXCJSXCI6MCxcIkdcIjowLFwiQlwiOjB9fSxcIklzVmlzaWJsZVwiOmZhbHNlLFwiV2lkdGhcIjowLjAsXCJIZWlnaHRcIjowLjAsXCJCb3JkZXJTdHlsZVwiOntcIiRpZFwiOlwiMzg5XCIsXCJMaW5lU3R5bGVcIjp7XCIkaWRcIjpcIjM5MFwiLFwiTGluZUNvbG9yXCI6e1wiJGlkXCI6XCIzOTFcIixcIkNvbG9yXCI6e1wiJGlkXCI6XCIzOTJcIixcIkFcIjoyNTUsXCJSXCI6MjU1LFwiR1wiOjAsXCJCXCI6MH19LFwiTGluZVdlaWdodFwiOjIuMCxcIkxpbmVUeXBlXCI6MH0sXCJJc1Zpc2libGVcIjpmYWxzZX19fSxcIlNoYXBlU3R5bGVcIjp7XCIkaWRcIjpcIjM5M1wiLFwiTWFyZ2luXCI6e1wiJGlkXCI6XCIzOTRcIixcIlRvcFwiOjAuMCxcIkxlZnRcIjo0LjAsXCJSaWdodFwiOjQuMCxcIkJvdHRvbVwiOjAuMH0sXCJQYWRkaW5nXCI6e1wiJGlkXCI6XCIzOTVcIixcIlRvcFwiOjAuMCxcIkxlZnRcIjowLjAsXCJSaWdodFwiOjAuMCxcIkJvdHRvbVwiOjAuMH0sXCJCYWNrZ3JvdW5kXCI6e1wiJGlkXCI6XCIzOTZcIixcIkNvbG9yXCI6e1wiJGlkXCI6XCIzOTdcIixcIkFcIjoyNTUsXCJSXCI6MjMzLFwiR1wiOjExMyxcIkJcIjo1MH19LFwiSXNWaXNpYmxlXCI6dHJ1ZSxcIldpZHRoXCI6MC4wLFwiSGVpZ2h0XCI6MTAuMCxcIkJvcmRlclN0eWxlXCI6e1wiJGlkXCI6XCIzOThcIixcIkxpbmVTdHlsZVwiOntcIiRpZFwiOlwiMzk5XCIsXCJMaW5lQ29sb3JcIjp7XCIkaWRcIjpcIjQwMFwiLFwiQ29sb3JcIjp7XCIkaWRcIjpcIjQwMVwiLFwiQVwiOjI1NSxcIlJcIjoyMzQsXCJHXCI6MjIsXCJCXCI6MzB9fSxcIkxpbmVXZWlnaHRcIjoyLjAsXCJMaW5lVHlwZVwiOjB9LFwiSXNWaXNpYmxlXCI6ZmFsc2V9fSxcIlRpdGxlU3R5bGVcIjp7XCIkaWRcIjpcIjQwMlwiLFwiRm9udFNldHRpbmdzXCI6e1wiJGlkXCI6XCI0MDNcIixcIkZvbnRTaXplXCI6MTEsXCJGb250TmFtZVwiOlwiQ2FsaWJyaVwiLFwiSXNCb2xkXCI6ZmFsc2UsXCJJc0l0YWxpY1wiOmZhbHNlLFwiSXNVbmRlcmxpbmVkXCI6ZmFsc2V9LFwiRm9yZWdyb3VuZFwiOntcIiRpZFwiOlwiNDA0XCIsXCJDb2xvclwiOntcIiRpZFwiOlwiNDA1XCIsXCJBXCI6MjU1LFwiUlwiOjAsXCJHXCI6MCxcIkJcIjowfX0sXCJIb3Jpem9udGFsQWxpZ25tZW50XCI6MCxcIklzVmlzaWJsZVwiOnRydWV9LFwiRGF0ZVN0eWxlXCI6e1wiJGlkXCI6XCI0MDZcIixcIkZvbnRTZXR0aW5nc1wiOntcIiRpZFwiOlwiNDA3XCIsXCJGb250U2l6ZVwiOjEwLFwiRm9udE5hbWVcIjpcIkNhbGlicmlcIixcIklzQm9sZFwiOmZhbHNlLFwiSXNJdGFsaWNcIjpmYWxzZSxcIklzVW5kZXJsaW5lZFwiOmZhbHNlfSxcIkZvcmVncm91bmRcIjp7XCIkaWRcIjpcIjQwOFwiLFwiQ29sb3JcIjp7XCIkaWRcIjpcIjQwOVwiLFwiQVwiOjI1NSxcIlJcIjoxNCxcIkdcIjo0MCxcIkJcIjo2NX19LFwiSG9yaXpvbnRhbEFsaWdubWVudFwiOjIsXCJJc1Zpc2libGVcIjp0cnVlfSxcIkRhdGVGb3JtYXRcIjp7XCIkaWRcIjpcIjQxM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MTFcIixcIkZvcm1hdFwiOjAsXCJJc1Zpc2libGVcIjpmYWxzZSxcIkxhc3RLbm93blZpc2liaWxpdHlTdGF0ZVwiOmZhbHNlfSxcIlZhcmlhbmNlU3R5bGVcIjp7XCIkaWRcIjpcIjQxMlwiLFwiVmFyaWFuY2VUZXh0U3R5bGVcIjp7XCIkaWRcIjpcIjQxM1wiLFwiRm9udFNldHRpbmdzXCI6e1wiJGlkXCI6XCI0MTRcIixcIkZvbnRTaXplXCI6MTAsXCJGb250TmFtZVwiOlwiQ2FsaWJyaVwiLFwiSXNCb2xkXCI6ZmFsc2UsXCJJc0l0YWxpY1wiOmZhbHNlLFwiSXNVbmRlcmxpbmVkXCI6ZmFsc2V9LFwiRm9yZWdyb3VuZFwiOntcIiRpZFwiOlwiNDE1XCIsXCJDb2xvclwiOntcIiRpZFwiOlwiNDE2XCIsXCJBXCI6MjU1LFwiUlwiOjAsXCJHXCI6MCxcIkJcIjowfX0sXCJIb3Jpem9udGFsQWxpZ25tZW50XCI6MCxcIklzVmlzaWJsZVwiOnRydWV9fX0sXCJEZWZhdWx0U3dpbWxhbmVNb3RTdHlsZVwiOntcIiRpZFwiOlwiNDE3XCIsXCJTaGFwZVwiOjEsXCJTaGFwZVNpemVcIjowLFwiRGV0YWlsc1NwYWNpbmdcIjowLjAsXCJQYWRkaW5nXCI6e1wiJGlkXCI6XCI0MThcIixcIlRvcFwiOjUuMCxcIkxlZnRcIjozLjAsXCJSaWdodFwiOjAuMCxcIkJvdHRvbVwiOjIuMH0sXCJQb3NpdGlvbk9uVGFza1wiOjEsXCJTaGFwZVN0eWxlXCI6e1wiJGlkXCI6XCI0MTlcIixcIk1hcmdpblwiOntcIiRpZFwiOlwiNDIwXCIsXCJUb3BcIjowLjAsXCJMZWZ0XCI6MC4wLFwiUmlnaHRcIjowLjAsXCJCb3R0b21cIjowLjB9LFwiUGFkZGluZ1wiOntcIiRpZFwiOlwiNDIxXCIsXCJUb3BcIjowLjAsXCJMZWZ0XCI6MC4wLFwiUmlnaHRcIjowLjAsXCJCb3R0b21cIjowLjB9LFwiQmFja2dyb3VuZFwiOntcIiRpZFwiOlwiNDIyXCIsXCJDb2xvclwiOntcIiRpZFwiOlwiNDIzXCIsXCJBXCI6MjU1LFwiUlwiOjEyOCxcIkdcIjo1MyxcIkJcIjoxNH19LFwiSXNWaXNpYmxlXCI6dHJ1ZSxcIldpZHRoXCI6MTIuMCxcIkhlaWdodFwiOjE0LjAsXCJCb3JkZXJTdHlsZVwiOntcIiRpZFwiOlwiNDI0XCIsXCJMaW5lU3R5bGVcIjp7XCIkaWRcIjpcIjQyNVwiLFwiTGluZUNvbG9yXCI6e1wiJGlkXCI6XCI0MjZcIixcIkNvbG9yXCI6e1wiJGlkXCI6XCI0MjdcIixcIkFcIjoyNTUsXCJSXCI6MjU1LFwiR1wiOjI1NSxcIkJcIjoyNTV9fSxcIkxpbmVXZWlnaHRcIjowLjAsXCJMaW5lVHlwZVwiOjB9LFwiSXNWaXNpYmxlXCI6ZmFsc2V9fSxcIlRpdGxlU3R5bGVcIjp7XCIkaWRcIjpcIjQyOFwiLFwiRm9udFNldHRpbmdzXCI6e1wiJGlkXCI6XCI0MjlcIixcIkZvbnRTaXplXCI6MTEsXCJGb250TmFtZVwiOlwiQ2FsaWJyaVwiLFwiSXNCb2xkXCI6ZmFsc2UsXCJJc0l0YWxpY1wiOmZhbHNlLFwiSXNVbmRlcmxpbmVkXCI6ZmFsc2V9LFwiRm9yZWdyb3VuZFwiOntcIiRpZFwiOlwiNDMwXCIsXCJDb2xvclwiOntcIiRpZFwiOlwiNDMxXCIsXCJBXCI6MjU1LFwiUlwiOjAsXCJHXCI6MCxcIkJcIjowfX0sXCJIb3Jpem9udGFsQWxpZ25tZW50XCI6MSxcIklzVmlzaWJsZVwiOnRydWV9LFwiRGF0ZVN0eWxlXCI6e1wiJGlkXCI6XCI0MzJcIixcIkZvbnRTZXR0aW5nc1wiOntcIiRpZFwiOlwiNDMzXCIsXCJGb250U2l6ZVwiOjEwLFwiRm9udE5hbWVcIjpcIkNhbGlicmlcIixcIklzQm9sZFwiOmZhbHNlLFwiSXNJdGFsaWNcIjpmYWxzZSxcIklzVW5kZXJsaW5lZFwiOmZhbHNlfSxcIkZvcmVncm91bmRcIjp7XCIkaWRcIjpcIjQzNFwiLFwiQ29sb3JcIjp7XCIkaWRcIjpcIjQzNVwiLFwiQVwiOjI1NSxcIlJcIjoxNCxcIkdcIjo0MCxcIkJcIjo2NX19LFwiSG9yaXpvbnRhbEFsaWdubWVudFwiOjEsXCJJc1Zpc2libGVcIjp0cnVlfSxcIkRhdGVGb3JtYXRcIjp7XCIkaWRcIjpcIjQzN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MzdcIixcIkZvcm1hdFwiOjAsXCJJc1Zpc2libGVcIjpmYWxzZSxcIkxhc3RLbm93blZpc2liaWxpdHlTdGF0ZVwiOmZhbHNlfSxcIlZhcmlhbmNlU3R5bGVcIjp7XCIkaWRcIjpcIjQzOFwiLFwiVmFyaWFuY2VUZXh0U3R5bGVcIjp7XCIkaWRcIjpcIjQzOVwiLFwiRm9udFNldHRpbmdzXCI6e1wiJGlkXCI6XCI0NDBcIixcIkZvbnRTaXplXCI6MTAsXCJGb250TmFtZVwiOlwiQ2FsaWJyaVwiLFwiSXNCb2xkXCI6ZmFsc2UsXCJJc0l0YWxpY1wiOmZhbHNlLFwiSXNVbmRlcmxpbmVkXCI6ZmFsc2V9LFwiRm9yZWdyb3VuZFwiOntcIiRpZFwiOlwiNDQxXCIsXCJDb2xvclwiOntcIiRpZFwiOlwiNDQyXCIsXCJBXCI6MjU1LFwiUlwiOjAsXCJHXCI6MCxcIkJcIjowfX0sXCJIb3Jpem9udGFsQWxpZ25tZW50XCI6MCxcIklzVmlzaWJsZVwiOnRydWV9fX19LHtcIiRpZFwiOlwiNDQzXCIsXCJTdHlsZUlkXCI6XCJiMjRmODA0NS1mNjliLTRhNDMtODI5Zi1hNTY1MDNmZGNkNjlcIixcIk5hbWVcIjpcIlN3aW1sYW5lIFN0eWxlIDNcIixcIkhlYWRlclN0eWxlXCI6e1wiJGlkXCI6XCI0NDRcIixcIlRleHRTdHlsZVwiOntcIiRpZFwiOlwiNDQ1XCIsXCJGb250U2V0dGluZ3NcIjp7XCIkaWRcIjpcIjQ0NlwiLFwiRm9udFNpemVcIjoxMSxcIkZvbnROYW1lXCI6XCJDYWxpYnJpXCIsXCJJc0JvbGRcIjpmYWxzZSxcIklzSXRhbGljXCI6ZmFsc2UsXCJJc1VuZGVybGluZWRcIjpmYWxzZX0sXCJGb3JlZ3JvdW5kXCI6e1wiJGlkXCI6XCI0NDdcIixcIkNvbG9yXCI6e1wiJGlkXCI6XCI0NDhcIixcIkFcIjoyNTUsXCJSXCI6MjU1LFwiR1wiOjI1NSxcIkJcIjoyNTV9fSxcIkhvcml6b250YWxBbGlnbm1lbnRcIjoxLFwiSXNWaXNpYmxlXCI6dHJ1ZX0sXCJSZWN0YW5nbGVTdHlsZVwiOntcIiRpZFwiOlwiNDQ5XCIsXCJNYXJnaW5cIjp7XCIkaWRcIjpcIjQ1MFwiLFwiVG9wXCI6MC4wLFwiTGVmdFwiOjAuMCxcIlJpZ2h0XCI6MC4wLFwiQm90dG9tXCI6MC4wfSxcIlBhZGRpbmdcIjp7XCIkaWRcIjpcIjQ1MVwiLFwiVG9wXCI6MC4wLFwiTGVmdFwiOjAuMCxcIlJpZ2h0XCI6MC4wLFwiQm90dG9tXCI6MC4wfSxcIkJhY2tncm91bmRcIjp7XCIkaWRcIjpcIjQ1MlwiLFwiQ29sb3JcIjp7XCIkaWRcIjpcIjQ1M1wiLFwiQVwiOjI1NSxcIlJcIjoyNSxcIkdcIjoxMDcsXCJCXCI6MzZ9fSxcIklzVmlzaWJsZVwiOnRydWUsXCJXaWR0aFwiOjAuMCxcIkhlaWdodFwiOjAuMCxcIkJvcmRlclN0eWxlXCI6e1wiJGlkXCI6XCI0NTRcIixcIkxpbmVTdHlsZVwiOntcIiRpZFwiOlwiNDU1XCIsXCJMaW5lQ29sb3JcIjp7XCIkaWRcIjpcIjQ1NlwiLFwiQ29sb3JcIjp7XCIkaWRcIjpcIjQ1N1wiLFwiQVwiOjI1NSxcIlJcIjoyNTUsXCJHXCI6MjU1LFwiQlwiOjI1NX19LFwiTGluZVdlaWdodFwiOjAuMCxcIkxpbmVUeXBlXCI6MH0sXCJJc1Zpc2libGVcIjpmYWxzZX19fSxcIkJhY2tncm91bmRTdHlsZVwiOntcIiRpZFwiOlwiNDU4XCIsXCJNYXJnaW5cIjp7XCIkaWRcIjpcIjQ1OVwiLFwiVG9wXCI6MC4wLFwiTGVmdFwiOjAuMCxcIlJpZ2h0XCI6MC4wLFwiQm90dG9tXCI6MC4wfSxcIlBhZGRpbmdcIjp7XCIkaWRcIjpcIjQ2MFwiLFwiVG9wXCI6MC4wLFwiTGVmdFwiOjAuMCxcIlJpZ2h0XCI6MC4wLFwiQm90dG9tXCI6MC4wfSxcIkJhY2tncm91bmRcIjp7XCIkaWRcIjpcIjQ2MVwiLFwiQ29sb3JcIjp7XCIkaWRcIjpcIjQ2MlwiLFwiQVwiOjUxLFwiUlwiOjIwMCxcIkdcIjoyMDAsXCJCXCI6MjAwfX0sXCJJc1Zpc2libGVcIjp0cnVlLFwiV2lkdGhcIjowLjAsXCJIZWlnaHRcIjowLjAsXCJCb3JkZXJTdHlsZVwiOntcIiRpZFwiOlwiNDYzXCIsXCJMaW5lU3R5bGVcIjp7XCIkaWRcIjpcIjQ2NFwiLFwiTGluZUNvbG9yXCI6e1wiJGlkXCI6XCI0NjVcIixcIkNvbG9yXCI6e1wiJGlkXCI6XCI0NjZcIixcIkFcIjoyNTUsXCJSXCI6MjM0LFwiR1wiOjIyLFwiQlwiOjMwfX0sXCJMaW5lV2VpZ2h0XCI6Mi4wLFwiTGluZVR5cGVcIjowfSxcIklzVmlzaWJsZVwiOmZhbHNlfX0sXCJJc0Fib3ZlVGltZWJhbmRcIjpmYWxzZSxcIlNwYWNpbmdcIjozLFwiRGVmYXVsdFN3aW1sYW5lQWN0aXZpdHlTdHlsZVwiOntcIiRpZFwiOlwiNDY3XCIsXCJIZWFkZXJTdHlsZVwiOntcIiRpZFwiOlwiNDY4XCIsXCJUZXh0U3R5bGVcIjp7XCIkaWRcIjpcIjQ2OVwiLFwiRm9udFNldHRpbmdzXCI6e1wiJGlkXCI6XCI0NzBcIixcIkZvbnRTaXplXCI6MTEsXCJGb250TmFtZVwiOlwiQ2FsaWJyaVwiLFwiSXNCb2xkXCI6ZmFsc2UsXCJJc0l0YWxpY1wiOmZhbHNlLFwiSXNVbmRlcmxpbmVkXCI6ZmFsc2V9LFwiRm9yZWdyb3VuZFwiOntcIiRpZFwiOlwiNDcxXCIsXCJDb2xvclwiOntcIiRpZFwiOlwiNDcyXCIsXCJBXCI6MjU1LFwiUlwiOjAsXCJHXCI6MCxcIkJcIjowfX0sXCJIb3Jpem9udGFsQWxpZ25tZW50XCI6MCxcIklzVmlzaWJsZVwiOnRydWV9LFwiUmVjdGFuZ2xlU3R5bGVcIjp7XCIkaWRcIjpcIjQ3M1wiLFwiTWFyZ2luXCI6e1wiJGlkXCI6XCI0NzRcIixcIlRvcFwiOjAuMCxcIkxlZnRcIjowLjAsXCJSaWdodFwiOjAuMCxcIkJvdHRvbVwiOjAuMH0sXCJQYWRkaW5nXCI6e1wiJGlkXCI6XCI0NzVcIixcIlRvcFwiOjAuMCxcIkxlZnRcIjowLjAsXCJSaWdodFwiOjAuMCxcIkJvdHRvbVwiOjAuMH0sXCJCYWNrZ3JvdW5kXCI6e1wiJGlkXCI6XCI0NzZcIixcIkNvbG9yXCI6e1wiJGlkXCI6XCI0NzdcIixcIkFcIjo2MyxcIlJcIjoyNSxcIkdcIjoxMDcsXCJCXCI6MzZ9fSxcIklzVmlzaWJsZVwiOnRydWUsXCJXaWR0aFwiOjAuMCxcIkhlaWdodFwiOjAuMCxcIkJvcmRlclN0eWxlXCI6e1wiJGlkXCI6XCI0NzhcIixcIkxpbmVTdHlsZVwiOntcIiRpZFwiOlwiNDc5XCIsXCJMaW5lQ29sb3JcIjp7XCIkaWRcIjpcIjQ4MFwiLFwiQ29sb3JcIjp7XCIkaWRcIjpcIjQ4MVwiLFwiQVwiOjI1NSxcIlJcIjoyNTUsXCJHXCI6MjU1LFwiQlwiOjI1NX19LFwiTGluZVdlaWdodFwiOjAuMCxcIkxpbmVUeXBlXCI6MH0sXCJJc1Zpc2libGVcIjpmYWxzZX19fSxcIkJhY2tncm91bmRTdHlsZVwiOntcIiRpZFwiOlwiNDgyXCIsXCJNYXJnaW5cIjp7XCIkaWRcIjpcIjQ4M1wiLFwiVG9wXCI6MC4wLFwiTGVmdFwiOjAuMCxcIlJpZ2h0XCI6MC4wLFwiQm90dG9tXCI6MC4wfSxcIlBhZGRpbmdcIjp7XCIkaWRcIjpcIjQ4NFwiLFwiVG9wXCI6MC4wLFwiTGVmdFwiOjAuMCxcIlJpZ2h0XCI6MC4wLFwiQm90dG9tXCI6MC4wfSxcIkJhY2tncm91bmRcIjp7XCIkaWRcIjpcIjQ4NVwiLFwiQ29sb3JcIjp7XCIkaWRcIjpcIjQ4NlwiLFwiQVwiOjUxLFwiUlwiOjIwMCxcIkdcIjoyMDAsXCJCXCI6MjAwfX0sXCJJc1Zpc2libGVcIjp0cnVlLFwiV2lkdGhcIjowLjAsXCJIZWlnaHRcIjowLjAsXCJCb3JkZXJTdHlsZVwiOntcIiRpZFwiOlwiNDg3XCIsXCJMaW5lU3R5bGVcIjp7XCIkaWRcIjpcIjQ4OFwiLFwiTGluZUNvbG9yXCI6e1wiJGlkXCI6XCI0ODlcIixcIkNvbG9yXCI6e1wiJGlkXCI6XCI0OTBcIixcIkFcIjoyNTUsXCJSXCI6MjM0LFwiR1wiOjIyLFwiQlwiOjMwfX0sXCJMaW5lV2VpZ2h0XCI6Mi4wLFwiTGluZVR5cGVcIjowfSxcIklzVmlzaWJsZVwiOmZhbHNlfX19LFwiRGVmYXVsdFN3aW1sYW5lTWlsZXN0b25lU3R5bGVcIjp7XCIkaWRcIjpcIjQ5MVwiLFwiVGl0bGVQb3NpdGlvblwiOjAsXCJEYXRlUG9zaXRpb25cIjoyLFwiVmFyaWFuY2VQb3NpdGlvblwiOjIsXCJTaGFwZVR5cGVcIjoxLFwiU2hhcGVTaXplXCI6MCxcIlNwYWNpbmdcIjo1LFwiU2hhcGVTdHlsZVwiOntcIiRpZFwiOlwiNDkyXCIsXCJNYXJnaW5cIjp7XCIkaWRcIjpcIjQ5M1wiLFwiVG9wXCI6MC4wLFwiTGVmdFwiOjAuMCxcIlJpZ2h0XCI6MC4wLFwiQm90dG9tXCI6MC4wfSxcIlBhZGRpbmdcIjp7XCIkaWRcIjpcIjQ5NFwiLFwiVG9wXCI6MC4wLFwiTGVmdFwiOjAuMCxcIlJpZ2h0XCI6MC4wLFwiQm90dG9tXCI6MC4wfSxcIkJhY2tncm91bmRcIjp7XCIkaWRcIjpcIjQ5NVwiLFwiQ29sb3JcIjp7XCIkaWRcIjpcIjQ5NlwiLFwiQVwiOjI1NSxcIlJcIjoyNSxcIkdcIjoxMDcsXCJCXCI6MzZ9fSxcIklzVmlzaWJsZVwiOnRydWUsXCJXaWR0aFwiOjEyLjAsXCJIZWlnaHRcIjoxNC4wLFwiQm9yZGVyU3R5bGVcIjp7XCIkaWRcIjpcIjQ5N1wiLFwiTGluZVN0eWxlXCI6e1wiJGlkXCI6XCI0OThcIixcIkxpbmVDb2xvclwiOntcIiRpZFwiOlwiNDk5XCIsXCJDb2xvclwiOntcIiRpZFwiOlwiNTAwXCIsXCJBXCI6MjU1LFwiUlwiOjIzNCxcIkdcIjoyMixcIkJcIjozMH19LFwiTGluZVdlaWdodFwiOjIuMCxcIkxpbmVUeXBlXCI6MH0sXCJJc1Zpc2libGVcIjpmYWxzZX19LFwiVGl0bGVTdHlsZVwiOntcIiRpZFwiOlwiNTAxXCIsXCJGb250U2V0dGluZ3NcIjp7XCIkaWRcIjpcIjUwMlwiLFwiRm9udFNpemVcIjoxMSxcIkZvbnROYW1lXCI6XCJDYWxpYnJpXCIsXCJJc0JvbGRcIjpmYWxzZSxcIklzSXRhbGljXCI6ZmFsc2UsXCJJc1VuZGVybGluZWRcIjpmYWxzZX0sXCJGb3JlZ3JvdW5kXCI6e1wiJGlkXCI6XCI1MDNcIixcIkNvbG9yXCI6e1wiJGlkXCI6XCI1MDRcIixcIkFcIjoyNTUsXCJSXCI6MCxcIkdcIjowLFwiQlwiOjB9fSxcIkhvcml6b250YWxBbGlnbm1lbnRcIjoyLFwiSXNWaXNpYmxlXCI6dHJ1ZX0sXCJEYXRlU3R5bGVcIjp7XCIkaWRcIjpcIjUwNVwiLFwiRm9udFNldHRpbmdzXCI6e1wiJGlkXCI6XCI1MDZcIixcIkZvbnRTaXplXCI6MTAsXCJGb250TmFtZVwiOlwiQ2FsaWJyaVwiLFwiSXNCb2xkXCI6ZmFsc2UsXCJJc0l0YWxpY1wiOmZhbHNlLFwiSXNVbmRlcmxpbmVkXCI6ZmFsc2V9LFwiRm9yZWdyb3VuZFwiOntcIiRpZFwiOlwiNTA3XCIsXCJDb2xvclwiOntcIiRpZFwiOlwiNTA4XCIsXCJBXCI6MjU1LFwiUlwiOjE0LFwiR1wiOjQwLFwiQlwiOjY1fX0sXCJIb3Jpem9udGFsQWxpZ25tZW50XCI6MCxcIklzVmlzaWJsZVwiOnRydWV9LFwiRGF0ZUZvcm1hdFwiOntcIiRpZFwiOlwiNTA5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xMFwiLFwiRm9ybWF0XCI6MCxcIklzVmlzaWJsZVwiOmZhbHNlLFwiTGFzdEtub3duVmlzaWJpbGl0eVN0YXRlXCI6ZmFsc2V9LFwiVmFyaWFuY2VTdHlsZVwiOntcIiRpZFwiOlwiNTExXCIsXCJWYXJpYW5jZVRleHRTdHlsZVwiOntcIiRpZFwiOlwiNTEyXCIsXCJGb250U2V0dGluZ3NcIjp7XCIkaWRcIjpcIjUxM1wiLFwiRm9udFNpemVcIjoxMCxcIkZvbnROYW1lXCI6XCJDYWxpYnJpXCIsXCJJc0JvbGRcIjpmYWxzZSxcIklzSXRhbGljXCI6ZmFsc2UsXCJJc1VuZGVybGluZWRcIjpmYWxzZX0sXCJGb3JlZ3JvdW5kXCI6e1wiJGlkXCI6XCI1MTRcIixcIkNvbG9yXCI6e1wiJGlkXCI6XCI1MTVcIixcIkFcIjoyNTUsXCJSXCI6MCxcIkdcIjowLFwiQlwiOjB9fSxcIkhvcml6b250YWxBbGlnbm1lbnRcIjowLFwiSXNWaXNpYmxlXCI6dHJ1ZX19fSxcIkRlZmF1bHRTd2ltbGFuZVRhc2tTdHlsZVwiOntcIiRpZFwiOlwiNTE2XCIsXCJTaGFwZVwiOjEsXCJTaGFwZVRoaWNrbmVzc1wiOjAsXCJEdXJhdGlvbkZvcm1hdFwiOjAsXCJQZXJjZW50YWdlQ29tcGxldGVUZXh0U3R5bGVcIjp7XCIkaWRcIjpcIjUxN1wiLFwiRm9udFNldHRpbmdzXCI6e1wiJGlkXCI6XCI1MThcIixcIkZvbnRTaXplXCI6MTAsXCJGb250TmFtZVwiOlwiQ2FsaWJyaVwiLFwiSXNCb2xkXCI6ZmFsc2UsXCJJc0l0YWxpY1wiOmZhbHNlLFwiSXNVbmRlcmxpbmVkXCI6ZmFsc2V9LFwiRm9yZWdyb3VuZFwiOntcIiRpZFwiOlwiNTE5XCIsXCJDb2xvclwiOntcIiRpZFwiOlwiNTIwXCIsXCJBXCI6MjU1LFwiUlwiOjIzMixcIkdcIjoyMzIsXCJCXCI6MjMyfX0sXCJIb3Jpem9udGFsQWxpZ25tZW50XCI6MSxcIklzVmlzaWJsZVwiOnRydWV9LFwiUGVyY2VudGFnZUNvbXBsZXRlSGlnaGxpZ2h0U3R5bGVcIjp7XCIkaWRcIjpcIjUyMVwiLFwiQmFja2dyb3VuZFwiOntcIiRpZFwiOlwiNTIyXCIsXCJDb2xvclwiOntcIiRpZFwiOlwiNTIzXCIsXCJBXCI6ODksXCJSXCI6MCxcIkdcIjowLFwiQlwiOjB9fX0sXCJEdXJhdGlvblN0eWxlXCI6e1wiJGlkXCI6XCI1MjRcIixcIkZvbnRTZXR0aW5nc1wiOntcIiRpZFwiOlwiNTI1XCIsXCJGb250U2l6ZVwiOjEwLFwiRm9udE5hbWVcIjpcIkNhbGlicmlcIixcIklzQm9sZFwiOmZhbHNlLFwiSXNJdGFsaWNcIjpmYWxzZSxcIklzVW5kZXJsaW5lZFwiOmZhbHNlfSxcIkZvcmVncm91bmRcIjp7XCIkaWRcIjpcIjUyNlwiLFwiQ29sb3JcIjp7XCIkaWRcIjpcIjUyN1wiLFwiQVwiOjI1NSxcIlJcIjoyMzcsXCJHXCI6MTI1LFwiQlwiOjQ5fX0sXCJIb3Jpem9udGFsQWxpZ25tZW50XCI6MCxcIklzVmlzaWJsZVwiOmZhbHNlfSxcIk1hcmdpblwiOntcIiRpZFwiOlwiNTI4XCIsXCJUb3BcIjowLjAsXCJMZWZ0XCI6MC4wLFwiUmlnaHRcIjowLjAsXCJCb3R0b21cIjowLjB9LFwiU3RhcnREYXRlUG9zaXRpb25cIjozLFwiRW5kRGF0ZVBvc2l0aW9uXCI6MyxcIlRpdGxlUG9zaXRpb25cIjo0LFwiRHVyYXRpb25Qb3NpdGlvblwiOjAsXCJQZXJjZW50YWdlQ29tcGxldGVkUG9zaXRpb25cIjoyLFwiVmFyaWFuY2VQb3NpdGlvblwiOjIsXCJTcGFjaW5nXCI6MyxcIkJhc2VsaW5lU3R5bGVcIjp7XCIkaWRcIjpcIjUyOVwiLFwiQmFzZWxpbmVTaGFwZVN0eWxlXCI6e1wiJGlkXCI6XCI1MzBcIixcIk1hcmdpblwiOntcIiRpZFwiOlwiNTMxXCIsXCJUb3BcIjowLjAsXCJMZWZ0XCI6MC4wLFwiUmlnaHRcIjowLjAsXCJCb3R0b21cIjowLjB9LFwiUGFkZGluZ1wiOntcIiRpZFwiOlwiNTMyXCIsXCJUb3BcIjowLjAsXCJMZWZ0XCI6MC4wLFwiUmlnaHRcIjowLjAsXCJCb3R0b21cIjowLjB9LFwiQmFja2dyb3VuZFwiOntcIiRpZFwiOlwiNTMzXCIsXCJDb2xvclwiOntcIiRpZFwiOlwiNTM0XCIsXCJBXCI6MTUzLFwiUlwiOjAsXCJHXCI6MCxcIkJcIjowfX0sXCJJc1Zpc2libGVcIjpmYWxzZSxcIldpZHRoXCI6MC4wLFwiSGVpZ2h0XCI6MC4wLFwiQm9yZGVyU3R5bGVcIjp7XCIkaWRcIjpcIjUzNVwiLFwiTGluZVN0eWxlXCI6e1wiJGlkXCI6XCI1MzZcIixcIkxpbmVDb2xvclwiOntcIiRpZFwiOlwiNTM3XCIsXCJDb2xvclwiOntcIiRpZFwiOlwiNTM4XCIsXCJBXCI6MjU1LFwiUlwiOjI1NSxcIkdcIjowLFwiQlwiOjB9fSxcIkxpbmVXZWlnaHRcIjoyLjAsXCJMaW5lVHlwZVwiOjB9LFwiSXNWaXNpYmxlXCI6ZmFsc2V9fX0sXCJTaGFwZVN0eWxlXCI6e1wiJGlkXCI6XCI1MzlcIixcIk1hcmdpblwiOntcIiRpZFwiOlwiNTQwXCIsXCJUb3BcIjowLjAsXCJMZWZ0XCI6NC4wLFwiUmlnaHRcIjo0LjAsXCJCb3R0b21cIjowLjB9LFwiUGFkZGluZ1wiOntcIiRpZFwiOlwiNTQxXCIsXCJUb3BcIjowLjAsXCJMZWZ0XCI6MC4wLFwiUmlnaHRcIjowLjAsXCJCb3R0b21cIjowLjB9LFwiQmFja2dyb3VuZFwiOntcIiRpZFwiOlwiNTQyXCIsXCJDb2xvclwiOntcIiRpZFwiOlwiNTQzXCIsXCJBXCI6MjU1LFwiUlwiOjI1LFwiR1wiOjEwNyxcIkJcIjozNn19LFwiSXNWaXNpYmxlXCI6dHJ1ZSxcIldpZHRoXCI6MC4wLFwiSGVpZ2h0XCI6MTAuMCxcIkJvcmRlclN0eWxlXCI6e1wiJGlkXCI6XCI1NDRcIixcIkxpbmVTdHlsZVwiOntcIiRpZFwiOlwiNTQ1XCIsXCJMaW5lQ29sb3JcIjp7XCIkaWRcIjpcIjU0NlwiLFwiQ29sb3JcIjp7XCIkaWRcIjpcIjU0N1wiLFwiQVwiOjI1NSxcIlJcIjoyMzQsXCJHXCI6MjIsXCJCXCI6MzB9fSxcIkxpbmVXZWlnaHRcIjoyLjAsXCJMaW5lVHlwZVwiOjB9LFwiSXNWaXNpYmxlXCI6ZmFsc2V9fSxcIlRpdGxlU3R5bGVcIjp7XCIkaWRcIjpcIjU0OFwiLFwiRm9udFNldHRpbmdzXCI6e1wiJGlkXCI6XCI1NDlcIixcIkZvbnRTaXplXCI6MTEsXCJGb250TmFtZVwiOlwiQ2FsaWJyaVwiLFwiSXNCb2xkXCI6ZmFsc2UsXCJJc0l0YWxpY1wiOmZhbHNlLFwiSXNVbmRlcmxpbmVkXCI6ZmFsc2V9LFwiRm9yZWdyb3VuZFwiOntcIiRpZFwiOlwiNTUwXCIsXCJDb2xvclwiOntcIiRpZFwiOlwiNTUxXCIsXCJBXCI6MjU1LFwiUlwiOjAsXCJHXCI6MCxcIkJcIjowfX0sXCJIb3Jpem9udGFsQWxpZ25tZW50XCI6MCxcIklzVmlzaWJsZVwiOnRydWV9LFwiRGF0ZVN0eWxlXCI6e1wiJGlkXCI6XCI1NTJcIixcIkZvbnRTZXR0aW5nc1wiOntcIiRpZFwiOlwiNTUzXCIsXCJGb250U2l6ZVwiOjEwLFwiRm9udE5hbWVcIjpcIkNhbGlicmlcIixcIklzQm9sZFwiOmZhbHNlLFwiSXNJdGFsaWNcIjpmYWxzZSxcIklzVW5kZXJsaW5lZFwiOmZhbHNlfSxcIkZvcmVncm91bmRcIjp7XCIkaWRcIjpcIjU1NFwiLFwiQ29sb3JcIjp7XCIkaWRcIjpcIjU1NVwiLFwiQVwiOjI1NSxcIlJcIjoxNCxcIkdcIjo0MCxcIkJcIjo2NX19LFwiSG9yaXpvbnRhbEFsaWdubWVudFwiOjIsXCJJc1Zpc2libGVcIjp0cnVlfSxcIkRhdGVGb3JtYXRcIjp7XCIkaWRcIjpcIjU1N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NTdcIixcIkZvcm1hdFwiOjAsXCJJc1Zpc2libGVcIjpmYWxzZSxcIkxhc3RLbm93blZpc2liaWxpdHlTdGF0ZVwiOmZhbHNlfSxcIlZhcmlhbmNlU3R5bGVcIjp7XCIkaWRcIjpcIjU1OFwiLFwiVmFyaWFuY2VUZXh0U3R5bGVcIjp7XCIkaWRcIjpcIjU1OVwiLFwiRm9udFNldHRpbmdzXCI6e1wiJGlkXCI6XCI1NjBcIixcIkZvbnRTaXplXCI6MTAsXCJGb250TmFtZVwiOlwiQ2FsaWJyaVwiLFwiSXNCb2xkXCI6ZmFsc2UsXCJJc0l0YWxpY1wiOmZhbHNlLFwiSXNVbmRlcmxpbmVkXCI6ZmFsc2V9LFwiRm9yZWdyb3VuZFwiOntcIiRpZFwiOlwiNTYxXCIsXCJDb2xvclwiOntcIiRpZFwiOlwiNTYyXCIsXCJBXCI6MjU1LFwiUlwiOjAsXCJHXCI6MCxcIkJcIjowfX0sXCJIb3Jpem9udGFsQWxpZ25tZW50XCI6MCxcIklzVmlzaWJsZVwiOnRydWV9fX0sXCJEZWZhdWx0U3dpbWxhbmVNb3RTdHlsZVwiOntcIiRpZFwiOlwiNTYzXCIsXCJTaGFwZVwiOjEsXCJTaGFwZVNpemVcIjowLFwiRGV0YWlsc1NwYWNpbmdcIjowLjAsXCJQYWRkaW5nXCI6e1wiJGlkXCI6XCI1NjRcIixcIlRvcFwiOjUuMCxcIkxlZnRcIjozLjAsXCJSaWdodFwiOjAuMCxcIkJvdHRvbVwiOjIuMH0sXCJQb3NpdGlvbk9uVGFza1wiOjEsXCJTaGFwZVN0eWxlXCI6e1wiJGlkXCI6XCI1NjVcIixcIk1hcmdpblwiOntcIiRpZFwiOlwiNTY2XCIsXCJUb3BcIjowLjAsXCJMZWZ0XCI6MC4wLFwiUmlnaHRcIjowLjAsXCJCb3R0b21cIjowLjB9LFwiUGFkZGluZ1wiOntcIiRpZFwiOlwiNTY3XCIsXCJUb3BcIjowLjAsXCJMZWZ0XCI6MC4wLFwiUmlnaHRcIjowLjAsXCJCb3R0b21cIjowLjB9LFwiQmFja2dyb3VuZFwiOntcIiRpZFwiOlwiNTY4XCIsXCJDb2xvclwiOntcIiRpZFwiOlwiNTY5XCIsXCJBXCI6MjU1LFwiUlwiOjEzLFwiR1wiOjUzLFwiQlwiOjE4fX0sXCJJc1Zpc2libGVcIjp0cnVlLFwiV2lkdGhcIjoxMi4wLFwiSGVpZ2h0XCI6MTQuMCxcIkJvcmRlclN0eWxlXCI6e1wiJGlkXCI6XCI1NzBcIixcIkxpbmVTdHlsZVwiOntcIiRpZFwiOlwiNTcxXCIsXCJMaW5lQ29sb3JcIjp7XCIkaWRcIjpcIjU3MlwiLFwiQ29sb3JcIjp7XCIkaWRcIjpcIjU3M1wiLFwiQVwiOjI1NSxcIlJcIjoyNTUsXCJHXCI6MjU1LFwiQlwiOjI1NX19LFwiTGluZVdlaWdodFwiOjAuMCxcIkxpbmVUeXBlXCI6MH0sXCJJc1Zpc2libGVcIjpmYWxzZX19LFwiVGl0bGVTdHlsZVwiOntcIiRpZFwiOlwiNTc0XCIsXCJGb250U2V0dGluZ3NcIjp7XCIkaWRcIjpcIjU3NVwiLFwiRm9udFNpemVcIjoxMSxcIkZvbnROYW1lXCI6XCJDYWxpYnJpXCIsXCJJc0JvbGRcIjpmYWxzZSxcIklzSXRhbGljXCI6ZmFsc2UsXCJJc1VuZGVybGluZWRcIjpmYWxzZX0sXCJGb3JlZ3JvdW5kXCI6e1wiJGlkXCI6XCI1NzZcIixcIkNvbG9yXCI6e1wiJGlkXCI6XCI1NzdcIixcIkFcIjoyNTUsXCJSXCI6MCxcIkdcIjowLFwiQlwiOjB9fSxcIkhvcml6b250YWxBbGlnbm1lbnRcIjoxLFwiSXNWaXNpYmxlXCI6dHJ1ZX0sXCJEYXRlU3R5bGVcIjp7XCIkaWRcIjpcIjU3OFwiLFwiRm9udFNldHRpbmdzXCI6e1wiJGlkXCI6XCI1NzlcIixcIkZvbnRTaXplXCI6MTAsXCJGb250TmFtZVwiOlwiQ2FsaWJyaVwiLFwiSXNCb2xkXCI6ZmFsc2UsXCJJc0l0YWxpY1wiOmZhbHNlLFwiSXNVbmRlcmxpbmVkXCI6ZmFsc2V9LFwiRm9yZWdyb3VuZFwiOntcIiRpZFwiOlwiNTgwXCIsXCJDb2xvclwiOntcIiRpZFwiOlwiNTgxXCIsXCJBXCI6MjU1LFwiUlwiOjE0LFwiR1wiOjQwLFwiQlwiOjY1fX0sXCJIb3Jpem9udGFsQWxpZ25tZW50XCI6MSxcIklzVmlzaWJsZVwiOnRydWV9LFwiRGF0ZUZvcm1hdFwiOntcIiRpZFwiOlwiNTg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4M1wiLFwiRm9ybWF0XCI6MCxcIklzVmlzaWJsZVwiOmZhbHNlLFwiTGFzdEtub3duVmlzaWJpbGl0eVN0YXRlXCI6ZmFsc2V9LFwiVmFyaWFuY2VTdHlsZVwiOntcIiRpZFwiOlwiNTg0XCIsXCJWYXJpYW5jZVRleHRTdHlsZVwiOntcIiRpZFwiOlwiNTg1XCIsXCJGb250U2V0dGluZ3NcIjp7XCIkaWRcIjpcIjU4NlwiLFwiRm9udFNpemVcIjoxMCxcIkZvbnROYW1lXCI6XCJDYWxpYnJpXCIsXCJJc0JvbGRcIjpmYWxzZSxcIklzSXRhbGljXCI6ZmFsc2UsXCJJc1VuZGVybGluZWRcIjpmYWxzZX0sXCJGb3JlZ3JvdW5kXCI6e1wiJGlkXCI6XCI1ODdcIixcIkNvbG9yXCI6e1wiJGlkXCI6XCI1ODhcIixcIkFcIjoyNTUsXCJSXCI6MCxcIkdcIjowLFwiQlwiOjB9fSxcIkhvcml6b250YWxBbGlnbm1lbnRcIjowLFwiSXNWaXNpYmxlXCI6dHJ1ZX19fX0se1wiJGlkXCI6XCI1ODlcIixcIlN0eWxlSWRcIjpcIjA3MDJkZWE4LWMxMTQtNGQ3MS1iZTQwLWNkMzA2MmM0Njk3MFwiLFwiTmFtZVwiOlwiU3dpbWxhbmUgU3R5bGUgNFwiLFwiSGVhZGVyU3R5bGVcIjp7XCIkaWRcIjpcIjU5MFwiLFwiVGV4dFN0eWxlXCI6e1wiJGlkXCI6XCI1OTFcIixcIkZvbnRTZXR0aW5nc1wiOntcIiRpZFwiOlwiNTkyXCIsXCJGb250U2l6ZVwiOjExLFwiRm9udE5hbWVcIjpcIkNhbGlicmlcIixcIklzQm9sZFwiOmZhbHNlLFwiSXNJdGFsaWNcIjpmYWxzZSxcIklzVW5kZXJsaW5lZFwiOmZhbHNlfSxcIkZvcmVncm91bmRcIjp7XCIkaWRcIjpcIjU5M1wiLFwiQ29sb3JcIjp7XCIkaWRcIjpcIjU5NFwiLFwiQVwiOjI1NSxcIlJcIjoyNTUsXCJHXCI6MjU1LFwiQlwiOjI1NX19LFwiSG9yaXpvbnRhbEFsaWdubWVudFwiOjAsXCJJc1Zpc2libGVcIjp0cnVlfSxcIlJlY3RhbmdsZVN0eWxlXCI6e1wiJGlkXCI6XCI1OTVcIixcIk1hcmdpblwiOntcIiRpZFwiOlwiNTk2XCIsXCJUb3BcIjowLjAsXCJMZWZ0XCI6MC4wLFwiUmlnaHRcIjowLjAsXCJCb3R0b21cIjowLjB9LFwiUGFkZGluZ1wiOntcIiRpZFwiOlwiNTk3XCIsXCJUb3BcIjowLjAsXCJMZWZ0XCI6MC4wLFwiUmlnaHRcIjowLjAsXCJCb3R0b21cIjowLjB9LFwiQmFja2dyb3VuZFwiOntcIiRpZFwiOlwiNTk4XCIsXCJDb2xvclwiOntcIiRpZFwiOlwiNTk5XCIsXCJBXCI6MjU1LFwiUlwiOjE1LFwiR1wiOjE1OCxcIkJcIjoyMTN9fSxcIklzVmlzaWJsZVwiOnRydWUsXCJXaWR0aFwiOjAuMCxcIkhlaWdodFwiOjAuMCxcIkJvcmRlclN0eWxlXCI6e1wiJGlkXCI6XCI2MDBcIixcIkxpbmVTdHlsZVwiOntcIiRpZFwiOlwiNjAxXCIsXCJMaW5lQ29sb3JcIjp7XCIkaWRcIjpcIjYwMlwiLFwiQ29sb3JcIjp7XCIkaWRcIjpcIjYwM1wiLFwiQVwiOjI1NSxcIlJcIjoyNTUsXCJHXCI6MjU1LFwiQlwiOjI1NX19LFwiTGluZVdlaWdodFwiOjAuMCxcIkxpbmVUeXBlXCI6MH0sXCJJc1Zpc2libGVcIjpmYWxzZX19fSxcIkJhY2tncm91bmRTdHlsZVwiOntcIiRpZFwiOlwiNjA0XCIsXCJNYXJnaW5cIjp7XCIkaWRcIjpcIjYwNVwiLFwiVG9wXCI6MC4wLFwiTGVmdFwiOjAuMCxcIlJpZ2h0XCI6MC4wLFwiQm90dG9tXCI6MC4wfSxcIlBhZGRpbmdcIjp7XCIkaWRcIjpcIjYwNlwiLFwiVG9wXCI6MC4wLFwiTGVmdFwiOjAuMCxcIlJpZ2h0XCI6MC4wLFwiQm90dG9tXCI6MC4wfSxcIkJhY2tncm91bmRcIjp7XCIkaWRcIjpcIjYwN1wiLFwiQ29sb3JcIjp7XCIkaWRcIjpcIjYwOFwiLFwiQVwiOjUxLFwiUlwiOjIwMCxcIkdcIjoyMDAsXCJCXCI6MjAwfX0sXCJJc1Zpc2libGVcIjp0cnVlLFwiV2lkdGhcIjowLjAsXCJIZWlnaHRcIjowLjAsXCJCb3JkZXJTdHlsZVwiOntcIiRpZFwiOlwiNjA5XCIsXCJMaW5lU3R5bGVcIjp7XCIkaWRcIjpcIjYxMFwiLFwiTGluZUNvbG9yXCI6e1wiJGlkXCI6XCI2MTFcIixcIkNvbG9yXCI6e1wiJGlkXCI6XCI2MTJcIixcIkFcIjoyNTUsXCJSXCI6MjM0LFwiR1wiOjIyLFwiQlwiOjMwfX0sXCJMaW5lV2VpZ2h0XCI6Mi4wLFwiTGluZVR5cGVcIjowfSxcIklzVmlzaWJsZVwiOmZhbHNlfX0sXCJJc0Fib3ZlVGltZWJhbmRcIjpmYWxzZSxcIlNwYWNpbmdcIjozLFwiRGVmYXVsdFN3aW1sYW5lQWN0aXZpdHlTdHlsZVwiOntcIiRpZFwiOlwiNjEzXCIsXCJIZWFkZXJTdHlsZVwiOntcIiRpZFwiOlwiNjE0XCIsXCJUZXh0U3R5bGVcIjp7XCIkaWRcIjpcIjYxNVwiLFwiRm9udFNldHRpbmdzXCI6e1wiJGlkXCI6XCI2MTZcIixcIkZvbnRTaXplXCI6MTEsXCJGb250TmFtZVwiOlwiQ2FsaWJyaVwiLFwiSXNCb2xkXCI6ZmFsc2UsXCJJc0l0YWxpY1wiOmZhbHNlLFwiSXNVbmRlcmxpbmVkXCI6ZmFsc2V9LFwiRm9yZWdyb3VuZFwiOntcIiRpZFwiOlwiNjE3XCIsXCJDb2xvclwiOntcIiRpZFwiOlwiNjE4XCIsXCJBXCI6MjU1LFwiUlwiOjAsXCJHXCI6MCxcIkJcIjowfX0sXCJIb3Jpem9udGFsQWxpZ25tZW50XCI6MCxcIklzVmlzaWJsZVwiOnRydWV9LFwiUmVjdGFuZ2xlU3R5bGVcIjp7XCIkaWRcIjpcIjYxOVwiLFwiTWFyZ2luXCI6e1wiJGlkXCI6XCI2MjBcIixcIlRvcFwiOjAuMCxcIkxlZnRcIjowLjAsXCJSaWdodFwiOjAuMCxcIkJvdHRvbVwiOjAuMH0sXCJQYWRkaW5nXCI6e1wiJGlkXCI6XCI2MjFcIixcIlRvcFwiOjAuMCxcIkxlZnRcIjowLjAsXCJSaWdodFwiOjAuMCxcIkJvdHRvbVwiOjAuMH0sXCJCYWNrZ3JvdW5kXCI6e1wiJGlkXCI6XCI2MjJcIixcIkNvbG9yXCI6e1wiJGlkXCI6XCI2MjNcIixcIkFcIjoxMjcsXCJSXCI6MTUsXCJHXCI6MTU4LFwiQlwiOjIxM319LFwiSXNWaXNpYmxlXCI6dHJ1ZSxcIldpZHRoXCI6MC4wLFwiSGVpZ2h0XCI6MC4wLFwiQm9yZGVyU3R5bGVcIjp7XCIkaWRcIjpcIjYyNFwiLFwiTGluZVN0eWxlXCI6e1wiJGlkXCI6XCI2MjVcIixcIkxpbmVDb2xvclwiOntcIiRpZFwiOlwiNjI2XCIsXCJDb2xvclwiOntcIiRpZFwiOlwiNjI3XCIsXCJBXCI6MjU1LFwiUlwiOjI1NSxcIkdcIjowLFwiQlwiOjB9fSxcIkxpbmVXZWlnaHRcIjowLjAsXCJMaW5lVHlwZVwiOjB9LFwiSXNWaXNpYmxlXCI6ZmFsc2V9fX0sXCJCYWNrZ3JvdW5kU3R5bGVcIjp7XCIkaWRcIjpcIjYyOFwiLFwiTWFyZ2luXCI6e1wiJGlkXCI6XCI2MjlcIixcIlRvcFwiOjAuMCxcIkxlZnRcIjowLjAsXCJSaWdodFwiOjAuMCxcIkJvdHRvbVwiOjAuMH0sXCJQYWRkaW5nXCI6e1wiJGlkXCI6XCI2MzBcIixcIlRvcFwiOjAuMCxcIkxlZnRcIjowLjAsXCJSaWdodFwiOjAuMCxcIkJvdHRvbVwiOjAuMH0sXCJCYWNrZ3JvdW5kXCI6e1wiJGlkXCI6XCI2MzFcIixcIkNvbG9yXCI6e1wiJGlkXCI6XCI2MzJcIixcIkFcIjo1MSxcIlJcIjoyMDAsXCJHXCI6MjAwLFwiQlwiOjIwMH19LFwiSXNWaXNpYmxlXCI6dHJ1ZSxcIldpZHRoXCI6MC4wLFwiSGVpZ2h0XCI6MC4wLFwiQm9yZGVyU3R5bGVcIjp7XCIkaWRcIjpcIjYzM1wiLFwiTGluZVN0eWxlXCI6e1wiJGlkXCI6XCI2MzRcIixcIkxpbmVDb2xvclwiOntcIiRpZFwiOlwiNjM1XCIsXCJDb2xvclwiOntcIiRpZFwiOlwiNjM2XCIsXCJBXCI6MjU1LFwiUlwiOjIzNCxcIkdcIjoyMixcIkJcIjozMH19LFwiTGluZVdlaWdodFwiOjIuMCxcIkxpbmVUeXBlXCI6MH0sXCJJc1Zpc2libGVcIjpmYWxzZX19fSxcIkRlZmF1bHRTd2ltbGFuZU1pbGVzdG9uZVN0eWxlXCI6e1wiJGlkXCI6XCI2MzdcIixcIlRpdGxlUG9zaXRpb25cIjowLFwiRGF0ZVBvc2l0aW9uXCI6MixcIlZhcmlhbmNlUG9zaXRpb25cIjoyLFwiU2hhcGVUeXBlXCI6MSxcIlNoYXBlU2l6ZVwiOjAsXCJTcGFjaW5nXCI6NSxcIlNoYXBlU3R5bGVcIjp7XCIkaWRcIjpcIjYzOFwiLFwiTWFyZ2luXCI6e1wiJGlkXCI6XCI2MzlcIixcIlRvcFwiOjAuMCxcIkxlZnRcIjowLjAsXCJSaWdodFwiOjAuMCxcIkJvdHRvbVwiOjAuMH0sXCJQYWRkaW5nXCI6e1wiJGlkXCI6XCI2NDBcIixcIlRvcFwiOjAuMCxcIkxlZnRcIjowLjAsXCJSaWdodFwiOjAuMCxcIkJvdHRvbVwiOjAuMH0sXCJCYWNrZ3JvdW5kXCI6e1wiJGlkXCI6XCI2NDFcIixcIkNvbG9yXCI6e1wiJGlkXCI6XCI2NDJcIixcIkFcIjoyNTUsXCJSXCI6MTUsXCJHXCI6MTU4LFwiQlwiOjIxM319LFwiSXNWaXNpYmxlXCI6dHJ1ZSxcIldpZHRoXCI6MTIuMCxcIkhlaWdodFwiOjE0LjAsXCJCb3JkZXJTdHlsZVwiOntcIiRpZFwiOlwiNjQzXCIsXCJMaW5lU3R5bGVcIjp7XCIkaWRcIjpcIjY0NFwiLFwiTGluZUNvbG9yXCI6e1wiJGlkXCI6XCI2NDVcIixcIkNvbG9yXCI6e1wiJGlkXCI6XCI2NDZcIixcIkFcIjoyNTUsXCJSXCI6MjM0LFwiR1wiOjIyLFwiQlwiOjMwfX0sXCJMaW5lV2VpZ2h0XCI6Mi4wLFwiTGluZVR5cGVcIjowfSxcIklzVmlzaWJsZVwiOmZhbHNlfX0sXCJUaXRsZVN0eWxlXCI6e1wiJGlkXCI6XCI2NDdcIixcIkZvbnRTZXR0aW5nc1wiOntcIiRpZFwiOlwiNjQ4XCIsXCJGb250U2l6ZVwiOjExLFwiRm9udE5hbWVcIjpcIkNhbGlicmlcIixcIklzQm9sZFwiOmZhbHNlLFwiSXNJdGFsaWNcIjpmYWxzZSxcIklzVW5kZXJsaW5lZFwiOmZhbHNlfSxcIkZvcmVncm91bmRcIjp7XCIkaWRcIjpcIjY0OVwiLFwiQ29sb3JcIjp7XCIkaWRcIjpcIjY1MFwiLFwiQVwiOjI1NSxcIlJcIjowLFwiR1wiOjAsXCJCXCI6MH19LFwiSG9yaXpvbnRhbEFsaWdubWVudFwiOjIsXCJJc1Zpc2libGVcIjp0cnVlfSxcIkRhdGVTdHlsZVwiOntcIiRpZFwiOlwiNjUxXCIsXCJGb250U2V0dGluZ3NcIjp7XCIkaWRcIjpcIjY1MlwiLFwiRm9udFNpemVcIjoxMCxcIkZvbnROYW1lXCI6XCJDYWxpYnJpXCIsXCJJc0JvbGRcIjpmYWxzZSxcIklzSXRhbGljXCI6ZmFsc2UsXCJJc1VuZGVybGluZWRcIjpmYWxzZX0sXCJGb3JlZ3JvdW5kXCI6e1wiJGlkXCI6XCI2NTNcIixcIkNvbG9yXCI6e1wiJGlkXCI6XCI2NTRcIixcIkFcIjoyNTUsXCJSXCI6MTQsXCJHXCI6NDAsXCJCXCI6NjV9fSxcIkhvcml6b250YWxBbGlnbm1lbnRcIjowLFwiSXNWaXNpYmxlXCI6dHJ1ZX0sXCJEYXRlRm9ybWF0XCI6e1wiJGlkXCI6XCI2NTV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jU2XCIsXCJGb3JtYXRcIjowLFwiSXNWaXNpYmxlXCI6ZmFsc2UsXCJMYXN0S25vd25WaXNpYmlsaXR5U3RhdGVcIjpmYWxzZX0sXCJWYXJpYW5jZVN0eWxlXCI6e1wiJGlkXCI6XCI2NTdcIixcIlZhcmlhbmNlVGV4dFN0eWxlXCI6e1wiJGlkXCI6XCI2NThcIixcIkZvbnRTZXR0aW5nc1wiOntcIiRpZFwiOlwiNjU5XCIsXCJGb250U2l6ZVwiOjEwLFwiRm9udE5hbWVcIjpcIkNhbGlicmlcIixcIklzQm9sZFwiOmZhbHNlLFwiSXNJdGFsaWNcIjpmYWxzZSxcIklzVW5kZXJsaW5lZFwiOmZhbHNlfSxcIkZvcmVncm91bmRcIjp7XCIkaWRcIjpcIjY2MFwiLFwiQ29sb3JcIjp7XCIkaWRcIjpcIjY2MVwiLFwiQVwiOjI1NSxcIlJcIjowLFwiR1wiOjAsXCJCXCI6MH19LFwiSG9yaXpvbnRhbEFsaWdubWVudFwiOjAsXCJJc1Zpc2libGVcIjp0cnVlfX19LFwiRGVmYXVsdFN3aW1sYW5lVGFza1N0eWxlXCI6e1wiJGlkXCI6XCI2NjJcIixcIlNoYXBlXCI6MSxcIlNoYXBlVGhpY2tuZXNzXCI6MCxcIkR1cmF0aW9uRm9ybWF0XCI6MCxcIlBlcmNlbnRhZ2VDb21wbGV0ZVRleHRTdHlsZVwiOntcIiRpZFwiOlwiNjYzXCIsXCJGb250U2V0dGluZ3NcIjp7XCIkaWRcIjpcIjY2NFwiLFwiRm9udFNpemVcIjoxMCxcIkZvbnROYW1lXCI6XCJDYWxpYnJpXCIsXCJJc0JvbGRcIjpmYWxzZSxcIklzSXRhbGljXCI6ZmFsc2UsXCJJc1VuZGVybGluZWRcIjpmYWxzZX0sXCJGb3JlZ3JvdW5kXCI6e1wiJGlkXCI6XCI2NjVcIixcIkNvbG9yXCI6e1wiJGlkXCI6XCI2NjZcIixcIkFcIjoyNTUsXCJSXCI6MjMyLFwiR1wiOjIzMixcIkJcIjoyMzJ9fSxcIkhvcml6b250YWxBbGlnbm1lbnRcIjoxLFwiSXNWaXNpYmxlXCI6dHJ1ZX0sXCJQZXJjZW50YWdlQ29tcGxldGVIaWdobGlnaHRTdHlsZVwiOntcIiRpZFwiOlwiNjY3XCIsXCJCYWNrZ3JvdW5kXCI6e1wiJGlkXCI6XCI2NjhcIixcIkNvbG9yXCI6e1wiJGlkXCI6XCI2NjlcIixcIkFcIjo4OSxcIlJcIjowLFwiR1wiOjAsXCJCXCI6MH19fSxcIkR1cmF0aW9uU3R5bGVcIjp7XCIkaWRcIjpcIjY3MFwiLFwiRm9udFNldHRpbmdzXCI6e1wiJGlkXCI6XCI2NzFcIixcIkZvbnRTaXplXCI6MTAsXCJGb250TmFtZVwiOlwiQ2FsaWJyaVwiLFwiSXNCb2xkXCI6ZmFsc2UsXCJJc0l0YWxpY1wiOmZhbHNlLFwiSXNVbmRlcmxpbmVkXCI6ZmFsc2V9LFwiRm9yZWdyb3VuZFwiOntcIiRpZFwiOlwiNjcyXCIsXCJDb2xvclwiOntcIiRpZFwiOlwiNjczXCIsXCJBXCI6MjU1LFwiUlwiOjIzNyxcIkdcIjoxMjUsXCJCXCI6NDl9fSxcIkhvcml6b250YWxBbGlnbm1lbnRcIjowLFwiSXNWaXNpYmxlXCI6ZmFsc2V9LFwiTWFyZ2luXCI6e1wiJGlkXCI6XCI2NzRcIixcIlRvcFwiOjAuMCxcIkxlZnRcIjowLjAsXCJSaWdodFwiOjAuMCxcIkJvdHRvbVwiOjAuMH0sXCJTdGFydERhdGVQb3NpdGlvblwiOjMsXCJFbmREYXRlUG9zaXRpb25cIjozLFwiVGl0bGVQb3NpdGlvblwiOjQsXCJEdXJhdGlvblBvc2l0aW9uXCI6MCxcIlBlcmNlbnRhZ2VDb21wbGV0ZWRQb3NpdGlvblwiOjIsXCJWYXJpYW5jZVBvc2l0aW9uXCI6MixcIlNwYWNpbmdcIjozLFwiQmFzZWxpbmVTdHlsZVwiOntcIiRpZFwiOlwiNjc1XCIsXCJCYXNlbGluZVNoYXBlU3R5bGVcIjp7XCIkaWRcIjpcIjY3NlwiLFwiTWFyZ2luXCI6e1wiJGlkXCI6XCI2NzdcIixcIlRvcFwiOjAuMCxcIkxlZnRcIjowLjAsXCJSaWdodFwiOjAuMCxcIkJvdHRvbVwiOjAuMH0sXCJQYWRkaW5nXCI6e1wiJGlkXCI6XCI2NzhcIixcIlRvcFwiOjAuMCxcIkxlZnRcIjowLjAsXCJSaWdodFwiOjAuMCxcIkJvdHRvbVwiOjAuMH0sXCJCYWNrZ3JvdW5kXCI6e1wiJGlkXCI6XCI2NzlcIixcIkNvbG9yXCI6e1wiJGlkXCI6XCI2ODBcIixcIkFcIjoxNTMsXCJSXCI6MCxcIkdcIjowLFwiQlwiOjB9fSxcIklzVmlzaWJsZVwiOmZhbHNlLFwiV2lkdGhcIjowLjAsXCJIZWlnaHRcIjowLjAsXCJCb3JkZXJTdHlsZVwiOntcIiRpZFwiOlwiNjgxXCIsXCJMaW5lU3R5bGVcIjp7XCIkaWRcIjpcIjY4MlwiLFwiTGluZUNvbG9yXCI6e1wiJGlkXCI6XCI2ODNcIixcIkNvbG9yXCI6e1wiJGlkXCI6XCI2ODRcIixcIkFcIjoyNTUsXCJSXCI6MjU1LFwiR1wiOjAsXCJCXCI6MH19LFwiTGluZVdlaWdodFwiOjIuMCxcIkxpbmVUeXBlXCI6MH0sXCJJc1Zpc2libGVcIjpmYWxzZX19fSxcIlNoYXBlU3R5bGVcIjp7XCIkaWRcIjpcIjY4NVwiLFwiTWFyZ2luXCI6e1wiJGlkXCI6XCI2ODZcIixcIlRvcFwiOjAuMCxcIkxlZnRcIjo0LjAsXCJSaWdodFwiOjQuMCxcIkJvdHRvbVwiOjAuMH0sXCJQYWRkaW5nXCI6e1wiJGlkXCI6XCI2ODdcIixcIlRvcFwiOjAuMCxcIkxlZnRcIjowLjAsXCJSaWdodFwiOjAuMCxcIkJvdHRvbVwiOjAuMH0sXCJCYWNrZ3JvdW5kXCI6e1wiJGlkXCI6XCI2ODhcIixcIkNvbG9yXCI6e1wiJGlkXCI6XCI2ODlcIixcIkFcIjoyNTUsXCJSXCI6MTUsXCJHXCI6MTU4LFwiQlwiOjIxM319LFwiSXNWaXNpYmxlXCI6dHJ1ZSxcIldpZHRoXCI6MC4wLFwiSGVpZ2h0XCI6MTAuMCxcIkJvcmRlclN0eWxlXCI6e1wiJGlkXCI6XCI2OTBcIixcIkxpbmVTdHlsZVwiOntcIiRpZFwiOlwiNjkxXCIsXCJMaW5lQ29sb3JcIjp7XCIkaWRcIjpcIjY5MlwiLFwiQ29sb3JcIjp7XCIkaWRcIjpcIjY5M1wiLFwiQVwiOjI1NSxcIlJcIjoyMzQsXCJHXCI6MjIsXCJCXCI6MzB9fSxcIkxpbmVXZWlnaHRcIjoyLjAsXCJMaW5lVHlwZVwiOjB9LFwiSXNWaXNpYmxlXCI6ZmFsc2V9fSxcIlRpdGxlU3R5bGVcIjp7XCIkaWRcIjpcIjY5NFwiLFwiRm9udFNldHRpbmdzXCI6e1wiJGlkXCI6XCI2OTVcIixcIkZvbnRTaXplXCI6MTEsXCJGb250TmFtZVwiOlwiQ2FsaWJyaVwiLFwiSXNCb2xkXCI6ZmFsc2UsXCJJc0l0YWxpY1wiOmZhbHNlLFwiSXNVbmRlcmxpbmVkXCI6ZmFsc2V9LFwiRm9yZWdyb3VuZFwiOntcIiRpZFwiOlwiNjk2XCIsXCJDb2xvclwiOntcIiRpZFwiOlwiNjk3XCIsXCJBXCI6MjU1LFwiUlwiOjAsXCJHXCI6MCxcIkJcIjowfX0sXCJIb3Jpem9udGFsQWxpZ25tZW50XCI6MCxcIklzVmlzaWJsZVwiOnRydWV9LFwiRGF0ZVN0eWxlXCI6e1wiJGlkXCI6XCI2OThcIixcIkZvbnRTZXR0aW5nc1wiOntcIiRpZFwiOlwiNjk5XCIsXCJGb250U2l6ZVwiOjEwLFwiRm9udE5hbWVcIjpcIkNhbGlicmlcIixcIklzQm9sZFwiOmZhbHNlLFwiSXNJdGFsaWNcIjpmYWxzZSxcIklzVW5kZXJsaW5lZFwiOmZhbHNlfSxcIkZvcmVncm91bmRcIjp7XCIkaWRcIjpcIjcwMFwiLFwiQ29sb3JcIjp7XCIkaWRcIjpcIjcwMVwiLFwiQVwiOjI1NSxcIlJcIjoxNCxcIkdcIjo0MCxcIkJcIjo2NX19LFwiSG9yaXpvbnRhbEFsaWdubWVudFwiOjIsXCJJc1Zpc2libGVcIjp0cnVlfSxcIkRhdGVGb3JtYXRcIjp7XCIkaWRcIjpcIjcw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DNcIixcIkZvcm1hdFwiOjAsXCJJc1Zpc2libGVcIjpmYWxzZSxcIkxhc3RLbm93blZpc2liaWxpdHlTdGF0ZVwiOmZhbHNlfSxcIlZhcmlhbmNlU3R5bGVcIjp7XCIkaWRcIjpcIjcwNFwiLFwiVmFyaWFuY2VUZXh0U3R5bGVcIjp7XCIkaWRcIjpcIjcwNVwiLFwiRm9udFNldHRpbmdzXCI6e1wiJGlkXCI6XCI3MDZcIixcIkZvbnRTaXplXCI6MTAsXCJGb250TmFtZVwiOlwiQ2FsaWJyaVwiLFwiSXNCb2xkXCI6ZmFsc2UsXCJJc0l0YWxpY1wiOmZhbHNlLFwiSXNVbmRlcmxpbmVkXCI6ZmFsc2V9LFwiRm9yZWdyb3VuZFwiOntcIiRpZFwiOlwiNzA3XCIsXCJDb2xvclwiOntcIiRpZFwiOlwiNzA4XCIsXCJBXCI6MjU1LFwiUlwiOjAsXCJHXCI6MCxcIkJcIjowfX0sXCJIb3Jpem9udGFsQWxpZ25tZW50XCI6MCxcIklzVmlzaWJsZVwiOnRydWV9fX0sXCJEZWZhdWx0U3dpbWxhbmVNb3RTdHlsZVwiOntcIiRpZFwiOlwiNzA5XCIsXCJTaGFwZVwiOjEsXCJTaGFwZVNpemVcIjowLFwiRGV0YWlsc1NwYWNpbmdcIjowLjAsXCJQYWRkaW5nXCI6e1wiJGlkXCI6XCI3MTBcIixcIlRvcFwiOjUuMCxcIkxlZnRcIjozLjAsXCJSaWdodFwiOjAuMCxcIkJvdHRvbVwiOjIuMH0sXCJQb3NpdGlvbk9uVGFza1wiOjEsXCJTaGFwZVN0eWxlXCI6e1wiJGlkXCI6XCI3MTFcIixcIk1hcmdpblwiOntcIiRpZFwiOlwiNzEyXCIsXCJUb3BcIjowLjAsXCJMZWZ0XCI6MC4wLFwiUmlnaHRcIjowLjAsXCJCb3R0b21cIjowLjB9LFwiUGFkZGluZ1wiOntcIiRpZFwiOlwiNzEzXCIsXCJUb3BcIjowLjAsXCJMZWZ0XCI6MC4wLFwiUmlnaHRcIjowLjAsXCJCb3R0b21cIjowLjB9LFwiQmFja2dyb3VuZFwiOntcIiRpZFwiOlwiNzE0XCIsXCJDb2xvclwiOntcIiRpZFwiOlwiNzE1XCIsXCJBXCI6MjU1LFwiUlwiOjExLFwiR1wiOjExOCxcIkJcIjoxNTl9fSxcIklzVmlzaWJsZVwiOnRydWUsXCJXaWR0aFwiOjEyLjAsXCJIZWlnaHRcIjoxNC4wLFwiQm9yZGVyU3R5bGVcIjp7XCIkaWRcIjpcIjcxNlwiLFwiTGluZVN0eWxlXCI6e1wiJGlkXCI6XCI3MTdcIixcIkxpbmVDb2xvclwiOntcIiRpZFwiOlwiNzE4XCIsXCJDb2xvclwiOntcIiRpZFwiOlwiNzE5XCIsXCJBXCI6MjU1LFwiUlwiOjI1NSxcIkdcIjowLFwiQlwiOjB9fSxcIkxpbmVXZWlnaHRcIjowLjAsXCJMaW5lVHlwZVwiOjB9LFwiSXNWaXNpYmxlXCI6ZmFsc2V9fSxcIlRpdGxlU3R5bGVcIjp7XCIkaWRcIjpcIjcyMFwiLFwiRm9udFNldHRpbmdzXCI6e1wiJGlkXCI6XCI3MjFcIixcIkZvbnRTaXplXCI6MTEsXCJGb250TmFtZVwiOlwiQ2FsaWJyaVwiLFwiSXNCb2xkXCI6ZmFsc2UsXCJJc0l0YWxpY1wiOmZhbHNlLFwiSXNVbmRlcmxpbmVkXCI6ZmFsc2V9LFwiRm9yZWdyb3VuZFwiOntcIiRpZFwiOlwiNzIyXCIsXCJDb2xvclwiOntcIiRpZFwiOlwiNzIzXCIsXCJBXCI6MjU1LFwiUlwiOjAsXCJHXCI6MCxcIkJcIjowfX0sXCJIb3Jpem9udGFsQWxpZ25tZW50XCI6MSxcIklzVmlzaWJsZVwiOnRydWV9LFwiRGF0ZVN0eWxlXCI6e1wiJGlkXCI6XCI3MjRcIixcIkZvbnRTZXR0aW5nc1wiOntcIiRpZFwiOlwiNzI1XCIsXCJGb250U2l6ZVwiOjEwLFwiRm9udE5hbWVcIjpcIkNhbGlicmlcIixcIklzQm9sZFwiOmZhbHNlLFwiSXNJdGFsaWNcIjpmYWxzZSxcIklzVW5kZXJsaW5lZFwiOmZhbHNlfSxcIkZvcmVncm91bmRcIjp7XCIkaWRcIjpcIjcyNlwiLFwiQ29sb3JcIjp7XCIkaWRcIjpcIjcyN1wiLFwiQVwiOjI1NSxcIlJcIjoxNCxcIkdcIjo0MCxcIkJcIjo2NX19LFwiSG9yaXpvbnRhbEFsaWdubWVudFwiOjEsXCJJc1Zpc2libGVcIjp0cnVlfSxcIkRhdGVGb3JtYXRcIjp7XCIkaWRcIjpcIjcyO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jlcIixcIkZvcm1hdFwiOjAsXCJJc1Zpc2libGVcIjpmYWxzZSxcIkxhc3RLbm93blZpc2liaWxpdHlTdGF0ZVwiOmZhbHNlfSxcIlZhcmlhbmNlU3R5bGVcIjp7XCIkaWRcIjpcIjczMFwiLFwiVmFyaWFuY2VUZXh0U3R5bGVcIjp7XCIkaWRcIjpcIjczMVwiLFwiRm9udFNldHRpbmdzXCI6e1wiJGlkXCI6XCI3MzJcIixcIkZvbnRTaXplXCI6MTAsXCJGb250TmFtZVwiOlwiQ2FsaWJyaVwiLFwiSXNCb2xkXCI6ZmFsc2UsXCJJc0l0YWxpY1wiOmZhbHNlLFwiSXNVbmRlcmxpbmVkXCI6ZmFsc2V9LFwiRm9yZWdyb3VuZFwiOntcIiRpZFwiOlwiNzMzXCIsXCJDb2xvclwiOntcIiRpZFwiOlwiNzM0XCIsXCJBXCI6MjU1LFwiUlwiOjAsXCJHXCI6MCxcIkJcIjowfX0sXCJIb3Jpem9udGFsQWxpZ25tZW50XCI6MCxcIklzVmlzaWJsZVwiOnRydWV9fX19XSxcIkdyaWRsaW5lUGFuZWxTdHlsZVwiOntcIiRpZFwiOlwiNzM1XCIsXCJHcmlkbGluZVN0eWxlXCI6e1wiJGlkXCI6XCI3MzZcIixcIkxpbmVDb2xvclwiOntcIiRpZFwiOlwiNzM3XCIsXCJDb2xvclwiOntcIiRpZFwiOlwiNzM4XCIsXCJBXCI6MzgsXCJSXCI6OTEsXCJHXCI6MTU1LFwiQlwiOjIxM319LFwiTGluZVdlaWdodFwiOjEuMCxcIkxpbmVUeXBlXCI6MH0sXCJJc1Zpc2libGVcIjp0cnVlfSxcIkFjdGl2aXR5TGluZVBhbmVsU3R5bGVcIjp7XCIkaWRcIjpcIjczOVwiLFwiQWN0aXZpdHlMaW5lU3R5bGVcIjp7XCIkaWRcIjpcIjc0MFwiLFwiTGluZUNvbG9yXCI6e1wiJGlkXCI6XCI3NDFcIixcIkNvbG9yXCI6e1wiJGlkXCI6XCI3NDJcIixcIkFcIjozOCxcIlJcIjo2OCxcIkdcIjoxMTQsXCJCXCI6MTk2fX0sXCJMaW5lV2VpZ2h0XCI6MS4wLFwiTGluZVR5cGVcIjowfSxcIklzVmlzaWJsZVwiOnRydWV9LFwiRGVmYXVsdERlcGVuZGVuY3lTdHlsZVwiOntcIiRpZFwiOlwiNzQzXCIsXCJMaW5lU3R5bGVcIjp7XCIkaWRcIjpcIjc0NFwiLFwiTGluZUNvbG9yXCI6e1wiJGlkXCI6XCI3NDVcIixcIkNvbG9yXCI6e1wiJGlkXCI6XCI3NDZcIixcIkFcIjoyNTUsXCJSXCI6MCxcIkdcIjowLFwiQlwiOjB9fSxcIkxpbmVXZWlnaHRcIjoxLjAsXCJMaW5lVHlwZVwiOjB9LFwiRW5kQXJyb3doZWFkTGluZVN0eWxlXCI6e1wiJGlkXCI6XCI3NDdcIixcIktpbmRcIjoxLFwiV2lkdGhcIjoxLFwiTGVuZ3RoXCI6MH0sXCJCcmluZ1RvRnJvbnRcIjpmYWxzZSxcIlJhZGl1c1wiOjMuMH0sXCJDcml0aWNhbFBhdGhTdHlsZVwiOntcIiRpZFwiOlwiNzQ4XCIsXCJDcml0aWNhbFBhdGhTdHlsZU9wdGlvbnNcIjozMCxcIkxpbmVTdHlsZVwiOntcIiRpZFwiOlwiNzQ5XCIsXCJMaW5lQ29sb3JcIjp7XCIkaWRcIjpcIjc1MFwiLFwiQ29sb3JcIjp7XCIkaWRcIjpcIjc1MVwiLFwiQVwiOjI1NSxcIlJcIjoyMjIsXCJHXCI6NTAsXCJCXCI6NTB9fSxcIkxpbmVXZWlnaHRcIjoxLjAsXCJMaW5lVHlwZVwiOjB9LFwiVGl0bGVGb3JlZ3JvdW5kXCI6e1wiJGlkXCI6XCI3NTJcIixcIkNvbG9yXCI6e1wiJGlkXCI6XCI3NTNcIixcIkFcIjoyNTUsXCJSXCI6MTc2LFwiR1wiOjE5LFwiQlwiOjI1fX0sXCJTaGFwZXNCYWNrZ3JvdW5kXCI6e1wiJGlkXCI6XCI3NTRcIixcIkNvbG9yXCI6e1wiJGlkXCI6XCI3NTVcIixcIkFcIjoyNTUsXCJSXCI6MjUzLFwiR1wiOjIwMyxcIkJcIjoyMDh9fSxcIlNoYXBlc0JvcmRlclN0eWxlXCI6e1wiJGlkXCI6XCI3NTZcIixcIkxpbmVDb2xvclwiOntcIiRpZFwiOlwiNzU3XCIsXCJDb2xvclwiOntcIiRpZFwiOlwiNzU4XCIsXCJBXCI6MjU1LFwiUlwiOjIzNCxcIkdcIjoyMixcIkJcIjozMH19LFwiTGluZVdlaWdodFwiOjIuMCxcIkxpbmVUeXBlXCI6MH19LFwiUGFuZWxzU3BhY2luZ0RlZmluaXRpb25cIjp7XCIkaWRcIjpcIjc1OVwiLFwiU3BhY2luZ0Fib3ZlVGltZWJhbmRcIjozLFwiU3BhY2luZ0JlbG93VGltZWJhbmRcIjozLFwiU3BhY2luZ0Fib3ZlQmV0d2VlblN3aW1sYW5lc0FuZFRhc2tzXCI6NSxcIlNwYWNpbmdCZWxvd0JldHdlZW5Td2ltbGFuZXNBbmRUYXNrc1wiOjV9LFwiQ29uZGl0aW9uYWxGb3JtYXR0aW5nXCI6e1wiJGlkXCI6XCI3NjBcIixcIlB2QUZvcm1hdHRpbmdcIjp7XCIkaWRcIjpcIjc2MVwiLFwiRGVsYXlUYXNrU3R5bGVcIjp7XCIkaWRcIjpcIjc2MlwiLFwiU3R5bGVPcHRpb25zXCI6MjQsXCJUaXRsZUZvcmVncm91bmRcIjp7XCIkaWRcIjpcIjc2M1wiLFwiQ29sb3JcIjp7XCIkaWRcIjpcIjc2NFwiLFwiQVwiOjI1NSxcIlJcIjoxNzUsXCJHXCI6MCxcIkJcIjowfX0sXCJBY3R1YWxTaGFwZXNCYWNrZ3JvdW5kXCI6e1wiJGlkXCI6XCI3NjVcIixcIkNvbG9yXCI6e1wiJGlkXCI6XCI3NjZcIixcIkFcIjo2MixcIlJcIjoyNTUsXCJHXCI6MCxcIkJcIjowfX0sXCJBY3R1YWxTaGFwZXNCb3JkZXJTdHlsZVwiOntcIiRpZFwiOlwiNzY3XCIsXCJMaW5lQ29sb3JcIjp7XCIkaWRcIjpcIjc2OFwiLFwiQ29sb3JcIjp7XCIkaWRcIjpcIjc2OVwiLFwiQVwiOjE2MyxcIlJcIjoyNTUsXCJHXCI6MCxcIkJcIjowfX0sXCJMaW5lV2VpZ2h0XCI6My4wLFwiTGluZVR5cGVcIjowfSxcIkJhc2VsaW5lU2hhcGVzQmFja2dyb3VuZFwiOntcIiRpZFwiOlwiNzcwXCIsXCJDb2xvclwiOntcIiRpZFwiOlwiNzcxXCIsXCJBXCI6MTg0LFwiUlwiOjI1NSxcIkdcIjowLFwiQlwiOjB9fSxcIlZhcmlhbmNlRm9yZWdyb3VuZFwiOntcIiRpZFwiOlwiNzcyXCIsXCJDb2xvclwiOntcIiRpZFwiOlwiNzczXCIsXCJBXCI6MjU1LFwiUlwiOjE3NSxcIkdcIjowLFwiQlwiOjB9fX0sXCJEZWxheU1pbGVzdG9uZVN0eWxlXCI6e1wiJGlkXCI6XCI3NzRcIixcIlN0eWxlT3B0aW9uc1wiOjE4LFwiVGl0bGVGb3JlZ3JvdW5kXCI6e1wiJGlkXCI6XCI3NzVcIixcIkNvbG9yXCI6e1wiJGlkXCI6XCI3NzZcIixcIkFcIjoyNTUsXCJSXCI6MTc1LFwiR1wiOjAsXCJCXCI6MH19LFwiQWN0dWFsU2hhcGVzQmFja2dyb3VuZFwiOntcIiRpZFwiOlwiNzc3XCIsXCJDb2xvclwiOntcIiRpZFwiOlwiNzc4XCIsXCJBXCI6MjU1LFwiUlwiOjIyMixcIkdcIjo4MCxcIkJcIjo1MH19LFwiQWN0dWFsU2hhcGVzQm9yZGVyU3R5bGVcIjp7XCIkaWRcIjpcIjc3OVwiLFwiTGluZUNvbG9yXCI6e1wiJGlkXCI6XCI3ODBcIixcIkNvbG9yXCI6e1wiJGlkXCI6XCI3ODFcIixcIkFcIjoxNjMsXCJSXCI6MjU1LFwiR1wiOjAsXCJCXCI6MH19LFwiTGluZVdlaWdodFwiOjMuMCxcIkxpbmVUeXBlXCI6MH0sXCJCYXNlbGluZVNoYXBlc0JhY2tncm91bmRcIjp7XCIkaWRcIjpcIjc4MlwiLFwiQ29sb3JcIjp7XCIkaWRcIjpcIjc4M1wiLFwiQVwiOjE4NCxcIlJcIjoyNTUsXCJHXCI6MCxcIkJcIjowfX0sXCJWYXJpYW5jZUZvcmVncm91bmRcIjp7XCIkaWRcIjpcIjc4NFwiLFwiQ29sb3JcIjp7XCIkaWRcIjpcIjc4NVwiLFwiQVwiOjI1NSxcIlJcIjoxNzUsXCJHXCI6MCxcIkJcIjowfX19LFwiQWR2YW5jZVRhc2tTdHlsZVwiOntcIiRpZFwiOlwiNzg2XCIsXCJTdHlsZU9wdGlvbnNcIjoyNCxcIlRpdGxlRm9yZWdyb3VuZFwiOntcIiRpZFwiOlwiNzg3XCIsXCJDb2xvclwiOntcIiRpZFwiOlwiNzg4XCIsXCJBXCI6MjU1LFwiUlwiOjAsXCJHXCI6MTEwLFwiQlwiOjB9fSxcIkFjdHVhbFNoYXBlc0JhY2tncm91bmRcIjp7XCIkaWRcIjpcIjc4OVwiLFwiQ29sb3JcIjp7XCIkaWRcIjpcIjc5MFwiLFwiQVwiOjYxLFwiUlwiOjAsXCJHXCI6MTI4LFwiQlwiOjB9fSxcIkFjdHVhbFNoYXBlc0JvcmRlclN0eWxlXCI6e1wiJGlkXCI6XCI3OTFcIixcIkxpbmVDb2xvclwiOntcIiRpZFwiOlwiNzkyXCIsXCJDb2xvclwiOntcIiRpZFwiOlwiNzkzXCIsXCJBXCI6MTYzLFwiUlwiOjAsXCJHXCI6MTI4LFwiQlwiOjB9fSxcIkxpbmVXZWlnaHRcIjozLjAsXCJMaW5lVHlwZVwiOjB9LFwiQmFzZWxpbmVTaGFwZXNCYWNrZ3JvdW5kXCI6e1wiJGlkXCI6XCI3OTRcIixcIkNvbG9yXCI6e1wiJGlkXCI6XCI3OTVcIixcIkFcIjoxODQsXCJSXCI6MCxcIkdcIjoxMjgsXCJCXCI6MH19LFwiVmFyaWFuY2VGb3JlZ3JvdW5kXCI6e1wiJGlkXCI6XCI3OTZcIixcIkNvbG9yXCI6e1wiJGlkXCI6XCI3OTdcIixcIkFcIjoyNTUsXCJSXCI6MCxcIkdcIjoxMTAsXCJCXCI6MH19fSxcIkFkdmFuY2VNaWxlc3RvbmVTdHlsZVwiOntcIiRpZFwiOlwiNzk4XCIsXCJTdHlsZU9wdGlvbnNcIjoxOCxcIlRpdGxlRm9yZWdyb3VuZFwiOntcIiRpZFwiOlwiNzk5XCIsXCJDb2xvclwiOntcIiRpZFwiOlwiODAwXCIsXCJBXCI6MjU1LFwiUlwiOjAsXCJHXCI6MTEwLFwiQlwiOjB9fSxcIkFjdHVhbFNoYXBlc0JhY2tncm91bmRcIjp7XCIkaWRcIjpcIjgwMVwiLFwiQ29sb3JcIjp7XCIkaWRcIjpcIjgwMlwiLFwiQVwiOjI1NSxcIlJcIjoyMCxcIkdcIjoxMDAsXCJCXCI6MH19LFwiQWN0dWFsU2hhcGVzQm9yZGVyU3R5bGVcIjp7XCIkaWRcIjpcIjgwM1wiLFwiTGluZUNvbG9yXCI6e1wiJGlkXCI6XCI4MDRcIixcIkNvbG9yXCI6e1wiJGlkXCI6XCI4MDVcIixcIkFcIjoxNjMsXCJSXCI6MCxcIkdcIjoxMjgsXCJCXCI6MH19LFwiTGluZVdlaWdodFwiOjMuMCxcIkxpbmVUeXBlXCI6MH0sXCJCYXNlbGluZVNoYXBlc0JhY2tncm91bmRcIjp7XCIkaWRcIjpcIjgwNlwiLFwiQ29sb3JcIjp7XCIkaWRcIjpcIjgwN1wiLFwiQVwiOjE4NCxcIlJcIjowLFwiR1wiOjEyOCxcIkJcIjowfX0sXCJWYXJpYW5jZUZvcmVncm91bmRcIjp7XCIkaWRcIjpcIjgwOFwiLFwiQ29sb3JcIjp7XCIkaWRcIjpcIjgwOVwiLFwiQVwiOjI1NSxcIlJcIjowLFwiR1wiOjExMCxcIkJcIjowfX19fX0sXCJfc2VsZWN0ZWRUaGVtZVByZXNldENvbG9yc1wiOntcIiRpZFwiOlwiODEwXCIsXCJUZXh0TGlnaHRcIjp7XCIkaWRcIjpcIjgxMVwiLFwiQVwiOjI1NSxcIlJcIjoyNTUsXCJHXCI6MjU1LFwiQlwiOjI1NX0sXCJUZXh0RGFya1wiOntcIiRpZFwiOlwiODEyXCIsXCJBXCI6MjU1LFwiUlwiOjAsXCJHXCI6MCxcIkJcIjowfSxcIkFjY2VudDFcIjp7XCIkaWRcIjpcIjgxM1wiLFwiQVwiOjI1NSxcIlJcIjoyMzIsXCJHXCI6MjMyLFwiQlwiOjIzMn0sXCJBY2NlbnQyXCI6e1wiJGlkXCI6XCI4MTRcIixcIkFcIjoyNTUsXCJSXCI6MTQsXCJHXCI6NDAsXCJCXCI6NjV9LFwiQWNjZW50M1wiOntcIiRpZFwiOlwiODE1XCIsXCJBXCI6MjU1LFwiUlwiOjIxLFwiR1wiOjk2LFwiQlwiOjEzMH0sXCJBY2NlbnQ0XCI6e1wiJGlkXCI6XCI4MTZcIixcIkFcIjoyNTUsXCJSXCI6MjMzLFwiR1wiOjExMyxcIkJcIjo1MH0sXCJBY2NlbnQ1XCI6e1wiJGlkXCI6XCI4MTdcIixcIkFcIjoyNTUsXCJSXCI6MjUsXCJHXCI6MTA3LFwiQlwiOjM2fSxcIkFjY2VudDZcIjp7XCIkaWRcIjpcIjgxOFwiLFwiQVwiOjI1NSxcIlJcIjoxNSxcIkdcIjoxNTgsXCJCXCI6MjEzfSxcIkFjY2VudDdcIjp7XCIkaWRcIjpcIjgxOVwiLFwiQVwiOjI1NSxcIlJcIjoxNjAsXCJHXCI6NDMsXCJCXCI6MTQ3fSxcIkFjY2VudDhcIjp7XCIkaWRcIjpcIjgyMFwiLFwiQVwiOjI1NSxcIlJcIjo3OCxcIkdcIjoxNjcsXCJCXCI6NDZ9fSxcIl9jdXN0b21QcmVzZXRDb2xvcnNcIjp7XCIkaWRcIjpcIjgyMVwifX19IiwiUmVjZW50Q29sb3JzQ29sbGVjdGlvbiI6IltcIiNGRjRFQTcyRVwiLFwiI0ZGRkVCQTBBXCIsXCIjRkYwRjlFRDVcIl0ifSwiU2V0dGluZ3MiOnsiJGlkIjoiMTk5NiIsIkltcGFPcHRpb25zIjp7IiRpZCI6IjE5OTciLCJMZWZ0VG9SaWdodCI6ZmFsc2UsIlBheWxvYWRPcHRpb25zIjoy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ZmFsc2UsIkltcG9ydFR5cGUiOjAsIkZpbGVQYXRoIjpudWxsLCJUaW1lQ29uZmlndXJhdGlvbiI6eyIkaWQiOiIxOTk4IiwiVXNlVGltZSI6ZmFsc2UsIldvcmtEYXlTdGFydCI6IjAwOjAwOjAwIiwiV29ya0RheUVuZCI6IjIzOjU5OjAwIn0sIkxhc3RVc2VkVGVtcGxhdGVJZCI6IjAwMDAwMDAwLTAwMDAtMDAwMC0wMDAwLTAwMDAwMDAwMDAwMCIsIkxhc3RVc2VkVGhlbWVEZXRhaWxzIjp7IiRpZCI6IjE5OTkiLCJJZCI6IjA0ODcxNWIwLWQ1NzgtNGMyZi1hMzI2LTg4MThiZTI0NzI0OSIsIlRpdGxlIjoiQmFzZWxpbmUiLCJDYXRlZ29yeSI6MX0sIkZpcnN0V2Vla09mWWVhciI6MCwiUGxhY2VNaWxlc3RvbmVBdFRoZUJlZ2lubmluZ09mVGhlRGF5IjpmYWxzZSwiRGVwZW5kZW5jeVNjaGVkdWxpbmdTZXR0aW5ncyI6eyIkaWQiOiIyMDAwIiwiRGVwZW5kZW5jaWVzU2NoZWR1bGluZ01vZGVTZXR0aW5nIjoiRmxleGlibGUiLCJEZXBlbmRlbmNpZXNQcmV2aW91c1NjaGVkdWxpbmdNb2RlIjoiRmxleGlibGUiLCJPbkJyZWFraW5nRmxleGlibGVTY2hlZHVsaW5nTW9kZVNldHRpbmciOiJBc2tFdmVyeXRpbWUiLCJPbkJyZWFraW5nU3RyaWN0U2NoZWR1bGluZ01vZGVTZXR0aW5nIjoiQXNrRXZlcnl0aW1lIn0sIkRlcGVuZGVuY3lNb2R1bGVFbmFibGVkIjp0cnVlLCJQbGFubmVkTW9kdWxlRW5hYmxlZCI6ZmFsc2UsIk9sZEZpeGVkSW50ZXJ2YWxzUmVuZGVyaW5nU3RyYXRlZ3lVc2VkQmVmb3JlIjpmYWxzZSwiRGVwZW5kZW5jaWVzIjp7Il9kZXBlbmRlbmNpZXMiOltdfX0="/>
  <p:tag name="__MASTER" val="__part_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XSwiSGFzQmFzZWxpbmVzIjpmYWxzZSwiQ3VsdHVyZUluZm9OYW1lIjoiZW4tVVMiLCJTdHlsZU5hbWUiOm51bGwsIlZlcnNpb24iOnsiJGlkIjoiMiIsIlZlcnNpb24iOiI1LjYuMCIsIk9yaWdpbmFsQXNzZW1ibHlWZXJzaW9uIjpudWxsLCJFZGl0aW9uIjpudWxsLCJMYXN0U2F2ZWRFZGl0aW9uIjowLCJJc1BsdXNFZGl0aW9uIjpmYWxzZSwiSXNQcm9FZGl0aW9uIjpmYWxzZX0sIkVmZmVjdCI6MCwiU3R5bGUiOnsiJGlkIjoiMyIsIkRlZmF1bHREZXBlbmRlbmN5U3R5bGUiOnsiJGlkIjoiNCIsIkxpbmVTdHlsZSI6eyIkaWQiOiI1IiwiTGluZUNvbG9yIjp7IiRpZCI6IjYiLCIkdHlwZSI6Ik5MUkUuQ29tbW9uLkRvbS5Tb2xpZENvbG9yQnJ1c2gsIE5MUkUuQ29tbW9uIiwiQ29sb3IiOnsiJGlkIjoiNyIsIkEiOjI1NSwiUiI6MCwiRyI6MCwiQiI6MH19LCJMaW5lV2VpZ2h0IjoxLjAsIkxpbmVUeXBlIjowLCJQYXJlbnRTdHlsZSI6bnVsbH0sIkVuZEFycm93aGVhZExpbmVTdHlsZSI6eyIkaWQiOiI4IiwiS2luZCI6MSwiV2lkdGgiOjEsIkxlbmd0aCI6MCwiUGFyZW50U3R5bGUiOm51bGx9LCJCcmluZ1RvRnJvbnQiOmZhbHNlLCJFbGJvd1JhZGl1cyI6My4wLCJNYXJnaW4iOnsiJGlkIjoiOSIsIlRvcCI6MC4wLCJMZWZ0IjowLjAsIlJpZ2h0IjowLjAsIkJvdHRvbSI6MC4wfSwiUGFkZGluZyI6eyIkaWQiOiIxMCIsIlRvcCI6MC4wLCJMZWZ0IjowLjAsIlJpZ2h0IjowLjAsIkJvdHRvbSI6MC4wfSwiQmFja2dyb3VuZCI6bnVsbCwiSXNWaXNpYmxlIjp0cnVlLCJXaWR0aCI6MC4wLCJIZWlnaHQiOjAuMCwiQm9yZGVyU3R5bGUiOm51bGwsIlBhcmVudFN0eWxlIjpudWxsfSwiQ3JpdGljYWxQYXRoU3R5bGUiOnsiJGlkIjoiMTEiLCJDcml0aWNhbFBhdGhTdHlsZU9wdGlvbnMiOjMwLCJMaW5lU3R5bGUiOnsiJGlkIjoiMTIiLCJMaW5lQ29sb3IiOnsiJGlkIjoiMTMiLCIkdHlwZSI6Ik5MUkUuQ29tbW9uLkRvbS5Tb2xpZENvbG9yQnJ1c2gsIE5MUkUuQ29tbW9uIiwiQ29sb3IiOnsiJGlkIjoiMTQiLCJBIjoyNTUsIlIiOjIyMiwiRyI6NTAsIkIiOjUwfX0sIkxpbmVXZWlnaHQiOjEuMCwiTGluZVR5cGUiOjAsIlBhcmVudFN0eWxlIjpudWxsfSwiVGl0bGVGb3JlZ3JvdW5kIjp7IiRpZCI6IjE1IiwiQ29sb3IiOnsiJGlkIjoiMTYiLCJBIjoyNTUsIlIiOjE3NiwiRyI6MTksIkIiOjI1fX0sIlNoYXBlc0JhY2tncm91bmQiOnsiJGlkIjoiMTciLCJDb2xvciI6eyIkaWQiOiIxOCIsIkEiOjI1NSwiUiI6MjUzLCJHIjoyMDMsIkIiOjIwOH19LCJTaGFwZXNCb3JkZXJTdHlsZSI6eyIkaWQiOiIxOSIsIkxpbmVDb2xvciI6eyIkaWQiOiIyMCIsIiR0eXBlIjoiTkxSRS5Db21tb24uRG9tLlNvbGlkQ29sb3JCcnVzaCwgTkxSRS5Db21tb24iLCJDb2xvciI6eyIkaWQiOiIyMSIsIkEiOjI1NSwiUiI6MjM0LCJHIjoyMiwiQiI6MzB9fSwiTGluZVdlaWdodCI6Mi4wLCJMaW5lVHlwZSI6MCwiUGFyZW50U3R5bGUiOm51bGx9LCJNYXJnaW4iOnsiJGlkIjoiMjIiLCJUb3AiOjAuMCwiTGVmdCI6MC4wLCJSaWdodCI6MC4wLCJCb3R0b20iOjAuMH0sIlBhZGRpbmciOnsiJGlkIjoiMjMiLCJUb3AiOjAuMCwiTGVmdCI6MC4wLCJSaWdodCI6MC4wLCJCb3R0b20iOjAuMH0sIkJhY2tncm91bmQiOm51bGwsIklzVmlzaWJsZSI6ZmFsc2UsIldpZHRoIjowLjAsIkhlaWdodCI6MC4wLCJCb3JkZXJTdHlsZSI6eyIkaWQiOiIyNCIsIkxpbmVDb2xvciI6bnVsbCwiTGluZVdlaWdodCI6MC4wLCJMaW5lVHlwZSI6MCwiUGFyZW50U3R5bGUiOm51bGx9LCJQYXJlbnRTdHlsZSI6bnVsbH0sIlBhbmVsc1NwYWNpbmdEZWZpbml0aW9uIjp7IiRpZCI6IjI1IiwiU3BhY2luZ0Fib3ZlVGltZWJhbmQiOjMsIlNwYWNpbmdCZWxvd1RpbWViYW5kIjozLCJTcGFjaW5nQWJvdmVCZXR3ZWVuU3dpbWxhbmVzQW5kVGFza3MiOjUsIlNwYWNpbmdCZWxvd0JldHdlZW5Td2ltbGFuZXNBbmRUYXNrcyI6NX0sIlRpbWViYW5kU3R5bGUiOnsiJGlkIjoiMjYiLCJTY2FsZU1hcmtpbmciOjAsIlNoYXBlIjowLCJTaGFwZVN0eWxlIjp7IiRpZCI6IjI3IiwiTWFyZ2luIjp7IiRpZCI6IjI4IiwiVG9wIjowLjAsIkxlZnQiOjEwLjAsIlJpZ2h0IjoxMC4wLCJCb3R0b20iOjAuMH0sIlBhZGRpbmciOnsiJGlkIjoiMjkiLCJUb3AiOjAuMCwiTGVmdCI6MC4wLCJSaWdodCI6MC4wLCJCb3R0b20iOjAuMH0sIkJhY2tncm91bmQiOnsiJGlkIjoiMzAiLCJDb2xvciI6eyIkaWQiOiIzMSIsIkEiOjI1NSwiUiI6MTQsIkciOjQwLCJCIjo2NX19LCJJc1Zpc2libGUiOnRydWUsIldpZHRoIjowLjAsIkhlaWdodCI6MjAuMCwiQm9yZGVyU3R5bGUiOnsiJGlkIjoiMzIiLCJMaW5lQ29sb3IiOnsiJGlkIjoiMzMiLCIkdHlwZSI6Ik5MUkUuQ29tbW9uLkRvbS5Tb2xpZENvbG9yQnJ1c2gsIE5MUkUuQ29tbW9uIiwiQ29sb3IiOnsiJGlkIjoiMzQiLCJBIjoyNTUsIlIiOjI1NSwiRyI6MCwiQiI6MH19LCJMaW5lV2VpZ2h0IjowLjAsIkxpbmVUeXBlIjowLCJQYXJlbnRTdHlsZSI6bnVsbH0sIlBhcmVudFN0eWxlIjpudWxsfSwiTWlkZGxlVGllclNoYXBlU3R5bGUiOnsiJGlkIjoiMzUiLCJNYXJnaW4iOnsiJGlkIjoiMzYiLCJUb3AiOjAuMCwiTGVmdCI6MTAuMCwiUmlnaHQiOjEwLjAsIkJvdHRvbSI6MC4wfSwiUGFkZGluZyI6eyIkaWQiOiIzNyIsIlRvcCI6MC4wLCJMZWZ0IjowLjAsIlJpZ2h0IjowLjAsIkJvdHRvbSI6MC4wfSwiQmFja2dyb3VuZCI6eyIkaWQiOiIzOCIsIkNvbG9yIjp7IiRpZCI6IjM5IiwiQSI6MjU1LCJSIjoxNCwiRyI6NDAsIkIiOjY1fX0sIklzVmlzaWJsZSI6dHJ1ZSwiV2lkdGgiOjAuMCwiSGVpZ2h0IjoyMC4wLCJCb3JkZXJTdHlsZSI6eyIkaWQiOiI0MCIsIkxpbmVDb2xvciI6eyIkcmVmIjoiMzMifSwiTGluZVdlaWdodCI6MC4wLCJMaW5lVHlwZSI6MCwiUGFyZW50U3R5bGUiOm51bGx9LCJQYXJlbnRTdHlsZSI6bnVsbH0sIkJvdHRvbVRpZXJTaGFwZVN0eWxlIjp7IiRpZCI6IjQxIiwiTWFyZ2luIjp7IiRpZCI6IjQyIiwiVG9wIjowLjAsIkxlZnQiOjEwLjAsIlJpZ2h0IjoxMC4wLCJCb3R0b20iOjAuMH0sIlBhZGRpbmciOnsiJGlkIjoiNDMiLCJUb3AiOjAuMCwiTGVmdCI6MC4wLCJSaWdodCI6MC4wLCJCb3R0b20iOjAuMH0sIkJhY2tncm91bmQiOnsiJGlkIjoiNDQiLCJDb2xvciI6eyIkaWQiOiI0NSIsIkEiOjI1NSwiUiI6MTQsIkciOjQwLCJCIjo2NX19LCJJc1Zpc2libGUiOnRydWUsIldpZHRoIjowLjAsIkhlaWdodCI6MjAuMCwiQm9yZGVyU3R5bGUiOnsiJGlkIjoiNDYiLCJMaW5lQ29sb3IiOnsiJHJlZiI6IjMzIn0sIkxpbmVXZWlnaHQiOjAuMCwiTGluZVR5cGUiOjAsIlBhcmVudFN0eWxlIjpudWxsfSwiUGFyZW50U3R5bGUiOm51bGx9LCJSaWdodEVuZENhcHNTdHlsZSI6eyIkaWQiOiI0NyIsIkZvbnRTZXR0aW5ncyI6eyIkaWQiOiI0OCIsIkZvbnRTaXplIjoxOCwiRm9udE5hbWUiOiJDYWxpYnJpIiwiSXNCb2xkIjp0cnVlLCJJc0l0YWxpYyI6ZmFsc2UsIklzVW5kZXJsaW5lZCI6ZmFsc2UsIlBhcmVudFN0eWxlIjpudWxsfSwiQXV0b1NpemUiOjAsIkZvcmVncm91bmQiOnsiJGlkIjoiNDkiLCJDb2xvciI6eyIkaWQiOiI1MCIsIkEiOjI1NSwiUiI6MjMzLCJHIjoxMTMsIkIiOjUwfX0sIk1heFdpZHRoIjoyMDAuMCwiTWF4SGVpZ2h0IjoiSW5maW5pdHkiLCJTbWFydEZvcmVncm91bmRJc0FjdGl2ZSI6ZmFsc2UsIkhvcml6b250YWxBbGlnbm1lbnQiOjAsIlZlcnRpY2FsQWxpZ25tZW50IjoxLCJTbWFydEZvcmVncm91bmQiOm51bGwsIkJhY2tncm91bmRGaWxsVHlwZSI6MCwiTWFyZ2luIjp7IiRpZCI6IjUxIiwiVG9wIjowLjAsIkxlZnQiOjAuMCwiUmlnaHQiOjIwLjAsIkJvdHRvbSI6MC4wfSwiUGFkZGluZyI6eyIkaWQiOiI1MiIsIlRvcCI6MC4wLCJMZWZ0IjowLjAsIlJpZ2h0IjowLjAsIkJvdHRvbSI6MC4wfSwiQmFja2dyb3VuZCI6eyIkaWQiOiI1MyIsIkNvbG9yIjp7IiRpZCI6IjU0IiwiQSI6MjU1LCJSIjoyMzMsIkciOjExMywiQiI6NTB9fSwiSXNWaXNpYmxlIjpmYWxzZSwiV2lkdGgiOjAuMCwiSGVpZ2h0IjowLjAsIkJvcmRlclN0eWxlIjp7IiRpZCI6IjU1IiwiTGluZUNvbG9yIjpudWxsLCJMaW5lV2VpZ2h0IjowLjAsIkxpbmVUeXBlIjowLCJQYXJlbnRTdHlsZSI6bnVsbH0sIlBhcmVudFN0eWxlIjpudWxsfSwiTGVmdEVuZENhcHNTdHlsZSI6eyIkaWQiOiI1NiIsIkZvbnRTZXR0aW5ncyI6eyIkaWQiOiI1NyIsIkZvbnRTaXplIjoxOCwiRm9udE5hbWUiOiJDYWxpYnJpIiwiSXNCb2xkIjp0cnVlLCJJc0l0YWxpYyI6ZmFsc2UsIklzVW5kZXJsaW5lZCI6ZmFsc2UsIlBhcmVudFN0eWxlIjpudWxsfSwiQXV0b1NpemUiOjAsIkZvcmVncm91bmQiOnsiJGlkIjoiNTgiLCJDb2xvciI6eyIkaWQiOiI1OS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YwIiwiVG9wIjowLjAsIkxlZnQiOjIwLjAsIlJpZ2h0IjowLjAsIkJvdHRvbSI6MC4wfSwiUGFkZGluZyI6eyIkaWQiOiI2MSIsIlRvcCI6MC4wLCJMZWZ0IjowLjAsIlJpZ2h0IjowLjAsIkJvdHRvbSI6MC4wfSwiQmFja2dyb3VuZCI6eyIkaWQiOiI2MiIsIkNvbG9yIjp7IiRpZCI6IjYzIiwiQSI6MjU1LCJSIjoyMzcsIkciOjEyNSwiQiI6NDl9fSwiSXNWaXNpYmxlIjpmYWxzZSwiV2lkdGgiOjAuMCwiSGVpZ2h0IjowLjAsIkJvcmRlclN0eWxlIjp7IiRpZCI6IjY0IiwiTGluZUNvbG9yIjpudWxsLCJMaW5lV2VpZ2h0IjowLjAsIkxpbmVUeXBlIjowLCJQYXJlbnRTdHlsZSI6bnVsbH0sIlBhcmVudFN0eWxlIjpudWxsfSwiVG9kYXlUZXh0U3R5bGUiOnsiJGlkIjoiNjUiLCJGb250U2V0dGluZ3MiOnsiJGlkIjoiNjYiLCJGb250U2l6ZSI6MTIsIkZvbnROYW1lIjoiQ2FsaWJyaSIsIklzQm9sZCI6ZmFsc2UsIklzSXRhbGljIjpmYWxzZSwiSXNVbmRlcmxpbmVkIjpmYWxzZSwiUGFyZW50U3R5bGUiOm51bGx9LCJBdXRvU2l6ZSI6MCwiRm9yZWdyb3VuZCI6eyIkaWQiOiI2NyIsIkNvbG9yIjp7IiRpZCI6IjY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5IiwiVG9wIjowLjAsIkxlZnQiOjAuMCwiUmlnaHQiOjAuMCwiQm90dG9tIjowLjB9LCJQYWRkaW5nIjp7IiRpZCI6IjcwIiwiVG9wIjowLjAsIkxlZnQiOjAuMCwiUmlnaHQiOjAuMCwiQm90dG9tIjowLjB9LCJCYWNrZ3JvdW5kIjp7IiRpZCI6IjcxIiwiQ29sb3IiOnsiJGlkIjoiNzIiLCJBIjoyNTUsIlIiOjAsIkciOjAsIkIiOjB9fSwiSXNWaXNpYmxlIjpmYWxzZSwiV2lkdGgiOjAuMCwiSGVpZ2h0IjowLjAsIkJvcmRlclN0eWxlIjp7IiRpZCI6IjczIiwiTGluZUNvbG9yIjpudWxsLCJMaW5lV2VpZ2h0IjowLjAsIkxpbmVUeXBlIjowLCJQYXJlbnRTdHlsZSI6bnVsbH0sIlBhcmVudFN0eWxlIjpudWxsfSwiVG9kYXlNYXJrZXJTdHlsZSI6eyIkaWQiOiI3NCIsIk1hcmdpbiI6eyIkaWQiOiI3NSIsIlRvcCI6MC4wLCJMZWZ0IjowLjAsIlJpZ2h0IjowLjAsIkJvdHRvbSI6MC4wfSwiUGFkZGluZyI6eyIkaWQiOiI3NiIsIlRvcCI6MC4wLCJMZWZ0IjowLjAsIlJpZ2h0IjowLjAsIkJvdHRvbSI6MC4wfSwiQmFja2dyb3VuZCI6eyIkaWQiOiI3NyIsIkNvbG9yIjp7IiRpZCI6Ijc4IiwiQSI6MjU1LCJSIjoyNTUsIkciOjAsIkIiOjB9fSwiSXNWaXNpYmxlIjp0cnVlLCJXaWR0aCI6MC4wLCJIZWlnaHQiOjAuMCwiQm9yZGVyU3R5bGUiOm51bGwsIlBhcmVudFN0eWxlIjpudWxsfSwiU2NhbGVTdHlsZSI6eyIkaWQiOiI3OSIsIlNoYXBlIjozLCJTaG93U2VnbWVudFNlcGFyYXRvcnMiOnRydWUsIlNlZ21lbnRTZXBhcmF0b3JPcGFjaXR5IjozMCwiSGFzQmVlblZpc2libGVCZWZvcmUiOmZhbHNlLCJGb250U2V0dGluZ3MiOnsiJGlkIjoiODAiLCJGb250U2l6ZSI6MTIsIkZvbnROYW1lIjoiQ2FsaWJyaSIsIklzQm9sZCI6ZmFsc2UsIklzSXRhbGljIjpmYWxzZSwiSXNVbmRlcmxpbmVkIjpmYWxzZSwiUGFyZW50U3R5bGUiOm51bGx9LCJBdXRvU2l6ZSI6MCwiRm9yZWdyb3VuZCI6eyIkaWQiOiI4MSIsIkNvbG9yIjp7IiRpZCI6IjgyIiwiQSI6MjU1LCJSIjoyMzIsIkciOjIzMiwiQiI6MjMyfX0sIk1heFdpZHRoIjoyMDAuMCwiTWF4SGVpZ2h0IjoiSW5maW5pdHkiLCJTbWFydEZvcmVncm91bmRJc0FjdGl2ZSI6ZmFsc2UsIkhvcml6b250YWxBbGlnbm1lbnQiOjAsIlZlcnRpY2FsQWxpZ25tZW50IjoxLCJTbWFydEZvcmVncm91bmQiOm51bGwsIkJhY2tncm91bmRGaWxsVHlwZSI6MCwiTWFyZ2luIjp7IiRpZCI6IjgzIiwiVG9wIjowLjAsIkxlZnQiOjQuMCwiUmlnaHQiOjQuMCwiQm90dG9tIjowLjB9LCJQYWRkaW5nIjp7IiRpZCI6Ijg0IiwiVG9wIjowLjAsIkxlZnQiOjAuMCwiUmlnaHQiOjAuMCwiQm90dG9tIjowLjB9LCJCYWNrZ3JvdW5kIjp7IiRpZCI6Ijg1IiwiQ29sb3IiOnsiJGlkIjoiODYiLCJBIjoyNTUsIlIiOjE0LCJHIjo0MCwiQiI6NjV9fSwiSXNWaXNpYmxlIjp0cnVlLCJXaWR0aCI6MC4wLCJIZWlnaHQiOjAuMCwiQm9yZGVyU3R5bGUiOnsiJGlkIjoiODciLCJMaW5lQ29sb3IiOm51bGwsIkxpbmVXZWlnaHQiOjAuMCwiTGluZVR5cGUiOjAsIlBhcmVudFN0eWxlIjpudWxsfSwiUGFyZW50U3R5bGUiOm51bGx9LCJTaW5nbGVTY2FsZVNoYXBlU3R5bGUiOnsiJGlkIjoiODgiLCJTaGFwZSI6MCwiSGVpZ2h0IjowLjB9LCJNaWRkbGVUaWVyU2NhbGVTdHlsZSI6eyIkaWQiOiI4OSIsIlNoYXBlIjozLCJTaG93U2VnbWVudFNlcGFyYXRvcnMiOnRydWUsIlNlZ21lbnRTZXBhcmF0b3JPcGFjaXR5IjozMCwiSGFzQmVlblZpc2libGVCZWZvcmUiOmZhbHNlLCJGb250U2V0dGluZ3MiOnsiJGlkIjoiOTAiLCJGb250U2l6ZSI6MTIsIkZvbnROYW1lIjoiQ2FsaWJyaSIsIklzQm9sZCI6ZmFsc2UsIklzSXRhbGljIjpmYWxzZSwiSXNVbmRlcmxpbmVkIjpmYWxzZSwiUGFyZW50U3R5bGUiOm51bGx9LCJBdXRvU2l6ZSI6MCwiRm9yZWdyb3VuZCI6eyIkaWQiOiI5MSIsIkNvbG9yIjp7IiRpZCI6IjkyIiwiQSI6MjU1LCJSIjoyMzIsIkciOjIzMiwiQiI6MjMyfX0sIk1heFdpZHRoIjoyMDAuMCwiTWF4SGVpZ2h0IjoiSW5maW5pdHkiLCJTbWFydEZvcmVncm91bmRJc0FjdGl2ZSI6ZmFsc2UsIkhvcml6b250YWxBbGlnbm1lbnQiOjAsIlZlcnRpY2FsQWxpZ25tZW50IjoxLCJTbWFydEZvcmVncm91bmQiOm51bGwsIkJhY2tncm91bmRGaWxsVHlwZSI6MCwiTWFyZ2luIjp7IiRpZCI6IjkzIiwiVG9wIjowLjAsIkxlZnQiOjQuMCwiUmlnaHQiOjQuMCwiQm90dG9tIjowLjB9LCJQYWRkaW5nIjp7IiRpZCI6Ijk0IiwiVG9wIjowLjAsIkxlZnQiOjAuMCwiUmlnaHQiOjAuMCwiQm90dG9tIjowLjB9LCJCYWNrZ3JvdW5kIjp7IiRpZCI6Ijk1IiwiQ29sb3IiOnsiJGlkIjoiOTYiLCJBIjoyNTUsIlIiOjE0LCJHIjo0MCwiQiI6NjV9fSwiSXNWaXNpYmxlIjpmYWxzZSwiV2lkdGgiOjAuMCwiSGVpZ2h0IjowLjAsIkJvcmRlclN0eWxlIjp7IiRpZCI6Ijk3IiwiTGluZUNvbG9yIjpudWxsLCJMaW5lV2VpZ2h0IjowLjAsIkxpbmVUeXBlIjowLCJQYXJlbnRTdHlsZSI6bnVsbH0sIlBhcmVudFN0eWxlIjpudWxsfSwiQm90dG9tVGllclNjYWxlU3R5bGUiOnsiJGlkIjoiOTgiLCJTaGFwZSI6MywiU2hvd1NlZ21lbnRTZXBhcmF0b3JzIjp0cnVlLCJTZWdtZW50U2VwYXJhdG9yT3BhY2l0eSI6MzAsIkhhc0JlZW5WaXNpYmxlQmVmb3JlIjpmYWxzZSwiRm9udFNldHRpbmdzIjp7IiRpZCI6Ijk5IiwiRm9udFNpemUiOjEyLCJGb250TmFtZSI6IkNhbGlicmkiLCJJc0JvbGQiOmZhbHNlLCJJc0l0YWxpYyI6ZmFsc2UsIklzVW5kZXJsaW5lZCI6ZmFsc2UsIlBhcmVudFN0eWxlIjpudWxsfSwiQXV0b1NpemUiOjAsIkZvcmVncm91bmQiOnsiJGlkIjoiMTAwIiwiQ29sb3IiOnsiJGlkIjoiMTAxIiwiQSI6MjU1LCJSIjoyMzIsIkciOjIzMiwiQiI6MjMyfX0sIk1heFdpZHRoIjoyMDAuMCwiTWF4SGVpZ2h0IjoiSW5maW5pdHkiLCJTbWFydEZvcmVncm91bmRJc0FjdGl2ZSI6ZmFsc2UsIkhvcml6b250YWxBbGlnbm1lbnQiOjAsIlZlcnRpY2FsQWxpZ25tZW50IjoxLCJTbWFydEZvcmVncm91bmQiOm51bGwsIkJhY2tncm91bmRGaWxsVHlwZSI6MCwiTWFyZ2luIjp7IiRpZCI6IjEwMiIsIlRvcCI6MC4wLCJMZWZ0Ijo0LjAsIlJpZ2h0Ijo0LjAsIkJvdHRvbSI6MC4wfSwiUGFkZGluZyI6eyIkaWQiOiIxMDMiLCJUb3AiOjAuMCwiTGVmdCI6MC4wLCJSaWdodCI6MC4wLCJCb3R0b20iOjAuMH0sIkJhY2tncm91bmQiOnsiJGlkIjoiMTA0IiwiQ29sb3IiOnsiJGlkIjoiMTA1IiwiQSI6MjU1LCJSIjoxNCwiRyI6NDAsIkIiOjY1fX0sIklzVmlzaWJsZSI6ZmFsc2UsIldpZHRoIjowLjAsIkhlaWdodCI6MC4wLCJCb3JkZXJTdHlsZSI6eyIkaWQiOiIxMDYiLCJMaW5lQ29sb3IiOm51bGwsIkxpbmVXZWlnaHQiOjAuMCwiTGluZVR5cGUiOjAsIlBhcmVudFN0eWxlIjpudWxsfSwiUGFyZW50U3R5bGUiOm51bGx9LCJFbGFwc2VkVGltZUJhY2tncm91bmQiOnsiJGlkIjoiMTA3IiwiQ29sb3IiOnsiJGlkIjoiMTA4IiwiQSI6MTkxLCJSIjoyNTUsIkciOjAsIkIiOjB9fSwiQXBwZW5kWWVhck9uWWVhckNoYW5nZSI6ZmFsc2UsIkVsYXBzZWRUaW1lRm9ybWF0IjowLCJUb2RheU1hcmtlclBvc2l0aW9uIjowLCJRdWlja1Bvc2l0aW9uIjozLCJBYnNvbHV0ZVBvc2l0aW9uIjoxMzUuMCwiTWFyZ2luIjp7IiRpZCI6IjEwOSIsIlRvcCI6MC4wLCJMZWZ0IjoxMC4wLCJSaWdodCI6MTAuMCwiQm90dG9tIjowLjB9LCJQYWRkaW5nIjp7IiRpZCI6IjExMCIsIlRvcCI6MC4wLCJMZWZ0IjowLjAsIlJpZ2h0IjowLjAsIkJvdHRvbSI6MC4wfSwiQmFja2dyb3VuZCI6eyIkaWQiOiIxMTEiLCJDb2xvciI6eyIkaWQiOiIxMTIiLCJBIjoyNTUsIlIiOjQ3LCJHIjo1NCwiQiI6MTUzfX0sIklzVmlzaWJsZSI6ZmFsc2UsIldpZHRoIjowLjAsIkhlaWdodCI6MC4wLCJCb3JkZXJTdHlsZSI6bnVsbCwiUGFyZW50U3R5bGUiOm51bGx9LCJEZWZhdWx0TWlsZXN0b25lU3R5bGUiOnsiJGlkIjoiMTEzIiwiU2hhcGUiOjIsIkNvbm5lY3Rvck1hcmdpbiI6eyIkaWQiOiIxMTQiLCJUb3AiOjAuMCwiTGVmdCI6Mi4wLCJSaWdodCI6Mi4wLCJCb3R0b20iOjAuMH0sIkNvbm5lY3RvclN0eWxlIjp7IiRpZCI6IjExNSIsIkxpbmVDb2xvciI6eyIkaWQiOiIxMTYiLCIkdHlwZSI6Ik5MUkUuQ29tbW9uLkRvbS5Tb2xpZENvbG9yQnJ1c2gsIE5MUkUuQ29tbW9uIiwiQ29sb3IiOnsiJGlkIjoiMTE3IiwiQSI6MTI3LCJSIjoyMzMsIkciOjExMywiQiI6NTB9fSwiTGluZVdlaWdodCI6MS4wLCJMaW5lVHlwZSI6MCwiUGFyZW50U3R5bGUiOm51bGx9LCJJc0JlbG93VGltZWJhbmQiOmZhbHNlLCJQb3NpdGlvbk9uVGFzayI6MCwiSGlkZURhdGUiOmZhbHNlLCJTaGFwZVNpemUiOjEsIlNwYWNpbmciOjAuMCwiUGFkZGluZyI6eyIkaWQiOiIxMTgiLCJUb3AiOjUuMCwiTGVmdCI6My4wLCJSaWdodCI6MC4wLCJCb3R0b20iOjIuMH0sIlNoYXBlU3R5bGUiOnsiJGlkIjoiMTE5IiwiTWFyZ2luIjp7IiRpZCI6IjEyMCIsIlRvcCI6MC4wLCJMZWZ0IjowLjAsIlJpZ2h0IjowLjAsIkJvdHRvbSI6MC4wfSwiUGFkZGluZyI6eyIkaWQiOiIxMjEiLCJUb3AiOjAuMCwiTGVmdCI6MC4wLCJSaWdodCI6MC4wLCJCb3R0b20iOjAuMH0sIkJhY2tncm91bmQiOnsiJGlkIjoiMTIyIiwiQ29sb3IiOnsiJGlkIjoiMTIzIiwiQSI6MjU1LCJSIjoyMzMsIkciOjExMywiQiI6NTB9fSwiSXNWaXNpYmxlIjp0cnVlLCJXaWR0aCI6MTguMCwiSGVpZ2h0IjoyMC4wLCJCb3JkZXJTdHlsZSI6eyIkaWQiOiIxMjQiLCJMaW5lQ29sb3IiOnsiJGlkIjoiMTI1IiwiJHR5cGUiOiJOTFJFLkNvbW1vbi5Eb20uU29saWRDb2xvckJydXNoLCBOTFJFLkNvbW1vbiIsIkNvbG9yIjp7IiRpZCI6IjEyNiIsIkEiOjI1NSwiUiI6MjM0LCJHIjoyMiwiQiI6MzB9fSwiTGluZVdlaWdodCI6MC4wLCJMaW5lVHlwZSI6MCwiUGFyZW50U3R5bGUiOm51bGx9LCJQYXJlbnRTdHlsZSI6bnVsbH0sIlRpdGxlU3R5bGUiOnsiJGlkIjoiMTI3IiwiRm9udFNldHRpbmdzIjp7IiRpZCI6IjEyOCIsIkZvbnRTaXplIjoxMSwiRm9udE5hbWUiOiJDYWxpYnJpIiwiSXNCb2xkIjp0cnVlLCJJc0l0YWxpYyI6ZmFsc2UsIklzVW5kZXJsaW5lZCI6ZmFsc2UsIlBhcmVudFN0eWxlIjpudWxsfSwiQXV0b1NpemUiOjAsIkZvcmVncm91bmQiOnsiJGlkIjoiMTI5IiwiQ29sb3IiOnsiJGlkIjoiMTM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zMSIsIlRvcCI6MC4wLCJMZWZ0IjowLjAsIlJpZ2h0IjowLjAsIkJvdHRvbSI6MC4wfSwiUGFkZGluZyI6eyIkaWQiOiIxMzIiLCJUb3AiOjAuMCwiTGVmdCI6MC4wLCJSaWdodCI6MC4wLCJCb3R0b20iOjAuMH0sIkJhY2tncm91bmQiOnsiJGlkIjoiMTMzIiwiQ29sb3IiOnsiJGlkIjoiMTM0IiwiQSI6MjU1LCJSIjowLCJHIjowLCJCIjowfX0sIklzVmlzaWJsZSI6dHJ1ZSwiV2lkdGgiOjAuMCwiSGVpZ2h0IjowLjAsIkJvcmRlclN0eWxlIjp7IiRpZCI6IjEzNSIsIkxpbmVDb2xvciI6bnVsbCwiTGluZVdlaWdodCI6MC4wLCJMaW5lVHlwZSI6MCwiUGFyZW50U3R5bGUiOm51bGx9LCJQYXJlbnRTdHlsZSI6bnVsbH0sIkRhdGVTdHlsZSI6eyIkaWQiOiIxMzYiLCJGb250U2V0dGluZ3MiOnsiJGlkIjoiMTM3IiwiRm9udFNpemUiOjEwLCJGb250TmFtZSI6IkNhbGlicmkiLCJJc0JvbGQiOmZhbHNlLCJJc0l0YWxpYyI6ZmFsc2UsIklzVW5kZXJsaW5lZCI6ZmFsc2UsIlBhcmVudFN0eWxlIjpudWxsfSwiQXV0b1NpemUiOjAsIkZvcmVncm91bmQiOnsiJGlkIjoiMTM4IiwiQ29sb3IiOnsiJGlkIjoiMTM5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0MCIsIlRvcCI6MC4wLCJMZWZ0IjowLjAsIlJpZ2h0IjowLjAsIkJvdHRvbSI6MC4wfSwiUGFkZGluZyI6eyIkaWQiOiIxNDEiLCJUb3AiOjAuMCwiTGVmdCI6MC4wLCJSaWdodCI6MC4wLCJCb3R0b20iOjAuMH0sIkJhY2tncm91bmQiOnsiJGlkIjoiMTQyIiwiQ29sb3IiOnsiJGlkIjoiMTQzIiwiQSI6MjU1LCJSIjoxNCwiRyI6NDAsIkIiOjY1fX0sIklzVmlzaWJsZSI6dHJ1ZSwiV2lkdGgiOjAuMCwiSGVpZ2h0IjowLjAsIkJvcmRlclN0eWxlIjp7IiRpZCI6IjE0NCIsIkxpbmVDb2xvciI6bnVsbCwiTGluZVdlaWdodCI6MC4wLCJMaW5lVHlwZSI6MCwiUGFyZW50U3R5bGUiOm51bGx9LCJQYXJlbnRTdHlsZSI6bnVsbH0sIkRhdGVGb3JtYXQiOnsiJGlkIjoiMTQ1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0NiIsIkZvcm1hdCI6MCwiSXNWaXNpYmxlIjpmYWxzZSwiTGFzdEtub3duVmlzaWJpbGl0eVN0YXRlIjpmYWxzZX0sIklzVmlzaWJsZSI6dHJ1ZSwiVmFyaWFuY2VTdHlsZSI6eyIkaWQiOiIxNDciLCJUZXh0U3R5bGUiOnsiJGlkIjoiMTQ4IiwiRm9udFNldHRpbmdzIjp7IiRpZCI6IjE0OSIsIkZvbnRTaXplIjoxMCwiRm9udE5hbWUiOiJDYWxpYnJpIiwiSXNCb2xkIjpmYWxzZSwiSXNJdGFsaWMiOmZhbHNlLCJJc1VuZGVybGluZWQiOmZhbHNlLCJQYXJlbnRTdHlsZSI6bnVsbH0sIkF1dG9TaXplIjowLCJGb3JlZ3JvdW5kIjp7IiRpZCI6IjE1MCIsIkNvbG9yIjp7IiRpZCI6IjE1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TIiLCJUb3AiOjAuMCwiTGVmdCI6MC4wLCJSaWdodCI6MC4wLCJCb3R0b20iOjAuMH0sIlBhZGRpbmciOnsiJGlkIjoiMTUzIiwiVG9wIjowLjAsIkxlZnQiOjAuMCwiUmlnaHQiOjAuMCwiQm90dG9tIjowLjB9LCJCYWNrZ3JvdW5kIjp7IiRpZCI6IjE1NCIsIkNvbG9yIjp7IiRpZCI6IjE1NSIsIkEiOjI1NSwiUiI6MCwiRyI6MCwiQiI6MH19LCJJc1Zpc2libGUiOnRydWUsIldpZHRoIjowLjAsIkhlaWdodCI6MC4wLCJCb3JkZXJTdHlsZSI6eyIkaWQiOiIxNTYiLCJMaW5lQ29sb3IiOm51bGwsIkxpbmVXZWlnaHQiOjAuMCwiTGluZVR5cGUiOjAsIlBhcmVudFN0eWxlIjpudWxsfSwiUGFyZW50U3R5bGUiOm51bGx9LCJQYXJlbnRTdHlsZSI6bnVsbH0sIlBhcmVudFN0eWxlIjpudWxsfSwiRGVmYXVsdE1vdFN0eWxlIjp7IiRpZCI6IjE1NyIsIlNoYXBlIjoyLCJDb25uZWN0b3JNYXJnaW4iOnsiJGlkIjoiMTU4IiwiVG9wIjowLjAsIkxlZnQiOjIuMCwiUmlnaHQiOjIuMCwiQm90dG9tIjowLjB9LCJDb25uZWN0b3JTdHlsZSI6eyIkaWQiOiIxNTkiLCJMaW5lQ29sb3IiOnsiJGlkIjoiMTYwIiwiJHR5cGUiOiJOTFJFLkNvbW1vbi5Eb20uU29saWRDb2xvckJydXNoLCBOTFJFLkNvbW1vbiIsIkNvbG9yIjp7IiRpZCI6IjE2MSIsIkEiOjEyNywiUiI6MjMzLCJHIjoxMTMsIkIiOjUwfX0sIkxpbmVXZWlnaHQiOjEuMCwiTGluZVR5cGUiOjAsIlBhcmVudFN0eWxlIjpudWxsfSwiSXNCZWxvd1RpbWViYW5kIjpmYWxzZSwiUG9zaXRpb25PblRhc2siOjEsIkhpZGVEYXRlIjpmYWxzZSwiU2hhcGVTaXplIjoxLCJTcGFjaW5nIjowLjAsIlBhZGRpbmciOnsiJGlkIjoiMTYyIiwiVG9wIjo1LjAsIkxlZnQiOjMuMCwiUmlnaHQiOjAuMCwiQm90dG9tIjoyLjB9LCJTaGFwZVN0eWxlIjp7IiRpZCI6IjE2MyIsIk1hcmdpbiI6eyIkaWQiOiIxNjQiLCJUb3AiOjAuMCwiTGVmdCI6MC4wLCJSaWdodCI6MC4wLCJCb3R0b20iOjAuMH0sIlBhZGRpbmciOnsiJGlkIjoiMTY1IiwiVG9wIjowLjAsIkxlZnQiOjAuMCwiUmlnaHQiOjAuMCwiQm90dG9tIjowLjB9LCJCYWNrZ3JvdW5kIjp7IiRpZCI6IjE2NiIsIkNvbG9yIjp7IiRpZCI6IjE2NyIsIkEiOjI1NSwiUiI6MjMzLCJHIjoxMTMsIkIiOjUwfX0sIklzVmlzaWJsZSI6dHJ1ZSwiV2lkdGgiOjEzLjAsIkhlaWdodCI6MTMuMCwiQm9yZGVyU3R5bGUiOnsiJGlkIjoiMTY4IiwiTGluZUNvbG9yIjp7IiRpZCI6IjE2OSIsIiR0eXBlIjoiTkxSRS5Db21tb24uRG9tLlNvbGlkQ29sb3JCcnVzaCwgTkxSRS5Db21tb24iLCJDb2xvciI6eyIkaWQiOiIxNzAiLCJBIjoyNTUsIlIiOjIzNCwiRyI6MjIsIkIiOjMwfX0sIkxpbmVXZWlnaHQiOjAuMCwiTGluZVR5cGUiOjAsIlBhcmVudFN0eWxlIjpudWxsfSwiUGFyZW50U3R5bGUiOm51bGx9LCJUaXRsZVN0eWxlIjp7IiRpZCI6IjE3MSIsIkZvbnRTZXR0aW5ncyI6eyIkaWQiOiIxNzIiLCJGb250U2l6ZSI6MTEsIkZvbnROYW1lIjoiQ2FsaWJyaSIsIklzQm9sZCI6dHJ1ZSwiSXNJdGFsaWMiOmZhbHNlLCJJc1VuZGVybGluZWQiOmZhbHNlLCJQYXJlbnRTdHlsZSI6bnVsbH0sIkF1dG9TaXplIjowLCJGb3JlZ3JvdW5kIjp7IiRpZCI6IjE3MyIsIkNvbG9yIjp7IiRpZCI6IjE3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zUiLCJUb3AiOjAuMCwiTGVmdCI6MC4wLCJSaWdodCI6MC4wLCJCb3R0b20iOjAuMH0sIlBhZGRpbmciOnsiJGlkIjoiMTc2IiwiVG9wIjowLjAsIkxlZnQiOjAuMCwiUmlnaHQiOjAuMCwiQm90dG9tIjowLjB9LCJCYWNrZ3JvdW5kIjp7IiRpZCI6IjE3NyIsIkNvbG9yIjp7IiRpZCI6IjE3OCIsIkEiOjI1NSwiUiI6MCwiRyI6MCwiQiI6MH19LCJJc1Zpc2libGUiOnRydWUsIldpZHRoIjowLjAsIkhlaWdodCI6MC4wLCJCb3JkZXJTdHlsZSI6eyIkaWQiOiIxNzkiLCJMaW5lQ29sb3IiOm51bGwsIkxpbmVXZWlnaHQiOjAuMCwiTGluZVR5cGUiOjAsIlBhcmVudFN0eWxlIjpudWxsfSwiUGFyZW50U3R5bGUiOm51bGx9LCJEYXRlU3R5bGUiOnsiJGlkIjoiMTgwIiwiRm9udFNldHRpbmdzIjp7IiRpZCI6IjE4MSIsIkZvbnRTaXplIjoxMCwiRm9udE5hbWUiOiJDYWxpYnJpIiwiSXNCb2xkIjpmYWxzZSwiSXNJdGFsaWMiOmZhbHNlLCJJc1VuZGVybGluZWQiOmZhbHNlLCJQYXJlbnRTdHlsZSI6bnVsbH0sIkF1dG9TaXplIjowLCJGb3JlZ3JvdW5kIjp7IiRpZCI6IjE4MiIsIkNvbG9yIjp7IiRpZCI6IjE4My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xODQiLCJUb3AiOjAuMCwiTGVmdCI6MC4wLCJSaWdodCI6MC4wLCJCb3R0b20iOjAuMH0sIlBhZGRpbmciOnsiJGlkIjoiMTg1IiwiVG9wIjowLjAsIkxlZnQiOjAuMCwiUmlnaHQiOjAuMCwiQm90dG9tIjowLjB9LCJCYWNrZ3JvdW5kIjp7IiRpZCI6IjE4NiIsIkNvbG9yIjp7IiRpZCI6IjE4NyIsIkEiOjI1NSwiUiI6MTQsIkciOjQwLCJCIjo2NX19LCJJc1Zpc2libGUiOnRydWUsIldpZHRoIjowLjAsIkhlaWdodCI6MC4wLCJCb3JkZXJTdHlsZSI6eyIkaWQiOiIxODgiLCJMaW5lQ29sb3IiOm51bGwsIkxpbmVXZWlnaHQiOjAuMCwiTGluZVR5cGUiOjAsIlBhcmVudFN0eWxlIjpudWxsfSwiUGFyZW50U3R5bGUiOm51bGx9LCJEYXRlRm9ybWF0Ijp7IiRpZCI6IjE4O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TAiLCJGb3JtYXQiOjAsIklzVmlzaWJsZSI6ZmFsc2UsIkxhc3RLbm93blZpc2liaWxpdHlTdGF0ZSI6ZmFsc2V9LCJJc1Zpc2libGUiOnRydWUsIlZhcmlhbmNlU3R5bGUiOnsiJGlkIjoiMTkxIiwiVGV4dFN0eWxlIjp7IiRpZCI6IjE5MiIsIkZvbnRTZXR0aW5ncyI6eyIkaWQiOiIxOTMiLCJGb250U2l6ZSI6MTAsIkZvbnROYW1lIjoiQ2FsaWJyaSIsIklzQm9sZCI6ZmFsc2UsIklzSXRhbGljIjpmYWxzZSwiSXNVbmRlcmxpbmVkIjpmYWxzZSwiUGFyZW50U3R5bGUiOm51bGx9LCJBdXRvU2l6ZSI6MCwiRm9yZWdyb3VuZCI6eyIkaWQiOiIxOTQiLCJDb2xvciI6eyIkaWQiOiIxOT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k2IiwiVG9wIjowLjAsIkxlZnQiOjAuMCwiUmlnaHQiOjAuMCwiQm90dG9tIjowLjB9LCJQYWRkaW5nIjp7IiRpZCI6IjE5NyIsIlRvcCI6MC4wLCJMZWZ0IjowLjAsIlJpZ2h0IjowLjAsIkJvdHRvbSI6MC4wfSwiQmFja2dyb3VuZCI6eyIkaWQiOiIxOTgiLCJDb2xvciI6eyIkaWQiOiIxOTkiLCJBIjoyNTUsIlIiOjAsIkciOjAsIkIiOjB9fSwiSXNWaXNpYmxlIjp0cnVlLCJXaWR0aCI6MC4wLCJIZWlnaHQiOjAuMCwiQm9yZGVyU3R5bGUiOnsiJGlkIjoiMjAwIiwiTGluZUNvbG9yIjpudWxsLCJMaW5lV2VpZ2h0IjowLjAsIkxpbmVUeXBlIjowLCJQYXJlbnRTdHlsZSI6bnVsbH0sIlBhcmVudFN0eWxlIjpudWxsfSwiUGFyZW50U3R5bGUiOm51bGx9LCJQYXJlbnRTdHlsZSI6bnVsbH0sIkRlZmF1bHRUYXNrU3R5bGUiOnsiJGlkIjoiMjAxIiwiU2hhcGUiOjMsIlNoYXBlVGhpY2tuZXNzIjowLCJEdXJhdGlvbkZvcm1hdCI6MCwiSW5jbHVkZU5vbldvcmtpbmdEYXlzSW5EdXJhdGlvbiI6ZmFsc2UsIlBlcmNlbnRhZ2VDb21wbGV0ZVN0eWxlIjp7IiRpZCI6IjIwMiIsIkZvbnRTZXR0aW5ncyI6eyIkaWQiOiIyMDMiLCJGb250U2l6ZSI6MTAsIkZvbnROYW1lIjoiQ2FsaWJyaSIsIklzQm9sZCI6ZmFsc2UsIklzSXRhbGljIjpmYWxzZSwiSXNVbmRlcmxpbmVkIjpmYWxzZSwiUGFyZW50U3R5bGUiOm51bGx9LCJBdXRvU2l6ZSI6MCwiRm9yZWdyb3VuZCI6eyIkaWQiOiIyMDQiLCJDb2xvciI6eyIkaWQiOiIyMDU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jA2IiwiVG9wIjowLjAsIkxlZnQiOjAuMCwiUmlnaHQiOjAuMCwiQm90dG9tIjowLjB9LCJQYWRkaW5nIjp7IiRpZCI6IjIwNyIsIlRvcCI6MC4wLCJMZWZ0IjowLjAsIlJpZ2h0IjowLjAsIkJvdHRvbSI6MC4wfSwiQmFja2dyb3VuZCI6eyIkaWQiOiIyMDgiLCJDb2xvciI6eyIkaWQiOiIyMDkiLCJBIjo4OSwiUiI6MCwiRyI6MCwiQiI6MH19LCJJc1Zpc2libGUiOnRydWUsIldpZHRoIjowLjAsIkhlaWdodCI6MC4wLCJCb3JkZXJTdHlsZSI6eyIkaWQiOiIyMTAiLCJMaW5lQ29sb3IiOm51bGwsIkxpbmVXZWlnaHQiOjAuMCwiTGluZVR5cGUiOjAsIlBhcmVudFN0eWxlIjpudWxsfSwiUGFyZW50U3R5bGUiOm51bGx9LCJEdXJhdGlvblN0eWxlIjp7IiRpZCI6IjIxMSIsIkZvbnRTZXR0aW5ncyI6eyIkaWQiOiIyMTIiLCJGb250U2l6ZSI6MTAsIkZvbnROYW1lIjoiQ2FsaWJyaSIsIklzQm9sZCI6ZmFsc2UsIklzSXRhbGljIjpmYWxzZSwiSXNVbmRlcmxpbmVkIjpmYWxzZSwiUGFyZW50U3R5bGUiOm51bGx9LCJBdXRvU2l6ZSI6MCwiRm9yZWdyb3VuZCI6eyIkaWQiOiIyMTMiLCJDb2xvciI6eyIkaWQiOiIyMTQ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yMTUiLCJUb3AiOjAuMCwiTGVmdCI6MC4wLCJSaWdodCI6MC4wLCJCb3R0b20iOjAuMH0sIlBhZGRpbmciOnsiJGlkIjoiMjE2IiwiVG9wIjowLjAsIkxlZnQiOjAuMCwiUmlnaHQiOjAuMCwiQm90dG9tIjowLjB9LCJCYWNrZ3JvdW5kIjp7IiRpZCI6IjIxNyIsIkNvbG9yIjp7IiRpZCI6IjIxOCIsIkEiOjI1NSwiUiI6MjM3LCJHIjoxMjUsIkIiOjQ5fX0sIklzVmlzaWJsZSI6dHJ1ZSwiV2lkdGgiOjAuMCwiSGVpZ2h0IjowLjAsIkJvcmRlclN0eWxlIjp7IiRpZCI6IjIxOSIsIkxpbmVDb2xvciI6bnVsbCwiTGluZVdlaWdodCI6MC4wLCJMaW5lVHlwZSI6MCwiUGFyZW50U3R5bGUiOm51bGx9LCJQYXJlbnRTdHlsZSI6bnVsbH0sIkhvcml6b250YWxDb25uZWN0b3JTdHlsZSI6eyIkaWQiOiIyMjAiLCJMaW5lQ29sb3IiOnsiJGlkIjoiMjIxIiwiJHR5cGUiOiJOTFJFLkNvbW1vbi5Eb20uU29saWRDb2xvckJydXNoLCBOTFJFLkNvbW1vbiIsIkNvbG9yIjp7IiRpZCI6IjIyMiIsIkEiOjUxLCJSIjoyMSwiRyI6OTYsIkIiOjEzMH19LCJMaW5lV2VpZ2h0IjoxLjAsIkxpbmVUeXBlIjowLCJQYXJlbnRTdHlsZSI6bnVsbH0sIlZlcnRpY2FsQ29ubmVjdG9yU3R5bGUiOnsiJGlkIjoiMjIzIiwiTGluZUNvbG9yIjp7IiRpZCI6IjIyNCIsIiR0eXBlIjoiTkxSRS5Db21tb24uRG9tLlNvbGlkQ29sb3JCcnVzaCwgTkxSRS5Db21tb24iLCJDb2xvciI6eyIkaWQiOiIyMjU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MiwiU3BhY2luZyI6MywiSXNCZWxvd1RpbWViYW5kIjpmYWxzZSwiUGVyY2VudGFnZUNvbXBsZXRlU2hhcGVPcGFjaXR5IjozNSwiQmFzZWxpbmVTdHlsZSI6eyIkaWQiOiIyMjYiLCJTaGFwZVN0eWxlIjp7IiRpZCI6IjIyNyIsIk1hcmdpbiI6eyIkaWQiOiIyMjgiLCJUb3AiOjAuMCwiTGVmdCI6MC4wLCJSaWdodCI6MC4wLCJCb3R0b20iOjAuMH0sIlBhZGRpbmciOnsiJGlkIjoiMjI5IiwiVG9wIjowLjAsIkxlZnQiOjAuMCwiUmlnaHQiOjAuMCwiQm90dG9tIjowLjB9LCJCYWNrZ3JvdW5kIjp7IiRpZCI6IjIzMCIsIkNvbG9yIjp7IiRpZCI6IjIzMSIsIkEiOjE1MywiUiI6MCwiRyI6MCwiQiI6MH19LCJJc1Zpc2libGUiOnRydWUsIldpZHRoIjowLjAsIkhlaWdodCI6MC4wLCJCb3JkZXJTdHlsZSI6eyIkaWQiOiIyMzIiLCJMaW5lQ29sb3IiOnsiJGlkIjoiMjMzIiwiJHR5cGUiOiJOTFJFLkNvbW1vbi5Eb20uU29saWRDb2xvckJydXNoLCBOTFJFLkNvbW1vbiIsIkNvbG9yIjp7IiRpZCI6IjIzNCIsIkEiOjI1NSwiUiI6MjU1LCJHIjowLCJCIjowfX0sIkxpbmVXZWlnaHQiOjAuMCwiTGluZVR5cGUiOjAsIlBhcmVudFN0eWxlIjpudWxsfSwiUGFyZW50U3R5bGUiOm51bGx9LCJNYXJnaW4iOnsiJGlkIjoiMjM1IiwiVG9wIjowLjAsIkxlZnQiOjAuMCwiUmlnaHQiOjAuMCwiQm90dG9tIjowLjB9LCJQYWRkaW5nIjp7IiRpZCI6IjIzNiIsIlRvcCI6MC4wLCJMZWZ0IjowLjAsIlJpZ2h0IjowLjAsIkJvdHRvbSI6MC4wfSwiQmFja2dyb3VuZCI6bnVsbCwiSXNWaXNpYmxlIjp0cnVlLCJXaWR0aCI6MC4wLCJIZWlnaHQiOjAuMCwiQm9yZGVyU3R5bGUiOm51bGwsIlBhcmVudFN0eWxlIjpudWxsfSwiU2hhcGVTdHlsZSI6eyIkaWQiOiIyMzciLCJNYXJnaW4iOnsiJGlkIjoiMjM4IiwiVG9wIjowLjAsIkxlZnQiOjQuMCwiUmlnaHQiOjQuMCwiQm90dG9tIjowLjB9LCJQYWRkaW5nIjp7IiRpZCI6IjIzOSIsIlRvcCI6MC4wLCJMZWZ0IjowLjAsIlJpZ2h0IjowLjAsIkJvdHRvbSI6MC4wfSwiQmFja2dyb3VuZCI6eyIkaWQiOiIyNDAiLCJDb2xvciI6eyIkaWQiOiIyNDEiLCJBIjoyNTUsIlIiOjIxLCJHIjo5NiwiQiI6MTMwfX0sIklzVmlzaWJsZSI6dHJ1ZSwiV2lkdGgiOjAuMCwiSGVpZ2h0IjoxMC4wLCJCb3JkZXJTdHlsZSI6eyIkaWQiOiIyNDIiLCJMaW5lQ29sb3IiOnsiJGlkIjoiMjQzIiwiJHR5cGUiOiJOTFJFLkNvbW1vbi5Eb20uU29saWRDb2xvckJydXNoLCBOTFJFLkNvbW1vbiIsIkNvbG9yIjp7IiRpZCI6IjI0NCIsIkEiOjI1NSwiUiI6MjM0LCJHIjoyMiwiQiI6MzB9fSwiTGluZVdlaWdodCI6MC4wLCJMaW5lVHlwZSI6MCwiUGFyZW50U3R5bGUiOm51bGx9LCJQYXJlbnRTdHlsZSI6bnVsbH0sIlRpdGxlU3R5bGUiOnsiJGlkIjoiMjQ1IiwiRm9udFNldHRpbmdzIjp7IiRpZCI6IjI0NiIsIkZvbnRTaXplIjoxMSwiRm9udE5hbWUiOiJDYWxpYnJpIiwiSXNCb2xkIjpmYWxzZSwiSXNJdGFsaWMiOmZhbHNlLCJJc1VuZGVybGluZWQiOmZhbHNlLCJQYXJlbnRTdHlsZSI6bnVsbH0sIkF1dG9TaXplIjowLCJGb3JlZ3JvdW5kIjp7IiRpZCI6IjI0NyIsIkNvbG9yIjp7IiRpZCI6IjI0OC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yNDkiLCJUb3AiOjAuMCwiTGVmdCI6MC4wLCJSaWdodCI6MC4wLCJCb3R0b20iOjAuMH0sIlBhZGRpbmciOnsiJGlkIjoiMjUwIiwiVG9wIjowLjAsIkxlZnQiOjAuMCwiUmlnaHQiOjAuMCwiQm90dG9tIjowLjB9LCJCYWNrZ3JvdW5kIjp7IiRpZCI6IjI1MSIsIkNvbG9yIjp7IiRpZCI6IjI1MiIsIkEiOjI1NSwiUiI6MCwiRyI6MCwiQiI6MH19LCJJc1Zpc2libGUiOnRydWUsIldpZHRoIjowLjAsIkhlaWdodCI6MC4wLCJCb3JkZXJTdHlsZSI6eyIkaWQiOiIyNTMiLCJMaW5lQ29sb3IiOm51bGwsIkxpbmVXZWlnaHQiOjAuMCwiTGluZVR5cGUiOjAsIlBhcmVudFN0eWxlIjpudWxsfSwiUGFyZW50U3R5bGUiOm51bGx9LCJEYXRlU3R5bGUiOnsiJGlkIjoiMjU0IiwiRm9udFNldHRpbmdzIjp7IiRpZCI6IjI1NSIsIkZvbnRTaXplIjoxMCwiRm9udE5hbWUiOiJDYWxpYnJpIiwiSXNCb2xkIjpmYWxzZSwiSXNJdGFsaWMiOmZhbHNlLCJJc1VuZGVybGluZWQiOmZhbHNlLCJQYXJlbnRTdHlsZSI6bnVsbH0sIkF1dG9TaXplIjowLCJGb3JlZ3JvdW5kIjp7IiRpZCI6IjI1NiIsIkNvbG9yIjp7IiRpZCI6IjI1Ny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yNTgiLCJUb3AiOjAuMCwiTGVmdCI6MC4wLCJSaWdodCI6MC4wLCJCb3R0b20iOjAuMH0sIlBhZGRpbmciOnsiJGlkIjoiMjU5IiwiVG9wIjowLjAsIkxlZnQiOjAuMCwiUmlnaHQiOjAuMCwiQm90dG9tIjowLjB9LCJCYWNrZ3JvdW5kIjp7IiRpZCI6IjI2MCIsIkNvbG9yIjp7IiRpZCI6IjI2MSIsIkEiOjI1NSwiUiI6MTQsIkciOjQwLCJCIjo2NX19LCJJc1Zpc2libGUiOnRydWUsIldpZHRoIjowLjAsIkhlaWdodCI6MC4wLCJCb3JkZXJTdHlsZSI6eyIkaWQiOiIyNjIiLCJMaW5lQ29sb3IiOm51bGwsIkxpbmVXZWlnaHQiOjAuMCwiTGluZVR5cGUiOjAsIlBhcmVudFN0eWxlIjpudWxsfSwiUGFyZW50U3R5bGUiOm51bGx9LCJEYXRlRm9ybWF0Ijp7IiRpZCI6IjI2M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NjQiLCJGb3JtYXQiOjAsIklzVmlzaWJsZSI6ZmFsc2UsIkxhc3RLbm93blZpc2liaWxpdHlTdGF0ZSI6ZmFsc2V9LCJJc1Zpc2libGUiOnRydWUsIlZhcmlhbmNlU3R5bGUiOnsiJGlkIjoiMjY1IiwiVGV4dFN0eWxlIjp7IiRpZCI6IjI2NiIsIkZvbnRTZXR0aW5ncyI6eyIkaWQiOiIyNjciLCJGb250U2l6ZSI6MTAsIkZvbnROYW1lIjoiQ2FsaWJyaSIsIklzQm9sZCI6ZmFsc2UsIklzSXRhbGljIjpmYWxzZSwiSXNVbmRlcmxpbmVkIjpmYWxzZSwiUGFyZW50U3R5bGUiOm51bGx9LCJBdXRvU2l6ZSI6MCwiRm9yZWdyb3VuZCI6eyIkaWQiOiIyNjgiLCJDb2xvciI6eyIkaWQiOiIyNj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cwIiwiVG9wIjowLjAsIkxlZnQiOjAuMCwiUmlnaHQiOjAuMCwiQm90dG9tIjowLjB9LCJQYWRkaW5nIjp7IiRpZCI6IjI3MSIsIlRvcCI6MC4wLCJMZWZ0IjowLjAsIlJpZ2h0IjowLjAsIkJvdHRvbSI6MC4wfSwiQmFja2dyb3VuZCI6eyIkaWQiOiIyNzIiLCJDb2xvciI6eyIkaWQiOiIyNzMiLCJBIjoyNTUsIlIiOjAsIkciOjAsIkIiOjB9fSwiSXNWaXNpYmxlIjp0cnVlLCJXaWR0aCI6MC4wLCJIZWlnaHQiOjAuMCwiQm9yZGVyU3R5bGUiOnsiJGlkIjoiMjc0IiwiTGluZUNvbG9yIjpudWxsLCJMaW5lV2VpZ2h0IjowLjAsIkxpbmVUeXBlIjowLCJQYXJlbnRTdHlsZSI6bnVsbH0sIlBhcmVudFN0eWxlIjpudWxsfSwiUGFyZW50U3R5bGUiOm51bGx9LCJQYXJlbnRTdHlsZSI6bnVsbCwiX2V4cGxpY2l0bHlTZXQiOnsiJGlkIjoiMjc1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lsZXN0b25lU3R5bGUiOm51bGwsIkdyaWRsaW5lUGFuZWxTdHlsZSI6eyIkaWQiOiIyNzYiLCJHcmlkbGluZVN0eWxlIjp7IiRpZCI6IjI3NyIsIkxpbmVDb2xvciI6eyIkaWQiOiIyNzgiLCIkdHlwZSI6Ik5MUkUuQ29tbW9uLkRvbS5Tb2xpZENvbG9yQnJ1c2gsIE5MUkUuQ29tbW9uIiwiQ29sb3IiOnsiJGlkIjoiMjc5IiwiQSI6MzgsIlIiOjkxLCJHIjoxNTUsIkIiOjIxM319LCJMaW5lV2VpZ2h0IjoxLjAsIkxpbmVUeXBlIjowLCJQYXJlbnRTdHlsZSI6bnVsbH0sIk1hcmdpbiI6eyIkaWQiOiIyODAiLCJUb3AiOjAuMCwiTGVmdCI6MC4wLCJSaWdodCI6MC4wLCJCb3R0b20iOjAuMH0sIlBhZGRpbmciOnsiJGlkIjoiMjgxIiwiVG9wIjowLjAsIkxlZnQiOjAuMCwiUmlnaHQiOjAuMCwiQm90dG9tIjowLjB9LCJCYWNrZ3JvdW5kIjpudWxsLCJJc1Zpc2libGUiOnRydWUsIldpZHRoIjowLjAsIkhlaWdodCI6MC4wLCJCb3JkZXJTdHlsZSI6eyIkaWQiOiIyODIiLCJMaW5lQ29sb3IiOm51bGwsIkxpbmVXZWlnaHQiOjAuMCwiTGluZVR5cGUiOjAsIlBhcmVudFN0eWxlIjpudWxsfSwiUGFyZW50U3R5bGUiOm51bGx9LCJBY3Rpdml0eUxpbmVQYW5lbFN0eWxlIjp7IiRpZCI6IjI4MyIsIkFjdGl2aXR5TGluZVN0eWxlIjp7IiRpZCI6IjI4NCIsIkxpbmVDb2xvciI6eyIkaWQiOiIyODUiLCIkdHlwZSI6Ik5MUkUuQ29tbW9uLkRvbS5Tb2xpZENvbG9yQnJ1c2gsIE5MUkUuQ29tbW9uIiwiQ29sb3IiOnsiJGlkIjoiMjg2IiwiQSI6MzgsIlIiOjY4LCJHIjoxMTQsIkIiOjE5Nn19LCJMaW5lV2VpZ2h0IjoxLjAsIkxpbmVUeXBlIjowLCJQYXJlbnRTdHlsZSI6bnVsbH0sIk1hcmdpbiI6eyIkaWQiOiIyODciLCJUb3AiOjAuMCwiTGVmdCI6MC4wLCJSaWdodCI6MC4wLCJCb3R0b20iOjAuMH0sIlBhZGRpbmciOnsiJGlkIjoiMjg4IiwiVG9wIjowLjAsIkxlZnQiOjAuMCwiUmlnaHQiOjAuMCwiQm90dG9tIjowLjB9LCJCYWNrZ3JvdW5kIjpudWxsLCJJc1Zpc2libGUiOnRydWUsIldpZHRoIjowLjAsIkhlaWdodCI6MC4wLCJCb3JkZXJTdHlsZSI6eyIkaWQiOiIyODkiLCJMaW5lQ29sb3IiOm51bGwsIkxpbmVXZWlnaHQiOjAuMCwiTGluZVR5cGUiOjAsIlBhcmVudFN0eWxlIjpudWxsfSwiUGFyZW50U3R5bGUiOm51bGx9LCJfc2VsZWN0ZWRUaGVtZVByZXNldENvbG9ycyI6eyIkaWQiOiIyOTAiLCJUZXh0TGlnaHQiOnsiJGlkIjoiMjkxIiwiQSI6MjU1LCJSIjoyNTUsIkciOjI1NSwiQiI6MjU1fSwiVGV4dERhcmsiOnsiJGlkIjoiMjkyIiwiQSI6MjU1LCJSIjowLCJHIjowLCJCIjowfSwiQWNjZW50MSI6eyIkaWQiOiIyOTMiLCJBIjoyNTUsIlIiOjIzMiwiRyI6MjMyLCJCIjoyMzJ9LCJBY2NlbnQyIjp7IiRpZCI6IjI5NCIsIkEiOjI1NSwiUiI6MTQsIkciOjQwLCJCIjo2NX0sIkFjY2VudDMiOnsiJGlkIjoiMjk1IiwiQSI6MjU1LCJSIjoyMSwiRyI6OTYsIkIiOjEzMH0sIkFjY2VudDQiOnsiJGlkIjoiMjk2IiwiQSI6MjU1LCJSIjoyMzMsIkciOjExMywiQiI6NTB9LCJBY2NlbnQ1Ijp7IiRpZCI6IjI5NyIsIkEiOjI1NSwiUiI6MjUsIkciOjEwNywiQiI6MzZ9LCJBY2NlbnQ2Ijp7IiRpZCI6IjI5OCIsIkEiOjI1NSwiUiI6MTUsIkciOjE1OCwiQiI6MjEzfSwiQWNjZW50NyI6eyIkaWQiOiIyOTkiLCJBIjoyNTUsIlIiOjE2MCwiRyI6NDMsIkIiOjE0N30sIkFjY2VudDgiOnsiJGlkIjoiMzAwIiwiQSI6MjU1LCJSIjo3OCwiRyI6MTY3LCJCIjo0Nn19LCJTaG93RWxhcHNlZFRpbWVHcmFkaWVudFN0eWxlIjpmYWxzZSwiVGltZWJhbmRSZXNlcnZlZExlZnRBcmVhU3R5bGUiOnsiJGlkIjoiMzAxIiwiQWN0aXZpdHlIZWFkZXJXaWR0aCI6MC4wLCJJc1NldCI6ZmFsc2V9LCJEZWZhdWx0U3dpbWxhbmVTdHlsZSI6bnVsbCwiRGVmYXVsdFN3aW1sYW5lVjJTdHlsZSI6eyIkaWQiOiIzMDIiLCJTdHlsZUlkIjoiMzMyY2ZiMTMtYjQwMS00ZWMzLWI2NTUtNzM5NjhkMDRkNzQ5IiwiSGVhZGVyU3R5bGUiOnsiJGlkIjoiMzAzIiwiVGV4dElzVmVydGljYWwiOmZhbHNlLCJUZXh0U3R5bGUiOnsiJGlkIjoiMzA0IiwiRm9udFNldHRpbmdzIjp7IiRpZCI6IjMwNSIsIkZvbnRTaXplIjoxMSwiRm9udE5hbWUiOiJDYWxpYnJpIiwiSXNCb2xkIjpmYWxzZSwiSXNJdGFsaWMiOmZhbHNlLCJJc1VuZGVybGluZWQiOmZhbHNlLCJQYXJlbnRTdHlsZSI6bnVsbH0sIkF1dG9TaXplIjoyLCJGb3JlZ3JvdW5kIjp7IiRpZCI6IjMwNiIsIkNvbG9yIjp7IiRpZCI6IjMwNy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MwOCIsIlRvcCI6MC4wLCJMZWZ0IjowLjAsIlJpZ2h0IjowLjAsIkJvdHRvbSI6MC4wfSwiUGFkZGluZyI6eyIkaWQiOiIzMDkiLCJUb3AiOjAuMCwiTGVmdCI6MC4wLCJSaWdodCI6MC4wLCJCb3R0b20iOjAuMH0sIkJhY2tncm91bmQiOnsiJGlkIjoiMzEwIiwiQ29sb3IiOnsiJGlkIjoiMzExIiwiQSI6MjU1LCJSIjoyNTUsIkciOjI1NSwiQiI6MjU1fX0sIklzVmlzaWJsZSI6dHJ1ZSwiV2lkdGgiOjAuMCwiSGVpZ2h0IjowLjAsIkJvcmRlclN0eWxlIjpudWxsLCJQYXJlbnRTdHlsZSI6bnVsbH0sIlJlY3RhbmdsZVN0eWxlIjp7IiRpZCI6IjMxMiIsIk1hcmdpbiI6eyIkaWQiOiIzMTMiLCJUb3AiOjAuMCwiTGVmdCI6MC4wLCJSaWdodCI6MC4wLCJCb3R0b20iOjAuMH0sIlBhZGRpbmciOnsiJGlkIjoiMzE0IiwiVG9wIjowLjAsIkxlZnQiOjAuMCwiUmlnaHQiOjAuMCwiQm90dG9tIjowLjB9LCJCYWNrZ3JvdW5kIjp7IiRpZCI6IjMxNSIsIkNvbG9yIjp7IiRpZCI6IjMxNiIsIkEiOjI1NSwiUiI6MjEsIkciOjk2LCJCIjoxMzB9fSwiSXNWaXNpYmxlIjp0cnVlLCJXaWR0aCI6MC4wLCJIZWlnaHQiOjAuMCwiQm9yZGVyU3R5bGUiOnsiJGlkIjoiMzE3IiwiTGluZUNvbG9yIjp7IiRpZCI6IjMxOCIsIiR0eXBlIjoiTkxSRS5Db21tb24uRG9tLlNvbGlkQ29sb3JCcnVzaCwgTkxSRS5Db21tb24iLCJDb2xvciI6eyIkaWQiOiIzMTkiLCJBIjoyNTUsIlIiOjI1NSwiRyI6MjU1LCJCIjoyNTV9fSwiTGluZVdlaWdodCI6MC4wLCJMaW5lVHlwZSI6MCwiUGFyZW50U3R5bGUiOm51bGx9LCJQYXJlbnRTdHlsZSI6bnVsbH0sIk1hcmdpbiI6eyIkaWQiOiIzMjAiLCJUb3AiOjAuMCwiTGVmdCI6MC4wLCJSaWdodCI6MC4wLCJCb3R0b20iOjAuMH0sIlBhZGRpbmciOnsiJGlkIjoiMzIxIiwiVG9wIjowLjAsIkxlZnQiOjAuMCwiUmlnaHQiOjAuMCwiQm90dG9tIjowLjB9LCJCYWNrZ3JvdW5kIjpudWxsLCJJc1Zpc2libGUiOnRydWUsIldpZHRoIjowLjAsIkhlaWdodCI6MC4wLCJCb3JkZXJTdHlsZSI6bnVsbCwiUGFyZW50U3R5bGUiOm51bGx9LCJCYWNrZ3JvdW5kU3R5bGUiOnsiJGlkIjoiMzIyIiwiTWFyZ2luIjp7IiRpZCI6IjMyMyIsIlRvcCI6MC4wLCJMZWZ0IjowLjAsIlJpZ2h0IjowLjAsIkJvdHRvbSI6MC4wfSwiUGFkZGluZyI6eyIkaWQiOiIzMjQiLCJUb3AiOjAuMCwiTGVmdCI6MC4wLCJSaWdodCI6MC4wLCJCb3R0b20iOjAuMH0sIkJhY2tncm91bmQiOnsiJGlkIjoiMzI1IiwiQ29sb3IiOnsiJGlkIjoiMzI2IiwiQSI6NTEsIlIiOjIwMCwiRyI6MjAwLCJCIjoyMDB9fSwiSXNWaXNpYmxlIjp0cnVlLCJXaWR0aCI6MC4wLCJIZWlnaHQiOjAuMCwiQm9yZGVyU3R5bGUiOnsiJGlkIjoiMzI3IiwiTGluZUNvbG9yIjp7IiRpZCI6IjMyOCIsIiR0eXBlIjoiTkxSRS5Db21tb24uRG9tLlNvbGlkQ29sb3JCcnVzaCwgTkxSRS5Db21tb24iLCJDb2xvciI6eyIkaWQiOiIzMjkiLCJBIjoyNTUsIlIiOjIzNCwiRyI6MjIsIkIiOjMwfX0sIkxpbmVXZWlnaHQiOjAuMCwiTGluZVR5cGUiOjAsIlBhcmVudFN0eWxlIjpudWxsfSwiUGFyZW50U3R5bGUiOm51bGx9LCJJc0Fib3ZlVGltZWJhbmQiOmZhbHNlLCJTcGFjaW5nIjozLCJEZWZhdWx0U3dpbWxhbmVUYXNrU3R5bGUiOnsiJGlkIjoiMzMwIiwiJHR5cGUiOiJOTFJFLkNvbW1vbi5Eb20uU3R5bGVzLkV4cGxpY2l0U2V0YWJsZVRhc2tTdHlsZSwgTkxSRS5Db21tb24iLCJTaGFwZSI6MSwiU2hhcGVUaGlja25lc3MiOjAsIkR1cmF0aW9uRm9ybWF0IjowLCJJbmNsdWRlTm9uV29ya2luZ0RheXNJbkR1cmF0aW9uIjpmYWxzZSwiUGVyY2VudGFnZUNvbXBsZXRlU3R5bGUiOnsiJGlkIjoiMzMxIiwiRm9udFNldHRpbmdzIjp7IiRpZCI6IjMzMiIsIkZvbnRTaXplIjoxMCwiRm9udE5hbWUiOiJDYWxpYnJpIiwiSXNCb2xkIjpmYWxzZSwiSXNJdGFsaWMiOmZhbHNlLCJJc1VuZGVybGluZWQiOmZhbHNlLCJQYXJlbnRTdHlsZSI6bnVsbH0sIkF1dG9TaXplIjowLCJGb3JlZ3JvdW5kIjp7IiRpZCI6IjMzMyIsIkNvbG9yIjp7IiRpZCI6IjMzNC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zMzUiLCJUb3AiOjAuMCwiTGVmdCI6MC4wLCJSaWdodCI6MC4wLCJCb3R0b20iOjAuMH0sIlBhZGRpbmciOnsiJGlkIjoiMzM2IiwiVG9wIjowLjAsIkxlZnQiOjAuMCwiUmlnaHQiOjAuMCwiQm90dG9tIjowLjB9LCJCYWNrZ3JvdW5kIjp7IiRpZCI6IjMzNyIsIkNvbG9yIjp7IiRpZCI6IjMzOCIsIkEiOjg5LCJSIjowLCJHIjowLCJCIjowfX0sIklzVmlzaWJsZSI6dHJ1ZSwiV2lkdGgiOjAuMCwiSGVpZ2h0IjowLjAsIkJvcmRlclN0eWxlIjp7IiRpZCI6IjMzOSIsIkxpbmVDb2xvciI6bnVsbCwiTGluZVdlaWdodCI6MC4wLCJMaW5lVHlwZSI6MCwiUGFyZW50U3R5bGUiOm51bGx9LCJQYXJlbnRTdHlsZSI6bnVsbH0sIkR1cmF0aW9uU3R5bGUiOnsiJGlkIjoiMzQwIiwiRm9udFNldHRpbmdzIjp7IiRpZCI6IjM0MSIsIkZvbnRTaXplIjoxMCwiRm9udE5hbWUiOiJDYWxpYnJpIiwiSXNCb2xkIjpmYWxzZSwiSXNJdGFsaWMiOmZhbHNlLCJJc1VuZGVybGluZWQiOmZhbHNlLCJQYXJlbnRTdHlsZSI6bnVsbH0sIkF1dG9TaXplIjowLCJGb3JlZ3JvdW5kIjp7IiRpZCI6IjM0MiIsIkNvbG9yIjp7IiRpZCI6IjM0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M0NCIsIlRvcCI6MC4wLCJMZWZ0IjowLjAsIlJpZ2h0IjowLjAsIkJvdHRvbSI6MC4wfSwiUGFkZGluZyI6eyIkaWQiOiIzNDUiLCJUb3AiOjAuMCwiTGVmdCI6MC4wLCJSaWdodCI6MC4wLCJCb3R0b20iOjAuMH0sIkJhY2tncm91bmQiOnsiJGlkIjoiMzQ2IiwiQ29sb3IiOnsiJGlkIjoiMzQ3IiwiQSI6MjU1LCJSIjoyMzcsIkciOjEyNSwiQiI6NDl9fSwiSXNWaXNpYmxlIjp0cnVlLCJXaWR0aCI6MC4wLCJIZWlnaHQiOjAuMCwiQm9yZGVyU3R5bGUiOnsiJGlkIjoiMzQ4IiwiTGluZUNvbG9yIjpudWxsLCJMaW5lV2VpZ2h0IjowLjAsIkxpbmVUeXBlIjowLCJQYXJlbnRTdHlsZSI6bnVsbH0sIlBhcmVudFN0eWxlIjpudWxsfSwiSG9yaXpvbnRhbENvbm5lY3RvclN0eWxlIjp7IiRpZCI6IjM0OSIsIkxpbmVDb2xvciI6eyIkaWQiOiIzNTAiLCIkdHlwZSI6Ik5MUkUuQ29tbW9uLkRvbS5Tb2xpZENvbG9yQnJ1c2gsIE5MUkUuQ29tbW9uIiwiQ29sb3IiOnsiJGlkIjoiMzUxIiwiQSI6MjU1LCJSIjowLCJHIjowLCJCIjowfX0sIkxpbmVXZWlnaHQiOjAuMCwiTGluZVR5cGUiOjAsIlBhcmVudFN0eWxlIjpudWxsfSwiVmVydGljYWxDb25uZWN0b3JTdHlsZSI6eyIkaWQiOiIzNTIiLCJMaW5lQ29sb3IiOnsiJGlkIjoiMzUzIiwiJHR5cGUiOiJOTFJFLkNvbW1vbi5Eb20uU29saWRDb2xvckJydXNoLCBOTFJFLkNvbW1vbiIsIkNvbG9yIjp7IiRpZCI6IjM1NC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yLCJTcGFjaW5nIjozLCJJc0JlbG93VGltZWJhbmQiOmZhbHNlLCJQZXJjZW50YWdlQ29tcGxldGVTaGFwZU9wYWNpdHkiOjM1LCJCYXNlbGluZVN0eWxlIjp7IiRpZCI6IjM1NSIsIlNoYXBlU3R5bGUiOnsiJGlkIjoiMzU2IiwiTWFyZ2luIjp7IiRpZCI6IjM1NyIsIlRvcCI6MC4wLCJMZWZ0IjowLjAsIlJpZ2h0IjowLjAsIkJvdHRvbSI6MC4wfSwiUGFkZGluZyI6eyIkaWQiOiIzNTgiLCJUb3AiOjAuMCwiTGVmdCI6MC4wLCJSaWdodCI6MC4wLCJCb3R0b20iOjAuMH0sIkJhY2tncm91bmQiOnsiJGlkIjoiMzU5IiwiQ29sb3IiOnsiJGlkIjoiMzYwIiwiQSI6MTUzLCJSIjowLCJHIjowLCJCIjowfX0sIklzVmlzaWJsZSI6dHJ1ZSwiV2lkdGgiOjAuMCwiSGVpZ2h0IjowLjAsIkJvcmRlclN0eWxlIjp7IiRpZCI6IjM2MSIsIkxpbmVDb2xvciI6eyIkaWQiOiIzNjIiLCIkdHlwZSI6Ik5MUkUuQ29tbW9uLkRvbS5Tb2xpZENvbG9yQnJ1c2gsIE5MUkUuQ29tbW9uIiwiQ29sb3IiOnsiJGlkIjoiMzYzIiwiQSI6MjU1LCJSIjoyNTUsIkciOjAsIkIiOjB9fSwiTGluZVdlaWdodCI6MC4wLCJMaW5lVHlwZSI6MCwiUGFyZW50U3R5bGUiOm51bGx9LCJQYXJlbnRTdHlsZSI6bnVsbH0sIk1hcmdpbiI6eyIkaWQiOiIzNjQiLCJUb3AiOjAuMCwiTGVmdCI6MC4wLCJSaWdodCI6MC4wLCJCb3R0b20iOjAuMH0sIlBhZGRpbmciOnsiJGlkIjoiMzY1IiwiVG9wIjowLjAsIkxlZnQiOjAuMCwiUmlnaHQiOjAuMCwiQm90dG9tIjowLjB9LCJCYWNrZ3JvdW5kIjpudWxsLCJJc1Zpc2libGUiOnRydWUsIldpZHRoIjowLjAsIkhlaWdodCI6MC4wLCJCb3JkZXJTdHlsZSI6bnVsbCwiUGFyZW50U3R5bGUiOm51bGx9LCJTaGFwZVN0eWxlIjp7IiRpZCI6IjM2NiIsIk1hcmdpbiI6eyIkaWQiOiIzNjciLCJUb3AiOjAuMCwiTGVmdCI6NC4wLCJSaWdodCI6NC4wLCJCb3R0b20iOjAuMH0sIlBhZGRpbmciOnsiJGlkIjoiMzY4IiwiVG9wIjowLjAsIkxlZnQiOjAuMCwiUmlnaHQiOjAuMCwiQm90dG9tIjowLjB9LCJCYWNrZ3JvdW5kIjp7IiRpZCI6IjM2OSIsIkNvbG9yIjp7IiRpZCI6IjM3MCIsIkEiOjI1NSwiUiI6MjEsIkciOjk2LCJCIjoxMzB9fSwiSXNWaXNpYmxlIjp0cnVlLCJXaWR0aCI6MC4wLCJIZWlnaHQiOjEwLjAsIkJvcmRlclN0eWxlIjp7IiRpZCI6IjM3MSIsIkxpbmVDb2xvciI6eyIkaWQiOiIzNzIiLCIkdHlwZSI6Ik5MUkUuQ29tbW9uLkRvbS5Tb2xpZENvbG9yQnJ1c2gsIE5MUkUuQ29tbW9uIiwiQ29sb3IiOnsiJGlkIjoiMzczIiwiQSI6MjU1LCJSIjoyMzQsIkciOjIyLCJCIjozMH19LCJMaW5lV2VpZ2h0IjowLjAsIkxpbmVUeXBlIjowLCJQYXJlbnRTdHlsZSI6bnVsbH0sIlBhcmVudFN0eWxlIjpudWxsfSwiVGl0bGVTdHlsZSI6eyIkaWQiOiIzNzQiLCJGb250U2V0dGluZ3MiOnsiJGlkIjoiMzc1IiwiRm9udFNpemUiOjExLCJGb250TmFtZSI6IkNhbGlicmkiLCJJc0JvbGQiOmZhbHNlLCJJc0l0YWxpYyI6ZmFsc2UsIklzVW5kZXJsaW5lZCI6ZmFsc2UsIlBhcmVudFN0eWxlIjpudWxsfSwiQXV0b1NpemUiOjAsIkZvcmVncm91bmQiOnsiJGlkIjoiMzc2IiwiQ29sb3IiOnsiJGlkIjoiMzc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3OCIsIlRvcCI6MC4wLCJMZWZ0IjowLjAsIlJpZ2h0IjowLjAsIkJvdHRvbSI6MC4wfSwiUGFkZGluZyI6eyIkaWQiOiIzNzkiLCJUb3AiOjAuMCwiTGVmdCI6MC4wLCJSaWdodCI6MC4wLCJCb3R0b20iOjAuMH0sIkJhY2tncm91bmQiOnsiJGlkIjoiMzgwIiwiQ29sb3IiOnsiJGlkIjoiMzgxIiwiQSI6MjU1LCJSIjowLCJHIjowLCJCIjowfX0sIklzVmlzaWJsZSI6dHJ1ZSwiV2lkdGgiOjAuMCwiSGVpZ2h0IjowLjAsIkJvcmRlclN0eWxlIjp7IiRpZCI6IjM4MiIsIkxpbmVDb2xvciI6bnVsbCwiTGluZVdlaWdodCI6MC4wLCJMaW5lVHlwZSI6MCwiUGFyZW50U3R5bGUiOm51bGx9LCJQYXJlbnRTdHlsZSI6bnVsbH0sIkRhdGVTdHlsZSI6eyIkaWQiOiIzODMiLCJGb250U2V0dGluZ3MiOnsiJGlkIjoiMzg0IiwiRm9udFNpemUiOjEwLCJGb250TmFtZSI6IkNhbGlicmkiLCJJc0JvbGQiOmZhbHNlLCJJc0l0YWxpYyI6ZmFsc2UsIklzVW5kZXJsaW5lZCI6ZmFsc2UsIlBhcmVudFN0eWxlIjpudWxsfSwiQXV0b1NpemUiOjAsIkZvcmVncm91bmQiOnsiJGlkIjoiMzg1IiwiQ29sb3IiOnsiJGlkIjoiMzg2IiwiQSI6MjU1LCJSIjoxNCwiRyI6NDAsIkIiOjY1fX0sIk1heFdpZHRoIjoyMDAuMCwiTWF4SGVpZ2h0IjoiSW5maW5pdHkiLCJTbWFydEZvcmVncm91bmRJc0FjdGl2ZSI6ZmFsc2UsIkhvcml6b250YWxBbGlnbm1lbnQiOjIsIlZlcnRpY2FsQWxpZ25tZW50IjoxLCJTbWFydEZvcmVncm91bmQiOm51bGwsIkJhY2tncm91bmRGaWxsVHlwZSI6MCwiTWFyZ2luIjp7IiRpZCI6IjM4NyIsIlRvcCI6MC4wLCJMZWZ0IjowLjAsIlJpZ2h0IjowLjAsIkJvdHRvbSI6MC4wfSwiUGFkZGluZyI6eyIkaWQiOiIzODgiLCJUb3AiOjAuMCwiTGVmdCI6MC4wLCJSaWdodCI6MC4wLCJCb3R0b20iOjAuMH0sIkJhY2tncm91bmQiOnsiJGlkIjoiMzg5IiwiQ29sb3IiOnsiJGlkIjoiMzkwIiwiQSI6MjU1LCJSIjoxNCwiRyI6NDAsIkIiOjY1fX0sIklzVmlzaWJsZSI6dHJ1ZSwiV2lkdGgiOjAuMCwiSGVpZ2h0IjowLjAsIkJvcmRlclN0eWxlIjp7IiRpZCI6IjM5MSIsIkxpbmVDb2xvciI6bnVsbCwiTGluZVdlaWdodCI6MC4wLCJMaW5lVHlwZSI6MCwiUGFyZW50U3R5bGUiOm51bGx9LCJQYXJlbnRTdHlsZSI6bnVsbH0sIkRhdGVGb3JtYXQiOnsiJGlkIjoiMzk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5MyIsIkZvcm1hdCI6MCwiSXNWaXNpYmxlIjpmYWxzZSwiTGFzdEtub3duVmlzaWJpbGl0eVN0YXRlIjpmYWxzZX0sIklzVmlzaWJsZSI6dHJ1ZSwiVmFyaWFuY2VTdHlsZSI6eyIkaWQiOiIzOTQiLCJUZXh0U3R5bGUiOnsiJGlkIjoiMzk1IiwiRm9udFNldHRpbmdzIjp7IiRpZCI6IjM5NiIsIkZvbnRTaXplIjoxMCwiRm9udE5hbWUiOiJDYWxpYnJpIiwiSXNCb2xkIjpmYWxzZSwiSXNJdGFsaWMiOmZhbHNlLCJJc1VuZGVybGluZWQiOmZhbHNlLCJQYXJlbnRTdHlsZSI6bnVsbH0sIkF1dG9TaXplIjowLCJGb3JlZ3JvdW5kIjp7IiRpZCI6IjM5NyIsIkNvbG9yIjp7IiRpZCI6IjM5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OTkiLCJUb3AiOjAuMCwiTGVmdCI6MC4wLCJSaWdodCI6MC4wLCJCb3R0b20iOjAuMH0sIlBhZGRpbmciOnsiJGlkIjoiNDAwIiwiVG9wIjowLjAsIkxlZnQiOjAuMCwiUmlnaHQiOjAuMCwiQm90dG9tIjowLjB9LCJCYWNrZ3JvdW5kIjp7IiRpZCI6IjQwMSIsIkNvbG9yIjp7IiRpZCI6IjQwMiIsIkEiOjI1NSwiUiI6MCwiRyI6MCwiQiI6MH19LCJJc1Zpc2libGUiOnRydWUsIldpZHRoIjowLjAsIkhlaWdodCI6MC4wLCJCb3JkZXJTdHlsZSI6eyIkaWQiOiI0MDMiLCJMaW5lQ29sb3IiOm51bGwsIkxpbmVXZWlnaHQiOjAuMCwiTGluZVR5cGUiOjAsIlBhcmVudFN0eWxlIjpudWxsfSwiUGFyZW50U3R5bGUiOm51bGx9LCJQYXJlbnRTdHlsZSI6bnVsbH0sIlBhcmVudFN0eWxlIjpudWxsLCJfZXhwbGljaXRseVNldCI6eyIkaWQiOiI0MDQ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0MDUiLCJTaGFwZSI6MSwiQ29ubmVjdG9yTWFyZ2luIjp7IiRpZCI6IjQwNiIsIlRvcCI6MC4wLCJMZWZ0IjoyLjAsIlJpZ2h0IjoyLjAsIkJvdHRvbSI6MC4wfSwiQ29ubmVjdG9yU3R5bGUiOnsiJGlkIjoiNDA3IiwiTGluZUNvbG9yIjp7IiRpZCI6IjQwOCIsIiR0eXBlIjoiTkxSRS5Db21tb24uRG9tLlNvbGlkQ29sb3JCcnVzaCwgTkxSRS5Db21tb24iLCJDb2xvciI6eyIkaWQiOiI0MDkiLCJBIjoxMjcsIlIiOjExLCJHIjo0OCwiQiI6NjV9fSwiTGluZVdlaWdodCI6MS4wLCJMaW5lVHlwZSI6MCwiUGFyZW50U3R5bGUiOm51bGx9LCJJc0JlbG93VGltZWJhbmQiOmZhbHNlLCJQb3NpdGlvbk9uVGFzayI6MSwiSGlkZURhdGUiOmZhbHNlLCJTaGFwZVNpemUiOjAsIlNwYWNpbmciOjAuMCwiUGFkZGluZyI6eyIkaWQiOiI0MTAiLCJUb3AiOjUuMCwiTGVmdCI6My4wLCJSaWdodCI6MC4wLCJCb3R0b20iOjIuMH0sIlNoYXBlU3R5bGUiOnsiJGlkIjoiNDExIiwiTWFyZ2luIjp7IiRpZCI6IjQxMiIsIlRvcCI6MC4wLCJMZWZ0IjowLjAsIlJpZ2h0IjowLjAsIkJvdHRvbSI6MC4wfSwiUGFkZGluZyI6eyIkaWQiOiI0MTMiLCJUb3AiOjAuMCwiTGVmdCI6MC4wLCJSaWdodCI6MC4wLCJCb3R0b20iOjAuMH0sIkJhY2tncm91bmQiOnsiJGlkIjoiNDE0IiwiQ29sb3IiOnsiJGlkIjoiNDE1IiwiQSI6MjU1LCJSIjoxMSwiRyI6NDgsIkIiOjY1fX0sIklzVmlzaWJsZSI6dHJ1ZSwiV2lkdGgiOjEyLjAsIkhlaWdodCI6MTQuMCwiQm9yZGVyU3R5bGUiOnsiJGlkIjoiNDE2IiwiTGluZUNvbG9yIjp7IiRpZCI6IjQxNyIsIiR0eXBlIjoiTkxSRS5Db21tb24uRG9tLlNvbGlkQ29sb3JCcnVzaCwgTkxSRS5Db21tb24iLCJDb2xvciI6eyIkaWQiOiI0MTgiLCJBIjoyNTUsIlIiOjI1NSwiRyI6MCwiQiI6MH19LCJMaW5lV2VpZ2h0IjowLjAsIkxpbmVUeXBlIjowLCJQYXJlbnRTdHlsZSI6bnVsbH0sIlBhcmVudFN0eWxlIjpudWxsfSwiVGl0bGVTdHlsZSI6eyIkaWQiOiI0MTkiLCJGb250U2V0dGluZ3MiOnsiJGlkIjoiNDIwIiwiRm9udFNpemUiOjExLCJGb250TmFtZSI6IkNhbGlicmkiLCJJc0JvbGQiOmZhbHNlLCJJc0l0YWxpYyI6ZmFsc2UsIklzVW5kZXJsaW5lZCI6ZmFsc2UsIlBhcmVudFN0eWxlIjpudWxsfSwiQXV0b1NpemUiOjAsIkZvcmVncm91bmQiOnsiJGlkIjoiNDIxIiwiQ29sb3IiOnsiJGlkIjoiNDI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QyMyIsIlRvcCI6MC4wLCJMZWZ0IjowLjAsIlJpZ2h0IjowLjAsIkJvdHRvbSI6MC4wfSwiUGFkZGluZyI6eyIkaWQiOiI0MjQiLCJUb3AiOjAuMCwiTGVmdCI6MC4wLCJSaWdodCI6MC4wLCJCb3R0b20iOjAuMH0sIkJhY2tncm91bmQiOnsiJGlkIjoiNDI1IiwiQ29sb3IiOnsiJGlkIjoiNDI2IiwiQSI6MjU1LCJSIjowLCJHIjowLCJCIjowfX0sIklzVmlzaWJsZSI6dHJ1ZSwiV2lkdGgiOjAuMCwiSGVpZ2h0IjowLjAsIkJvcmRlclN0eWxlIjp7IiRpZCI6IjQyNyIsIkxpbmVDb2xvciI6bnVsbCwiTGluZVdlaWdodCI6MC4wLCJMaW5lVHlwZSI6MCwiUGFyZW50U3R5bGUiOm51bGx9LCJQYXJlbnRTdHlsZSI6bnVsbH0sIkRhdGVTdHlsZSI6eyIkaWQiOiI0MjgiLCJGb250U2V0dGluZ3MiOnsiJGlkIjoiNDI5IiwiRm9udFNpemUiOjEwLCJGb250TmFtZSI6IkNhbGlicmkiLCJJc0JvbGQiOmZhbHNlLCJJc0l0YWxpYyI6ZmFsc2UsIklzVW5kZXJsaW5lZCI6ZmFsc2UsIlBhcmVudFN0eWxlIjpudWxsfSwiQXV0b1NpemUiOjAsIkZvcmVncm91bmQiOnsiJGlkIjoiNDMwIiwiQ29sb3IiOnsiJGlkIjoiNDM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QzMiIsIlRvcCI6MC4wLCJMZWZ0IjowLjAsIlJpZ2h0IjowLjAsIkJvdHRvbSI6MC4wfSwiUGFkZGluZyI6eyIkaWQiOiI0MzMiLCJUb3AiOjAuMCwiTGVmdCI6MC4wLCJSaWdodCI6MC4wLCJCb3R0b20iOjAuMH0sIkJhY2tncm91bmQiOnsiJGlkIjoiNDM0IiwiQ29sb3IiOnsiJGlkIjoiNDM1IiwiQSI6MjU1LCJSIjoxNCwiRyI6NDAsIkIiOjY1fX0sIklzVmlzaWJsZSI6dHJ1ZSwiV2lkdGgiOjAuMCwiSGVpZ2h0IjowLjAsIkJvcmRlclN0eWxlIjp7IiRpZCI6IjQzNiIsIkxpbmVDb2xvciI6bnVsbCwiTGluZVdlaWdodCI6MC4wLCJMaW5lVHlwZSI6MCwiUGFyZW50U3R5bGUiOm51bGx9LCJQYXJlbnRTdHlsZSI6bnVsbH0sIkRhdGVGb3JtYXQiOnsiJGlkIjoiNDM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zOCIsIkZvcm1hdCI6MCwiSXNWaXNpYmxlIjpmYWxzZSwiTGFzdEtub3duVmlzaWJpbGl0eVN0YXRlIjpmYWxzZX0sIklzVmlzaWJsZSI6dHJ1ZSwiVmFyaWFuY2VTdHlsZSI6eyIkaWQiOiI0MzkiLCJUZXh0U3R5bGUiOnsiJGlkIjoiNDQwIiwiRm9udFNldHRpbmdzIjp7IiRpZCI6IjQ0MSIsIkZvbnRTaXplIjoxMCwiRm9udE5hbWUiOiJDYWxpYnJpIiwiSXNCb2xkIjpmYWxzZSwiSXNJdGFsaWMiOmZhbHNlLCJJc1VuZGVybGluZWQiOmZhbHNlLCJQYXJlbnRTdHlsZSI6bnVsbH0sIkF1dG9TaXplIjowLCJGb3JlZ3JvdW5kIjp7IiRpZCI6IjQ0MiIsIkNvbG9yIjp7IiRpZCI6IjQ0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DQiLCJUb3AiOjAuMCwiTGVmdCI6MC4wLCJSaWdodCI6MC4wLCJCb3R0b20iOjAuMH0sIlBhZGRpbmciOnsiJGlkIjoiNDQ1IiwiVG9wIjowLjAsIkxlZnQiOjAuMCwiUmlnaHQiOjAuMCwiQm90dG9tIjowLjB9LCJCYWNrZ3JvdW5kIjp7IiRpZCI6IjQ0NiIsIkNvbG9yIjp7IiRpZCI6IjQ0NyIsIkEiOjI1NSwiUiI6MCwiRyI6MCwiQiI6MH19LCJJc1Zpc2libGUiOnRydWUsIldpZHRoIjowLjAsIkhlaWdodCI6MC4wLCJCb3JkZXJTdHlsZSI6eyIkaWQiOiI0NDgiLCJMaW5lQ29sb3IiOm51bGwsIkxpbmVXZWlnaHQiOjAuMCwiTGluZVR5cGUiOjAsIlBhcmVudFN0eWxlIjpudWxsfSwiUGFyZW50U3R5bGUiOm51bGx9LCJQYXJlbnRTdHlsZSI6bnVsbH0sIlBhcmVudFN0eWxlIjpudWxsfSwiRGVmYXVsdFN3aW1sYW5lTWlsZXN0b25lU3R5bGUiOnsiJGlkIjoiNDQ5IiwiVGl0bGVQb3NpdGlvbiI6IkxlZnQiLCJEYXRlUG9zaXRpb24iOiJSaWdodCIsIlZhcmlhbmNlUG9zaXRpb24iOiJSaWdodCIsIlNoYXBlVHlwZSI6MSwiU2hhcGVTaXplIjowLCJTcGFjaW5nIjo1LCJTaGFwZVN0eWxlIjp7IiRpZCI6IjQ1MCIsIk1hcmdpbiI6eyIkaWQiOiI0NTEiLCJUb3AiOjAuMCwiTGVmdCI6MC4wLCJSaWdodCI6MC4wLCJCb3R0b20iOjAuMH0sIlBhZGRpbmciOnsiJGlkIjoiNDUyIiwiVG9wIjowLjAsIkxlZnQiOjAuMCwiUmlnaHQiOjAuMCwiQm90dG9tIjowLjB9LCJCYWNrZ3JvdW5kIjp7IiRpZCI6IjQ1MyIsIkNvbG9yIjp7IiRpZCI6IjQ1NCIsIkEiOjI1NSwiUiI6MjEsIkciOjk2LCJCIjoxMzB9fSwiSXNWaXNpYmxlIjp0cnVlLCJXaWR0aCI6MTIuMCwiSGVpZ2h0IjoxNC4wLCJCb3JkZXJTdHlsZSI6eyIkaWQiOiI0NTUiLCJMaW5lQ29sb3IiOnsiJGlkIjoiNDU2IiwiJHR5cGUiOiJOTFJFLkNvbW1vbi5Eb20uU29saWRDb2xvckJydXNoLCBOTFJFLkNvbW1vbiIsIkNvbG9yIjp7IiRpZCI6IjQ1NyIsIkEiOjI1NSwiUiI6MjM0LCJHIjoyMiwiQiI6MzB9fSwiTGluZVdlaWdodCI6MC4wLCJMaW5lVHlwZSI6MCwiUGFyZW50U3R5bGUiOm51bGx9LCJQYXJlbnRTdHlsZSI6bnVsbH0sIlRpdGxlU3R5bGUiOnsiJGlkIjoiNDU4IiwiRm9udFNldHRpbmdzIjp7IiRpZCI6IjQ1OSIsIkZvbnRTaXplIjoxMSwiRm9udE5hbWUiOiJDYWxpYnJpIiwiSXNCb2xkIjpmYWxzZSwiSXNJdGFsaWMiOmZhbHNlLCJJc1VuZGVybGluZWQiOmZhbHNlLCJQYXJlbnRTdHlsZSI6bnVsbH0sIkF1dG9TaXplIjowLCJGb3JlZ3JvdW5kIjp7IiRpZCI6IjQ2MCIsIkNvbG9yIjp7IiRpZCI6IjQ2MS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0NjIiLCJUb3AiOjAuMCwiTGVmdCI6MC4wLCJSaWdodCI6MC4wLCJCb3R0b20iOjAuMH0sIlBhZGRpbmciOnsiJGlkIjoiNDYzIiwiVG9wIjowLjAsIkxlZnQiOjAuMCwiUmlnaHQiOjAuMCwiQm90dG9tIjowLjB9LCJCYWNrZ3JvdW5kIjp7IiRpZCI6IjQ2NCIsIkNvbG9yIjp7IiRpZCI6IjQ2NSIsIkEiOjI1NSwiUiI6MCwiRyI6MCwiQiI6MH19LCJJc1Zpc2libGUiOnRydWUsIldpZHRoIjowLjAsIkhlaWdodCI6MC4wLCJCb3JkZXJTdHlsZSI6eyIkaWQiOiI0NjYiLCJMaW5lQ29sb3IiOm51bGwsIkxpbmVXZWlnaHQiOjAuMCwiTGluZVR5cGUiOjAsIlBhcmVudFN0eWxlIjpudWxsfSwiUGFyZW50U3R5bGUiOm51bGx9LCJEYXRlU3R5bGUiOnsiJGlkIjoiNDY3IiwiRm9udFNldHRpbmdzIjp7IiRpZCI6IjQ2OCIsIkZvbnRTaXplIjoxMCwiRm9udE5hbWUiOiJDYWxpYnJpIiwiSXNCb2xkIjpmYWxzZSwiSXNJdGFsaWMiOmZhbHNlLCJJc1VuZGVybGluZWQiOmZhbHNlLCJQYXJlbnRTdHlsZSI6bnVsbH0sIkF1dG9TaXplIjowLCJGb3JlZ3JvdW5kIjp7IiRpZCI6IjQ2OSIsIkNvbG9yIjp7IiRpZCI6IjQ3MC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0NzEiLCJUb3AiOjAuMCwiTGVmdCI6MC4wLCJSaWdodCI6MC4wLCJCb3R0b20iOjAuMH0sIlBhZGRpbmciOnsiJGlkIjoiNDcyIiwiVG9wIjowLjAsIkxlZnQiOjAuMCwiUmlnaHQiOjAuMCwiQm90dG9tIjowLjB9LCJCYWNrZ3JvdW5kIjp7IiRpZCI6IjQ3MyIsIkNvbG9yIjp7IiRpZCI6IjQ3NCIsIkEiOjI1NSwiUiI6MTQsIkciOjQwLCJCIjo2NX19LCJJc1Zpc2libGUiOnRydWUsIldpZHRoIjowLjAsIkhlaWdodCI6MC4wLCJCb3JkZXJTdHlsZSI6eyIkaWQiOiI0NzUiLCJMaW5lQ29sb3IiOm51bGwsIkxpbmVXZWlnaHQiOjAuMCwiTGluZVR5cGUiOjAsIlBhcmVudFN0eWxlIjpudWxsfSwiUGFyZW50U3R5bGUiOm51bGx9LCJEYXRlRm9ybWF0Ijp7IiRpZCI6IjQ3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NzciLCJGb3JtYXQiOjAsIklzVmlzaWJsZSI6ZmFsc2UsIkxhc3RLbm93blZpc2liaWxpdHlTdGF0ZSI6ZmFsc2V9LCJJc1Zpc2libGUiOnRydWUsIlZhcmlhbmNlU3R5bGUiOnsiJGlkIjoiNDc4IiwiVGV4dFN0eWxlIjp7IiRpZCI6IjQ3OSIsIkZvbnRTZXR0aW5ncyI6eyIkaWQiOiI0ODAiLCJGb250U2l6ZSI6MTAsIkZvbnROYW1lIjoiQ2FsaWJyaSIsIklzQm9sZCI6ZmFsc2UsIklzSXRhbGljIjpmYWxzZSwiSXNVbmRlcmxpbmVkIjpmYWxzZSwiUGFyZW50U3R5bGUiOm51bGx9LCJBdXRvU2l6ZSI6MCwiRm9yZWdyb3VuZCI6eyIkaWQiOiI0ODEiLCJDb2xvciI6eyIkaWQiOiI0OD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gzIiwiVG9wIjowLjAsIkxlZnQiOjAuMCwiUmlnaHQiOjAuMCwiQm90dG9tIjowLjB9LCJQYWRkaW5nIjp7IiRpZCI6IjQ4NCIsIlRvcCI6MC4wLCJMZWZ0IjowLjAsIlJpZ2h0IjowLjAsIkJvdHRvbSI6MC4wfSwiQmFja2dyb3VuZCI6eyIkaWQiOiI0ODUiLCJDb2xvciI6eyIkaWQiOiI0ODYiLCJBIjoyNTUsIlIiOjAsIkciOjAsIkIiOjB9fSwiSXNWaXNpYmxlIjp0cnVlLCJXaWR0aCI6MC4wLCJIZWlnaHQiOjAuMCwiQm9yZGVyU3R5bGUiOnsiJGlkIjoiNDg3IiwiTGluZUNvbG9yIjpudWxsLCJMaW5lV2VpZ2h0IjowLjAsIkxpbmVUeXBlIjowLCJQYXJlbnRTdHlsZSI6bnVsbH0sIlBhcmVudFN0eWxlIjpudWxsfSwiUGFyZW50U3R5bGUiOm51bGx9LCJQYXJlbnRTdHlsZSI6bnVsbH0sIkRlZmF1bHRTd2ltbGFuZUFjdGl2aXR5U3R5bGUiOnsiJGlkIjoiNDg4IiwiSGVhZGVyU3R5bGUiOnsiJGlkIjoiNDg5IiwiVGV4dFN0eWxlIjp7IiRpZCI6IjQ5MCIsIkZvbnRTZXR0aW5ncyI6eyIkaWQiOiI0OTEiLCJGb250U2l6ZSI6MTEsIkZvbnROYW1lIjoiQ2FsaWJyaSIsIklzQm9sZCI6ZmFsc2UsIklzSXRhbGljIjpmYWxzZSwiSXNVbmRlcmxpbmVkIjpmYWxzZSwiUGFyZW50U3R5bGUiOm51bGx9LCJBdXRvU2l6ZSI6MiwiRm9yZWdyb3VuZCI6eyIkaWQiOiI0OTIiLCJDb2xvciI6eyIkaWQiOiI0OTMiLCJBIjoyNTUsIlIiOjAsIkciOjAsIkIiOjB9fSwiTWF4V2lkdGgiOiJJbmZpbml0eSIsIk1heEhlaWdodCI6IkluZmluaXR5IiwiU21hcnRGb3JlZ3JvdW5kSXNBY3RpdmUiOmZhbHNlLCJIb3Jpem9udGFsQWxpZ25tZW50IjowLCJWZXJ0aWNhbEFsaWdubWVudCI6MCwiU21hcnRGb3JlZ3JvdW5kIjpudWxsLCJCYWNrZ3JvdW5kRmlsbFR5cGUiOjAsIk1hcmdpbiI6eyIkaWQiOiI0OTQiLCJUb3AiOjAuMCwiTGVmdCI6MC4wLCJSaWdodCI6MC4wLCJCb3R0b20iOjAuMH0sIlBhZGRpbmciOnsiJGlkIjoiNDk1IiwiVG9wIjowLjAsIkxlZnQiOjAuMCwiUmlnaHQiOjAuMCwiQm90dG9tIjowLjB9LCJCYWNrZ3JvdW5kIjp7IiRpZCI6IjQ5NiIsIkNvbG9yIjp7IiRpZCI6IjQ5NyIsIkEiOjI1NSwiUiI6MCwiRyI6MCwiQiI6MH19LCJJc1Zpc2libGUiOnRydWUsIldpZHRoIjowLjAsIkhlaWdodCI6MC4wLCJCb3JkZXJTdHlsZSI6bnVsbCwiUGFyZW50U3R5bGUiOm51bGx9LCJSZWN0YW5nbGVTdHlsZSI6eyIkaWQiOiI0OTgiLCJNYXJnaW4iOnsiJGlkIjoiNDk5IiwiVG9wIjowLjAsIkxlZnQiOjAuMCwiUmlnaHQiOjAuMCwiQm90dG9tIjowLjB9LCJQYWRkaW5nIjp7IiRpZCI6IjUwMCIsIlRvcCI6MC4wLCJMZWZ0IjowLjAsIlJpZ2h0IjowLjAsIkJvdHRvbSI6MC4wfSwiQmFja2dyb3VuZCI6eyIkaWQiOiI1MDEiLCJDb2xvciI6eyIkaWQiOiI1MDIiLCJBIjo2MywiUiI6MjEsIkciOjk2LCJCIjoxMzB9fSwiSXNWaXNpYmxlIjp0cnVlLCJXaWR0aCI6MC4wLCJIZWlnaHQiOjAuMCwiQm9yZGVyU3R5bGUiOnsiJGlkIjoiNTAzIiwiTGluZUNvbG9yIjp7IiRpZCI6IjUwNCIsIiR0eXBlIjoiTkxSRS5Db21tb24uRG9tLlNvbGlkQ29sb3JCcnVzaCwgTkxSRS5Db21tb24iLCJDb2xvciI6eyIkaWQiOiI1MDUiLCJBIjoyNTUsIlIiOjI1NSwiRyI6MCwiQiI6MH19LCJMaW5lV2VpZ2h0IjowLjAsIkxpbmVUeXBlIjowLCJQYXJlbnRTdHlsZSI6bnVsbH0sIlBhcmVudFN0eWxlIjpudWxsfSwiTWFyZ2luIjp7IiRpZCI6IjUwNiIsIlRvcCI6MC4wLCJMZWZ0IjowLjAsIlJpZ2h0IjowLjAsIkJvdHRvbSI6MC4wfSwiUGFkZGluZyI6eyIkaWQiOiI1MDciLCJUb3AiOjAuMCwiTGVmdCI6MC4wLCJSaWdodCI6MC4wLCJCb3R0b20iOjAuMH0sIkJhY2tncm91bmQiOm51bGwsIklzVmlzaWJsZSI6dHJ1ZSwiV2lkdGgiOjAuMCwiSGVpZ2h0IjowLjAsIkJvcmRlclN0eWxlIjpudWxsLCJQYXJlbnRTdHlsZSI6bnVsbH0sIkJhY2tncm91bmRTdHlsZSI6eyIkaWQiOiI1MDgiLCJNYXJnaW4iOnsiJGlkIjoiNTA5IiwiVG9wIjowLjAsIkxlZnQiOjAuMCwiUmlnaHQiOjAuMCwiQm90dG9tIjowLjB9LCJQYWRkaW5nIjp7IiRpZCI6IjUxMCIsIlRvcCI6MC4wLCJMZWZ0IjowLjAsIlJpZ2h0IjowLjAsIkJvdHRvbSI6MC4wfSwiQmFja2dyb3VuZCI6eyIkaWQiOiI1MTEiLCJDb2xvciI6eyIkaWQiOiI1MTIiLCJBIjo1MSwiUiI6MjAwLCJHIjoyMDAsIkIiOjIwMH19LCJJc1Zpc2libGUiOnRydWUsIldpZHRoIjowLjAsIkhlaWdodCI6MC4wLCJCb3JkZXJTdHlsZSI6eyIkaWQiOiI1MTMiLCJMaW5lQ29sb3IiOnsiJGlkIjoiNTE0IiwiJHR5cGUiOiJOTFJFLkNvbW1vbi5Eb20uU29saWRDb2xvckJydXNoLCBOTFJFLkNvbW1vbiIsIkNvbG9yIjp7IiRpZCI6IjUxNSIsIkEiOjI1NSwiUiI6MjM0LCJHIjoyMiwiQiI6MzB9fSwiTGluZVdlaWdodCI6MC4wLCJMaW5lVHlwZSI6MCwiUGFyZW50U3R5bGUiOm51bGx9LCJQYXJlbnRTdHlsZSI6bnVsbH0sIk1hcmdpbiI6eyIkaWQiOiI1MTYiLCJUb3AiOjAuMCwiTGVmdCI6MC4wLCJSaWdodCI6MC4wLCJCb3R0b20iOjAuMH0sIlBhZGRpbmciOnsiJGlkIjoiNTE3IiwiVG9wIjowLjAsIkxlZnQiOjAuMCwiUmlnaHQiOjAuMCwiQm90dG9tIjowLjB9LCJJc1Zpc2libGUiOnRydWUsIldpZHRoIjowLjAsIkhlaWdodCI6MC4wLCJCb3JkZXJTdHlsZSI6eyIkaWQiOiI1MTgiLCJMaW5lQ29sb3IiOm51bGwsIkxpbmVXZWlnaHQiOjAuMCwiTGluZVR5cGUiOjAsIlBhcmVudFN0eWxlIjpudWxsfSwiUGFyZW50U3R5bGUiOm51bGx9LCJNYXJnaW4iOnsiJGlkIjoiNTE5IiwiVG9wIjowLjAsIkxlZnQiOjAuMCwiUmlnaHQiOjAuMCwiQm90dG9tIjowLjB9LCJQYWRkaW5nIjp7IiRpZCI6IjUyMCIsIlRvcCI6MC4wLCJMZWZ0IjowLjAsIlJpZ2h0IjowLjAsIkJvdHRvbSI6MC4wfSwiSXNWaXNpYmxlIjp0cnVlLCJXaWR0aCI6MC4wLCJIZWlnaHQiOjAuMCwiQm9yZGVyU3R5bGUiOnsiJGlkIjoiNTIxIiwiTGluZUNvbG9yIjpudWxsLCJMaW5lV2VpZ2h0IjowLjAsIkxpbmVUeXBlIjowLCJQYXJlbnRTdHlsZSI6bnVsbH0sIlBhcmVudFN0eWxlIjpudWxsfSwiX2FkZGl0aW9uYWxTd2ltbGFuZVYyU3R5bGVzIjpbeyIkaWQiOiI1MjIiLCJTdHlsZUlkIjoiOTg1MTNlMTAtNTUxYy00ZjMwLWFjMTEtYTA2OTBlOTAzMTM0IiwiSGVhZGVyU3R5bGUiOnsiJGlkIjoiNTIzIiwiVGV4dElzVmVydGljYWwiOmZhbHNlLCJUZXh0U3R5bGUiOnsiJGlkIjoiNTI0IiwiRm9udFNldHRpbmdzIjp7IiRpZCI6IjUyNSIsIkZvbnRTaXplIjoxMSwiRm9udE5hbWUiOiJDYWxpYnJpIiwiSXNCb2xkIjpmYWxzZSwiSXNJdGFsaWMiOmZhbHNlLCJJc1VuZGVybGluZWQiOmZhbHNlLCJQYXJlbnRTdHlsZSI6bnVsbH0sIkF1dG9TaXplIjoyLCJGb3JlZ3JvdW5kIjp7IiRpZCI6IjUyNiIsIkNvbG9yIjp7IiRpZCI6IjUyNyIsIkEiOjI1NSwiUiI6MjU1LCJHIjoyNTUsIkIiOjI1NX19LCJNYXhXaWR0aCI6IkluZmluaXR5IiwiTWF4SGVpZ2h0IjoiSW5maW5pdHkiLCJTbWFydEZvcmVncm91bmRJc0FjdGl2ZSI6ZmFsc2UsIkhvcml6b250YWxBbGlnbm1lbnQiOjEsIlZlcnRpY2FsQWxpZ25tZW50IjowLCJTbWFydEZvcmVncm91bmQiOm51bGwsIkJhY2tncm91bmRGaWxsVHlwZSI6MCwiTWFyZ2luIjp7IiRpZCI6IjUyOCIsIlRvcCI6MC4wLCJMZWZ0IjowLjAsIlJpZ2h0IjowLjAsIkJvdHRvbSI6MC4wfSwiUGFkZGluZyI6eyIkaWQiOiI1MjkiLCJUb3AiOjAuMCwiTGVmdCI6MC4wLCJSaWdodCI6MC4wLCJCb3R0b20iOjAuMH0sIkJhY2tncm91bmQiOnsiJGlkIjoiNTMwIiwiQ29sb3IiOnsiJGlkIjoiNTMxIiwiQSI6MjU1LCJSIjoyNTUsIkciOjI1NSwiQiI6MjU1fX0sIklzVmlzaWJsZSI6dHJ1ZSwiV2lkdGgiOjAuMCwiSGVpZ2h0IjowLjAsIkJvcmRlclN0eWxlIjpudWxsLCJQYXJlbnRTdHlsZSI6bnVsbH0sIlJlY3RhbmdsZVN0eWxlIjp7IiRpZCI6IjUzMiIsIk1hcmdpbiI6eyIkaWQiOiI1MzMiLCJUb3AiOjAuMCwiTGVmdCI6MC4wLCJSaWdodCI6MC4wLCJCb3R0b20iOjAuMH0sIlBhZGRpbmciOnsiJGlkIjoiNTM0IiwiVG9wIjowLjAsIkxlZnQiOjAuMCwiUmlnaHQiOjAuMCwiQm90dG9tIjowLjB9LCJCYWNrZ3JvdW5kIjp7IiRpZCI6IjUzNSIsIkNvbG9yIjp7IiRpZCI6IjUzNiIsIkEiOjI1NSwiUiI6MjMzLCJHIjoxMTMsIkIiOjUwfX0sIklzVmlzaWJsZSI6dHJ1ZSwiV2lkdGgiOjAuMCwiSGVpZ2h0IjowLjAsIkJvcmRlclN0eWxlIjp7IiRpZCI6IjUzNyIsIkxpbmVDb2xvciI6eyIkaWQiOiI1MzgiLCIkdHlwZSI6Ik5MUkUuQ29tbW9uLkRvbS5Tb2xpZENvbG9yQnJ1c2gsIE5MUkUuQ29tbW9uIiwiQ29sb3IiOnsiJGlkIjoiNTM5IiwiQSI6MjU1LCJSIjoyNTUsIkciOjI1NSwiQiI6MjU1fX0sIkxpbmVXZWlnaHQiOjAuMCwiTGluZVR5cGUiOjAsIlBhcmVudFN0eWxlIjpudWxsfSwiUGFyZW50U3R5bGUiOm51bGx9LCJNYXJnaW4iOnsiJGlkIjoiNTQwIiwiVG9wIjowLjAsIkxlZnQiOjAuMCwiUmlnaHQiOjAuMCwiQm90dG9tIjowLjB9LCJQYWRkaW5nIjp7IiRpZCI6IjU0MSIsIlRvcCI6MC4wLCJMZWZ0IjowLjAsIlJpZ2h0IjowLjAsIkJvdHRvbSI6MC4wfSwiQmFja2dyb3VuZCI6bnVsbCwiSXNWaXNpYmxlIjp0cnVlLCJXaWR0aCI6MC4wLCJIZWlnaHQiOjAuMCwiQm9yZGVyU3R5bGUiOm51bGwsIlBhcmVudFN0eWxlIjpudWxsfSwiQmFja2dyb3VuZFN0eWxlIjp7IiRpZCI6IjU0MiIsIk1hcmdpbiI6eyIkaWQiOiI1NDMiLCJUb3AiOjAuMCwiTGVmdCI6MC4wLCJSaWdodCI6MC4wLCJCb3R0b20iOjAuMH0sIlBhZGRpbmciOnsiJGlkIjoiNTQ0IiwiVG9wIjowLjAsIkxlZnQiOjAuMCwiUmlnaHQiOjAuMCwiQm90dG9tIjowLjB9LCJCYWNrZ3JvdW5kIjp7IiRpZCI6IjU0NSIsIkNvbG9yIjp7IiRpZCI6IjU0NiIsIkEiOjUxLCJSIjoyMDAsIkciOjIwMCwiQiI6MjAwfX0sIklzVmlzaWJsZSI6dHJ1ZSwiV2lkdGgiOjAuMCwiSGVpZ2h0IjowLjAsIkJvcmRlclN0eWxlIjp7IiRpZCI6IjU0NyIsIkxpbmVDb2xvciI6eyIkaWQiOiI1NDgiLCIkdHlwZSI6Ik5MUkUuQ29tbW9uLkRvbS5Tb2xpZENvbG9yQnJ1c2gsIE5MUkUuQ29tbW9uIiwiQ29sb3IiOnsiJGlkIjoiNTQ5IiwiQSI6MjU1LCJSIjoyMzQsIkciOjIyLCJCIjozMH19LCJMaW5lV2VpZ2h0IjowLjAsIkxpbmVUeXBlIjowLCJQYXJlbnRTdHlsZSI6bnVsbH0sIlBhcmVudFN0eWxlIjpudWxsfSwiSXNBYm92ZVRpbWViYW5kIjpmYWxzZSwiU3BhY2luZyI6MywiRGVmYXVsdFN3aW1sYW5lVGFza1N0eWxlIjp7IiRpZCI6IjU1MCIsIiR0eXBlIjoiTkxSRS5Db21tb24uRG9tLlN0eWxlcy5FeHBsaWNpdFNldGFibGVUYXNrU3R5bGUsIE5MUkUuQ29tbW9uIiwiU2hhcGUiOjEsIlNoYXBlVGhpY2tuZXNzIjowLCJEdXJhdGlvbkZvcm1hdCI6MCwiSW5jbHVkZU5vbldvcmtpbmdEYXlzSW5EdXJhdGlvbiI6ZmFsc2UsIlBlcmNlbnRhZ2VDb21wbGV0ZVN0eWxlIjp7IiRpZCI6IjU1MSIsIkZvbnRTZXR0aW5ncyI6eyIkaWQiOiI1NTIiLCJGb250U2l6ZSI6MTAsIkZvbnROYW1lIjoiQ2FsaWJyaSIsIklzQm9sZCI6ZmFsc2UsIklzSXRhbGljIjpmYWxzZSwiSXNVbmRlcmxpbmVkIjpmYWxzZSwiUGFyZW50U3R5bGUiOm51bGx9LCJBdXRvU2l6ZSI6MCwiRm9yZWdyb3VuZCI6eyIkaWQiOiI1NTMiLCJDb2xvciI6eyIkaWQiOiI1NT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TU1IiwiVG9wIjowLjAsIkxlZnQiOjAuMCwiUmlnaHQiOjAuMCwiQm90dG9tIjowLjB9LCJQYWRkaW5nIjp7IiRpZCI6IjU1NiIsIlRvcCI6MC4wLCJMZWZ0IjowLjAsIlJpZ2h0IjowLjAsIkJvdHRvbSI6MC4wfSwiQmFja2dyb3VuZCI6eyIkaWQiOiI1NTciLCJDb2xvciI6eyIkaWQiOiI1NTgiLCJBIjo4OSwiUiI6MCwiRyI6MCwiQiI6MH19LCJJc1Zpc2libGUiOnRydWUsIldpZHRoIjowLjAsIkhlaWdodCI6MC4wLCJCb3JkZXJTdHlsZSI6eyIkaWQiOiI1NTkiLCJMaW5lQ29sb3IiOm51bGwsIkxpbmVXZWlnaHQiOjAuMCwiTGluZVR5cGUiOjAsIlBhcmVudFN0eWxlIjpudWxsfSwiUGFyZW50U3R5bGUiOm51bGx9LCJEdXJhdGlvblN0eWxlIjp7IiRpZCI6IjU2MCIsIkZvbnRTZXR0aW5ncyI6eyIkaWQiOiI1NjEiLCJGb250U2l6ZSI6MTAsIkZvbnROYW1lIjoiQ2FsaWJyaSIsIklzQm9sZCI6ZmFsc2UsIklzSXRhbGljIjpmYWxzZSwiSXNVbmRlcmxpbmVkIjpmYWxzZSwiUGFyZW50U3R5bGUiOm51bGx9LCJBdXRvU2l6ZSI6MCwiRm9yZWdyb3VuZCI6eyIkaWQiOiI1NjIiLCJDb2xvciI6eyIkaWQiOiI1Nj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1NjQiLCJUb3AiOjAuMCwiTGVmdCI6MC4wLCJSaWdodCI6MC4wLCJCb3R0b20iOjAuMH0sIlBhZGRpbmciOnsiJGlkIjoiNTY1IiwiVG9wIjowLjAsIkxlZnQiOjAuMCwiUmlnaHQiOjAuMCwiQm90dG9tIjowLjB9LCJCYWNrZ3JvdW5kIjp7IiRpZCI6IjU2NiIsIkNvbG9yIjp7IiRpZCI6IjU2NyIsIkEiOjI1NSwiUiI6MjM3LCJHIjoxMjUsIkIiOjQ5fX0sIklzVmlzaWJsZSI6dHJ1ZSwiV2lkdGgiOjAuMCwiSGVpZ2h0IjowLjAsIkJvcmRlclN0eWxlIjp7IiRpZCI6IjU2OCIsIkxpbmVDb2xvciI6bnVsbCwiTGluZVdlaWdodCI6MC4wLCJMaW5lVHlwZSI6MCwiUGFyZW50U3R5bGUiOm51bGx9LCJQYXJlbnRTdHlsZSI6bnVsbH0sIkhvcml6b250YWxDb25uZWN0b3JTdHlsZSI6eyIkaWQiOiI1NjkiLCJMaW5lQ29sb3IiOnsiJGlkIjoiNTcwIiwiJHR5cGUiOiJOTFJFLkNvbW1vbi5Eb20uU29saWRDb2xvckJydXNoLCBOTFJFLkNvbW1vbiIsIkNvbG9yIjp7IiRpZCI6IjU3MSIsIkEiOjI1NSwiUiI6MCwiRyI6MCwiQiI6MH19LCJMaW5lV2VpZ2h0IjowLjAsIkxpbmVUeXBlIjowLCJQYXJlbnRTdHlsZSI6bnVsbH0sIlZlcnRpY2FsQ29ubmVjdG9yU3R5bGUiOnsiJGlkIjoiNTcyIiwiTGluZUNvbG9yIjp7IiRpZCI6IjU3MyIsIiR0eXBlIjoiTkxSRS5Db21tb24uRG9tLlNvbGlkQ29sb3JCcnVzaCwgTkxSRS5Db21tb24iLCJDb2xvciI6eyIkaWQiOiI1NzQ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1NzUiLCJTaGFwZVN0eWxlIjp7IiRpZCI6IjU3NiIsIk1hcmdpbiI6eyIkaWQiOiI1NzciLCJUb3AiOjAuMCwiTGVmdCI6MC4wLCJSaWdodCI6MC4wLCJCb3R0b20iOjAuMH0sIlBhZGRpbmciOnsiJGlkIjoiNTc4IiwiVG9wIjowLjAsIkxlZnQiOjAuMCwiUmlnaHQiOjAuMCwiQm90dG9tIjowLjB9LCJCYWNrZ3JvdW5kIjp7IiRpZCI6IjU3OSIsIkNvbG9yIjp7IiRpZCI6IjU4MCIsIkEiOjE1MywiUiI6MCwiRyI6MCwiQiI6MH19LCJJc1Zpc2libGUiOnRydWUsIldpZHRoIjowLjAsIkhlaWdodCI6MC4wLCJCb3JkZXJTdHlsZSI6eyIkaWQiOiI1ODEiLCJMaW5lQ29sb3IiOnsiJGlkIjoiNTgyIiwiJHR5cGUiOiJOTFJFLkNvbW1vbi5Eb20uU29saWRDb2xvckJydXNoLCBOTFJFLkNvbW1vbiIsIkNvbG9yIjp7IiRpZCI6IjU4MyIsIkEiOjI1NSwiUiI6MjU1LCJHIjowLCJCIjowfX0sIkxpbmVXZWlnaHQiOjAuMCwiTGluZVR5cGUiOjAsIlBhcmVudFN0eWxlIjpudWxsfSwiUGFyZW50U3R5bGUiOm51bGx9LCJNYXJnaW4iOnsiJGlkIjoiNTg0IiwiVG9wIjowLjAsIkxlZnQiOjAuMCwiUmlnaHQiOjAuMCwiQm90dG9tIjowLjB9LCJQYWRkaW5nIjp7IiRpZCI6IjU4NSIsIlRvcCI6MC4wLCJMZWZ0IjowLjAsIlJpZ2h0IjowLjAsIkJvdHRvbSI6MC4wfSwiQmFja2dyb3VuZCI6bnVsbCwiSXNWaXNpYmxlIjp0cnVlLCJXaWR0aCI6MC4wLCJIZWlnaHQiOjAuMCwiQm9yZGVyU3R5bGUiOm51bGwsIlBhcmVudFN0eWxlIjpudWxsfSwiU2hhcGVTdHlsZSI6eyIkaWQiOiI1ODYiLCJNYXJnaW4iOnsiJGlkIjoiNTg3IiwiVG9wIjowLjAsIkxlZnQiOjQuMCwiUmlnaHQiOjQuMCwiQm90dG9tIjowLjB9LCJQYWRkaW5nIjp7IiRpZCI6IjU4OCIsIlRvcCI6MC4wLCJMZWZ0IjowLjAsIlJpZ2h0IjowLjAsIkJvdHRvbSI6MC4wfSwiQmFja2dyb3VuZCI6eyIkaWQiOiI1ODkiLCJDb2xvciI6eyIkaWQiOiI1OTAiLCJBIjoyNTUsIlIiOjIzMywiRyI6MTEzLCJCIjo1MH19LCJJc1Zpc2libGUiOnRydWUsIldpZHRoIjowLjAsIkhlaWdodCI6MTAuMCwiQm9yZGVyU3R5bGUiOnsiJGlkIjoiNTkxIiwiTGluZUNvbG9yIjp7IiRpZCI6IjU5MiIsIiR0eXBlIjoiTkxSRS5Db21tb24uRG9tLlNvbGlkQ29sb3JCcnVzaCwgTkxSRS5Db21tb24iLCJDb2xvciI6eyIkaWQiOiI1OTMiLCJBIjoyNTUsIlIiOjIzNCwiRyI6MjIsIkIiOjMwfX0sIkxpbmVXZWlnaHQiOjAuMCwiTGluZVR5cGUiOjAsIlBhcmVudFN0eWxlIjpudWxsfSwiUGFyZW50U3R5bGUiOm51bGx9LCJUaXRsZVN0eWxlIjp7IiRpZCI6IjU5NCIsIkZvbnRTZXR0aW5ncyI6eyIkaWQiOiI1OTUiLCJGb250U2l6ZSI6MTEsIkZvbnROYW1lIjoiQ2FsaWJyaSIsIklzQm9sZCI6ZmFsc2UsIklzSXRhbGljIjpmYWxzZSwiSXNVbmRlcmxpbmVkIjpmYWxzZSwiUGFyZW50U3R5bGUiOm51bGx9LCJBdXRvU2l6ZSI6MCwiRm9yZWdyb3VuZCI6eyIkaWQiOiI1OTYiLCJDb2xvciI6eyIkaWQiOiI1OT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k4IiwiVG9wIjowLjAsIkxlZnQiOjAuMCwiUmlnaHQiOjAuMCwiQm90dG9tIjowLjB9LCJQYWRkaW5nIjp7IiRpZCI6IjU5OSIsIlRvcCI6MC4wLCJMZWZ0IjowLjAsIlJpZ2h0IjowLjAsIkJvdHRvbSI6MC4wfSwiQmFja2dyb3VuZCI6eyIkaWQiOiI2MDAiLCJDb2xvciI6eyIkaWQiOiI2MDEiLCJBIjoyNTUsIlIiOjAsIkciOjAsIkIiOjB9fSwiSXNWaXNpYmxlIjp0cnVlLCJXaWR0aCI6MC4wLCJIZWlnaHQiOjAuMCwiQm9yZGVyU3R5bGUiOnsiJGlkIjoiNjAyIiwiTGluZUNvbG9yIjpudWxsLCJMaW5lV2VpZ2h0IjowLjAsIkxpbmVUeXBlIjowLCJQYXJlbnRTdHlsZSI6bnVsbH0sIlBhcmVudFN0eWxlIjpudWxsfSwiRGF0ZVN0eWxlIjp7IiRpZCI6IjYwMyIsIkZvbnRTZXR0aW5ncyI6eyIkaWQiOiI2MDQiLCJGb250U2l6ZSI6MTAsIkZvbnROYW1lIjoiQ2FsaWJyaSIsIklzQm9sZCI6ZmFsc2UsIklzSXRhbGljIjpmYWxzZSwiSXNVbmRlcmxpbmVkIjpmYWxzZSwiUGFyZW50U3R5bGUiOm51bGx9LCJBdXRvU2l6ZSI6MCwiRm9yZWdyb3VuZCI6eyIkaWQiOiI2MDUiLCJDb2xvciI6eyIkaWQiOiI2MD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NjA3IiwiVG9wIjowLjAsIkxlZnQiOjAuMCwiUmlnaHQiOjAuMCwiQm90dG9tIjowLjB9LCJQYWRkaW5nIjp7IiRpZCI6IjYwOCIsIlRvcCI6MC4wLCJMZWZ0IjowLjAsIlJpZ2h0IjowLjAsIkJvdHRvbSI6MC4wfSwiQmFja2dyb3VuZCI6eyIkaWQiOiI2MDkiLCJDb2xvciI6eyIkaWQiOiI2MTAiLCJBIjoyNTUsIlIiOjE0LCJHIjo0MCwiQiI6NjV9fSwiSXNWaXNpYmxlIjp0cnVlLCJXaWR0aCI6MC4wLCJIZWlnaHQiOjAuMCwiQm9yZGVyU3R5bGUiOnsiJGlkIjoiNjExIiwiTGluZUNvbG9yIjpudWxsLCJMaW5lV2VpZ2h0IjowLjAsIkxpbmVUeXBlIjowLCJQYXJlbnRTdHlsZSI6bnVsbH0sIlBhcmVudFN0eWxlIjpudWxsfSwiRGF0ZUZvcm1hdCI6eyIkaWQiOiI2MT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EzIiwiRm9ybWF0IjowLCJJc1Zpc2libGUiOmZhbHNlLCJMYXN0S25vd25WaXNpYmlsaXR5U3RhdGUiOmZhbHNlfSwiSXNWaXNpYmxlIjp0cnVlLCJWYXJpYW5jZVN0eWxlIjp7IiRpZCI6IjYxNCIsIlRleHRTdHlsZSI6eyIkaWQiOiI2MTUiLCJGb250U2V0dGluZ3MiOnsiJGlkIjoiNjE2IiwiRm9udFNpemUiOjEwLCJGb250TmFtZSI6IkNhbGlicmkiLCJJc0JvbGQiOmZhbHNlLCJJc0l0YWxpYyI6ZmFsc2UsIklzVW5kZXJsaW5lZCI6ZmFsc2UsIlBhcmVudFN0eWxlIjpudWxsfSwiQXV0b1NpemUiOjAsIkZvcmVncm91bmQiOnsiJGlkIjoiNjE3IiwiQ29sb3IiOnsiJGlkIjoiNjE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xOSIsIlRvcCI6MC4wLCJMZWZ0IjowLjAsIlJpZ2h0IjowLjAsIkJvdHRvbSI6MC4wfSwiUGFkZGluZyI6eyIkaWQiOiI2MjAiLCJUb3AiOjAuMCwiTGVmdCI6MC4wLCJSaWdodCI6MC4wLCJCb3R0b20iOjAuMH0sIkJhY2tncm91bmQiOnsiJGlkIjoiNjIxIiwiQ29sb3IiOnsiJGlkIjoiNjIyIiwiQSI6MjU1LCJSIjowLCJHIjowLCJCIjowfX0sIklzVmlzaWJsZSI6dHJ1ZSwiV2lkdGgiOjAuMCwiSGVpZ2h0IjowLjAsIkJvcmRlclN0eWxlIjp7IiRpZCI6IjYyMyIsIkxpbmVDb2xvciI6bnVsbCwiTGluZVdlaWdodCI6MC4wLCJMaW5lVHlwZSI6MCwiUGFyZW50U3R5bGUiOm51bGx9LCJQYXJlbnRTdHlsZSI6bnVsbH0sIlBhcmVudFN0eWxlIjpudWxsfSwiUGFyZW50U3R5bGUiOm51bGwsIl9leHBsaWNpdGx5U2V0Ijp7IiRpZCI6IjYy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YyNSIsIlNoYXBlIjoxLCJDb25uZWN0b3JNYXJnaW4iOnsiJGlkIjoiNjI2IiwiVG9wIjowLjAsIkxlZnQiOjIuMCwiUmlnaHQiOjIuMCwiQm90dG9tIjowLjB9LCJDb25uZWN0b3JTdHlsZSI6eyIkaWQiOiI2MjciLCJMaW5lQ29sb3IiOnsiJGlkIjoiNjI4IiwiJHR5cGUiOiJOTFJFLkNvbW1vbi5Eb20uU29saWRDb2xvckJydXNoLCBOTFJFLkNvbW1vbiIsIkNvbG9yIjp7IiRpZCI6IjYyOSIsIkEiOjEyNywiUiI6MTI4LCJHIjo1MywiQiI6MTR9fSwiTGluZVdlaWdodCI6MS4wLCJMaW5lVHlwZSI6MCwiUGFyZW50U3R5bGUiOm51bGx9LCJJc0JlbG93VGltZWJhbmQiOmZhbHNlLCJQb3NpdGlvbk9uVGFzayI6MSwiSGlkZURhdGUiOmZhbHNlLCJTaGFwZVNpemUiOjAsIlNwYWNpbmciOjAuMCwiUGFkZGluZyI6eyIkaWQiOiI2MzAiLCJUb3AiOjUuMCwiTGVmdCI6My4wLCJSaWdodCI6MC4wLCJCb3R0b20iOjIuMH0sIlNoYXBlU3R5bGUiOnsiJGlkIjoiNjMxIiwiTWFyZ2luIjp7IiRpZCI6IjYzMiIsIlRvcCI6MC4wLCJMZWZ0IjowLjAsIlJpZ2h0IjowLjAsIkJvdHRvbSI6MC4wfSwiUGFkZGluZyI6eyIkaWQiOiI2MzMiLCJUb3AiOjAuMCwiTGVmdCI6MC4wLCJSaWdodCI6MC4wLCJCb3R0b20iOjAuMH0sIkJhY2tncm91bmQiOnsiJGlkIjoiNjM0IiwiQ29sb3IiOnsiJGlkIjoiNjM1IiwiQSI6MjU1LCJSIjoxMjgsIkciOjUzLCJCIjoxNH19LCJJc1Zpc2libGUiOnRydWUsIldpZHRoIjoxMi4wLCJIZWlnaHQiOjE0LjAsIkJvcmRlclN0eWxlIjp7IiRpZCI6IjYzNiIsIkxpbmVDb2xvciI6eyIkaWQiOiI2MzciLCIkdHlwZSI6Ik5MUkUuQ29tbW9uLkRvbS5Tb2xpZENvbG9yQnJ1c2gsIE5MUkUuQ29tbW9uIiwiQ29sb3IiOnsiJGlkIjoiNjM4IiwiQSI6MjU1LCJSIjoyNTUsIkciOjI1NSwiQiI6MjU1fX0sIkxpbmVXZWlnaHQiOjAuMCwiTGluZVR5cGUiOjAsIlBhcmVudFN0eWxlIjpudWxsfSwiUGFyZW50U3R5bGUiOm51bGx9LCJUaXRsZVN0eWxlIjp7IiRpZCI6IjYzOSIsIkZvbnRTZXR0aW5ncyI6eyIkaWQiOiI2NDAiLCJGb250U2l6ZSI6MTEsIkZvbnROYW1lIjoiQ2FsaWJyaSIsIklzQm9sZCI6ZmFsc2UsIklzSXRhbGljIjpmYWxzZSwiSXNVbmRlcmxpbmVkIjpmYWxzZSwiUGFyZW50U3R5bGUiOm51bGx9LCJBdXRvU2l6ZSI6MCwiRm9yZWdyb3VuZCI6eyIkaWQiOiI2NDEiLCJDb2xvciI6eyIkaWQiOiI2NDI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NjQzIiwiVG9wIjowLjAsIkxlZnQiOjAuMCwiUmlnaHQiOjAuMCwiQm90dG9tIjowLjB9LCJQYWRkaW5nIjp7IiRpZCI6IjY0NCIsIlRvcCI6MC4wLCJMZWZ0IjowLjAsIlJpZ2h0IjowLjAsIkJvdHRvbSI6MC4wfSwiQmFja2dyb3VuZCI6eyIkaWQiOiI2NDUiLCJDb2xvciI6eyIkaWQiOiI2NDYiLCJBIjoyNTUsIlIiOjAsIkciOjAsIkIiOjB9fSwiSXNWaXNpYmxlIjp0cnVlLCJXaWR0aCI6MC4wLCJIZWlnaHQiOjAuMCwiQm9yZGVyU3R5bGUiOnsiJGlkIjoiNjQ3IiwiTGluZUNvbG9yIjpudWxsLCJMaW5lV2VpZ2h0IjowLjAsIkxpbmVUeXBlIjowLCJQYXJlbnRTdHlsZSI6bnVsbH0sIlBhcmVudFN0eWxlIjpudWxsfSwiRGF0ZVN0eWxlIjp7IiRpZCI6IjY0OCIsIkZvbnRTZXR0aW5ncyI6eyIkaWQiOiI2NDkiLCJGb250U2l6ZSI6MTAsIkZvbnROYW1lIjoiQ2FsaWJyaSIsIklzQm9sZCI6ZmFsc2UsIklzSXRhbGljIjpmYWxzZSwiSXNVbmRlcmxpbmVkIjpmYWxzZSwiUGFyZW50U3R5bGUiOm51bGx9LCJBdXRvU2l6ZSI6MCwiRm9yZWdyb3VuZCI6eyIkaWQiOiI2NTAiLCJDb2xvciI6eyIkaWQiOiI2NTEiLCJBIjoyNTUsIlIiOjE0LCJHIjo0MCwiQiI6NjV9fSwiTWF4V2lkdGgiOjIwMC4wLCJNYXhIZWlnaHQiOiJJbmZpbml0eSIsIlNtYXJ0Rm9yZWdyb3VuZElzQWN0aXZlIjpmYWxzZSwiSG9yaXpvbnRhbEFsaWdubWVudCI6MSwiVmVydGljYWxBbGlnbm1lbnQiOjEsIlNtYXJ0Rm9yZWdyb3VuZCI6bnVsbCwiQmFja2dyb3VuZEZpbGxUeXBlIjowLCJNYXJnaW4iOnsiJGlkIjoiNjUyIiwiVG9wIjowLjAsIkxlZnQiOjAuMCwiUmlnaHQiOjAuMCwiQm90dG9tIjowLjB9LCJQYWRkaW5nIjp7IiRpZCI6IjY1MyIsIlRvcCI6MC4wLCJMZWZ0IjowLjAsIlJpZ2h0IjowLjAsIkJvdHRvbSI6MC4wfSwiQmFja2dyb3VuZCI6eyIkaWQiOiI2NTQiLCJDb2xvciI6eyIkaWQiOiI2NTUiLCJBIjoyNTUsIlIiOjE0LCJHIjo0MCwiQiI6NjV9fSwiSXNWaXNpYmxlIjp0cnVlLCJXaWR0aCI6MC4wLCJIZWlnaHQiOjAuMCwiQm9yZGVyU3R5bGUiOnsiJGlkIjoiNjU2IiwiTGluZUNvbG9yIjpudWxsLCJMaW5lV2VpZ2h0IjowLjAsIkxpbmVUeXBlIjowLCJQYXJlbnRTdHlsZSI6bnVsbH0sIlBhcmVudFN0eWxlIjpudWxsfSwiRGF0ZUZvcm1hdCI6eyIkaWQiOiI2NT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U4IiwiRm9ybWF0IjowLCJJc1Zpc2libGUiOmZhbHNlLCJMYXN0S25vd25WaXNpYmlsaXR5U3RhdGUiOmZhbHNlfSwiSXNWaXNpYmxlIjpmYWxzZSwiVmFyaWFuY2VTdHlsZSI6eyIkaWQiOiI2NTkiLCJUZXh0U3R5bGUiOnsiJGlkIjoiNjYwIiwiRm9udFNldHRpbmdzIjp7IiRpZCI6IjY2MSIsIkZvbnRTaXplIjoxMCwiRm9udE5hbWUiOiJDYWxpYnJpIiwiSXNCb2xkIjpmYWxzZSwiSXNJdGFsaWMiOmZhbHNlLCJJc1VuZGVybGluZWQiOmZhbHNlLCJQYXJlbnRTdHlsZSI6bnVsbH0sIkF1dG9TaXplIjowLCJGb3JlZ3JvdW5kIjp7IiRpZCI6IjY2MiIsIkNvbG9yIjp7IiRpZCI6IjY2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2NjQiLCJUb3AiOjAuMCwiTGVmdCI6MC4wLCJSaWdodCI6MC4wLCJCb3R0b20iOjAuMH0sIlBhZGRpbmciOnsiJGlkIjoiNjY1IiwiVG9wIjowLjAsIkxlZnQiOjAuMCwiUmlnaHQiOjAuMCwiQm90dG9tIjowLjB9LCJCYWNrZ3JvdW5kIjp7IiRpZCI6IjY2NiIsIkNvbG9yIjp7IiRpZCI6IjY2NyIsIkEiOjI1NSwiUiI6MCwiRyI6MCwiQiI6MH19LCJJc1Zpc2libGUiOnRydWUsIldpZHRoIjowLjAsIkhlaWdodCI6MC4wLCJCb3JkZXJTdHlsZSI6eyIkaWQiOiI2NjgiLCJMaW5lQ29sb3IiOm51bGwsIkxpbmVXZWlnaHQiOjAuMCwiTGluZVR5cGUiOjAsIlBhcmVudFN0eWxlIjpudWxsfSwiUGFyZW50U3R5bGUiOm51bGx9LCJQYXJlbnRTdHlsZSI6bnVsbH0sIlBhcmVudFN0eWxlIjpudWxsfSwiRGVmYXVsdFN3aW1sYW5lTWlsZXN0b25lU3R5bGUiOnsiJGlkIjoiNjY5IiwiVGl0bGVQb3NpdGlvbiI6IkxlZnQiLCJEYXRlUG9zaXRpb24iOiJSaWdodCIsIlZhcmlhbmNlUG9zaXRpb24iOiJSaWdodCIsIlNoYXBlVHlwZSI6MSwiU2hhcGVTaXplIjowLCJTcGFjaW5nIjo1LCJTaGFwZVN0eWxlIjp7IiRpZCI6IjY3MCIsIk1hcmdpbiI6eyIkaWQiOiI2NzEiLCJUb3AiOjAuMCwiTGVmdCI6MC4wLCJSaWdodCI6MC4wLCJCb3R0b20iOjAuMH0sIlBhZGRpbmciOnsiJGlkIjoiNjcyIiwiVG9wIjowLjAsIkxlZnQiOjAuMCwiUmlnaHQiOjAuMCwiQm90dG9tIjowLjB9LCJCYWNrZ3JvdW5kIjp7IiRpZCI6IjY3MyIsIkNvbG9yIjp7IiRpZCI6IjY3NCIsIkEiOjI1NSwiUiI6MjMzLCJHIjoxMTMsIkIiOjUwfX0sIklzVmlzaWJsZSI6dHJ1ZSwiV2lkdGgiOjEyLjAsIkhlaWdodCI6MTQuMCwiQm9yZGVyU3R5bGUiOnsiJGlkIjoiNjc1IiwiTGluZUNvbG9yIjp7IiRpZCI6IjY3NiIsIiR0eXBlIjoiTkxSRS5Db21tb24uRG9tLlNvbGlkQ29sb3JCcnVzaCwgTkxSRS5Db21tb24iLCJDb2xvciI6eyIkaWQiOiI2NzciLCJBIjoyNTUsIlIiOjIzNCwiRyI6MjIsIkIiOjMwfX0sIkxpbmVXZWlnaHQiOjAuMCwiTGluZVR5cGUiOjAsIlBhcmVudFN0eWxlIjpudWxsfSwiUGFyZW50U3R5bGUiOm51bGx9LCJUaXRsZVN0eWxlIjp7IiRpZCI6IjY3OCIsIkZvbnRTZXR0aW5ncyI6eyIkaWQiOiI2NzkiLCJGb250U2l6ZSI6MTEsIkZvbnROYW1lIjoiQ2FsaWJyaSIsIklzQm9sZCI6ZmFsc2UsIklzSXRhbGljIjpmYWxzZSwiSXNVbmRlcmxpbmVkIjpmYWxzZSwiUGFyZW50U3R5bGUiOm51bGx9LCJBdXRvU2l6ZSI6MCwiRm9yZWdyb3VuZCI6eyIkaWQiOiI2ODAiLCJDb2xvciI6eyIkaWQiOiI2ODE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NjgyIiwiVG9wIjowLjAsIkxlZnQiOjAuMCwiUmlnaHQiOjAuMCwiQm90dG9tIjowLjB9LCJQYWRkaW5nIjp7IiRpZCI6IjY4MyIsIlRvcCI6MC4wLCJMZWZ0IjowLjAsIlJpZ2h0IjowLjAsIkJvdHRvbSI6MC4wfSwiQmFja2dyb3VuZCI6eyIkaWQiOiI2ODQiLCJDb2xvciI6eyIkaWQiOiI2ODUiLCJBIjoyNTUsIlIiOjAsIkciOjAsIkIiOjB9fSwiSXNWaXNpYmxlIjp0cnVlLCJXaWR0aCI6MC4wLCJIZWlnaHQiOjAuMCwiQm9yZGVyU3R5bGUiOnsiJGlkIjoiNjg2IiwiTGluZUNvbG9yIjpudWxsLCJMaW5lV2VpZ2h0IjowLjAsIkxpbmVUeXBlIjowLCJQYXJlbnRTdHlsZSI6bnVsbH0sIlBhcmVudFN0eWxlIjpudWxsfSwiRGF0ZVN0eWxlIjp7IiRpZCI6IjY4NyIsIkZvbnRTZXR0aW5ncyI6eyIkaWQiOiI2ODgiLCJGb250U2l6ZSI6MTAsIkZvbnROYW1lIjoiQ2FsaWJyaSIsIklzQm9sZCI6ZmFsc2UsIklzSXRhbGljIjpmYWxzZSwiSXNVbmRlcmxpbmVkIjpmYWxzZSwiUGFyZW50U3R5bGUiOm51bGx9LCJBdXRvU2l6ZSI6MCwiRm9yZWdyb3VuZCI6eyIkaWQiOiI2ODkiLCJDb2xvciI6eyIkaWQiOiI2OTA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NjkxIiwiVG9wIjowLjAsIkxlZnQiOjAuMCwiUmlnaHQiOjAuMCwiQm90dG9tIjowLjB9LCJQYWRkaW5nIjp7IiRpZCI6IjY5MiIsIlRvcCI6MC4wLCJMZWZ0IjowLjAsIlJpZ2h0IjowLjAsIkJvdHRvbSI6MC4wfSwiQmFja2dyb3VuZCI6eyIkaWQiOiI2OTMiLCJDb2xvciI6eyIkaWQiOiI2OTQiLCJBIjoyNTUsIlIiOjE0LCJHIjo0MCwiQiI6NjV9fSwiSXNWaXNpYmxlIjp0cnVlLCJXaWR0aCI6MC4wLCJIZWlnaHQiOjAuMCwiQm9yZGVyU3R5bGUiOnsiJGlkIjoiNjk1IiwiTGluZUNvbG9yIjpudWxsLCJMaW5lV2VpZ2h0IjowLjAsIkxpbmVUeXBlIjowLCJQYXJlbnRTdHlsZSI6bnVsbH0sIlBhcmVudFN0eWxlIjpudWxsfSwiRGF0ZUZvcm1hdCI6eyIkaWQiOiI2O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k3IiwiRm9ybWF0IjowLCJJc1Zpc2libGUiOmZhbHNlLCJMYXN0S25vd25WaXNpYmlsaXR5U3RhdGUiOmZhbHNlfSwiSXNWaXNpYmxlIjp0cnVlLCJWYXJpYW5jZVN0eWxlIjp7IiRpZCI6IjY5OCIsIlRleHRTdHlsZSI6eyIkaWQiOiI2OTkiLCJGb250U2V0dGluZ3MiOnsiJGlkIjoiNzAwIiwiRm9udFNpemUiOjEwLCJGb250TmFtZSI6IkNhbGlicmkiLCJJc0JvbGQiOmZhbHNlLCJJc0l0YWxpYyI6ZmFsc2UsIklzVW5kZXJsaW5lZCI6ZmFsc2UsIlBhcmVudFN0eWxlIjpudWxsfSwiQXV0b1NpemUiOjAsIkZvcmVncm91bmQiOnsiJGlkIjoiNzAxIiwiQ29sb3IiOnsiJGlkIjoiNzA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cwMyIsIlRvcCI6MC4wLCJMZWZ0IjowLjAsIlJpZ2h0IjowLjAsIkJvdHRvbSI6MC4wfSwiUGFkZGluZyI6eyIkaWQiOiI3MDQiLCJUb3AiOjAuMCwiTGVmdCI6MC4wLCJSaWdodCI6MC4wLCJCb3R0b20iOjAuMH0sIkJhY2tncm91bmQiOnsiJGlkIjoiNzA1IiwiQ29sb3IiOnsiJGlkIjoiNzA2IiwiQSI6MjU1LCJSIjowLCJHIjowLCJCIjowfX0sIklzVmlzaWJsZSI6dHJ1ZSwiV2lkdGgiOjAuMCwiSGVpZ2h0IjowLjAsIkJvcmRlclN0eWxlIjp7IiRpZCI6IjcwNyIsIkxpbmVDb2xvciI6bnVsbCwiTGluZVdlaWdodCI6MC4wLCJMaW5lVHlwZSI6MCwiUGFyZW50U3R5bGUiOm51bGx9LCJQYXJlbnRTdHlsZSI6bnVsbH0sIlBhcmVudFN0eWxlIjpudWxsfSwiUGFyZW50U3R5bGUiOm51bGx9LCJEZWZhdWx0U3dpbWxhbmVBY3Rpdml0eVN0eWxlIjp7IiRpZCI6IjcwOCIsIkhlYWRlclN0eWxlIjp7IiRpZCI6IjcwOSIsIlRleHRTdHlsZSI6eyIkaWQiOiI3MTAiLCJGb250U2V0dGluZ3MiOnsiJGlkIjoiNzExIiwiRm9udFNpemUiOjExLCJGb250TmFtZSI6IkNhbGlicmkiLCJJc0JvbGQiOmZhbHNlLCJJc0l0YWxpYyI6ZmFsc2UsIklzVW5kZXJsaW5lZCI6ZmFsc2UsIlBhcmVudFN0eWxlIjpudWxsfSwiQXV0b1NpemUiOjIsIkZvcmVncm91bmQiOnsiJGlkIjoiNzEyIiwiQ29sb3IiOnsiJGlkIjoiNzE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NzE0IiwiVG9wIjowLjAsIkxlZnQiOjAuMCwiUmlnaHQiOjAuMCwiQm90dG9tIjowLjB9LCJQYWRkaW5nIjp7IiRpZCI6IjcxNSIsIlRvcCI6MC4wLCJMZWZ0IjowLjAsIlJpZ2h0IjowLjAsIkJvdHRvbSI6MC4wfSwiQmFja2dyb3VuZCI6eyIkaWQiOiI3MTYiLCJDb2xvciI6eyIkaWQiOiI3MTciLCJBIjoyNTUsIlIiOjAsIkciOjAsIkIiOjB9fSwiSXNWaXNpYmxlIjp0cnVlLCJXaWR0aCI6MC4wLCJIZWlnaHQiOjAuMCwiQm9yZGVyU3R5bGUiOm51bGwsIlBhcmVudFN0eWxlIjpudWxsfSwiUmVjdGFuZ2xlU3R5bGUiOnsiJGlkIjoiNzE4IiwiTWFyZ2luIjp7IiRpZCI6IjcxOSIsIlRvcCI6MC4wLCJMZWZ0IjowLjAsIlJpZ2h0IjowLjAsIkJvdHRvbSI6MC4wfSwiUGFkZGluZyI6eyIkaWQiOiI3MjAiLCJUb3AiOjAuMCwiTGVmdCI6MC4wLCJSaWdodCI6MC4wLCJCb3R0b20iOjAuMH0sIkJhY2tncm91bmQiOnsiJGlkIjoiNzIxIiwiQ29sb3IiOnsiJGlkIjoiNzIyIiwiQSI6NjMsIlIiOjIzMywiRyI6MTEzLCJCIjo1MH19LCJJc1Zpc2libGUiOnRydWUsIldpZHRoIjowLjAsIkhlaWdodCI6MC4wLCJCb3JkZXJTdHlsZSI6eyIkaWQiOiI3MjMiLCJMaW5lQ29sb3IiOnsiJGlkIjoiNzI0IiwiJHR5cGUiOiJOTFJFLkNvbW1vbi5Eb20uU29saWRDb2xvckJydXNoLCBOTFJFLkNvbW1vbiIsIkNvbG9yIjp7IiRpZCI6IjcyNSIsIkEiOjI1NSwiUiI6MjU1LCJHIjoyNTUsIkIiOjI1NX19LCJMaW5lV2VpZ2h0IjowLjAsIkxpbmVUeXBlIjowLCJQYXJlbnRTdHlsZSI6bnVsbH0sIlBhcmVudFN0eWxlIjpudWxsfSwiTWFyZ2luIjp7IiRpZCI6IjcyNiIsIlRvcCI6MC4wLCJMZWZ0IjowLjAsIlJpZ2h0IjowLjAsIkJvdHRvbSI6MC4wfSwiUGFkZGluZyI6eyIkaWQiOiI3MjciLCJUb3AiOjAuMCwiTGVmdCI6MC4wLCJSaWdodCI6MC4wLCJCb3R0b20iOjAuMH0sIkJhY2tncm91bmQiOm51bGwsIklzVmlzaWJsZSI6dHJ1ZSwiV2lkdGgiOjAuMCwiSGVpZ2h0IjowLjAsIkJvcmRlclN0eWxlIjpudWxsLCJQYXJlbnRTdHlsZSI6bnVsbH0sIkJhY2tncm91bmRTdHlsZSI6eyIkaWQiOiI3MjgiLCJNYXJnaW4iOnsiJGlkIjoiNzI5IiwiVG9wIjowLjAsIkxlZnQiOjAuMCwiUmlnaHQiOjAuMCwiQm90dG9tIjowLjB9LCJQYWRkaW5nIjp7IiRpZCI6IjczMCIsIlRvcCI6MC4wLCJMZWZ0IjowLjAsIlJpZ2h0IjowLjAsIkJvdHRvbSI6MC4wfSwiQmFja2dyb3VuZCI6eyIkaWQiOiI3MzEiLCJDb2xvciI6eyIkaWQiOiI3MzIiLCJBIjo1MSwiUiI6MjAwLCJHIjoyMDAsIkIiOjIwMH19LCJJc1Zpc2libGUiOnRydWUsIldpZHRoIjowLjAsIkhlaWdodCI6MC4wLCJCb3JkZXJTdHlsZSI6eyIkaWQiOiI3MzMiLCJMaW5lQ29sb3IiOnsiJGlkIjoiNzM0IiwiJHR5cGUiOiJOTFJFLkNvbW1vbi5Eb20uU29saWRDb2xvckJydXNoLCBOTFJFLkNvbW1vbiIsIkNvbG9yIjp7IiRpZCI6IjczNSIsIkEiOjI1NSwiUiI6MjM0LCJHIjoyMiwiQiI6MzB9fSwiTGluZVdlaWdodCI6MC4wLCJMaW5lVHlwZSI6MCwiUGFyZW50U3R5bGUiOm51bGx9LCJQYXJlbnRTdHlsZSI6bnVsbH0sIk1hcmdpbiI6eyIkaWQiOiI3MzYiLCJUb3AiOjAuMCwiTGVmdCI6MC4wLCJSaWdodCI6MC4wLCJCb3R0b20iOjAuMH0sIlBhZGRpbmciOnsiJGlkIjoiNzM3IiwiVG9wIjowLjAsIkxlZnQiOjAuMCwiUmlnaHQiOjAuMCwiQm90dG9tIjowLjB9LCJJc1Zpc2libGUiOnRydWUsIldpZHRoIjowLjAsIkhlaWdodCI6MC4wLCJCb3JkZXJTdHlsZSI6eyIkaWQiOiI3MzgiLCJMaW5lQ29sb3IiOm51bGwsIkxpbmVXZWlnaHQiOjAuMCwiTGluZVR5cGUiOjAsIlBhcmVudFN0eWxlIjpudWxsfSwiUGFyZW50U3R5bGUiOm51bGx9LCJNYXJnaW4iOnsiJGlkIjoiNzM5IiwiVG9wIjowLjAsIkxlZnQiOjAuMCwiUmlnaHQiOjAuMCwiQm90dG9tIjowLjB9LCJQYWRkaW5nIjp7IiRpZCI6Ijc0MCIsIlRvcCI6MC4wLCJMZWZ0IjowLjAsIlJpZ2h0IjowLjAsIkJvdHRvbSI6MC4wfSwiSXNWaXNpYmxlIjp0cnVlLCJXaWR0aCI6MC4wLCJIZWlnaHQiOjAuMCwiQm9yZGVyU3R5bGUiOnsiJGlkIjoiNzQxIiwiTGluZUNvbG9yIjpudWxsLCJMaW5lV2VpZ2h0IjowLjAsIkxpbmVUeXBlIjowLCJQYXJlbnRTdHlsZSI6bnVsbH0sIlBhcmVudFN0eWxlIjpudWxsfSx7IiRpZCI6Ijc0MiIsIlN0eWxlSWQiOiJiMjRmODA0NS1mNjliLTRhNDMtODI5Zi1hNTY1MDNmZGNkNjkiLCJIZWFkZXJTdHlsZSI6eyIkaWQiOiI3NDMiLCJUZXh0SXNWZXJ0aWNhbCI6ZmFsc2UsIlRleHRTdHlsZSI6eyIkaWQiOiI3NDQiLCJGb250U2V0dGluZ3MiOnsiJGlkIjoiNzQ1IiwiRm9udFNpemUiOjExLCJGb250TmFtZSI6IkNhbGlicmkiLCJJc0JvbGQiOmZhbHNlLCJJc0l0YWxpYyI6ZmFsc2UsIklzVW5kZXJsaW5lZCI6ZmFsc2UsIlBhcmVudFN0eWxlIjpudWxsfSwiQXV0b1NpemUiOjIsIkZvcmVncm91bmQiOnsiJGlkIjoiNzQ2IiwiQ29sb3IiOnsiJGlkIjoiNzQ3IiwiQSI6MjU1LCJSIjoyNTUsIkciOjI1NSwiQiI6MjU1fX0sIk1heFdpZHRoIjoiSW5maW5pdHkiLCJNYXhIZWlnaHQiOiJJbmZpbml0eSIsIlNtYXJ0Rm9yZWdyb3VuZElzQWN0aXZlIjpmYWxzZSwiSG9yaXpvbnRhbEFsaWdubWVudCI6MSwiVmVydGljYWxBbGlnbm1lbnQiOjAsIlNtYXJ0Rm9yZWdyb3VuZCI6bnVsbCwiQmFja2dyb3VuZEZpbGxUeXBlIjowLCJNYXJnaW4iOnsiJGlkIjoiNzQ4IiwiVG9wIjowLjAsIkxlZnQiOjAuMCwiUmlnaHQiOjAuMCwiQm90dG9tIjowLjB9LCJQYWRkaW5nIjp7IiRpZCI6Ijc0OSIsIlRvcCI6MC4wLCJMZWZ0IjowLjAsIlJpZ2h0IjowLjAsIkJvdHRvbSI6MC4wfSwiQmFja2dyb3VuZCI6eyIkaWQiOiI3NTAiLCJDb2xvciI6eyIkaWQiOiI3NTEiLCJBIjoyNTUsIlIiOjI1NSwiRyI6MjU1LCJCIjoyNTV9fSwiSXNWaXNpYmxlIjp0cnVlLCJXaWR0aCI6MC4wLCJIZWlnaHQiOjAuMCwiQm9yZGVyU3R5bGUiOm51bGwsIlBhcmVudFN0eWxlIjpudWxsfSwiUmVjdGFuZ2xlU3R5bGUiOnsiJGlkIjoiNzUyIiwiTWFyZ2luIjp7IiRpZCI6Ijc1MyIsIlRvcCI6MC4wLCJMZWZ0IjowLjAsIlJpZ2h0IjowLjAsIkJvdHRvbSI6MC4wfSwiUGFkZGluZyI6eyIkaWQiOiI3NTQiLCJUb3AiOjAuMCwiTGVmdCI6MC4wLCJSaWdodCI6MC4wLCJCb3R0b20iOjAuMH0sIkJhY2tncm91bmQiOnsiJGlkIjoiNzU1IiwiQ29sb3IiOnsiJGlkIjoiNzU2IiwiQSI6MjU1LCJSIjoyNSwiRyI6MTA3LCJCIjozNn19LCJJc1Zpc2libGUiOnRydWUsIldpZHRoIjowLjAsIkhlaWdodCI6MC4wLCJCb3JkZXJTdHlsZSI6eyIkaWQiOiI3NTciLCJMaW5lQ29sb3IiOnsiJGlkIjoiNzU4IiwiJHR5cGUiOiJOTFJFLkNvbW1vbi5Eb20uU29saWRDb2xvckJydXNoLCBOTFJFLkNvbW1vbiIsIkNvbG9yIjp7IiRpZCI6Ijc1OSIsIkEiOjI1NSwiUiI6MjU1LCJHIjoyNTUsIkIiOjI1NX19LCJMaW5lV2VpZ2h0IjowLjAsIkxpbmVUeXBlIjowLCJQYXJlbnRTdHlsZSI6bnVsbH0sIlBhcmVudFN0eWxlIjpudWxsfSwiTWFyZ2luIjp7IiRpZCI6Ijc2MCIsIlRvcCI6MC4wLCJMZWZ0IjowLjAsIlJpZ2h0IjowLjAsIkJvdHRvbSI6MC4wfSwiUGFkZGluZyI6eyIkaWQiOiI3NjEiLCJUb3AiOjAuMCwiTGVmdCI6MC4wLCJSaWdodCI6MC4wLCJCb3R0b20iOjAuMH0sIkJhY2tncm91bmQiOm51bGwsIklzVmlzaWJsZSI6dHJ1ZSwiV2lkdGgiOjAuMCwiSGVpZ2h0IjowLjAsIkJvcmRlclN0eWxlIjpudWxsLCJQYXJlbnRTdHlsZSI6bnVsbH0sIkJhY2tncm91bmRTdHlsZSI6eyIkaWQiOiI3NjIiLCJNYXJnaW4iOnsiJGlkIjoiNzYzIiwiVG9wIjowLjAsIkxlZnQiOjAuMCwiUmlnaHQiOjAuMCwiQm90dG9tIjowLjB9LCJQYWRkaW5nIjp7IiRpZCI6Ijc2NCIsIlRvcCI6MC4wLCJMZWZ0IjowLjAsIlJpZ2h0IjowLjAsIkJvdHRvbSI6MC4wfSwiQmFja2dyb3VuZCI6eyIkaWQiOiI3NjUiLCJDb2xvciI6eyIkaWQiOiI3NjYiLCJBIjo1MSwiUiI6MjAwLCJHIjoyMDAsIkIiOjIwMH19LCJJc1Zpc2libGUiOnRydWUsIldpZHRoIjowLjAsIkhlaWdodCI6MC4wLCJCb3JkZXJTdHlsZSI6eyIkaWQiOiI3NjciLCJMaW5lQ29sb3IiOnsiJGlkIjoiNzY4IiwiJHR5cGUiOiJOTFJFLkNvbW1vbi5Eb20uU29saWRDb2xvckJydXNoLCBOTFJFLkNvbW1vbiIsIkNvbG9yIjp7IiRpZCI6Ijc2OSIsIkEiOjI1NSwiUiI6MjM0LCJHIjoyMiwiQiI6MzB9fSwiTGluZVdlaWdodCI6MC4wLCJMaW5lVHlwZSI6MCwiUGFyZW50U3R5bGUiOm51bGx9LCJQYXJlbnRTdHlsZSI6bnVsbH0sIklzQWJvdmVUaW1lYmFuZCI6ZmFsc2UsIlNwYWNpbmciOjMsIkRlZmF1bHRTd2ltbGFuZVRhc2tTdHlsZSI6eyIkaWQiOiI3NzAiLCIkdHlwZSI6Ik5MUkUuQ29tbW9uLkRvbS5TdHlsZXMuRXhwbGljaXRTZXRhYmxlVGFza1N0eWxlLCBOTFJFLkNvbW1vbiIsIlNoYXBlIjoxLCJTaGFwZVRoaWNrbmVzcyI6MCwiRHVyYXRpb25Gb3JtYXQiOjAsIkluY2x1ZGVOb25Xb3JraW5nRGF5c0luRHVyYXRpb24iOmZhbHNlLCJQZXJjZW50YWdlQ29tcGxldGVTdHlsZSI6eyIkaWQiOiI3NzEiLCJGb250U2V0dGluZ3MiOnsiJGlkIjoiNzcyIiwiRm9udFNpemUiOjEwLCJGb250TmFtZSI6IkNhbGlicmkiLCJJc0JvbGQiOmZhbHNlLCJJc0l0YWxpYyI6ZmFsc2UsIklzVW5kZXJsaW5lZCI6ZmFsc2UsIlBhcmVudFN0eWxlIjpudWxsfSwiQXV0b1NpemUiOjAsIkZvcmVncm91bmQiOnsiJGlkIjoiNzczIiwiQ29sb3IiOnsiJGlkIjoiNzc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c3NSIsIlRvcCI6MC4wLCJMZWZ0IjowLjAsIlJpZ2h0IjowLjAsIkJvdHRvbSI6MC4wfSwiUGFkZGluZyI6eyIkaWQiOiI3NzYiLCJUb3AiOjAuMCwiTGVmdCI6MC4wLCJSaWdodCI6MC4wLCJCb3R0b20iOjAuMH0sIkJhY2tncm91bmQiOnsiJGlkIjoiNzc3IiwiQ29sb3IiOnsiJGlkIjoiNzc4IiwiQSI6ODksIlIiOjAsIkciOjAsIkIiOjB9fSwiSXNWaXNpYmxlIjp0cnVlLCJXaWR0aCI6MC4wLCJIZWlnaHQiOjAuMCwiQm9yZGVyU3R5bGUiOnsiJGlkIjoiNzc5IiwiTGluZUNvbG9yIjpudWxsLCJMaW5lV2VpZ2h0IjowLjAsIkxpbmVUeXBlIjowLCJQYXJlbnRTdHlsZSI6bnVsbH0sIlBhcmVudFN0eWxlIjpudWxsfSwiRHVyYXRpb25TdHlsZSI6eyIkaWQiOiI3ODAiLCJGb250U2V0dGluZ3MiOnsiJGlkIjoiNzgxIiwiRm9udFNpemUiOjEwLCJGb250TmFtZSI6IkNhbGlicmkiLCJJc0JvbGQiOmZhbHNlLCJJc0l0YWxpYyI6ZmFsc2UsIklzVW5kZXJsaW5lZCI6ZmFsc2UsIlBhcmVudFN0eWxlIjpudWxsfSwiQXV0b1NpemUiOjAsIkZvcmVncm91bmQiOnsiJGlkIjoiNzgyIiwiQ29sb3IiOnsiJGlkIjoiNzgz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Nzg0IiwiVG9wIjowLjAsIkxlZnQiOjAuMCwiUmlnaHQiOjAuMCwiQm90dG9tIjowLjB9LCJQYWRkaW5nIjp7IiRpZCI6Ijc4NSIsIlRvcCI6MC4wLCJMZWZ0IjowLjAsIlJpZ2h0IjowLjAsIkJvdHRvbSI6MC4wfSwiQmFja2dyb3VuZCI6eyIkaWQiOiI3ODYiLCJDb2xvciI6eyIkaWQiOiI3ODciLCJBIjoyNTUsIlIiOjIzNywiRyI6MTI1LCJCIjo0OX19LCJJc1Zpc2libGUiOnRydWUsIldpZHRoIjowLjAsIkhlaWdodCI6MC4wLCJCb3JkZXJTdHlsZSI6eyIkaWQiOiI3ODgiLCJMaW5lQ29sb3IiOm51bGwsIkxpbmVXZWlnaHQiOjAuMCwiTGluZVR5cGUiOjAsIlBhcmVudFN0eWxlIjpudWxsfSwiUGFyZW50U3R5bGUiOm51bGx9LCJIb3Jpem9udGFsQ29ubmVjdG9yU3R5bGUiOnsiJGlkIjoiNzg5IiwiTGluZUNvbG9yIjp7IiRpZCI6Ijc5MCIsIiR0eXBlIjoiTkxSRS5Db21tb24uRG9tLlNvbGlkQ29sb3JCcnVzaCwgTkxSRS5Db21tb24iLCJDb2xvciI6eyIkaWQiOiI3OTEiLCJBIjoyNTUsIlIiOjAsIkciOjAsIkIiOjB9fSwiTGluZVdlaWdodCI6MC4wLCJMaW5lVHlwZSI6MCwiUGFyZW50U3R5bGUiOm51bGx9LCJWZXJ0aWNhbENvbm5lY3RvclN0eWxlIjp7IiRpZCI6Ijc5MiIsIkxpbmVDb2xvciI6eyIkaWQiOiI3OTMiLCIkdHlwZSI6Ik5MUkUuQ29tbW9uLkRvbS5Tb2xpZENvbG9yQnJ1c2gsIE5MUkUuQ29tbW9uIiwiQ29sb3IiOnsiJGlkIjoiNzk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Nzk1IiwiU2hhcGVTdHlsZSI6eyIkaWQiOiI3OTYiLCJNYXJnaW4iOnsiJGlkIjoiNzk3IiwiVG9wIjowLjAsIkxlZnQiOjAuMCwiUmlnaHQiOjAuMCwiQm90dG9tIjowLjB9LCJQYWRkaW5nIjp7IiRpZCI6Ijc5OCIsIlRvcCI6MC4wLCJMZWZ0IjowLjAsIlJpZ2h0IjowLjAsIkJvdHRvbSI6MC4wfSwiQmFja2dyb3VuZCI6eyIkaWQiOiI3OTkiLCJDb2xvciI6eyIkaWQiOiI4MDAiLCJBIjoxNTMsIlIiOjAsIkciOjAsIkIiOjB9fSwiSXNWaXNpYmxlIjp0cnVlLCJXaWR0aCI6MC4wLCJIZWlnaHQiOjAuMCwiQm9yZGVyU3R5bGUiOnsiJGlkIjoiODAxIiwiTGluZUNvbG9yIjp7IiRpZCI6IjgwMiIsIiR0eXBlIjoiTkxSRS5Db21tb24uRG9tLlNvbGlkQ29sb3JCcnVzaCwgTkxSRS5Db21tb24iLCJDb2xvciI6eyIkaWQiOiI4MDMiLCJBIjoyNTUsIlIiOjI1NSwiRyI6MCwiQiI6MH19LCJMaW5lV2VpZ2h0IjowLjAsIkxpbmVUeXBlIjowLCJQYXJlbnRTdHlsZSI6bnVsbH0sIlBhcmVudFN0eWxlIjpudWxsfSwiTWFyZ2luIjp7IiRpZCI6IjgwNCIsIlRvcCI6MC4wLCJMZWZ0IjowLjAsIlJpZ2h0IjowLjAsIkJvdHRvbSI6MC4wfSwiUGFkZGluZyI6eyIkaWQiOiI4MDUiLCJUb3AiOjAuMCwiTGVmdCI6MC4wLCJSaWdodCI6MC4wLCJCb3R0b20iOjAuMH0sIkJhY2tncm91bmQiOm51bGwsIklzVmlzaWJsZSI6dHJ1ZSwiV2lkdGgiOjAuMCwiSGVpZ2h0IjowLjAsIkJvcmRlclN0eWxlIjpudWxsLCJQYXJlbnRTdHlsZSI6bnVsbH0sIlNoYXBlU3R5bGUiOnsiJGlkIjoiODA2IiwiTWFyZ2luIjp7IiRpZCI6IjgwNyIsIlRvcCI6MC4wLCJMZWZ0Ijo0LjAsIlJpZ2h0Ijo0LjAsIkJvdHRvbSI6MC4wfSwiUGFkZGluZyI6eyIkaWQiOiI4MDgiLCJUb3AiOjAuMCwiTGVmdCI6MC4wLCJSaWdodCI6MC4wLCJCb3R0b20iOjAuMH0sIkJhY2tncm91bmQiOnsiJGlkIjoiODA5IiwiQ29sb3IiOnsiJGlkIjoiODEwIiwiQSI6MjU1LCJSIjoyNSwiRyI6MTA3LCJCIjozNn19LCJJc1Zpc2libGUiOnRydWUsIldpZHRoIjowLjAsIkhlaWdodCI6MTAuMCwiQm9yZGVyU3R5bGUiOnsiJGlkIjoiODExIiwiTGluZUNvbG9yIjp7IiRpZCI6IjgxMiIsIiR0eXBlIjoiTkxSRS5Db21tb24uRG9tLlNvbGlkQ29sb3JCcnVzaCwgTkxSRS5Db21tb24iLCJDb2xvciI6eyIkaWQiOiI4MTMiLCJBIjoyNTUsIlIiOjIzNCwiRyI6MjIsIkIiOjMwfX0sIkxpbmVXZWlnaHQiOjAuMCwiTGluZVR5cGUiOjAsIlBhcmVudFN0eWxlIjpudWxsfSwiUGFyZW50U3R5bGUiOm51bGx9LCJUaXRsZVN0eWxlIjp7IiRpZCI6IjgxNCIsIkZvbnRTZXR0aW5ncyI6eyIkaWQiOiI4MTUiLCJGb250U2l6ZSI6MTEsIkZvbnROYW1lIjoiQ2FsaWJyaSIsIklzQm9sZCI6ZmFsc2UsIklzSXRhbGljIjpmYWxzZSwiSXNVbmRlcmxpbmVkIjpmYWxzZSwiUGFyZW50U3R5bGUiOm51bGx9LCJBdXRvU2l6ZSI6MCwiRm9yZWdyb3VuZCI6eyIkaWQiOiI4MTYiLCJDb2xvciI6eyIkaWQiOiI4MT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DE4IiwiVG9wIjowLjAsIkxlZnQiOjAuMCwiUmlnaHQiOjAuMCwiQm90dG9tIjowLjB9LCJQYWRkaW5nIjp7IiRpZCI6IjgxOSIsIlRvcCI6MC4wLCJMZWZ0IjowLjAsIlJpZ2h0IjowLjAsIkJvdHRvbSI6MC4wfSwiQmFja2dyb3VuZCI6eyIkaWQiOiI4MjAiLCJDb2xvciI6eyIkaWQiOiI4MjEiLCJBIjoyNTUsIlIiOjAsIkciOjAsIkIiOjB9fSwiSXNWaXNpYmxlIjp0cnVlLCJXaWR0aCI6MC4wLCJIZWlnaHQiOjAuMCwiQm9yZGVyU3R5bGUiOnsiJGlkIjoiODIyIiwiTGluZUNvbG9yIjpudWxsLCJMaW5lV2VpZ2h0IjowLjAsIkxpbmVUeXBlIjowLCJQYXJlbnRTdHlsZSI6bnVsbH0sIlBhcmVudFN0eWxlIjpudWxsfSwiRGF0ZVN0eWxlIjp7IiRpZCI6IjgyMyIsIkZvbnRTZXR0aW5ncyI6eyIkaWQiOiI4MjQiLCJGb250U2l6ZSI6MTAsIkZvbnROYW1lIjoiQ2FsaWJyaSIsIklzQm9sZCI6ZmFsc2UsIklzSXRhbGljIjpmYWxzZSwiSXNVbmRlcmxpbmVkIjpmYWxzZSwiUGFyZW50U3R5bGUiOm51bGx9LCJBdXRvU2l6ZSI6MCwiRm9yZWdyb3VuZCI6eyIkaWQiOiI4MjUiLCJDb2xvciI6eyIkaWQiOiI4Mj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ODI3IiwiVG9wIjowLjAsIkxlZnQiOjAuMCwiUmlnaHQiOjAuMCwiQm90dG9tIjowLjB9LCJQYWRkaW5nIjp7IiRpZCI6IjgyOCIsIlRvcCI6MC4wLCJMZWZ0IjowLjAsIlJpZ2h0IjowLjAsIkJvdHRvbSI6MC4wfSwiQmFja2dyb3VuZCI6eyIkaWQiOiI4MjkiLCJDb2xvciI6eyIkaWQiOiI4MzAiLCJBIjoyNTUsIlIiOjE0LCJHIjo0MCwiQiI6NjV9fSwiSXNWaXNpYmxlIjp0cnVlLCJXaWR0aCI6MC4wLCJIZWlnaHQiOjAuMCwiQm9yZGVyU3R5bGUiOnsiJGlkIjoiODMxIiwiTGluZUNvbG9yIjpudWxsLCJMaW5lV2VpZ2h0IjowLjAsIkxpbmVUeXBlIjowLCJQYXJlbnRTdHlsZSI6bnVsbH0sIlBhcmVudFN0eWxlIjpudWxsfSwiRGF0ZUZvcm1hdCI6eyIkaWQiOiI4Mz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DMzIiwiRm9ybWF0IjowLCJJc1Zpc2libGUiOmZhbHNlLCJMYXN0S25vd25WaXNpYmlsaXR5U3RhdGUiOmZhbHNlfSwiSXNWaXNpYmxlIjp0cnVlLCJWYXJpYW5jZVN0eWxlIjp7IiRpZCI6IjgzNCIsIlRleHRTdHlsZSI6eyIkaWQiOiI4MzUiLCJGb250U2V0dGluZ3MiOnsiJGlkIjoiODM2IiwiRm9udFNpemUiOjEwLCJGb250TmFtZSI6IkNhbGlicmkiLCJJc0JvbGQiOmZhbHNlLCJJc0l0YWxpYyI6ZmFsc2UsIklzVW5kZXJsaW5lZCI6ZmFsc2UsIlBhcmVudFN0eWxlIjpudWxsfSwiQXV0b1NpemUiOjAsIkZvcmVncm91bmQiOnsiJGlkIjoiODM3IiwiQ29sb3IiOnsiJGlkIjoiODM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gzOSIsIlRvcCI6MC4wLCJMZWZ0IjowLjAsIlJpZ2h0IjowLjAsIkJvdHRvbSI6MC4wfSwiUGFkZGluZyI6eyIkaWQiOiI4NDAiLCJUb3AiOjAuMCwiTGVmdCI6MC4wLCJSaWdodCI6MC4wLCJCb3R0b20iOjAuMH0sIkJhY2tncm91bmQiOnsiJGlkIjoiODQxIiwiQ29sb3IiOnsiJGlkIjoiODQyIiwiQSI6MjU1LCJSIjowLCJHIjowLCJCIjowfX0sIklzVmlzaWJsZSI6dHJ1ZSwiV2lkdGgiOjAuMCwiSGVpZ2h0IjowLjAsIkJvcmRlclN0eWxlIjp7IiRpZCI6Ijg0MyIsIkxpbmVDb2xvciI6bnVsbCwiTGluZVdlaWdodCI6MC4wLCJMaW5lVHlwZSI6MCwiUGFyZW50U3R5bGUiOm51bGx9LCJQYXJlbnRTdHlsZSI6bnVsbH0sIlBhcmVudFN0eWxlIjpudWxsfSwiUGFyZW50U3R5bGUiOm51bGwsIl9leHBsaWNpdGx5U2V0Ijp7IiRpZCI6Ijg0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g0NSIsIlNoYXBlIjoxLCJDb25uZWN0b3JNYXJnaW4iOnsiJGlkIjoiODQ2IiwiVG9wIjowLjAsIkxlZnQiOjIuMCwiUmlnaHQiOjIuMCwiQm90dG9tIjowLjB9LCJDb25uZWN0b3JTdHlsZSI6eyIkaWQiOiI4NDciLCJMaW5lQ29sb3IiOnsiJGlkIjoiODQ4IiwiJHR5cGUiOiJOTFJFLkNvbW1vbi5Eb20uU29saWRDb2xvckJydXNoLCBOTFJFLkNvbW1vbiIsIkNvbG9yIjp7IiRpZCI6Ijg0OSIsIkEiOjEyNywiUiI6MTMsIkciOjUzLCJCIjoxOH19LCJMaW5lV2VpZ2h0IjoxLjAsIkxpbmVUeXBlIjowLCJQYXJlbnRTdHlsZSI6bnVsbH0sIklzQmVsb3dUaW1lYmFuZCI6ZmFsc2UsIlBvc2l0aW9uT25UYXNrIjoxLCJIaWRlRGF0ZSI6ZmFsc2UsIlNoYXBlU2l6ZSI6MCwiU3BhY2luZyI6MC4wLCJQYWRkaW5nIjp7IiRpZCI6Ijg1MCIsIlRvcCI6NS4wLCJMZWZ0IjozLjAsIlJpZ2h0IjowLjAsIkJvdHRvbSI6Mi4wfSwiU2hhcGVTdHlsZSI6eyIkaWQiOiI4NTEiLCJNYXJnaW4iOnsiJGlkIjoiODUyIiwiVG9wIjowLjAsIkxlZnQiOjAuMCwiUmlnaHQiOjAuMCwiQm90dG9tIjowLjB9LCJQYWRkaW5nIjp7IiRpZCI6Ijg1MyIsIlRvcCI6MC4wLCJMZWZ0IjowLjAsIlJpZ2h0IjowLjAsIkJvdHRvbSI6MC4wfSwiQmFja2dyb3VuZCI6eyIkaWQiOiI4NTQiLCJDb2xvciI6eyIkaWQiOiI4NTUiLCJBIjoyNTUsIlIiOjEzLCJHIjo1MywiQiI6MTh9fSwiSXNWaXNpYmxlIjp0cnVlLCJXaWR0aCI6MTIuMCwiSGVpZ2h0IjoxNC4wLCJCb3JkZXJTdHlsZSI6eyIkaWQiOiI4NTYiLCJMaW5lQ29sb3IiOnsiJGlkIjoiODU3IiwiJHR5cGUiOiJOTFJFLkNvbW1vbi5Eb20uU29saWRDb2xvckJydXNoLCBOTFJFLkNvbW1vbiIsIkNvbG9yIjp7IiRpZCI6Ijg1OCIsIkEiOjI1NSwiUiI6MjU1LCJHIjoyNTUsIkIiOjI1NX19LCJMaW5lV2VpZ2h0IjowLjAsIkxpbmVUeXBlIjowLCJQYXJlbnRTdHlsZSI6bnVsbH0sIlBhcmVudFN0eWxlIjpudWxsfSwiVGl0bGVTdHlsZSI6eyIkaWQiOiI4NTkiLCJGb250U2V0dGluZ3MiOnsiJGlkIjoiODYwIiwiRm9udFNpemUiOjExLCJGb250TmFtZSI6IkNhbGlicmkiLCJJc0JvbGQiOmZhbHNlLCJJc0l0YWxpYyI6ZmFsc2UsIklzVW5kZXJsaW5lZCI6ZmFsc2UsIlBhcmVudFN0eWxlIjpudWxsfSwiQXV0b1NpemUiOjAsIkZvcmVncm91bmQiOnsiJGlkIjoiODYxIiwiQ29sb3IiOnsiJGlkIjoiODY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g2MyIsIlRvcCI6MC4wLCJMZWZ0IjowLjAsIlJpZ2h0IjowLjAsIkJvdHRvbSI6MC4wfSwiUGFkZGluZyI6eyIkaWQiOiI4NjQiLCJUb3AiOjAuMCwiTGVmdCI6MC4wLCJSaWdodCI6MC4wLCJCb3R0b20iOjAuMH0sIkJhY2tncm91bmQiOnsiJGlkIjoiODY1IiwiQ29sb3IiOnsiJGlkIjoiODY2IiwiQSI6MjU1LCJSIjowLCJHIjowLCJCIjowfX0sIklzVmlzaWJsZSI6dHJ1ZSwiV2lkdGgiOjAuMCwiSGVpZ2h0IjowLjAsIkJvcmRlclN0eWxlIjp7IiRpZCI6Ijg2NyIsIkxpbmVDb2xvciI6bnVsbCwiTGluZVdlaWdodCI6MC4wLCJMaW5lVHlwZSI6MCwiUGFyZW50U3R5bGUiOm51bGx9LCJQYXJlbnRTdHlsZSI6bnVsbH0sIkRhdGVTdHlsZSI6eyIkaWQiOiI4NjgiLCJGb250U2V0dGluZ3MiOnsiJGlkIjoiODY5IiwiRm9udFNpemUiOjEwLCJGb250TmFtZSI6IkNhbGlicmkiLCJJc0JvbGQiOmZhbHNlLCJJc0l0YWxpYyI6ZmFsc2UsIklzVW5kZXJsaW5lZCI6ZmFsc2UsIlBhcmVudFN0eWxlIjpudWxsfSwiQXV0b1NpemUiOjAsIkZvcmVncm91bmQiOnsiJGlkIjoiODcwIiwiQ29sb3IiOnsiJGlkIjoiODc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g3MiIsIlRvcCI6MC4wLCJMZWZ0IjowLjAsIlJpZ2h0IjowLjAsIkJvdHRvbSI6MC4wfSwiUGFkZGluZyI6eyIkaWQiOiI4NzMiLCJUb3AiOjAuMCwiTGVmdCI6MC4wLCJSaWdodCI6MC4wLCJCb3R0b20iOjAuMH0sIkJhY2tncm91bmQiOnsiJGlkIjoiODc0IiwiQ29sb3IiOnsiJGlkIjoiODc1IiwiQSI6MjU1LCJSIjoxNCwiRyI6NDAsIkIiOjY1fX0sIklzVmlzaWJsZSI6dHJ1ZSwiV2lkdGgiOjAuMCwiSGVpZ2h0IjowLjAsIkJvcmRlclN0eWxlIjp7IiRpZCI6Ijg3NiIsIkxpbmVDb2xvciI6bnVsbCwiTGluZVdlaWdodCI6MC4wLCJMaW5lVHlwZSI6MCwiUGFyZW50U3R5bGUiOm51bGx9LCJQYXJlbnRTdHlsZSI6bnVsbH0sIkRhdGVGb3JtYXQiOnsiJGlkIjoiODc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g3OCIsIkZvcm1hdCI6MCwiSXNWaXNpYmxlIjpmYWxzZSwiTGFzdEtub3duVmlzaWJpbGl0eVN0YXRlIjpmYWxzZX0sIklzVmlzaWJsZSI6ZmFsc2UsIlZhcmlhbmNlU3R5bGUiOnsiJGlkIjoiODc5IiwiVGV4dFN0eWxlIjp7IiRpZCI6Ijg4MCIsIkZvbnRTZXR0aW5ncyI6eyIkaWQiOiI4ODEiLCJGb250U2l6ZSI6MTAsIkZvbnROYW1lIjoiQ2FsaWJyaSIsIklzQm9sZCI6ZmFsc2UsIklzSXRhbGljIjpmYWxzZSwiSXNVbmRlcmxpbmVkIjpmYWxzZSwiUGFyZW50U3R5bGUiOm51bGx9LCJBdXRvU2l6ZSI6MCwiRm9yZWdyb3VuZCI6eyIkaWQiOiI4ODIiLCJDb2xvciI6eyIkaWQiOiI4OD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Dg0IiwiVG9wIjowLjAsIkxlZnQiOjAuMCwiUmlnaHQiOjAuMCwiQm90dG9tIjowLjB9LCJQYWRkaW5nIjp7IiRpZCI6Ijg4NSIsIlRvcCI6MC4wLCJMZWZ0IjowLjAsIlJpZ2h0IjowLjAsIkJvdHRvbSI6MC4wfSwiQmFja2dyb3VuZCI6eyIkaWQiOiI4ODYiLCJDb2xvciI6eyIkaWQiOiI4ODciLCJBIjoyNTUsIlIiOjAsIkciOjAsIkIiOjB9fSwiSXNWaXNpYmxlIjp0cnVlLCJXaWR0aCI6MC4wLCJIZWlnaHQiOjAuMCwiQm9yZGVyU3R5bGUiOnsiJGlkIjoiODg4IiwiTGluZUNvbG9yIjpudWxsLCJMaW5lV2VpZ2h0IjowLjAsIkxpbmVUeXBlIjowLCJQYXJlbnRTdHlsZSI6bnVsbH0sIlBhcmVudFN0eWxlIjpudWxsfSwiUGFyZW50U3R5bGUiOm51bGx9LCJQYXJlbnRTdHlsZSI6bnVsbH0sIkRlZmF1bHRTd2ltbGFuZU1pbGVzdG9uZVN0eWxlIjp7IiRpZCI6Ijg4OSIsIlRpdGxlUG9zaXRpb24iOiJMZWZ0IiwiRGF0ZVBvc2l0aW9uIjoiUmlnaHQiLCJWYXJpYW5jZVBvc2l0aW9uIjoiUmlnaHQiLCJTaGFwZVR5cGUiOjEsIlNoYXBlU2l6ZSI6MCwiU3BhY2luZyI6NSwiU2hhcGVTdHlsZSI6eyIkaWQiOiI4OTAiLCJNYXJnaW4iOnsiJGlkIjoiODkxIiwiVG9wIjowLjAsIkxlZnQiOjAuMCwiUmlnaHQiOjAuMCwiQm90dG9tIjowLjB9LCJQYWRkaW5nIjp7IiRpZCI6Ijg5MiIsIlRvcCI6MC4wLCJMZWZ0IjowLjAsIlJpZ2h0IjowLjAsIkJvdHRvbSI6MC4wfSwiQmFja2dyb3VuZCI6eyIkaWQiOiI4OTMiLCJDb2xvciI6eyIkaWQiOiI4OTQiLCJBIjoyNTUsIlIiOjI1LCJHIjoxMDcsIkIiOjM2fX0sIklzVmlzaWJsZSI6dHJ1ZSwiV2lkdGgiOjEyLjAsIkhlaWdodCI6MTQuMCwiQm9yZGVyU3R5bGUiOnsiJGlkIjoiODk1IiwiTGluZUNvbG9yIjp7IiRpZCI6Ijg5NiIsIiR0eXBlIjoiTkxSRS5Db21tb24uRG9tLlNvbGlkQ29sb3JCcnVzaCwgTkxSRS5Db21tb24iLCJDb2xvciI6eyIkaWQiOiI4OTciLCJBIjoyNTUsIlIiOjIzNCwiRyI6MjIsIkIiOjMwfX0sIkxpbmVXZWlnaHQiOjAuMCwiTGluZVR5cGUiOjAsIlBhcmVudFN0eWxlIjpudWxsfSwiUGFyZW50U3R5bGUiOm51bGx9LCJUaXRsZVN0eWxlIjp7IiRpZCI6Ijg5OCIsIkZvbnRTZXR0aW5ncyI6eyIkaWQiOiI4OTkiLCJGb250U2l6ZSI6MTEsIkZvbnROYW1lIjoiQ2FsaWJyaSIsIklzQm9sZCI6ZmFsc2UsIklzSXRhbGljIjpmYWxzZSwiSXNVbmRlcmxpbmVkIjpmYWxzZSwiUGFyZW50U3R5bGUiOm51bGx9LCJBdXRvU2l6ZSI6MCwiRm9yZWdyb3VuZCI6eyIkaWQiOiI5MDAiLCJDb2xvciI6eyIkaWQiOiI5MDE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OTAyIiwiVG9wIjowLjAsIkxlZnQiOjAuMCwiUmlnaHQiOjAuMCwiQm90dG9tIjowLjB9LCJQYWRkaW5nIjp7IiRpZCI6IjkwMyIsIlRvcCI6MC4wLCJMZWZ0IjowLjAsIlJpZ2h0IjowLjAsIkJvdHRvbSI6MC4wfSwiQmFja2dyb3VuZCI6eyIkaWQiOiI5MDQiLCJDb2xvciI6eyIkaWQiOiI5MDUiLCJBIjoyNTUsIlIiOjAsIkciOjAsIkIiOjB9fSwiSXNWaXNpYmxlIjp0cnVlLCJXaWR0aCI6MC4wLCJIZWlnaHQiOjAuMCwiQm9yZGVyU3R5bGUiOnsiJGlkIjoiOTA2IiwiTGluZUNvbG9yIjpudWxsLCJMaW5lV2VpZ2h0IjowLjAsIkxpbmVUeXBlIjowLCJQYXJlbnRTdHlsZSI6bnVsbH0sIlBhcmVudFN0eWxlIjpudWxsfSwiRGF0ZVN0eWxlIjp7IiRpZCI6IjkwNyIsIkZvbnRTZXR0aW5ncyI6eyIkaWQiOiI5MDgiLCJGb250U2l6ZSI6MTAsIkZvbnROYW1lIjoiQ2FsaWJyaSIsIklzQm9sZCI6ZmFsc2UsIklzSXRhbGljIjpmYWxzZSwiSXNVbmRlcmxpbmVkIjpmYWxzZSwiUGFyZW50U3R5bGUiOm51bGx9LCJBdXRvU2l6ZSI6MCwiRm9yZWdyb3VuZCI6eyIkaWQiOiI5MDkiLCJDb2xvciI6eyIkaWQiOiI5MTA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OTExIiwiVG9wIjowLjAsIkxlZnQiOjAuMCwiUmlnaHQiOjAuMCwiQm90dG9tIjowLjB9LCJQYWRkaW5nIjp7IiRpZCI6IjkxMiIsIlRvcCI6MC4wLCJMZWZ0IjowLjAsIlJpZ2h0IjowLjAsIkJvdHRvbSI6MC4wfSwiQmFja2dyb3VuZCI6eyIkaWQiOiI5MTMiLCJDb2xvciI6eyIkaWQiOiI5MTQiLCJBIjoyNTUsIlIiOjE0LCJHIjo0MCwiQiI6NjV9fSwiSXNWaXNpYmxlIjp0cnVlLCJXaWR0aCI6MC4wLCJIZWlnaHQiOjAuMCwiQm9yZGVyU3R5bGUiOnsiJGlkIjoiOTE1IiwiTGluZUNvbG9yIjpudWxsLCJMaW5lV2VpZ2h0IjowLjAsIkxpbmVUeXBlIjowLCJQYXJlbnRTdHlsZSI6bnVsbH0sIlBhcmVudFN0eWxlIjpudWxsfSwiRGF0ZUZvcm1hdCI6eyIkaWQiOiI5M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E3IiwiRm9ybWF0IjowLCJJc1Zpc2libGUiOmZhbHNlLCJMYXN0S25vd25WaXNpYmlsaXR5U3RhdGUiOmZhbHNlfSwiSXNWaXNpYmxlIjp0cnVlLCJWYXJpYW5jZVN0eWxlIjp7IiRpZCI6IjkxOCIsIlRleHRTdHlsZSI6eyIkaWQiOiI5MTkiLCJGb250U2V0dGluZ3MiOnsiJGlkIjoiOTIwIiwiRm9udFNpemUiOjEwLCJGb250TmFtZSI6IkNhbGlicmkiLCJJc0JvbGQiOmZhbHNlLCJJc0l0YWxpYyI6ZmFsc2UsIklzVW5kZXJsaW5lZCI6ZmFsc2UsIlBhcmVudFN0eWxlIjpudWxsfSwiQXV0b1NpemUiOjAsIkZvcmVncm91bmQiOnsiJGlkIjoiOTIxIiwiQ29sb3IiOnsiJGlkIjoiOTI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kyMyIsIlRvcCI6MC4wLCJMZWZ0IjowLjAsIlJpZ2h0IjowLjAsIkJvdHRvbSI6MC4wfSwiUGFkZGluZyI6eyIkaWQiOiI5MjQiLCJUb3AiOjAuMCwiTGVmdCI6MC4wLCJSaWdodCI6MC4wLCJCb3R0b20iOjAuMH0sIkJhY2tncm91bmQiOnsiJGlkIjoiOTI1IiwiQ29sb3IiOnsiJGlkIjoiOTI2IiwiQSI6MjU1LCJSIjowLCJHIjowLCJCIjowfX0sIklzVmlzaWJsZSI6dHJ1ZSwiV2lkdGgiOjAuMCwiSGVpZ2h0IjowLjAsIkJvcmRlclN0eWxlIjp7IiRpZCI6IjkyNyIsIkxpbmVDb2xvciI6bnVsbCwiTGluZVdlaWdodCI6MC4wLCJMaW5lVHlwZSI6MCwiUGFyZW50U3R5bGUiOm51bGx9LCJQYXJlbnRTdHlsZSI6bnVsbH0sIlBhcmVudFN0eWxlIjpudWxsfSwiUGFyZW50U3R5bGUiOm51bGx9LCJEZWZhdWx0U3dpbWxhbmVBY3Rpdml0eVN0eWxlIjp7IiRpZCI6IjkyOCIsIkhlYWRlclN0eWxlIjp7IiRpZCI6IjkyOSIsIlRleHRTdHlsZSI6eyIkaWQiOiI5MzAiLCJGb250U2V0dGluZ3MiOnsiJGlkIjoiOTMxIiwiRm9udFNpemUiOjExLCJGb250TmFtZSI6IkNhbGlicmkiLCJJc0JvbGQiOmZhbHNlLCJJc0l0YWxpYyI6ZmFsc2UsIklzVW5kZXJsaW5lZCI6ZmFsc2UsIlBhcmVudFN0eWxlIjpudWxsfSwiQXV0b1NpemUiOjIsIkZvcmVncm91bmQiOnsiJGlkIjoiOTMyIiwiQ29sb3IiOnsiJGlkIjoiOTM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OTM0IiwiVG9wIjowLjAsIkxlZnQiOjAuMCwiUmlnaHQiOjAuMCwiQm90dG9tIjowLjB9LCJQYWRkaW5nIjp7IiRpZCI6IjkzNSIsIlRvcCI6MC4wLCJMZWZ0IjowLjAsIlJpZ2h0IjowLjAsIkJvdHRvbSI6MC4wfSwiQmFja2dyb3VuZCI6eyIkaWQiOiI5MzYiLCJDb2xvciI6eyIkaWQiOiI5MzciLCJBIjoyNTUsIlIiOjAsIkciOjAsIkIiOjB9fSwiSXNWaXNpYmxlIjp0cnVlLCJXaWR0aCI6MC4wLCJIZWlnaHQiOjAuMCwiQm9yZGVyU3R5bGUiOm51bGwsIlBhcmVudFN0eWxlIjpudWxsfSwiUmVjdGFuZ2xlU3R5bGUiOnsiJGlkIjoiOTM4IiwiTWFyZ2luIjp7IiRpZCI6IjkzOSIsIlRvcCI6MC4wLCJMZWZ0IjowLjAsIlJpZ2h0IjowLjAsIkJvdHRvbSI6MC4wfSwiUGFkZGluZyI6eyIkaWQiOiI5NDAiLCJUb3AiOjAuMCwiTGVmdCI6MC4wLCJSaWdodCI6MC4wLCJCb3R0b20iOjAuMH0sIkJhY2tncm91bmQiOnsiJGlkIjoiOTQxIiwiQ29sb3IiOnsiJGlkIjoiOTQyIiwiQSI6NjMsIlIiOjI1LCJHIjoxMDcsIkIiOjM2fX0sIklzVmlzaWJsZSI6dHJ1ZSwiV2lkdGgiOjAuMCwiSGVpZ2h0IjowLjAsIkJvcmRlclN0eWxlIjp7IiRpZCI6Ijk0MyIsIkxpbmVDb2xvciI6eyIkaWQiOiI5NDQiLCIkdHlwZSI6Ik5MUkUuQ29tbW9uLkRvbS5Tb2xpZENvbG9yQnJ1c2gsIE5MUkUuQ29tbW9uIiwiQ29sb3IiOnsiJGlkIjoiOTQ1IiwiQSI6MjU1LCJSIjoyNTUsIkciOjI1NSwiQiI6MjU1fX0sIkxpbmVXZWlnaHQiOjAuMCwiTGluZVR5cGUiOjAsIlBhcmVudFN0eWxlIjpudWxsfSwiUGFyZW50U3R5bGUiOm51bGx9LCJNYXJnaW4iOnsiJGlkIjoiOTQ2IiwiVG9wIjowLjAsIkxlZnQiOjAuMCwiUmlnaHQiOjAuMCwiQm90dG9tIjowLjB9LCJQYWRkaW5nIjp7IiRpZCI6Ijk0NyIsIlRvcCI6MC4wLCJMZWZ0IjowLjAsIlJpZ2h0IjowLjAsIkJvdHRvbSI6MC4wfSwiQmFja2dyb3VuZCI6bnVsbCwiSXNWaXNpYmxlIjp0cnVlLCJXaWR0aCI6MC4wLCJIZWlnaHQiOjAuMCwiQm9yZGVyU3R5bGUiOm51bGwsIlBhcmVudFN0eWxlIjpudWxsfSwiQmFja2dyb3VuZFN0eWxlIjp7IiRpZCI6Ijk0OCIsIk1hcmdpbiI6eyIkaWQiOiI5NDkiLCJUb3AiOjAuMCwiTGVmdCI6MC4wLCJSaWdodCI6MC4wLCJCb3R0b20iOjAuMH0sIlBhZGRpbmciOnsiJGlkIjoiOTUwIiwiVG9wIjowLjAsIkxlZnQiOjAuMCwiUmlnaHQiOjAuMCwiQm90dG9tIjowLjB9LCJCYWNrZ3JvdW5kIjp7IiRpZCI6Ijk1MSIsIkNvbG9yIjp7IiRpZCI6Ijk1MiIsIkEiOjUxLCJSIjoyMDAsIkciOjIwMCwiQiI6MjAwfX0sIklzVmlzaWJsZSI6dHJ1ZSwiV2lkdGgiOjAuMCwiSGVpZ2h0IjowLjAsIkJvcmRlclN0eWxlIjp7IiRpZCI6Ijk1MyIsIkxpbmVDb2xvciI6eyIkaWQiOiI5NTQiLCIkdHlwZSI6Ik5MUkUuQ29tbW9uLkRvbS5Tb2xpZENvbG9yQnJ1c2gsIE5MUkUuQ29tbW9uIiwiQ29sb3IiOnsiJGlkIjoiOTU1IiwiQSI6MjU1LCJSIjoyMzQsIkciOjIyLCJCIjozMH19LCJMaW5lV2VpZ2h0IjowLjAsIkxpbmVUeXBlIjowLCJQYXJlbnRTdHlsZSI6bnVsbH0sIlBhcmVudFN0eWxlIjpudWxsfSwiTWFyZ2luIjp7IiRpZCI6Ijk1NiIsIlRvcCI6MC4wLCJMZWZ0IjowLjAsIlJpZ2h0IjowLjAsIkJvdHRvbSI6MC4wfSwiUGFkZGluZyI6eyIkaWQiOiI5NTciLCJUb3AiOjAuMCwiTGVmdCI6MC4wLCJSaWdodCI6MC4wLCJCb3R0b20iOjAuMH0sIklzVmlzaWJsZSI6dHJ1ZSwiV2lkdGgiOjAuMCwiSGVpZ2h0IjowLjAsIkJvcmRlclN0eWxlIjp7IiRpZCI6Ijk1OCIsIkxpbmVDb2xvciI6bnVsbCwiTGluZVdlaWdodCI6MC4wLCJMaW5lVHlwZSI6MCwiUGFyZW50U3R5bGUiOm51bGx9LCJQYXJlbnRTdHlsZSI6bnVsbH0sIk1hcmdpbiI6eyIkaWQiOiI5NTkiLCJUb3AiOjAuMCwiTGVmdCI6MC4wLCJSaWdodCI6MC4wLCJCb3R0b20iOjAuMH0sIlBhZGRpbmciOnsiJGlkIjoiOTYwIiwiVG9wIjowLjAsIkxlZnQiOjAuMCwiUmlnaHQiOjAuMCwiQm90dG9tIjowLjB9LCJJc1Zpc2libGUiOnRydWUsIldpZHRoIjowLjAsIkhlaWdodCI6MC4wLCJCb3JkZXJTdHlsZSI6eyIkaWQiOiI5NjEiLCJMaW5lQ29sb3IiOm51bGwsIkxpbmVXZWlnaHQiOjAuMCwiTGluZVR5cGUiOjAsIlBhcmVudFN0eWxlIjpudWxsfSwiUGFyZW50U3R5bGUiOm51bGx9LHsiJGlkIjoiOTYyIiwiU3R5bGVJZCI6IjA3MDJkZWE4LWMxMTQtNGQ3MS1iZTQwLWNkMzA2MmM0Njk3MCIsIkhlYWRlclN0eWxlIjp7IiRpZCI6Ijk2MyIsIlRleHRJc1ZlcnRpY2FsIjpmYWxzZSwiVGV4dFN0eWxlIjp7IiRpZCI6Ijk2NCIsIkZvbnRTZXR0aW5ncyI6eyIkaWQiOiI5NjUiLCJGb250U2l6ZSI6MTEsIkZvbnROYW1lIjoiQ2FsaWJyaSIsIklzQm9sZCI6ZmFsc2UsIklzSXRhbGljIjpmYWxzZSwiSXNVbmRlcmxpbmVkIjpmYWxzZSwiUGFyZW50U3R5bGUiOm51bGx9LCJBdXRvU2l6ZSI6MiwiRm9yZWdyb3VuZCI6eyIkaWQiOiI5NjYiLCJDb2xvciI6eyIkaWQiOiI5Njc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5NjgiLCJUb3AiOjAuMCwiTGVmdCI6MC4wLCJSaWdodCI6MC4wLCJCb3R0b20iOjAuMH0sIlBhZGRpbmciOnsiJGlkIjoiOTY5IiwiVG9wIjowLjAsIkxlZnQiOjAuMCwiUmlnaHQiOjAuMCwiQm90dG9tIjowLjB9LCJCYWNrZ3JvdW5kIjp7IiRpZCI6Ijk3MCIsIkNvbG9yIjp7IiRpZCI6Ijk3MSIsIkEiOjI1NSwiUiI6MjU1LCJHIjoyNTUsIkIiOjI1NX19LCJJc1Zpc2libGUiOnRydWUsIldpZHRoIjowLjAsIkhlaWdodCI6MC4wLCJCb3JkZXJTdHlsZSI6bnVsbCwiUGFyZW50U3R5bGUiOm51bGx9LCJSZWN0YW5nbGVTdHlsZSI6eyIkaWQiOiI5NzIiLCJNYXJnaW4iOnsiJGlkIjoiOTczIiwiVG9wIjowLjAsIkxlZnQiOjAuMCwiUmlnaHQiOjAuMCwiQm90dG9tIjowLjB9LCJQYWRkaW5nIjp7IiRpZCI6Ijk3NCIsIlRvcCI6MC4wLCJMZWZ0IjowLjAsIlJpZ2h0IjowLjAsIkJvdHRvbSI6MC4wfSwiQmFja2dyb3VuZCI6eyIkaWQiOiI5NzUiLCJDb2xvciI6eyIkaWQiOiI5NzYiLCJBIjoyNTUsIlIiOjE1LCJHIjoxNTgsIkIiOjIxM319LCJJc1Zpc2libGUiOnRydWUsIldpZHRoIjowLjAsIkhlaWdodCI6MC4wLCJCb3JkZXJTdHlsZSI6eyIkaWQiOiI5NzciLCJMaW5lQ29sb3IiOnsiJGlkIjoiOTc4IiwiJHR5cGUiOiJOTFJFLkNvbW1vbi5Eb20uU29saWRDb2xvckJydXNoLCBOTFJFLkNvbW1vbiIsIkNvbG9yIjp7IiRpZCI6Ijk3OSIsIkEiOjI1NSwiUiI6MjU1LCJHIjoyNTUsIkIiOjI1NX19LCJMaW5lV2VpZ2h0IjowLjAsIkxpbmVUeXBlIjowLCJQYXJlbnRTdHlsZSI6bnVsbH0sIlBhcmVudFN0eWxlIjpudWxsfSwiTWFyZ2luIjp7IiRpZCI6Ijk4MCIsIlRvcCI6MC4wLCJMZWZ0IjowLjAsIlJpZ2h0IjowLjAsIkJvdHRvbSI6MC4wfSwiUGFkZGluZyI6eyIkaWQiOiI5ODEiLCJUb3AiOjAuMCwiTGVmdCI6MC4wLCJSaWdodCI6MC4wLCJCb3R0b20iOjAuMH0sIkJhY2tncm91bmQiOm51bGwsIklzVmlzaWJsZSI6dHJ1ZSwiV2lkdGgiOjAuMCwiSGVpZ2h0IjowLjAsIkJvcmRlclN0eWxlIjpudWxsLCJQYXJlbnRTdHlsZSI6bnVsbH0sIkJhY2tncm91bmRTdHlsZSI6eyIkaWQiOiI5ODIiLCJNYXJnaW4iOnsiJGlkIjoiOTgzIiwiVG9wIjowLjAsIkxlZnQiOjAuMCwiUmlnaHQiOjAuMCwiQm90dG9tIjowLjB9LCJQYWRkaW5nIjp7IiRpZCI6Ijk4NCIsIlRvcCI6MC4wLCJMZWZ0IjowLjAsIlJpZ2h0IjowLjAsIkJvdHRvbSI6MC4wfSwiQmFja2dyb3VuZCI6eyIkaWQiOiI5ODUiLCJDb2xvciI6eyIkaWQiOiI5ODYiLCJBIjo1MSwiUiI6MjAwLCJHIjoyMDAsIkIiOjIwMH19LCJJc1Zpc2libGUiOnRydWUsIldpZHRoIjowLjAsIkhlaWdodCI6MC4wLCJCb3JkZXJTdHlsZSI6eyIkaWQiOiI5ODciLCJMaW5lQ29sb3IiOnsiJGlkIjoiOTg4IiwiJHR5cGUiOiJOTFJFLkNvbW1vbi5Eb20uU29saWRDb2xvckJydXNoLCBOTFJFLkNvbW1vbiIsIkNvbG9yIjp7IiRpZCI6Ijk4OSIsIkEiOjI1NSwiUiI6MjM0LCJHIjoyMiwiQiI6MzB9fSwiTGluZVdlaWdodCI6MC4wLCJMaW5lVHlwZSI6MCwiUGFyZW50U3R5bGUiOm51bGx9LCJQYXJlbnRTdHlsZSI6bnVsbH0sIklzQWJvdmVUaW1lYmFuZCI6ZmFsc2UsIlNwYWNpbmciOjMsIkRlZmF1bHRTd2ltbGFuZVRhc2tTdHlsZSI6eyIkaWQiOiI5OTAiLCIkdHlwZSI6Ik5MUkUuQ29tbW9uLkRvbS5TdHlsZXMuRXhwbGljaXRTZXRhYmxlVGFza1N0eWxlLCBOTFJFLkNvbW1vbiIsIlNoYXBlIjoxLCJTaGFwZVRoaWNrbmVzcyI6MCwiRHVyYXRpb25Gb3JtYXQiOjAsIkluY2x1ZGVOb25Xb3JraW5nRGF5c0luRHVyYXRpb24iOmZhbHNlLCJQZXJjZW50YWdlQ29tcGxldGVTdHlsZSI6eyIkaWQiOiI5OTEiLCJGb250U2V0dGluZ3MiOnsiJGlkIjoiOTkyIiwiRm9udFNpemUiOjEwLCJGb250TmFtZSI6IkNhbGlicmkiLCJJc0JvbGQiOmZhbHNlLCJJc0l0YWxpYyI6ZmFsc2UsIklzVW5kZXJsaW5lZCI6ZmFsc2UsIlBhcmVudFN0eWxlIjpudWxsfSwiQXV0b1NpemUiOjAsIkZvcmVncm91bmQiOnsiJGlkIjoiOTkzIiwiQ29sb3IiOnsiJGlkIjoiOTk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k5NSIsIlRvcCI6MC4wLCJMZWZ0IjowLjAsIlJpZ2h0IjowLjAsIkJvdHRvbSI6MC4wfSwiUGFkZGluZyI6eyIkaWQiOiI5OTYiLCJUb3AiOjAuMCwiTGVmdCI6MC4wLCJSaWdodCI6MC4wLCJCb3R0b20iOjAuMH0sIkJhY2tncm91bmQiOnsiJGlkIjoiOTk3IiwiQ29sb3IiOnsiJGlkIjoiOTk4IiwiQSI6ODksIlIiOjAsIkciOjAsIkIiOjB9fSwiSXNWaXNpYmxlIjp0cnVlLCJXaWR0aCI6MC4wLCJIZWlnaHQiOjAuMCwiQm9yZGVyU3R5bGUiOnsiJGlkIjoiOTk5IiwiTGluZUNvbG9yIjpudWxsLCJMaW5lV2VpZ2h0IjowLjAsIkxpbmVUeXBlIjowLCJQYXJlbnRTdHlsZSI6bnVsbH0sIlBhcmVudFN0eWxlIjpudWxsfSwiRHVyYXRpb25TdHlsZSI6eyIkaWQiOiIxMDAwIiwiRm9udFNldHRpbmdzIjp7IiRpZCI6IjEwMDEiLCJGb250U2l6ZSI6MTAsIkZvbnROYW1lIjoiQ2FsaWJyaSIsIklzQm9sZCI6ZmFsc2UsIklzSXRhbGljIjpmYWxzZSwiSXNVbmRlcmxpbmVkIjpmYWxzZSwiUGFyZW50U3R5bGUiOm51bGx9LCJBdXRvU2l6ZSI6MCwiRm9yZWdyb3VuZCI6eyIkaWQiOiIxMDAyIiwiQ29sb3IiOnsiJGlkIjoiMTAw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wMDQiLCJUb3AiOjAuMCwiTGVmdCI6MC4wLCJSaWdodCI6MC4wLCJCb3R0b20iOjAuMH0sIlBhZGRpbmciOnsiJGlkIjoiMTAwNSIsIlRvcCI6MC4wLCJMZWZ0IjowLjAsIlJpZ2h0IjowLjAsIkJvdHRvbSI6MC4wfSwiQmFja2dyb3VuZCI6eyIkaWQiOiIxMDA2IiwiQ29sb3IiOnsiJGlkIjoiMTAwNyIsIkEiOjI1NSwiUiI6MjM3LCJHIjoxMjUsIkIiOjQ5fX0sIklzVmlzaWJsZSI6dHJ1ZSwiV2lkdGgiOjAuMCwiSGVpZ2h0IjowLjAsIkJvcmRlclN0eWxlIjp7IiRpZCI6IjEwMDgiLCJMaW5lQ29sb3IiOm51bGwsIkxpbmVXZWlnaHQiOjAuMCwiTGluZVR5cGUiOjAsIlBhcmVudFN0eWxlIjpudWxsfSwiUGFyZW50U3R5bGUiOm51bGx9LCJIb3Jpem9udGFsQ29ubmVjdG9yU3R5bGUiOnsiJGlkIjoiMTAwOSIsIkxpbmVDb2xvciI6eyIkaWQiOiIxMDEwIiwiJHR5cGUiOiJOTFJFLkNvbW1vbi5Eb20uU29saWRDb2xvckJydXNoLCBOTFJFLkNvbW1vbiIsIkNvbG9yIjp7IiRpZCI6IjEwMTEiLCJBIjoyNTUsIlIiOjAsIkciOjAsIkIiOjB9fSwiTGluZVdlaWdodCI6MC4wLCJMaW5lVHlwZSI6MCwiUGFyZW50U3R5bGUiOm51bGx9LCJWZXJ0aWNhbENvbm5lY3RvclN0eWxlIjp7IiRpZCI6IjEwMTIiLCJMaW5lQ29sb3IiOnsiJGlkIjoiMTAxMyIsIiR0eXBlIjoiTkxSRS5Db21tb24uRG9tLlNvbGlkQ29sb3JCcnVzaCwgTkxSRS5Db21tb24iLCJDb2xvciI6eyIkaWQiOiIxMDE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MTAxNSIsIlNoYXBlU3R5bGUiOnsiJGlkIjoiMTAxNiIsIk1hcmdpbiI6eyIkaWQiOiIxMDE3IiwiVG9wIjowLjAsIkxlZnQiOjAuMCwiUmlnaHQiOjAuMCwiQm90dG9tIjowLjB9LCJQYWRkaW5nIjp7IiRpZCI6IjEwMTgiLCJUb3AiOjAuMCwiTGVmdCI6MC4wLCJSaWdodCI6MC4wLCJCb3R0b20iOjAuMH0sIkJhY2tncm91bmQiOnsiJGlkIjoiMTAxOSIsIkNvbG9yIjp7IiRpZCI6IjEwMjAiLCJBIjoxNTMsIlIiOjAsIkciOjAsIkIiOjB9fSwiSXNWaXNpYmxlIjp0cnVlLCJXaWR0aCI6MC4wLCJIZWlnaHQiOjAuMCwiQm9yZGVyU3R5bGUiOnsiJGlkIjoiMTAyMSIsIkxpbmVDb2xvciI6eyIkaWQiOiIxMDIyIiwiJHR5cGUiOiJOTFJFLkNvbW1vbi5Eb20uU29saWRDb2xvckJydXNoLCBOTFJFLkNvbW1vbiIsIkNvbG9yIjp7IiRpZCI6IjEwMjMiLCJBIjoyNTUsIlIiOjI1NSwiRyI6MCwiQiI6MH19LCJMaW5lV2VpZ2h0IjowLjAsIkxpbmVUeXBlIjowLCJQYXJlbnRTdHlsZSI6bnVsbH0sIlBhcmVudFN0eWxlIjpudWxsfSwiTWFyZ2luIjp7IiRpZCI6IjEwMjQiLCJUb3AiOjAuMCwiTGVmdCI6MC4wLCJSaWdodCI6MC4wLCJCb3R0b20iOjAuMH0sIlBhZGRpbmciOnsiJGlkIjoiMTAyNSIsIlRvcCI6MC4wLCJMZWZ0IjowLjAsIlJpZ2h0IjowLjAsIkJvdHRvbSI6MC4wfSwiQmFja2dyb3VuZCI6bnVsbCwiSXNWaXNpYmxlIjp0cnVlLCJXaWR0aCI6MC4wLCJIZWlnaHQiOjAuMCwiQm9yZGVyU3R5bGUiOm51bGwsIlBhcmVudFN0eWxlIjpudWxsfSwiU2hhcGVTdHlsZSI6eyIkaWQiOiIxMDI2IiwiTWFyZ2luIjp7IiRpZCI6IjEwMjciLCJUb3AiOjAuMCwiTGVmdCI6NC4wLCJSaWdodCI6NC4wLCJCb3R0b20iOjAuMH0sIlBhZGRpbmciOnsiJGlkIjoiMTAyOCIsIlRvcCI6MC4wLCJMZWZ0IjowLjAsIlJpZ2h0IjowLjAsIkJvdHRvbSI6MC4wfSwiQmFja2dyb3VuZCI6eyIkaWQiOiIxMDI5IiwiQ29sb3IiOnsiJGlkIjoiMTAzMCIsIkEiOjI1NSwiUiI6MTUsIkciOjE1OCwiQiI6MjEzfX0sIklzVmlzaWJsZSI6dHJ1ZSwiV2lkdGgiOjAuMCwiSGVpZ2h0IjoxMC4wLCJCb3JkZXJTdHlsZSI6eyIkaWQiOiIxMDMxIiwiTGluZUNvbG9yIjp7IiRpZCI6IjEwMzIiLCIkdHlwZSI6Ik5MUkUuQ29tbW9uLkRvbS5Tb2xpZENvbG9yQnJ1c2gsIE5MUkUuQ29tbW9uIiwiQ29sb3IiOnsiJGlkIjoiMTAzMyIsIkEiOjI1NSwiUiI6MjM0LCJHIjoyMiwiQiI6MzB9fSwiTGluZVdlaWdodCI6MC4wLCJMaW5lVHlwZSI6MCwiUGFyZW50U3R5bGUiOm51bGx9LCJQYXJlbnRTdHlsZSI6bnVsbH0sIlRpdGxlU3R5bGUiOnsiJGlkIjoiMTAzNCIsIkZvbnRTZXR0aW5ncyI6eyIkaWQiOiIxMDM1IiwiRm9udFNpemUiOjExLCJGb250TmFtZSI6IkNhbGlicmkiLCJJc0JvbGQiOmZhbHNlLCJJc0l0YWxpYyI6ZmFsc2UsIklzVW5kZXJsaW5lZCI6ZmFsc2UsIlBhcmVudFN0eWxlIjpudWxsfSwiQXV0b1NpemUiOjAsIkZvcmVncm91bmQiOnsiJGlkIjoiMTAzNiIsIkNvbG9yIjp7IiRpZCI6IjEwMz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AzOCIsIlRvcCI6MC4wLCJMZWZ0IjowLjAsIlJpZ2h0IjowLjAsIkJvdHRvbSI6MC4wfSwiUGFkZGluZyI6eyIkaWQiOiIxMDM5IiwiVG9wIjowLjAsIkxlZnQiOjAuMCwiUmlnaHQiOjAuMCwiQm90dG9tIjowLjB9LCJCYWNrZ3JvdW5kIjp7IiRpZCI6IjEwNDAiLCJDb2xvciI6eyIkaWQiOiIxMDQxIiwiQSI6MjU1LCJSIjowLCJHIjowLCJCIjowfX0sIklzVmlzaWJsZSI6dHJ1ZSwiV2lkdGgiOjAuMCwiSGVpZ2h0IjowLjAsIkJvcmRlclN0eWxlIjp7IiRpZCI6IjEwNDIiLCJMaW5lQ29sb3IiOm51bGwsIkxpbmVXZWlnaHQiOjAuMCwiTGluZVR5cGUiOjAsIlBhcmVudFN0eWxlIjpudWxsfSwiUGFyZW50U3R5bGUiOm51bGx9LCJEYXRlU3R5bGUiOnsiJGlkIjoiMTA0MyIsIkZvbnRTZXR0aW5ncyI6eyIkaWQiOiIxMDQ0IiwiRm9udFNpemUiOjEwLCJGb250TmFtZSI6IkNhbGlicmkiLCJJc0JvbGQiOmZhbHNlLCJJc0l0YWxpYyI6ZmFsc2UsIklzVW5kZXJsaW5lZCI6ZmFsc2UsIlBhcmVudFN0eWxlIjpudWxsfSwiQXV0b1NpemUiOjAsIkZvcmVncm91bmQiOnsiJGlkIjoiMTA0NSIsIkNvbG9yIjp7IiRpZCI6IjEwND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MTA0NyIsIlRvcCI6MC4wLCJMZWZ0IjowLjAsIlJpZ2h0IjowLjAsIkJvdHRvbSI6MC4wfSwiUGFkZGluZyI6eyIkaWQiOiIxMDQ4IiwiVG9wIjowLjAsIkxlZnQiOjAuMCwiUmlnaHQiOjAuMCwiQm90dG9tIjowLjB9LCJCYWNrZ3JvdW5kIjp7IiRpZCI6IjEwNDkiLCJDb2xvciI6eyIkaWQiOiIxMDUwIiwiQSI6MjU1LCJSIjoxNCwiRyI6NDAsIkIiOjY1fX0sIklzVmlzaWJsZSI6dHJ1ZSwiV2lkdGgiOjAuMCwiSGVpZ2h0IjowLjAsIkJvcmRlclN0eWxlIjp7IiRpZCI6IjEwNTEiLCJMaW5lQ29sb3IiOm51bGwsIkxpbmVXZWlnaHQiOjAuMCwiTGluZVR5cGUiOjAsIlBhcmVudFN0eWxlIjpudWxsfSwiUGFyZW50U3R5bGUiOm51bGx9LCJEYXRlRm9ybWF0Ijp7IiRpZCI6IjEwNT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A1MyIsIkZvcm1hdCI6MCwiSXNWaXNpYmxlIjpmYWxzZSwiTGFzdEtub3duVmlzaWJpbGl0eVN0YXRlIjpmYWxzZX0sIklzVmlzaWJsZSI6dHJ1ZSwiVmFyaWFuY2VTdHlsZSI6eyIkaWQiOiIxMDU0IiwiVGV4dFN0eWxlIjp7IiRpZCI6IjEwNTUiLCJGb250U2V0dGluZ3MiOnsiJGlkIjoiMTA1NiIsIkZvbnRTaXplIjoxMCwiRm9udE5hbWUiOiJDYWxpYnJpIiwiSXNCb2xkIjpmYWxzZSwiSXNJdGFsaWMiOmZhbHNlLCJJc1VuZGVybGluZWQiOmZhbHNlLCJQYXJlbnRTdHlsZSI6bnVsbH0sIkF1dG9TaXplIjowLCJGb3JlZ3JvdW5kIjp7IiRpZCI6IjEwNTciLCJDb2xvciI6eyIkaWQiOiIxMDU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wNTkiLCJUb3AiOjAuMCwiTGVmdCI6MC4wLCJSaWdodCI6MC4wLCJCb3R0b20iOjAuMH0sIlBhZGRpbmciOnsiJGlkIjoiMTA2MCIsIlRvcCI6MC4wLCJMZWZ0IjowLjAsIlJpZ2h0IjowLjAsIkJvdHRvbSI6MC4wfSwiQmFja2dyb3VuZCI6eyIkaWQiOiIxMDYxIiwiQ29sb3IiOnsiJGlkIjoiMTA2MiIsIkEiOjI1NSwiUiI6MCwiRyI6MCwiQiI6MH19LCJJc1Zpc2libGUiOnRydWUsIldpZHRoIjowLjAsIkhlaWdodCI6MC4wLCJCb3JkZXJTdHlsZSI6eyIkaWQiOiIxMDYzIiwiTGluZUNvbG9yIjpudWxsLCJMaW5lV2VpZ2h0IjowLjAsIkxpbmVUeXBlIjowLCJQYXJlbnRTdHlsZSI6bnVsbH0sIlBhcmVudFN0eWxlIjpudWxsfSwiUGFyZW50U3R5bGUiOm51bGx9LCJQYXJlbnRTdHlsZSI6bnVsbCwiX2V4cGxpY2l0bHlTZXQiOnsiJGlkIjoiMTA2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EwNjUiLCJTaGFwZSI6MSwiQ29ubmVjdG9yTWFyZ2luIjp7IiRpZCI6IjEwNjYiLCJUb3AiOjAuMCwiTGVmdCI6Mi4wLCJSaWdodCI6Mi4wLCJCb3R0b20iOjAuMH0sIkNvbm5lY3RvclN0eWxlIjp7IiRpZCI6IjEwNjciLCJMaW5lQ29sb3IiOnsiJGlkIjoiMTA2OCIsIiR0eXBlIjoiTkxSRS5Db21tb24uRG9tLlNvbGlkQ29sb3JCcnVzaCwgTkxSRS5Db21tb24iLCJDb2xvciI6eyIkaWQiOiIxMDY5IiwiQSI6MTI3LCJSIjoxMSwiRyI6MTE4LCJCIjoxNTl9fSwiTGluZVdlaWdodCI6MS4wLCJMaW5lVHlwZSI6MCwiUGFyZW50U3R5bGUiOm51bGx9LCJJc0JlbG93VGltZWJhbmQiOmZhbHNlLCJQb3NpdGlvbk9uVGFzayI6MSwiSGlkZURhdGUiOmZhbHNlLCJTaGFwZVNpemUiOjAsIlNwYWNpbmciOjAuMCwiUGFkZGluZyI6eyIkaWQiOiIxMDcwIiwiVG9wIjo1LjAsIkxlZnQiOjMuMCwiUmlnaHQiOjAuMCwiQm90dG9tIjoyLjB9LCJTaGFwZVN0eWxlIjp7IiRpZCI6IjEwNzEiLCJNYXJnaW4iOnsiJGlkIjoiMTA3MiIsIlRvcCI6MC4wLCJMZWZ0IjowLjAsIlJpZ2h0IjowLjAsIkJvdHRvbSI6MC4wfSwiUGFkZGluZyI6eyIkaWQiOiIxMDczIiwiVG9wIjowLjAsIkxlZnQiOjAuMCwiUmlnaHQiOjAuMCwiQm90dG9tIjowLjB9LCJCYWNrZ3JvdW5kIjp7IiRpZCI6IjEwNzQiLCJDb2xvciI6eyIkaWQiOiIxMDc1IiwiQSI6MjU1LCJSIjoxMSwiRyI6MTE4LCJCIjoxNTl9fSwiSXNWaXNpYmxlIjp0cnVlLCJXaWR0aCI6MTIuMCwiSGVpZ2h0IjoxNC4wLCJCb3JkZXJTdHlsZSI6eyIkaWQiOiIxMDc2IiwiTGluZUNvbG9yIjp7IiRpZCI6IjEwNzciLCIkdHlwZSI6Ik5MUkUuQ29tbW9uLkRvbS5Tb2xpZENvbG9yQnJ1c2gsIE5MUkUuQ29tbW9uIiwiQ29sb3IiOnsiJGlkIjoiMTA3OCIsIkEiOjI1NSwiUiI6MjU1LCJHIjowLCJCIjowfX0sIkxpbmVXZWlnaHQiOjAuMCwiTGluZVR5cGUiOjAsIlBhcmVudFN0eWxlIjpudWxsfSwiUGFyZW50U3R5bGUiOm51bGx9LCJUaXRsZVN0eWxlIjp7IiRpZCI6IjEwNzkiLCJGb250U2V0dGluZ3MiOnsiJGlkIjoiMTA4MCIsIkZvbnRTaXplIjoxMSwiRm9udE5hbWUiOiJDYWxpYnJpIiwiSXNCb2xkIjpmYWxzZSwiSXNJdGFsaWMiOmZhbHNlLCJJc1VuZGVybGluZWQiOmZhbHNlLCJQYXJlbnRTdHlsZSI6bnVsbH0sIkF1dG9TaXplIjowLCJGb3JlZ3JvdW5kIjp7IiRpZCI6IjEwODEiLCJDb2xvciI6eyIkaWQiOiIxMDg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EwODMiLCJUb3AiOjAuMCwiTGVmdCI6MC4wLCJSaWdodCI6MC4wLCJCb3R0b20iOjAuMH0sIlBhZGRpbmciOnsiJGlkIjoiMTA4NCIsIlRvcCI6MC4wLCJMZWZ0IjowLjAsIlJpZ2h0IjowLjAsIkJvdHRvbSI6MC4wfSwiQmFja2dyb3VuZCI6eyIkaWQiOiIxMDg1IiwiQ29sb3IiOnsiJGlkIjoiMTA4NiIsIkEiOjI1NSwiUiI6MCwiRyI6MCwiQiI6MH19LCJJc1Zpc2libGUiOnRydWUsIldpZHRoIjowLjAsIkhlaWdodCI6MC4wLCJCb3JkZXJTdHlsZSI6eyIkaWQiOiIxMDg3IiwiTGluZUNvbG9yIjpudWxsLCJMaW5lV2VpZ2h0IjowLjAsIkxpbmVUeXBlIjowLCJQYXJlbnRTdHlsZSI6bnVsbH0sIlBhcmVudFN0eWxlIjpudWxsfSwiRGF0ZVN0eWxlIjp7IiRpZCI6IjEwODgiLCJGb250U2V0dGluZ3MiOnsiJGlkIjoiMTA4OSIsIkZvbnRTaXplIjoxMCwiRm9udE5hbWUiOiJDYWxpYnJpIiwiSXNCb2xkIjpmYWxzZSwiSXNJdGFsaWMiOmZhbHNlLCJJc1VuZGVybGluZWQiOmZhbHNlLCJQYXJlbnRTdHlsZSI6bnVsbH0sIkF1dG9TaXplIjowLCJGb3JlZ3JvdW5kIjp7IiRpZCI6IjEwOTAiLCJDb2xvciI6eyIkaWQiOiIxMDk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EwOTIiLCJUb3AiOjAuMCwiTGVmdCI6MC4wLCJSaWdodCI6MC4wLCJCb3R0b20iOjAuMH0sIlBhZGRpbmciOnsiJGlkIjoiMTA5MyIsIlRvcCI6MC4wLCJMZWZ0IjowLjAsIlJpZ2h0IjowLjAsIkJvdHRvbSI6MC4wfSwiQmFja2dyb3VuZCI6eyIkaWQiOiIxMDk0IiwiQ29sb3IiOnsiJGlkIjoiMTA5NSIsIkEiOjI1NSwiUiI6MTQsIkciOjQwLCJCIjo2NX19LCJJc1Zpc2libGUiOnRydWUsIldpZHRoIjowLjAsIkhlaWdodCI6MC4wLCJCb3JkZXJTdHlsZSI6eyIkaWQiOiIxMDk2IiwiTGluZUNvbG9yIjpudWxsLCJMaW5lV2VpZ2h0IjowLjAsIkxpbmVUeXBlIjowLCJQYXJlbnRTdHlsZSI6bnVsbH0sIlBhcmVudFN0eWxlIjpudWxsfSwiRGF0ZUZvcm1hdCI6eyIkaWQiOiIxMDk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OTgiLCJGb3JtYXQiOjAsIklzVmlzaWJsZSI6ZmFsc2UsIkxhc3RLbm93blZpc2liaWxpdHlTdGF0ZSI6ZmFsc2V9LCJJc1Zpc2libGUiOmZhbHNlLCJWYXJpYW5jZVN0eWxlIjp7IiRpZCI6IjEwOTkiLCJUZXh0U3R5bGUiOnsiJGlkIjoiMTEwMCIsIkZvbnRTZXR0aW5ncyI6eyIkaWQiOiIxMTAxIiwiRm9udFNpemUiOjEwLCJGb250TmFtZSI6IkNhbGlicmkiLCJJc0JvbGQiOmZhbHNlLCJJc0l0YWxpYyI6ZmFsc2UsIklzVW5kZXJsaW5lZCI6ZmFsc2UsIlBhcmVudFN0eWxlIjpudWxsfSwiQXV0b1NpemUiOjAsIkZvcmVncm91bmQiOnsiJGlkIjoiMTEwMiIsIkNvbG9yIjp7IiRpZCI6IjExMD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EwNCIsIlRvcCI6MC4wLCJMZWZ0IjowLjAsIlJpZ2h0IjowLjAsIkJvdHRvbSI6MC4wfSwiUGFkZGluZyI6eyIkaWQiOiIxMTA1IiwiVG9wIjowLjAsIkxlZnQiOjAuMCwiUmlnaHQiOjAuMCwiQm90dG9tIjowLjB9LCJCYWNrZ3JvdW5kIjp7IiRpZCI6IjExMDYiLCJDb2xvciI6eyIkaWQiOiIxMTA3IiwiQSI6MjU1LCJSIjowLCJHIjowLCJCIjowfX0sIklzVmlzaWJsZSI6dHJ1ZSwiV2lkdGgiOjAuMCwiSGVpZ2h0IjowLjAsIkJvcmRlclN0eWxlIjp7IiRpZCI6IjExMDgiLCJMaW5lQ29sb3IiOm51bGwsIkxpbmVXZWlnaHQiOjAuMCwiTGluZVR5cGUiOjAsIlBhcmVudFN0eWxlIjpudWxsfSwiUGFyZW50U3R5bGUiOm51bGx9LCJQYXJlbnRTdHlsZSI6bnVsbH0sIlBhcmVudFN0eWxlIjpudWxsfSwiRGVmYXVsdFN3aW1sYW5lTWlsZXN0b25lU3R5bGUiOnsiJGlkIjoiMTEwOSIsIlRpdGxlUG9zaXRpb24iOiJMZWZ0IiwiRGF0ZVBvc2l0aW9uIjoiUmlnaHQiLCJWYXJpYW5jZVBvc2l0aW9uIjoiUmlnaHQiLCJTaGFwZVR5cGUiOjEsIlNoYXBlU2l6ZSI6MCwiU3BhY2luZyI6NSwiU2hhcGVTdHlsZSI6eyIkaWQiOiIxMTEwIiwiTWFyZ2luIjp7IiRpZCI6IjExMTEiLCJUb3AiOjAuMCwiTGVmdCI6MC4wLCJSaWdodCI6MC4wLCJCb3R0b20iOjAuMH0sIlBhZGRpbmciOnsiJGlkIjoiMTExMiIsIlRvcCI6MC4wLCJMZWZ0IjowLjAsIlJpZ2h0IjowLjAsIkJvdHRvbSI6MC4wfSwiQmFja2dyb3VuZCI6eyIkaWQiOiIxMTEzIiwiQ29sb3IiOnsiJGlkIjoiMTExNCIsIkEiOjI1NSwiUiI6MTUsIkciOjE1OCwiQiI6MjEzfX0sIklzVmlzaWJsZSI6dHJ1ZSwiV2lkdGgiOjEyLjAsIkhlaWdodCI6MTQuMCwiQm9yZGVyU3R5bGUiOnsiJGlkIjoiMTExNSIsIkxpbmVDb2xvciI6eyIkaWQiOiIxMTE2IiwiJHR5cGUiOiJOTFJFLkNvbW1vbi5Eb20uU29saWRDb2xvckJydXNoLCBOTFJFLkNvbW1vbiIsIkNvbG9yIjp7IiRpZCI6IjExMTciLCJBIjoyNTUsIlIiOjIzNCwiRyI6MjIsIkIiOjMwfX0sIkxpbmVXZWlnaHQiOjAuMCwiTGluZVR5cGUiOjAsIlBhcmVudFN0eWxlIjpudWxsfSwiUGFyZW50U3R5bGUiOm51bGx9LCJUaXRsZVN0eWxlIjp7IiRpZCI6IjExMTgiLCJGb250U2V0dGluZ3MiOnsiJGlkIjoiMTExOSIsIkZvbnRTaXplIjoxMSwiRm9udE5hbWUiOiJDYWxpYnJpIiwiSXNCb2xkIjpmYWxzZSwiSXNJdGFsaWMiOmZhbHNlLCJJc1VuZGVybGluZWQiOmZhbHNlLCJQYXJlbnRTdHlsZSI6bnVsbH0sIkF1dG9TaXplIjowLCJGb3JlZ3JvdW5kIjp7IiRpZCI6IjExMjAiLCJDb2xvciI6eyIkaWQiOiIxMTIx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ExMjIiLCJUb3AiOjAuMCwiTGVmdCI6MC4wLCJSaWdodCI6MC4wLCJCb3R0b20iOjAuMH0sIlBhZGRpbmciOnsiJGlkIjoiMTEyMyIsIlRvcCI6MC4wLCJMZWZ0IjowLjAsIlJpZ2h0IjowLjAsIkJvdHRvbSI6MC4wfSwiQmFja2dyb3VuZCI6eyIkaWQiOiIxMTI0IiwiQ29sb3IiOnsiJGlkIjoiMTEyNSIsIkEiOjI1NSwiUiI6MCwiRyI6MCwiQiI6MH19LCJJc1Zpc2libGUiOnRydWUsIldpZHRoIjowLjAsIkhlaWdodCI6MC4wLCJCb3JkZXJTdHlsZSI6eyIkaWQiOiIxMTI2IiwiTGluZUNvbG9yIjpudWxsLCJMaW5lV2VpZ2h0IjowLjAsIkxpbmVUeXBlIjowLCJQYXJlbnRTdHlsZSI6bnVsbH0sIlBhcmVudFN0eWxlIjpudWxsfSwiRGF0ZVN0eWxlIjp7IiRpZCI6IjExMjciLCJGb250U2V0dGluZ3MiOnsiJGlkIjoiMTEyOCIsIkZvbnRTaXplIjoxMCwiRm9udE5hbWUiOiJDYWxpYnJpIiwiSXNCb2xkIjpmYWxzZSwiSXNJdGFsaWMiOmZhbHNlLCJJc1VuZGVybGluZWQiOmZhbHNlLCJQYXJlbnRTdHlsZSI6bnVsbH0sIkF1dG9TaXplIjowLCJGb3JlZ3JvdW5kIjp7IiRpZCI6IjExMjkiLCJDb2xvciI6eyIkaWQiOiIxMTMw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xMzEiLCJUb3AiOjAuMCwiTGVmdCI6MC4wLCJSaWdodCI6MC4wLCJCb3R0b20iOjAuMH0sIlBhZGRpbmciOnsiJGlkIjoiMTEzMiIsIlRvcCI6MC4wLCJMZWZ0IjowLjAsIlJpZ2h0IjowLjAsIkJvdHRvbSI6MC4wfSwiQmFja2dyb3VuZCI6eyIkaWQiOiIxMTMzIiwiQ29sb3IiOnsiJGlkIjoiMTEzNCIsIkEiOjI1NSwiUiI6MTQsIkciOjQwLCJCIjo2NX19LCJJc1Zpc2libGUiOnRydWUsIldpZHRoIjowLjAsIkhlaWdodCI6MC4wLCJCb3JkZXJTdHlsZSI6eyIkaWQiOiIxMTM1IiwiTGluZUNvbG9yIjpudWxsLCJMaW5lV2VpZ2h0IjowLjAsIkxpbmVUeXBlIjowLCJQYXJlbnRTdHlsZSI6bnVsbH0sIlBhcmVudFN0eWxlIjpudWxsfSwiRGF0ZUZvcm1hdCI6eyIkaWQiOiIxMTM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xMzciLCJGb3JtYXQiOjAsIklzVmlzaWJsZSI6ZmFsc2UsIkxhc3RLbm93blZpc2liaWxpdHlTdGF0ZSI6ZmFsc2V9LCJJc1Zpc2libGUiOnRydWUsIlZhcmlhbmNlU3R5bGUiOnsiJGlkIjoiMTEzOCIsIlRleHRTdHlsZSI6eyIkaWQiOiIxMTM5IiwiRm9udFNldHRpbmdzIjp7IiRpZCI6IjExNDAiLCJGb250U2l6ZSI6MTAsIkZvbnROYW1lIjoiQ2FsaWJyaSIsIklzQm9sZCI6ZmFsc2UsIklzSXRhbGljIjpmYWxzZSwiSXNVbmRlcmxpbmVkIjpmYWxzZSwiUGFyZW50U3R5bGUiOm51bGx9LCJBdXRvU2l6ZSI6MCwiRm9yZWdyb3VuZCI6eyIkaWQiOiIxMTQxIiwiQ29sb3IiOnsiJGlkIjoiMTE0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TQzIiwiVG9wIjowLjAsIkxlZnQiOjAuMCwiUmlnaHQiOjAuMCwiQm90dG9tIjowLjB9LCJQYWRkaW5nIjp7IiRpZCI6IjExNDQiLCJUb3AiOjAuMCwiTGVmdCI6MC4wLCJSaWdodCI6MC4wLCJCb3R0b20iOjAuMH0sIkJhY2tncm91bmQiOnsiJGlkIjoiMTE0NSIsIkNvbG9yIjp7IiRpZCI6IjExNDYiLCJBIjoyNTUsIlIiOjAsIkciOjAsIkIiOjB9fSwiSXNWaXNpYmxlIjp0cnVlLCJXaWR0aCI6MC4wLCJIZWlnaHQiOjAuMCwiQm9yZGVyU3R5bGUiOnsiJGlkIjoiMTE0NyIsIkxpbmVDb2xvciI6bnVsbCwiTGluZVdlaWdodCI6MC4wLCJMaW5lVHlwZSI6MCwiUGFyZW50U3R5bGUiOm51bGx9LCJQYXJlbnRTdHlsZSI6bnVsbH0sIlBhcmVudFN0eWxlIjpudWxsfSwiUGFyZW50U3R5bGUiOm51bGx9LCJEZWZhdWx0U3dpbWxhbmVBY3Rpdml0eVN0eWxlIjp7IiRpZCI6IjExNDgiLCJIZWFkZXJTdHlsZSI6eyIkaWQiOiIxMTQ5IiwiVGV4dFN0eWxlIjp7IiRpZCI6IjExNTAiLCJGb250U2V0dGluZ3MiOnsiJGlkIjoiMTE1MSIsIkZvbnRTaXplIjoxMSwiRm9udE5hbWUiOiJDYWxpYnJpIiwiSXNCb2xkIjpmYWxzZSwiSXNJdGFsaWMiOmZhbHNlLCJJc1VuZGVybGluZWQiOmZhbHNlLCJQYXJlbnRTdHlsZSI6bnVsbH0sIkF1dG9TaXplIjoyLCJGb3JlZ3JvdW5kIjp7IiRpZCI6IjExNTIiLCJDb2xvciI6eyIkaWQiOiIxMTU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MTE1NCIsIlRvcCI6MC4wLCJMZWZ0IjowLjAsIlJpZ2h0IjowLjAsIkJvdHRvbSI6MC4wfSwiUGFkZGluZyI6eyIkaWQiOiIxMTU1IiwiVG9wIjowLjAsIkxlZnQiOjAuMCwiUmlnaHQiOjAuMCwiQm90dG9tIjowLjB9LCJCYWNrZ3JvdW5kIjp7IiRpZCI6IjExNTYiLCJDb2xvciI6eyIkaWQiOiIxMTU3IiwiQSI6MjU1LCJSIjowLCJHIjowLCJCIjowfX0sIklzVmlzaWJsZSI6dHJ1ZSwiV2lkdGgiOjAuMCwiSGVpZ2h0IjowLjAsIkJvcmRlclN0eWxlIjpudWxsLCJQYXJlbnRTdHlsZSI6bnVsbH0sIlJlY3RhbmdsZVN0eWxlIjp7IiRpZCI6IjExNTgiLCJNYXJnaW4iOnsiJGlkIjoiMTE1OSIsIlRvcCI6MC4wLCJMZWZ0IjowLjAsIlJpZ2h0IjowLjAsIkJvdHRvbSI6MC4wfSwiUGFkZGluZyI6eyIkaWQiOiIxMTYwIiwiVG9wIjowLjAsIkxlZnQiOjAuMCwiUmlnaHQiOjAuMCwiQm90dG9tIjowLjB9LCJCYWNrZ3JvdW5kIjp7IiRpZCI6IjExNjEiLCJDb2xvciI6eyIkaWQiOiIxMTYyIiwiQSI6MTI3LCJSIjoxNSwiRyI6MTU4LCJCIjoyMTN9fSwiSXNWaXNpYmxlIjp0cnVlLCJXaWR0aCI6MC4wLCJIZWlnaHQiOjAuMCwiQm9yZGVyU3R5bGUiOnsiJGlkIjoiMTE2MyIsIkxpbmVDb2xvciI6eyIkaWQiOiIxMTY0IiwiJHR5cGUiOiJOTFJFLkNvbW1vbi5Eb20uU29saWRDb2xvckJydXNoLCBOTFJFLkNvbW1vbiIsIkNvbG9yIjp7IiRpZCI6IjExNjUiLCJBIjoyNTUsIlIiOjI1NSwiRyI6MCwiQiI6MH19LCJMaW5lV2VpZ2h0IjowLjAsIkxpbmVUeXBlIjowLCJQYXJlbnRTdHlsZSI6bnVsbH0sIlBhcmVudFN0eWxlIjpudWxsfSwiTWFyZ2luIjp7IiRpZCI6IjExNjYiLCJUb3AiOjAuMCwiTGVmdCI6MC4wLCJSaWdodCI6MC4wLCJCb3R0b20iOjAuMH0sIlBhZGRpbmciOnsiJGlkIjoiMTE2NyIsIlRvcCI6MC4wLCJMZWZ0IjowLjAsIlJpZ2h0IjowLjAsIkJvdHRvbSI6MC4wfSwiQmFja2dyb3VuZCI6bnVsbCwiSXNWaXNpYmxlIjp0cnVlLCJXaWR0aCI6MC4wLCJIZWlnaHQiOjAuMCwiQm9yZGVyU3R5bGUiOm51bGwsIlBhcmVudFN0eWxlIjpudWxsfSwiQmFja2dyb3VuZFN0eWxlIjp7IiRpZCI6IjExNjgiLCJNYXJnaW4iOnsiJGlkIjoiMTE2OSIsIlRvcCI6MC4wLCJMZWZ0IjowLjAsIlJpZ2h0IjowLjAsIkJvdHRvbSI6MC4wfSwiUGFkZGluZyI6eyIkaWQiOiIxMTcwIiwiVG9wIjowLjAsIkxlZnQiOjAuMCwiUmlnaHQiOjAuMCwiQm90dG9tIjowLjB9LCJCYWNrZ3JvdW5kIjp7IiRpZCI6IjExNzEiLCJDb2xvciI6eyIkaWQiOiIxMTcyIiwiQSI6NTEsIlIiOjIwMCwiRyI6MjAwLCJCIjoyMDB9fSwiSXNWaXNpYmxlIjp0cnVlLCJXaWR0aCI6MC4wLCJIZWlnaHQiOjAuMCwiQm9yZGVyU3R5bGUiOnsiJGlkIjoiMTE3MyIsIkxpbmVDb2xvciI6eyIkaWQiOiIxMTc0IiwiJHR5cGUiOiJOTFJFLkNvbW1vbi5Eb20uU29saWRDb2xvckJydXNoLCBOTFJFLkNvbW1vbiIsIkNvbG9yIjp7IiRpZCI6IjExNzUiLCJBIjoyNTUsIlIiOjIzNCwiRyI6MjIsIkIiOjMwfX0sIkxpbmVXZWlnaHQiOjAuMCwiTGluZVR5cGUiOjAsIlBhcmVudFN0eWxlIjpudWxsfSwiUGFyZW50U3R5bGUiOm51bGx9LCJNYXJnaW4iOnsiJGlkIjoiMTE3NiIsIlRvcCI6MC4wLCJMZWZ0IjowLjAsIlJpZ2h0IjowLjAsIkJvdHRvbSI6MC4wfSwiUGFkZGluZyI6eyIkaWQiOiIxMTc3IiwiVG9wIjowLjAsIkxlZnQiOjAuMCwiUmlnaHQiOjAuMCwiQm90dG9tIjowLjB9LCJJc1Zpc2libGUiOnRydWUsIldpZHRoIjowLjAsIkhlaWdodCI6MC4wLCJCb3JkZXJTdHlsZSI6eyIkaWQiOiIxMTc4IiwiTGluZUNvbG9yIjpudWxsLCJMaW5lV2VpZ2h0IjowLjAsIkxpbmVUeXBlIjowLCJQYXJlbnRTdHlsZSI6bnVsbH0sIlBhcmVudFN0eWxlIjpudWxsfSwiTWFyZ2luIjp7IiRpZCI6IjExNzkiLCJUb3AiOjAuMCwiTGVmdCI6MC4wLCJSaWdodCI6MC4wLCJCb3R0b20iOjAuMH0sIlBhZGRpbmciOnsiJGlkIjoiMTE4MCIsIlRvcCI6MC4wLCJMZWZ0IjowLjAsIlJpZ2h0IjowLjAsIkJvdHRvbSI6MC4wfSwiSXNWaXNpYmxlIjp0cnVlLCJXaWR0aCI6MC4wLCJIZWlnaHQiOjAuMCwiQm9yZGVyU3R5bGUiOnsiJGlkIjoiMTE4MSIsIkxpbmVDb2xvciI6bnVsbCwiTGluZVdlaWdodCI6MC4wLCJMaW5lVHlwZSI6MCwiUGFyZW50U3R5bGUiOm51bGx9LCJQYXJlbnRTdHlsZSI6bnVsbH1dLCJDb25kaXRpb25hbEZvcm1hdHRpbmciOnsiJGlkIjoiMTE4MiIsIlB2QUZvcm1hdHRpbmciOnsiJGlkIjoiMTE4MyIsIkRlbGF5VGFza1N0eWxlIjp7IiRpZCI6IjExODQiLCJTdHlsZU9wdGlvbnMiOjI0LCJUaXRsZUZvcmVncm91bmQiOnsiJGlkIjoiMTE4NSIsIkNvbG9yIjp7IiRpZCI6IjExODYiLCJBIjoyNTUsIlIiOjE3NSwiRyI6MCwiQiI6MH19LCJBY3R1YWxTaGFwZXNCYWNrZ3JvdW5kIjp7IiRpZCI6IjExODciLCJDb2xvciI6eyIkaWQiOiIxMTg4IiwiQSI6NjIsIlIiOjI1NSwiRyI6MCwiQiI6MH19LCJBY3R1YWxTaGFwZXNCb3JkZXJTdHlsZSI6eyIkaWQiOiIxMTg5IiwiTGluZUNvbG9yIjp7IiRpZCI6IjExOTAiLCIkdHlwZSI6Ik5MUkUuQ29tbW9uLkRvbS5Tb2xpZENvbG9yQnJ1c2gsIE5MUkUuQ29tbW9uIiwiQ29sb3IiOnsiJGlkIjoiMTE5MSIsIkEiOjE2MywiUiI6MjU1LCJHIjowLCJCIjowfX0sIkxpbmVXZWlnaHQiOjMuMCwiTGluZVR5cGUiOjAsIlBhcmVudFN0eWxlIjpudWxsfSwiQmFzZWxpbmVTaGFwZXNCYWNrZ3JvdW5kIjp7IiRpZCI6IjExOTIiLCJDb2xvciI6eyIkaWQiOiIxMTkzIiwiQSI6MTg0LCJSIjoyNTUsIkciOjAsIkIiOjB9fSwiVmFyaWFuY2VGb3JlZ3JvdW5kIjp7IiRpZCI6IjExOTQiLCJDb2xvciI6eyIkaWQiOiIxMTk1IiwiQSI6MjU1LCJSIjoxNzUsIkciOjAsIkIiOjB9fSwiSXNWaXNpYmxlIjp0cnVlfSwiRGVsYXlNaWxlc3RvbmVTdHlsZSI6eyIkaWQiOiIxMTk2IiwiU3R5bGVPcHRpb25zIjoxOCwiVGl0bGVGb3JlZ3JvdW5kIjp7IiRpZCI6IjExOTciLCJDb2xvciI6eyIkaWQiOiIxMTk4IiwiQSI6MjU1LCJSIjoxNzUsIkciOjAsIkIiOjB9fSwiQWN0dWFsU2hhcGVzQmFja2dyb3VuZCI6eyIkaWQiOiIxMTk5IiwiQ29sb3IiOnsiJGlkIjoiMTIwMCIsIkEiOjI1NSwiUiI6MjIyLCJHIjo4MCwiQiI6NTB9fSwiQWN0dWFsU2hhcGVzQm9yZGVyU3R5bGUiOnsiJGlkIjoiMTIwMSIsIkxpbmVDb2xvciI6eyIkaWQiOiIxMjAyIiwiJHR5cGUiOiJOTFJFLkNvbW1vbi5Eb20uU29saWRDb2xvckJydXNoLCBOTFJFLkNvbW1vbiIsIkNvbG9yIjp7IiRpZCI6IjEyMDMiLCJBIjoxNjMsIlIiOjI1NSwiRyI6MCwiQiI6MH19LCJMaW5lV2VpZ2h0IjozLjAsIkxpbmVUeXBlIjowLCJQYXJlbnRTdHlsZSI6bnVsbH0sIkJhc2VsaW5lU2hhcGVzQmFja2dyb3VuZCI6eyIkaWQiOiIxMjA0IiwiQ29sb3IiOnsiJGlkIjoiMTIwNSIsIkEiOjE4NCwiUiI6MjU1LCJHIjowLCJCIjowfX0sIlZhcmlhbmNlRm9yZWdyb3VuZCI6eyIkaWQiOiIxMjA2IiwiQ29sb3IiOnsiJGlkIjoiMTIwNyIsIkEiOjI1NSwiUiI6MTc1LCJHIjowLCJCIjowfX0sIklzVmlzaWJsZSI6dHJ1ZX0sIkFkdmFuY2VUYXNrU3R5bGUiOnsiJGlkIjoiMTIwOCIsIlN0eWxlT3B0aW9ucyI6MjQsIlRpdGxlRm9yZWdyb3VuZCI6eyIkaWQiOiIxMjA5IiwiQ29sb3IiOnsiJGlkIjoiMTIxMCIsIkEiOjI1NSwiUiI6MCwiRyI6MTEwLCJCIjowfX0sIkFjdHVhbFNoYXBlc0JhY2tncm91bmQiOnsiJGlkIjoiMTIxMSIsIkNvbG9yIjp7IiRpZCI6IjEyMTIiLCJBIjo2MSwiUiI6MCwiRyI6MTI4LCJCIjowfX0sIkFjdHVhbFNoYXBlc0JvcmRlclN0eWxlIjp7IiRpZCI6IjEyMTMiLCJMaW5lQ29sb3IiOnsiJGlkIjoiMTIxNCIsIiR0eXBlIjoiTkxSRS5Db21tb24uRG9tLlNvbGlkQ29sb3JCcnVzaCwgTkxSRS5Db21tb24iLCJDb2xvciI6eyIkaWQiOiIxMjE1IiwiQSI6MTYzLCJSIjowLCJHIjoxMjgsIkIiOjB9fSwiTGluZVdlaWdodCI6My4wLCJMaW5lVHlwZSI6MCwiUGFyZW50U3R5bGUiOm51bGx9LCJCYXNlbGluZVNoYXBlc0JhY2tncm91bmQiOnsiJGlkIjoiMTIxNiIsIkNvbG9yIjp7IiRpZCI6IjEyMTciLCJBIjoxODQsIlIiOjAsIkciOjEyOCwiQiI6MH19LCJWYXJpYW5jZUZvcmVncm91bmQiOnsiJGlkIjoiMTIxOCIsIkNvbG9yIjp7IiRpZCI6IjEyMTkiLCJBIjoyNTUsIlIiOjAsIkciOjExMCwiQiI6MH19LCJJc1Zpc2libGUiOnRydWV9LCJBZHZhbmNlTWlsZXN0b25lU3R5bGUiOnsiJGlkIjoiMTIyMCIsIlN0eWxlT3B0aW9ucyI6MTgsIlRpdGxlRm9yZWdyb3VuZCI6eyIkaWQiOiIxMjIxIiwiQ29sb3IiOnsiJGlkIjoiMTIyMiIsIkEiOjI1NSwiUiI6MCwiRyI6MTEwLCJCIjowfX0sIkFjdHVhbFNoYXBlc0JhY2tncm91bmQiOnsiJGlkIjoiMTIyMyIsIkNvbG9yIjp7IiRpZCI6IjEyMjQiLCJBIjoyNTUsIlIiOjIwLCJHIjoxMDAsIkIiOjB9fSwiQWN0dWFsU2hhcGVzQm9yZGVyU3R5bGUiOnsiJGlkIjoiMTIyNSIsIkxpbmVDb2xvciI6eyIkaWQiOiIxMjI2IiwiJHR5cGUiOiJOTFJFLkNvbW1vbi5Eb20uU29saWRDb2xvckJydXNoLCBOTFJFLkNvbW1vbiIsIkNvbG9yIjp7IiRpZCI6IjEyMjciLCJBIjoxNjMsIlIiOjAsIkciOjEyOCwiQiI6MH19LCJMaW5lV2VpZ2h0IjozLjAsIkxpbmVUeXBlIjowLCJQYXJlbnRTdHlsZSI6bnVsbH0sIkJhc2VsaW5lU2hhcGVzQmFja2dyb3VuZCI6eyIkaWQiOiIxMjI4IiwiQ29sb3IiOnsiJGlkIjoiMTIyOSIsIkEiOjE4NCwiUiI6MCwiRyI6MTI4LCJCIjowfX0sIlZhcmlhbmNlRm9yZWdyb3VuZCI6eyIkaWQiOiIxMjMwIiwiQ29sb3IiOnsiJGlkIjoiMTIzMSIsIkEiOjI1NSwiUiI6MCwiRyI6MTEwLCJCIjowfX0sIklzVmlzaWJsZSI6dHJ1ZX19LCJWYXJpYW5jZURpc3BsYXlTZXR0aW5ncyI6eyIkaWQiOiIxMjMyIiwiVGFza1ZhcmlhbmNlRGlzcGxheU9wdGlvbnMiOnsiJGlkIjoiMTIzMyIsIlNob3dEZWxheVZhcmlhbmNlIjp0cnVlLCJTaG93QWR2YW5jZVZhcmlhbmNlIjp0cnVlLCJTaG93XzBfVmFyaWFuY2UiOmZhbHNlfSwiTWlsZXN0b25lVmFyaWFuY2VEaXNwbGF5T3B0aW9ucyI6eyIkaWQiOiIxMjM0IiwiU2hvd0RlbGF5VmFyaWFuY2UiOnRydWUsIlNob3dBZHZhbmNlVmFyaWFuY2UiOnRydWUsIlNob3dfMF9WYXJpYW5jZSI6ZmFsc2V9fX19LCJTY2FsZSI6bnVsbCwiU2NhbGVWMiI6eyIkaWQiOiIxMjM1IiwiU3RhcnREYXRlIjoiMDAwMS0wMS0wMVQwMDowMDowMCIsIkVuZERhdGUiOiIyMDI1LTEyLTA1VDIzOjU5OjAwIiwiQXV0b0RhdGVSYW5nZSI6dHJ1ZSwiV29ya2luZ0RheXMiOjMxLCJGaXNjYWxZZWFyIjp7IiRpZCI6IjEyMzYiLCJTdGFydE1vbnRoIjoxLCJVc2VTdGFydGluZ1llYXJGb3JOdW1iZXJpbmciOnRydWUsIlNob3dGaXNjYWxZZWFyTGFiZWwiOnRydWV9LCJUb2RheU1hcmtlclRleHQiOiJUb2RheSIsIkF1dG9TY2FsZVR5cGUiOnRydWUsIlRpbWViYW5kU2NhbGVzIjp7IiRpZCI6IjEyMzciLCJUb3BTY2FsZUxheWVyIjp7IiRpZCI6IjEyMzgiLCJGb3JtYXQiOiJNTU0iLCJUeXBlIjoyLCJHcm91cGluZ0ludGVydmFscyI6eyIkaWQiOiIxMjM5IiwiSXNTZXQiOmZhbHNlLCJHcm91cGluZ1N0ZXBDb3VudCI6MX19LCJNaWRkbGVTY2FsZUxheWVyIjp7IiRpZCI6IjEyNDAiLCJGb3JtYXQiOm51bGwsIlR5cGUiOjAsIkdyb3VwaW5nSW50ZXJ2YWxzIjp7IiRpZCI6IjEyNDEiLCJJc1NldCI6ZmFsc2UsIkdyb3VwaW5nU3RlcENvdW50IjoxfX0sIkJvdHRvbVNjYWxlTGF5ZXIiOnsiJGlkIjoiMTI0MiIsIkZvcm1hdCI6bnVsbCwiVHlwZSI6MCwiR3JvdXBpbmdJbnRlcnZhbHMiOnsiJGlkIjoiMTI0MyIsIklzU2V0IjpmYWxzZSwiR3JvdXBpbmdTdGVwQ291bnQiOjF9fX19LCJNaWxlc3RvbmVzIjpbXSwiVGFza3MiOlt7IiRpZCI6IjEyNDQiLCJHcm91cE5hbWUiOm51bGwsIlN0YXJ0RGF0ZSI6IjIwMjUtMDktMDVUMDA6MDA6MDAiLCJFbmREYXRlIjoiMjAyNS0wOS0xMFQyMzo1OTowMFoiLCJQZXJjZW50YWdlQ29tcGxldGUiOm51bGwsIlN0eWxlIjp7IiRpZCI6IjEyNDUiLCJTaGFwZSI6MywiU2hhcGVUaGlja25lc3MiOjAsIkR1cmF0aW9uRm9ybWF0IjowLCJJbmNsdWRlTm9uV29ya2luZ0RheXNJbkR1cmF0aW9uIjpmYWxzZSwiUGVyY2VudGFnZUNvbXBsZXRlU3R5bGUiOnsiJGlkIjoiMTI0NiIsIkZvbnRTZXR0aW5ncyI6eyIkaWQiOiIxMjQ3IiwiRm9udFNpemUiOjEwLCJGb250TmFtZSI6IkNhbGlicmkiLCJJc0JvbGQiOmZhbHNlLCJJc0l0YWxpYyI6ZmFsc2UsIklzVW5kZXJsaW5lZCI6ZmFsc2UsIlBhcmVudFN0eWxlIjpudWxsfSwiQXV0b1NpemUiOjAsIkZvcmVncm91bmQiOnsiJGlkIjoiMTI0OCIsIkNvbG9yIjp7IiRpZCI6IjEyNDk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I1MCIsIlRvcCI6MC4wLCJMZWZ0IjowLjAsIlJpZ2h0IjowLjAsIkJvdHRvbSI6MC4wfSwiUGFkZGluZyI6eyIkaWQiOiIxMjUxIiwiVG9wIjowLjAsIkxlZnQiOjAuMCwiUmlnaHQiOjAuMCwiQm90dG9tIjowLjB9LCJCYWNrZ3JvdW5kIjp7IiRpZCI6IjEyNTIiLCJDb2xvciI6eyIkaWQiOiIxMjUzIiwiQSI6ODksIlIiOjAsIkciOjAsIkIiOjB9fSwiSXNWaXNpYmxlIjp0cnVlLCJXaWR0aCI6MC4wLCJIZWlnaHQiOjAuMCwiQm9yZGVyU3R5bGUiOnsiJGlkIjoiMTI1NCIsIkxpbmVDb2xvciI6bnVsbCwiTGluZVdlaWdodCI6MC4wLCJMaW5lVHlwZSI6MCwiUGFyZW50U3R5bGUiOm51bGx9LCJQYXJlbnRTdHlsZSI6bnVsbH0sIkR1cmF0aW9uU3R5bGUiOnsiJGlkIjoiMTI1NSIsIkZvbnRTZXR0aW5ncyI6eyIkaWQiOiIxMjU2IiwiRm9udFNpemUiOjEwLCJGb250TmFtZSI6IkNhbGlicmkiLCJJc0JvbGQiOmZhbHNlLCJJc0l0YWxpYyI6ZmFsc2UsIklzVW5kZXJsaW5lZCI6ZmFsc2UsIlBhcmVudFN0eWxlIjpudWxsfSwiQXV0b1NpemUiOjAsIkZvcmVncm91bmQiOnsiJGlkIjoiMTI1NyIsIkNvbG9yIjp7IiRpZCI6IjEyNTg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MjU5IiwiVG9wIjowLjAsIkxlZnQiOjAuMCwiUmlnaHQiOjAuMCwiQm90dG9tIjowLjB9LCJQYWRkaW5nIjp7IiRpZCI6IjEyNjAiLCJUb3AiOjAuMCwiTGVmdCI6MC4wLCJSaWdodCI6MC4wLCJCb3R0b20iOjAuMH0sIkJhY2tncm91bmQiOnsiJGlkIjoiMTI2MSIsIkNvbG9yIjp7IiRpZCI6IjEyNjIiLCJBIjoyNTUsIlIiOjIzNywiRyI6MTI1LCJCIjo0OX19LCJJc1Zpc2libGUiOnRydWUsIldpZHRoIjowLjAsIkhlaWdodCI6MC4wLCJCb3JkZXJTdHlsZSI6eyIkaWQiOiIxMjYzIiwiTGluZUNvbG9yIjpudWxsLCJMaW5lV2VpZ2h0IjowLjAsIkxpbmVUeXBlIjowLCJQYXJlbnRTdHlsZSI6bnVsbH0sIlBhcmVudFN0eWxlIjpudWxsfSwiSG9yaXpvbnRhbENvbm5lY3RvclN0eWxlIjp7IiRpZCI6IjEyNjQiLCJMaW5lQ29sb3IiOnsiJGlkIjoiMTI2NSIsIiR0eXBlIjoiTkxSRS5Db21tb24uRG9tLlNvbGlkQ29sb3JCcnVzaCwgTkxSRS5Db21tb24iLCJDb2xvciI6eyIkaWQiOiIxMjY2IiwiQSI6NTEsIlIiOjIxLCJHIjo5NiwiQiI6MTMwfX0sIkxpbmVXZWlnaHQiOjEuMCwiTGluZVR5cGUiOjAsIlBhcmVudFN0eWxlIjpudWxsfSwiVmVydGljYWxDb25uZWN0b3JTdHlsZSI6eyIkaWQiOiIxMjY3IiwiTGluZUNvbG9yIjp7IiRpZCI6IjEyNjgiLCIkdHlwZSI6Ik5MUkUuQ29tbW9uLkRvbS5Tb2xpZENvbG9yQnJ1c2gsIE5MUkUuQ29tbW9uIiwiQ29sb3IiOnsiJGlkIjoiMTI2OS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I3MCIsIlNoYXBlU3R5bGUiOnsiJGlkIjoiMTI3MSIsIk1hcmdpbiI6eyIkaWQiOiIxMjcyIiwiVG9wIjowLjAsIkxlZnQiOjAuMCwiUmlnaHQiOjAuMCwiQm90dG9tIjowLjB9LCJQYWRkaW5nIjp7IiRpZCI6IjEyNzMiLCJUb3AiOjAuMCwiTGVmdCI6MC4wLCJSaWdodCI6MC4wLCJCb3R0b20iOjAuMH0sIkJhY2tncm91bmQiOnsiJGlkIjoiMTI3NCIsIkNvbG9yIjp7IiRpZCI6IjEyNzUiLCJBIjoxNTMsIlIiOjAsIkciOjAsIkIiOjB9fSwiSXNWaXNpYmxlIjp0cnVlLCJXaWR0aCI6MC4wLCJIZWlnaHQiOjAuMCwiQm9yZGVyU3R5bGUiOm51bGwsIlBhcmVudFN0eWxlIjpudWxsfSwiTWFyZ2luIjp7IiRpZCI6IjEyNzYiLCJUb3AiOjAuMCwiTGVmdCI6MC4wLCJSaWdodCI6MC4wLCJCb3R0b20iOjAuMH0sIlBhZGRpbmciOnsiJGlkIjoiMTI3NyIsIlRvcCI6MC4wLCJMZWZ0IjowLjAsIlJpZ2h0IjowLjAsIkJvdHRvbSI6MC4wfSwiQmFja2dyb3VuZCI6bnVsbCwiSXNWaXNpYmxlIjp0cnVlLCJXaWR0aCI6MC4wLCJIZWlnaHQiOjAuMCwiQm9yZGVyU3R5bGUiOm51bGwsIlBhcmVudFN0eWxlIjpudWxsfSwiU2hhcGVTdHlsZSI6eyIkaWQiOiIxMjc4IiwiTWFyZ2luIjp7IiRpZCI6IjEyNzkiLCJUb3AiOjAuMCwiTGVmdCI6NC4wLCJSaWdodCI6NC4wLCJCb3R0b20iOjAuMH0sIlBhZGRpbmciOnsiJGlkIjoiMTI4MCIsIlRvcCI6MC4wLCJMZWZ0IjowLjAsIlJpZ2h0IjowLjAsIkJvdHRvbSI6MC4wfSwiQmFja2dyb3VuZCI6eyIkaWQiOiIxMjgxIiwiQ29sb3IiOnsiJGlkIjoiMTI4MiIsIkEiOjI1NSwiUiI6MjEsIkciOjk2LCJCIjoxMzB9fSwiSXNWaXNpYmxlIjp0cnVlLCJXaWR0aCI6MC4wLCJIZWlnaHQiOjEwLjAsIkJvcmRlclN0eWxlIjp7IiRpZCI6IjEyODMiLCJMaW5lQ29sb3IiOnsiJGlkIjoiMTI4NCIsIiR0eXBlIjoiTkxSRS5Db21tb24uRG9tLlNvbGlkQ29sb3JCcnVzaCwgTkxSRS5Db21tb24iLCJDb2xvciI6eyIkaWQiOiIxMjg1IiwiQSI6MjU1LCJSIjoyMzQsIkciOjIyLCJCIjozMH19LCJMaW5lV2VpZ2h0IjowLjAsIkxpbmVUeXBlIjowLCJQYXJlbnRTdHlsZSI6bnVsbH0sIlBhcmVudFN0eWxlIjpudWxsfSwiVGl0bGVTdHlsZSI6eyIkaWQiOiIxMjg2IiwiRm9udFNldHRpbmdzIjp7IiRpZCI6IjEyODciLCJGb250U2l6ZSI6MTEsIkZvbnROYW1lIjoiQ2FsaWJyaSIsIklzQm9sZCI6ZmFsc2UsIklzSXRhbGljIjpmYWxzZSwiSXNVbmRlcmxpbmVkIjpmYWxzZSwiUGFyZW50U3R5bGUiOm51bGx9LCJBdXRvU2l6ZSI6MCwiRm9yZWdyb3VuZCI6eyIkaWQiOiIxMjg4IiwiQ29sb3IiOnsiJGlkIjoiMTI4OS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MjkwIiwiVG9wIjowLjAsIkxlZnQiOjAuMCwiUmlnaHQiOjAuMCwiQm90dG9tIjowLjB9LCJQYWRkaW5nIjp7IiRpZCI6IjEyOTEiLCJUb3AiOjAuMCwiTGVmdCI6MC4wLCJSaWdodCI6MC4wLCJCb3R0b20iOjAuMH0sIkJhY2tncm91bmQiOnsiJGlkIjoiMTI5MiIsIkNvbG9yIjp7IiRpZCI6IjEyOTMiLCJBIjowLCJSIjoyNTUsIkciOjI1NSwiQiI6MjU1fX0sIklzVmlzaWJsZSI6dHJ1ZSwiV2lkdGgiOjAuMCwiSGVpZ2h0IjowLjAsIkJvcmRlclN0eWxlIjp7IiRpZCI6IjEyOTQiLCJMaW5lQ29sb3IiOm51bGwsIkxpbmVXZWlnaHQiOjAuMCwiTGluZVR5cGUiOjAsIlBhcmVudFN0eWxlIjpudWxsfSwiUGFyZW50U3R5bGUiOm51bGx9LCJEYXRlU3R5bGUiOnsiJGlkIjoiMTI5NSIsIkZvbnRTZXR0aW5ncyI6eyIkaWQiOiIxMjk2IiwiRm9udFNpemUiOjEwLCJGb250TmFtZSI6IkNhbGlicmkiLCJJc0JvbGQiOmZhbHNlLCJJc0l0YWxpYyI6ZmFsc2UsIklzVW5kZXJsaW5lZCI6ZmFsc2UsIlBhcmVudFN0eWxlIjpudWxsfSwiQXV0b1NpemUiOjAsIkZvcmVncm91bmQiOnsiJGlkIjoiMTI5NyIsIkNvbG9yIjp7IiRpZCI6IjEyOTg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I5OSIsIlRvcCI6MC4wLCJMZWZ0IjowLjAsIlJpZ2h0IjowLjAsIkJvdHRvbSI6MC4wfSwiUGFkZGluZyI6eyIkaWQiOiIxMzAwIiwiVG9wIjowLjAsIkxlZnQiOjAuMCwiUmlnaHQiOjAuMCwiQm90dG9tIjowLjB9LCJCYWNrZ3JvdW5kIjp7IiRpZCI6IjEzMDEiLCJDb2xvciI6eyIkaWQiOiIxMzAyIiwiQSI6MCwiUiI6MjU1LCJHIjoyNTUsIkIiOjI1NX19LCJJc1Zpc2libGUiOnRydWUsIldpZHRoIjowLjAsIkhlaWdodCI6MC4wLCJCb3JkZXJTdHlsZSI6eyIkaWQiOiIxMzAzIiwiTGluZUNvbG9yIjpudWxsLCJMaW5lV2VpZ2h0IjowLjAsIkxpbmVUeXBlIjowLCJQYXJlbnRTdHlsZSI6bnVsbH0sIlBhcmVudFN0eWxlIjpudWxsfSwiRGF0ZUZvcm1hdCI6eyIkaWQiOiIxMzA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MDUiLCJGb3JtYXQiOjAsIklzVmlzaWJsZSI6ZmFsc2UsIkxhc3RLbm93blZpc2liaWxpdHlTdGF0ZSI6ZmFsc2V9LCJJc1Zpc2libGUiOmZhbHNlLCJWYXJpYW5jZVN0eWxlIjp7IiRpZCI6IjEzMDYiLCJUZXh0U3R5bGUiOnsiJGlkIjoiMTMwNyIsIkZvbnRTZXR0aW5ncyI6eyIkaWQiOiIxMzA4IiwiRm9udFNpemUiOjEwLCJGb250TmFtZSI6IkNhbGlicmkiLCJJc0JvbGQiOmZhbHNlLCJJc0l0YWxpYyI6ZmFsc2UsIklzVW5kZXJsaW5lZCI6ZmFsc2UsIlBhcmVudFN0eWxlIjpudWxsfSwiQXV0b1NpemUiOjAsIkZvcmVncm91bmQiOnsiJGlkIjoiMTMwOSIsIkNvbG9yIjp7IiRpZCI6IjEzMT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xMSIsIlRvcCI6MC4wLCJMZWZ0IjowLjAsIlJpZ2h0IjowLjAsIkJvdHRvbSI6MC4wfSwiUGFkZGluZyI6eyIkaWQiOiIxMzEyIiwiVG9wIjowLjAsIkxlZnQiOjAuMCwiUmlnaHQiOjAuMCwiQm90dG9tIjowLjB9LCJCYWNrZ3JvdW5kIjp7IiRpZCI6IjEzMTMiLCJDb2xvciI6eyIkaWQiOiIxMzE0IiwiQSI6MjU1LCJSIjowLCJHIjowLCJCIjowfX0sIklzVmlzaWJsZSI6dHJ1ZSwiV2lkdGgiOjAuMCwiSGVpZ2h0IjowLjAsIkJvcmRlclN0eWxlIjp7IiRpZCI6IjEzMTUiLCJMaW5lQ29sb3IiOm51bGwsIkxpbmVXZWlnaHQiOjAuMCwiTGluZVR5cGUiOjAsIlBhcmVudFN0eWxlIjpudWxsfSwiUGFyZW50U3R5bGUiOm51bGx9LCJQYXJlbnRTdHlsZSI6bnVsbH0sIlBhcmVudFN0eWxlIjpudWxsfSwiSW5kZXgiOjAsIlNtYXJ0RHVyYXRpb25BY3RpdmF0ZWQiOmZhbHNlLCJEYXRlRm9ybWF0Ijp7IiRyZWYiOiIxMzA0In0sIldlZWtOdW1iZXJpbmciOnsiJGlkIjoiMTMxNiIsIkZvcm1hdCI6MCwiSXNWaXNpYmxlIjpmYWxzZSwiTGFzdEtub3duVmlzaWJpbGl0eVN0YXRlIjpmYWxzZX0sIkJhc2VsaW5lRGF0YSI6eyIkaWQiOiIxMzE3IiwiU3RhcnREYXRlIjoiMjAyNS0wOS0wNVQwMDowMDowMCIsIkVuZERhdGUiOiIyMDI1LTA5LTEwVDIzOjU5OjAwIn0sIklkIjoiNDk0ZmY5MWYtYjJmYi00NjQ2LWFjNDQtMDU4ZmEwZmY5MmZhIiwiSW1wb3J0SWQiOm51bGwsIlRpdGxlIjoiQWN0YSBkZSBDb25zdGl0dWNpw7NuIGFwcm9iYWRhIiwiTm90ZSI6bnVsbCwiSHlwZXJsaW5rIjp7IiRpZCI6IjEzMTgiLCJBZGRyZXNzIjoiIiwiU3ViQWRkcmVzcyI6IiJ9LCJJc0NoYW5nZWQiOmZhbHNlLCJJc05ldyI6ZmFsc2V9LHsiJGlkIjoiMTMxOSIsIkdyb3VwTmFtZSI6bnVsbCwiU3RhcnREYXRlIjoiMjAyNS0wOS0xMFQwMDowMDowMFoiLCJFbmREYXRlIjoiMjAyNS0wOS0yMFQyMzo1OTowMFoiLCJQZXJjZW50YWdlQ29tcGxldGUiOm51bGwsIlN0eWxlIjp7IiRpZCI6IjEzMjAiLCJTaGFwZSI6MywiU2hhcGVUaGlja25lc3MiOjAsIkR1cmF0aW9uRm9ybWF0IjowLCJJbmNsdWRlTm9uV29ya2luZ0RheXNJbkR1cmF0aW9uIjpmYWxzZSwiUGVyY2VudGFnZUNvbXBsZXRlU3R5bGUiOnsiJGlkIjoiMTMyMSIsIkZvbnRTZXR0aW5ncyI6eyIkaWQiOiIxMzIyIiwiRm9udFNpemUiOjEwLCJGb250TmFtZSI6IkNhbGlicmkiLCJJc0JvbGQiOmZhbHNlLCJJc0l0YWxpYyI6ZmFsc2UsIklzVW5kZXJsaW5lZCI6ZmFsc2UsIlBhcmVudFN0eWxlIjpudWxsfSwiQXV0b1NpemUiOjAsIkZvcmVncm91bmQiOnsiJGlkIjoiMTMyMyIsIkNvbG9yIjp7IiRpZCI6IjEzMj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MyNSIsIlRvcCI6MC4wLCJMZWZ0IjowLjAsIlJpZ2h0IjowLjAsIkJvdHRvbSI6MC4wfSwiUGFkZGluZyI6eyIkaWQiOiIxMzI2IiwiVG9wIjowLjAsIkxlZnQiOjAuMCwiUmlnaHQiOjAuMCwiQm90dG9tIjowLjB9LCJCYWNrZ3JvdW5kIjp7IiRpZCI6IjEzMjciLCJDb2xvciI6eyIkaWQiOiIxMzI4IiwiQSI6ODksIlIiOjAsIkciOjAsIkIiOjB9fSwiSXNWaXNpYmxlIjp0cnVlLCJXaWR0aCI6MC4wLCJIZWlnaHQiOjAuMCwiQm9yZGVyU3R5bGUiOnsiJGlkIjoiMTMyOSIsIkxpbmVDb2xvciI6bnVsbCwiTGluZVdlaWdodCI6MC4wLCJMaW5lVHlwZSI6MCwiUGFyZW50U3R5bGUiOm51bGx9LCJQYXJlbnRTdHlsZSI6bnVsbH0sIkR1cmF0aW9uU3R5bGUiOnsiJGlkIjoiMTMzMCIsIkZvbnRTZXR0aW5ncyI6eyIkaWQiOiIxMzMxIiwiRm9udFNpemUiOjEwLCJGb250TmFtZSI6IkNhbGlicmkiLCJJc0JvbGQiOmZhbHNlLCJJc0l0YWxpYyI6ZmFsc2UsIklzVW5kZXJsaW5lZCI6ZmFsc2UsIlBhcmVudFN0eWxlIjpudWxsfSwiQXV0b1NpemUiOjAsIkZvcmVncm91bmQiOnsiJGlkIjoiMTMzMiIsIkNvbG9yIjp7IiRpZCI6IjEzMz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MzM0IiwiVG9wIjowLjAsIkxlZnQiOjAuMCwiUmlnaHQiOjAuMCwiQm90dG9tIjowLjB9LCJQYWRkaW5nIjp7IiRpZCI6IjEzMzUiLCJUb3AiOjAuMCwiTGVmdCI6MC4wLCJSaWdodCI6MC4wLCJCb3R0b20iOjAuMH0sIkJhY2tncm91bmQiOnsiJGlkIjoiMTMzNiIsIkNvbG9yIjp7IiRpZCI6IjEzMzciLCJBIjoyNTUsIlIiOjIzNywiRyI6MTI1LCJCIjo0OX19LCJJc1Zpc2libGUiOnRydWUsIldpZHRoIjowLjAsIkhlaWdodCI6MC4wLCJCb3JkZXJTdHlsZSI6eyIkaWQiOiIxMzM4IiwiTGluZUNvbG9yIjpudWxsLCJMaW5lV2VpZ2h0IjowLjAsIkxpbmVUeXBlIjowLCJQYXJlbnRTdHlsZSI6bnVsbH0sIlBhcmVudFN0eWxlIjpudWxsfSwiSG9yaXpvbnRhbENvbm5lY3RvclN0eWxlIjp7IiRpZCI6IjEzMzkiLCJMaW5lQ29sb3IiOnsiJGlkIjoiMTM0MCIsIiR0eXBlIjoiTkxSRS5Db21tb24uRG9tLlNvbGlkQ29sb3JCcnVzaCwgTkxSRS5Db21tb24iLCJDb2xvciI6eyIkaWQiOiIxMzQxIiwiQSI6NTEsIlIiOjIxLCJHIjo5NiwiQiI6MTMwfX0sIkxpbmVXZWlnaHQiOjEuMCwiTGluZVR5cGUiOjAsIlBhcmVudFN0eWxlIjpudWxsfSwiVmVydGljYWxDb25uZWN0b3JTdHlsZSI6eyIkaWQiOiIxMzQyIiwiTGluZUNvbG9yIjp7IiRpZCI6IjEzNDMiLCIkdHlwZSI6Ik5MUkUuQ29tbW9uLkRvbS5Tb2xpZENvbG9yQnJ1c2gsIE5MUkUuQ29tbW9uIiwiQ29sb3IiOnsiJGlkIjoiMTM0NC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M0NSIsIlNoYXBlU3R5bGUiOnsiJGlkIjoiMTM0NiIsIk1hcmdpbiI6eyIkaWQiOiIxMzQ3IiwiVG9wIjowLjAsIkxlZnQiOjAuMCwiUmlnaHQiOjAuMCwiQm90dG9tIjowLjB9LCJQYWRkaW5nIjp7IiRpZCI6IjEzNDgiLCJUb3AiOjAuMCwiTGVmdCI6MC4wLCJSaWdodCI6MC4wLCJCb3R0b20iOjAuMH0sIkJhY2tncm91bmQiOnsiJGlkIjoiMTM0OSIsIkNvbG9yIjp7IiRpZCI6IjEzNTAiLCJBIjoxNTMsIlIiOjAsIkciOjAsIkIiOjB9fSwiSXNWaXNpYmxlIjp0cnVlLCJXaWR0aCI6MC4wLCJIZWlnaHQiOjAuMCwiQm9yZGVyU3R5bGUiOm51bGwsIlBhcmVudFN0eWxlIjpudWxsfSwiTWFyZ2luIjp7IiRpZCI6IjEzNTEiLCJUb3AiOjAuMCwiTGVmdCI6MC4wLCJSaWdodCI6MC4wLCJCb3R0b20iOjAuMH0sIlBhZGRpbmciOnsiJGlkIjoiMTM1MiIsIlRvcCI6MC4wLCJMZWZ0IjowLjAsIlJpZ2h0IjowLjAsIkJvdHRvbSI6MC4wfSwiQmFja2dyb3VuZCI6bnVsbCwiSXNWaXNpYmxlIjp0cnVlLCJXaWR0aCI6MC4wLCJIZWlnaHQiOjAuMCwiQm9yZGVyU3R5bGUiOm51bGwsIlBhcmVudFN0eWxlIjpudWxsfSwiU2hhcGVTdHlsZSI6eyIkaWQiOiIxMzUzIiwiTWFyZ2luIjp7IiRpZCI6IjEzNTQiLCJUb3AiOjAuMCwiTGVmdCI6NC4wLCJSaWdodCI6NC4wLCJCb3R0b20iOjAuMH0sIlBhZGRpbmciOnsiJGlkIjoiMTM1NSIsIlRvcCI6MC4wLCJMZWZ0IjowLjAsIlJpZ2h0IjowLjAsIkJvdHRvbSI6MC4wfSwiQmFja2dyb3VuZCI6eyIkaWQiOiIxMzU2IiwiQ29sb3IiOnsiJGlkIjoiMTM1NyIsIkEiOjI1NSwiUiI6MjEsIkciOjk2LCJCIjoxMzB9fSwiSXNWaXNpYmxlIjp0cnVlLCJXaWR0aCI6MC4wLCJIZWlnaHQiOjEwLjAsIkJvcmRlclN0eWxlIjp7IiRpZCI6IjEzNTgiLCJMaW5lQ29sb3IiOnsiJGlkIjoiMTM1OSIsIiR0eXBlIjoiTkxSRS5Db21tb24uRG9tLlNvbGlkQ29sb3JCcnVzaCwgTkxSRS5Db21tb24iLCJDb2xvciI6eyIkaWQiOiIxMzYwIiwiQSI6MjU1LCJSIjoyMzQsIkciOjIyLCJCIjozMH19LCJMaW5lV2VpZ2h0IjowLjAsIkxpbmVUeXBlIjowLCJQYXJlbnRTdHlsZSI6bnVsbH0sIlBhcmVudFN0eWxlIjpudWxsfSwiVGl0bGVTdHlsZSI6eyIkaWQiOiIxMzYxIiwiRm9udFNldHRpbmdzIjp7IiRpZCI6IjEzNjIiLCJGb250U2l6ZSI6MTEsIkZvbnROYW1lIjoiQ2FsaWJyaSIsIklzQm9sZCI6ZmFsc2UsIklzSXRhbGljIjpmYWxzZSwiSXNVbmRlcmxpbmVkIjpmYWxzZSwiUGFyZW50U3R5bGUiOm51bGx9LCJBdXRvU2l6ZSI6MCwiRm9yZWdyb3VuZCI6eyIkaWQiOiIxMzYzIiwiQ29sb3IiOnsiJGlkIjoiMTM2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MzY1IiwiVG9wIjowLjAsIkxlZnQiOjAuMCwiUmlnaHQiOjAuMCwiQm90dG9tIjowLjB9LCJQYWRkaW5nIjp7IiRpZCI6IjEzNjYiLCJUb3AiOjAuMCwiTGVmdCI6MC4wLCJSaWdodCI6MC4wLCJCb3R0b20iOjAuMH0sIkJhY2tncm91bmQiOnsiJGlkIjoiMTM2NyIsIkNvbG9yIjp7IiRpZCI6IjEzNjgiLCJBIjowLCJSIjoyNTUsIkciOjI1NSwiQiI6MjU1fX0sIklzVmlzaWJsZSI6dHJ1ZSwiV2lkdGgiOjAuMCwiSGVpZ2h0IjowLjAsIkJvcmRlclN0eWxlIjp7IiRpZCI6IjEzNjkiLCJMaW5lQ29sb3IiOm51bGwsIkxpbmVXZWlnaHQiOjAuMCwiTGluZVR5cGUiOjAsIlBhcmVudFN0eWxlIjpudWxsfSwiUGFyZW50U3R5bGUiOm51bGx9LCJEYXRlU3R5bGUiOnsiJGlkIjoiMTM3MCIsIkZvbnRTZXR0aW5ncyI6eyIkaWQiOiIxMzcxIiwiRm9udFNpemUiOjEwLCJGb250TmFtZSI6IkNhbGlicmkiLCJJc0JvbGQiOmZhbHNlLCJJc0l0YWxpYyI6ZmFsc2UsIklzVW5kZXJsaW5lZCI6ZmFsc2UsIlBhcmVudFN0eWxlIjpudWxsfSwiQXV0b1NpemUiOjAsIkZvcmVncm91bmQiOnsiJGlkIjoiMTM3MiIsIkNvbG9yIjp7IiRpZCI6IjEzNz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M3NCIsIlRvcCI6MC4wLCJMZWZ0IjowLjAsIlJpZ2h0IjowLjAsIkJvdHRvbSI6MC4wfSwiUGFkZGluZyI6eyIkaWQiOiIxMzc1IiwiVG9wIjowLjAsIkxlZnQiOjAuMCwiUmlnaHQiOjAuMCwiQm90dG9tIjowLjB9LCJCYWNrZ3JvdW5kIjp7IiRpZCI6IjEzNzYiLCJDb2xvciI6eyIkaWQiOiIxMzc3IiwiQSI6MCwiUiI6MjU1LCJHIjoyNTUsIkIiOjI1NX19LCJJc1Zpc2libGUiOnRydWUsIldpZHRoIjowLjAsIkhlaWdodCI6MC4wLCJCb3JkZXJTdHlsZSI6eyIkaWQiOiIxMzc4IiwiTGluZUNvbG9yIjpudWxsLCJMaW5lV2VpZ2h0IjowLjAsIkxpbmVUeXBlIjowLCJQYXJlbnRTdHlsZSI6bnVsbH0sIlBhcmVudFN0eWxlIjpudWxsfSwiRGF0ZUZvcm1hdCI6eyIkaWQiOiIxMzc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ODAiLCJGb3JtYXQiOjAsIklzVmlzaWJsZSI6ZmFsc2UsIkxhc3RLbm93blZpc2liaWxpdHlTdGF0ZSI6ZmFsc2V9LCJJc1Zpc2libGUiOmZhbHNlLCJWYXJpYW5jZVN0eWxlIjp7IiRpZCI6IjEzODEiLCJUZXh0U3R5bGUiOnsiJGlkIjoiMTM4MiIsIkZvbnRTZXR0aW5ncyI6eyIkaWQiOiIxMzgzIiwiRm9udFNpemUiOjEwLCJGb250TmFtZSI6IkNhbGlicmkiLCJJc0JvbGQiOmZhbHNlLCJJc0l0YWxpYyI6ZmFsc2UsIklzVW5kZXJsaW5lZCI6ZmFsc2UsIlBhcmVudFN0eWxlIjpudWxsfSwiQXV0b1NpemUiOjAsIkZvcmVncm91bmQiOnsiJGlkIjoiMTM4NCIsIkNvbG9yIjp7IiRpZCI6IjEzOD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4NiIsIlRvcCI6MC4wLCJMZWZ0IjowLjAsIlJpZ2h0IjowLjAsIkJvdHRvbSI6MC4wfSwiUGFkZGluZyI6eyIkaWQiOiIxMzg3IiwiVG9wIjowLjAsIkxlZnQiOjAuMCwiUmlnaHQiOjAuMCwiQm90dG9tIjowLjB9LCJCYWNrZ3JvdW5kIjp7IiRpZCI6IjEzODgiLCJDb2xvciI6eyIkaWQiOiIxMzg5IiwiQSI6MjU1LCJSIjowLCJHIjowLCJCIjowfX0sIklzVmlzaWJsZSI6dHJ1ZSwiV2lkdGgiOjAuMCwiSGVpZ2h0IjowLjAsIkJvcmRlclN0eWxlIjp7IiRpZCI6IjEzOTAiLCJMaW5lQ29sb3IiOm51bGwsIkxpbmVXZWlnaHQiOjAuMCwiTGluZVR5cGUiOjAsIlBhcmVudFN0eWxlIjpudWxsfSwiUGFyZW50U3R5bGUiOm51bGx9LCJQYXJlbnRTdHlsZSI6bnVsbH0sIlBhcmVudFN0eWxlIjpudWxsfSwiSW5kZXgiOjEsIlNtYXJ0RHVyYXRpb25BY3RpdmF0ZWQiOmZhbHNlLCJEYXRlRm9ybWF0Ijp7IiRyZWYiOiIxMzc5In0sIldlZWtOdW1iZXJpbmciOnsiJGlkIjoiMTM5MSIsIkZvcm1hdCI6MCwiSXNWaXNpYmxlIjpmYWxzZSwiTGFzdEtub3duVmlzaWJpbGl0eVN0YXRlIjpmYWxzZX0sIkJhc2VsaW5lRGF0YSI6eyIkaWQiOiIxMzkyIiwiU3RhcnREYXRlIjoiMjAyNS0wOS0xMFQwMDowMDowMCIsIkVuZERhdGUiOiIyMDI1LTA5LTIwVDIzOjU5OjAwIn0sIklkIjoiOGI4N2Q3ODctZTkzZi00MDMyLWIwM2EtYTRkNzVkOTFhMWYwIiwiSW1wb3J0SWQiOm51bGwsIlRpdGxlIjoiR2VzdGnDs24gZGUgUmVxdWlzaXRvcyIsIk5vdGUiOm51bGwsIkh5cGVybGluayI6eyIkaWQiOiIxMzkzIiwiQWRkcmVzcyI6IiIsIlN1YkFkZHJlc3MiOiIifSwiSXNDaGFuZ2VkIjpmYWxzZSwiSXNOZXciOmZhbHNlfSx7IiRpZCI6IjEzOTQiLCJHcm91cE5hbWUiOm51bGwsIlN0YXJ0RGF0ZSI6IjIwMjUtMDktMjBUMDA6MDA6MDBaIiwiRW5kRGF0ZSI6IjIwMjUtMTAtMjVUMjM6NTk6MDBaIiwiUGVyY2VudGFnZUNvbXBsZXRlIjpudWxsLCJTdHlsZSI6eyIkaWQiOiIxMzk1IiwiU2hhcGUiOjMsIlNoYXBlVGhpY2tuZXNzIjowLCJEdXJhdGlvbkZvcm1hdCI6MCwiSW5jbHVkZU5vbldvcmtpbmdEYXlzSW5EdXJhdGlvbiI6ZmFsc2UsIlBlcmNlbnRhZ2VDb21wbGV0ZVN0eWxlIjp7IiRpZCI6IjEzOTYiLCJGb250U2V0dGluZ3MiOnsiJGlkIjoiMTM5NyIsIkZvbnRTaXplIjoxMCwiRm9udE5hbWUiOiJDYWxpYnJpIiwiSXNCb2xkIjpmYWxzZSwiSXNJdGFsaWMiOmZhbHNlLCJJc1VuZGVybGluZWQiOmZhbHNlLCJQYXJlbnRTdHlsZSI6bnVsbH0sIkF1dG9TaXplIjowLCJGb3JlZ3JvdW5kIjp7IiRpZCI6IjEzOTgiLCJDb2xvciI6eyIkaWQiOiIxMzk5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E0MDAiLCJUb3AiOjAuMCwiTGVmdCI6MC4wLCJSaWdodCI6MC4wLCJCb3R0b20iOjAuMH0sIlBhZGRpbmciOnsiJGlkIjoiMTQwMSIsIlRvcCI6MC4wLCJMZWZ0IjowLjAsIlJpZ2h0IjowLjAsIkJvdHRvbSI6MC4wfSwiQmFja2dyb3VuZCI6eyIkaWQiOiIxNDAyIiwiQ29sb3IiOnsiJGlkIjoiMTQwMyIsIkEiOjg5LCJSIjowLCJHIjowLCJCIjowfX0sIklzVmlzaWJsZSI6dHJ1ZSwiV2lkdGgiOjAuMCwiSGVpZ2h0IjowLjAsIkJvcmRlclN0eWxlIjp7IiRpZCI6IjE0MDQiLCJMaW5lQ29sb3IiOm51bGwsIkxpbmVXZWlnaHQiOjAuMCwiTGluZVR5cGUiOjAsIlBhcmVudFN0eWxlIjpudWxsfSwiUGFyZW50U3R5bGUiOm51bGx9LCJEdXJhdGlvblN0eWxlIjp7IiRpZCI6IjE0MDUiLCJGb250U2V0dGluZ3MiOnsiJGlkIjoiMTQwNiIsIkZvbnRTaXplIjoxMCwiRm9udE5hbWUiOiJDYWxpYnJpIiwiSXNCb2xkIjpmYWxzZSwiSXNJdGFsaWMiOmZhbHNlLCJJc1VuZGVybGluZWQiOmZhbHNlLCJQYXJlbnRTdHlsZSI6bnVsbH0sIkF1dG9TaXplIjowLCJGb3JlZ3JvdW5kIjp7IiRpZCI6IjE0MDciLCJDb2xvciI6eyIkaWQiOiIxNDA4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MTQwOSIsIlRvcCI6MC4wLCJMZWZ0IjowLjAsIlJpZ2h0IjowLjAsIkJvdHRvbSI6MC4wfSwiUGFkZGluZyI6eyIkaWQiOiIxNDEwIiwiVG9wIjowLjAsIkxlZnQiOjAuMCwiUmlnaHQiOjAuMCwiQm90dG9tIjowLjB9LCJCYWNrZ3JvdW5kIjp7IiRpZCI6IjE0MTEiLCJDb2xvciI6eyIkaWQiOiIxNDEyIiwiQSI6MjU1LCJSIjoyMzcsIkciOjEyNSwiQiI6NDl9fSwiSXNWaXNpYmxlIjp0cnVlLCJXaWR0aCI6MC4wLCJIZWlnaHQiOjAuMCwiQm9yZGVyU3R5bGUiOnsiJGlkIjoiMTQxMyIsIkxpbmVDb2xvciI6bnVsbCwiTGluZVdlaWdodCI6MC4wLCJMaW5lVHlwZSI6MCwiUGFyZW50U3R5bGUiOm51bGx9LCJQYXJlbnRTdHlsZSI6bnVsbH0sIkhvcml6b250YWxDb25uZWN0b3JTdHlsZSI6eyIkaWQiOiIxNDE0IiwiTGluZUNvbG9yIjp7IiRpZCI6IjE0MTUiLCIkdHlwZSI6Ik5MUkUuQ29tbW9uLkRvbS5Tb2xpZENvbG9yQnJ1c2gsIE5MUkUuQ29tbW9uIiwiQ29sb3IiOnsiJGlkIjoiMTQxNiIsIkEiOjUxLCJSIjoyMSwiRyI6OTYsIkIiOjEzMH19LCJMaW5lV2VpZ2h0IjoxLjAsIkxpbmVUeXBlIjowLCJQYXJlbnRTdHlsZSI6bnVsbH0sIlZlcnRpY2FsQ29ubmVjdG9yU3R5bGUiOnsiJGlkIjoiMTQxNyIsIkxpbmVDb2xvciI6eyIkaWQiOiIxNDE4IiwiJHR5cGUiOiJOTFJFLkNvbW1vbi5Eb20uU29saWRDb2xvckJydXNoLCBOTFJFLkNvbW1vbiIsIkNvbG9yIjp7IiRpZCI6IjE0MTk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NiwiU3BhY2luZyI6MywiSXNCZWxvd1RpbWViYW5kIjp0cnVlLCJQZXJjZW50YWdlQ29tcGxldGVTaGFwZU9wYWNpdHkiOjM1LCJCYXNlbGluZVN0eWxlIjp7IiRpZCI6IjE0MjAiLCJTaGFwZVN0eWxlIjp7IiRpZCI6IjE0MjEiLCJNYXJnaW4iOnsiJGlkIjoiMTQyMiIsIlRvcCI6MC4wLCJMZWZ0IjowLjAsIlJpZ2h0IjowLjAsIkJvdHRvbSI6MC4wfSwiUGFkZGluZyI6eyIkaWQiOiIxNDIzIiwiVG9wIjowLjAsIkxlZnQiOjAuMCwiUmlnaHQiOjAuMCwiQm90dG9tIjowLjB9LCJCYWNrZ3JvdW5kIjp7IiRpZCI6IjE0MjQiLCJDb2xvciI6eyIkaWQiOiIxNDI1IiwiQSI6MTUzLCJSIjowLCJHIjowLCJCIjowfX0sIklzVmlzaWJsZSI6dHJ1ZSwiV2lkdGgiOjAuMCwiSGVpZ2h0IjowLjAsIkJvcmRlclN0eWxlIjpudWxsLCJQYXJlbnRTdHlsZSI6bnVsbH0sIk1hcmdpbiI6eyIkaWQiOiIxNDI2IiwiVG9wIjowLjAsIkxlZnQiOjAuMCwiUmlnaHQiOjAuMCwiQm90dG9tIjowLjB9LCJQYWRkaW5nIjp7IiRpZCI6IjE0MjciLCJUb3AiOjAuMCwiTGVmdCI6MC4wLCJSaWdodCI6MC4wLCJCb3R0b20iOjAuMH0sIkJhY2tncm91bmQiOm51bGwsIklzVmlzaWJsZSI6dHJ1ZSwiV2lkdGgiOjAuMCwiSGVpZ2h0IjowLjAsIkJvcmRlclN0eWxlIjpudWxsLCJQYXJlbnRTdHlsZSI6bnVsbH0sIlNoYXBlU3R5bGUiOnsiJGlkIjoiMTQyOCIsIk1hcmdpbiI6eyIkaWQiOiIxNDI5IiwiVG9wIjowLjAsIkxlZnQiOjQuMCwiUmlnaHQiOjQuMCwiQm90dG9tIjowLjB9LCJQYWRkaW5nIjp7IiRpZCI6IjE0MzAiLCJUb3AiOjAuMCwiTGVmdCI6MC4wLCJSaWdodCI6MC4wLCJCb3R0b20iOjAuMH0sIkJhY2tncm91bmQiOnsiJGlkIjoiMTQzMSIsIkNvbG9yIjp7IiRpZCI6IjE0MzIiLCJBIjoyNTUsIlIiOjIxLCJHIjo5NiwiQiI6MTMwfX0sIklzVmlzaWJsZSI6dHJ1ZSwiV2lkdGgiOjAuMCwiSGVpZ2h0IjoxMC4wLCJCb3JkZXJTdHlsZSI6eyIkaWQiOiIxNDMzIiwiTGluZUNvbG9yIjp7IiRpZCI6IjE0MzQiLCIkdHlwZSI6Ik5MUkUuQ29tbW9uLkRvbS5Tb2xpZENvbG9yQnJ1c2gsIE5MUkUuQ29tbW9uIiwiQ29sb3IiOnsiJGlkIjoiMTQzNSIsIkEiOjI1NSwiUiI6MjM0LCJHIjoyMiwiQiI6MzB9fSwiTGluZVdlaWdodCI6MC4wLCJMaW5lVHlwZSI6MCwiUGFyZW50U3R5bGUiOm51bGx9LCJQYXJlbnRTdHlsZSI6bnVsbH0sIlRpdGxlU3R5bGUiOnsiJGlkIjoiMTQzNiIsIkZvbnRTZXR0aW5ncyI6eyIkaWQiOiIxNDM3IiwiRm9udFNpemUiOjExLCJGb250TmFtZSI6IkNhbGlicmkiLCJJc0JvbGQiOmZhbHNlLCJJc0l0YWxpYyI6ZmFsc2UsIklzVW5kZXJsaW5lZCI6ZmFsc2UsIlBhcmVudFN0eWxlIjpudWxsfSwiQXV0b1NpemUiOjAsIkZvcmVncm91bmQiOnsiJGlkIjoiMTQzOCIsIkNvbG9yIjp7IiRpZCI6IjE0MzkiLCJBIjoyNTUsIlIiOjAsIkciOjAsIkIiOjB9fSwiTWF4V2lkdGgiOjcyMC4wLCJNYXhIZWlnaHQiOiJJbmZpbml0eSIsIlNtYXJ0Rm9yZWdyb3VuZElzQWN0aXZlIjpmYWxzZSwiSG9yaXpvbnRhbEFsaWdubWVudCI6MiwiVmVydGljYWxBbGlnbm1lbnQiOjEsIlNtYXJ0Rm9yZWdyb3VuZCI6bnVsbCwiQmFja2dyb3VuZEZpbGxUeXBlIjowLCJNYXJnaW4iOnsiJGlkIjoiMTQ0MCIsIlRvcCI6MC4wLCJMZWZ0IjowLjAsIlJpZ2h0IjowLjAsIkJvdHRvbSI6MC4wfSwiUGFkZGluZyI6eyIkaWQiOiIxNDQxIiwiVG9wIjowLjAsIkxlZnQiOjAuMCwiUmlnaHQiOjAuMCwiQm90dG9tIjowLjB9LCJCYWNrZ3JvdW5kIjp7IiRpZCI6IjE0NDIiLCJDb2xvciI6eyIkaWQiOiIxNDQzIiwiQSI6MCwiUiI6MjU1LCJHIjoyNTUsIkIiOjI1NX19LCJJc1Zpc2libGUiOnRydWUsIldpZHRoIjowLjAsIkhlaWdodCI6MC4wLCJCb3JkZXJTdHlsZSI6eyIkaWQiOiIxNDQ0IiwiTGluZUNvbG9yIjpudWxsLCJMaW5lV2VpZ2h0IjowLjAsIkxpbmVUeXBlIjowLCJQYXJlbnRTdHlsZSI6bnVsbH0sIlBhcmVudFN0eWxlIjpudWxsfSwiRGF0ZVN0eWxlIjp7IiRpZCI6IjE0NDUiLCJGb250U2V0dGluZ3MiOnsiJGlkIjoiMTQ0NiIsIkZvbnRTaXplIjoxMCwiRm9udE5hbWUiOiJDYWxpYnJpIiwiSXNCb2xkIjpmYWxzZSwiSXNJdGFsaWMiOmZhbHNlLCJJc1VuZGVybGluZWQiOmZhbHNlLCJQYXJlbnRTdHlsZSI6bnVsbH0sIkF1dG9TaXplIjowLCJGb3JlZ3JvdW5kIjp7IiRpZCI6IjE0NDciLCJDb2xvciI6eyIkaWQiOiIxNDQ4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0NDkiLCJUb3AiOjAuMCwiTGVmdCI6MC4wLCJSaWdodCI6MC4wLCJCb3R0b20iOjAuMH0sIlBhZGRpbmciOnsiJGlkIjoiMTQ1MCIsIlRvcCI6MC4wLCJMZWZ0IjowLjAsIlJpZ2h0IjowLjAsIkJvdHRvbSI6MC4wfSwiQmFja2dyb3VuZCI6eyIkaWQiOiIxNDUxIiwiQ29sb3IiOnsiJGlkIjoiMTQ1MiIsIkEiOjAsIlIiOjI1NSwiRyI6MjU1LCJCIjoyNTV9fSwiSXNWaXNpYmxlIjp0cnVlLCJXaWR0aCI6MC4wLCJIZWlnaHQiOjAuMCwiQm9yZGVyU3R5bGUiOnsiJGlkIjoiMTQ1MyIsIkxpbmVDb2xvciI6bnVsbCwiTGluZVdlaWdodCI6MC4wLCJMaW5lVHlwZSI6MCwiUGFyZW50U3R5bGUiOm51bGx9LCJQYXJlbnRTdHlsZSI6bnVsbH0sIkRhdGVGb3JtYXQiOnsiJGlkIjoiMTQ1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DU1IiwiRm9ybWF0IjowLCJJc1Zpc2libGUiOmZhbHNlLCJMYXN0S25vd25WaXNpYmlsaXR5U3RhdGUiOmZhbHNlfSwiSXNWaXNpYmxlIjpmYWxzZSwiVmFyaWFuY2VTdHlsZSI6eyIkaWQiOiIxNDU2IiwiVGV4dFN0eWxlIjp7IiRpZCI6IjE0NTciLCJGb250U2V0dGluZ3MiOnsiJGlkIjoiMTQ1OCIsIkZvbnRTaXplIjoxMCwiRm9udE5hbWUiOiJDYWxpYnJpIiwiSXNCb2xkIjpmYWxzZSwiSXNJdGFsaWMiOmZhbHNlLCJJc1VuZGVybGluZWQiOmZhbHNlLCJQYXJlbnRTdHlsZSI6bnVsbH0sIkF1dG9TaXplIjowLCJGb3JlZ3JvdW5kIjp7IiRpZCI6IjE0NTkiLCJDb2xvciI6eyIkaWQiOiIxNDY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0NjEiLCJUb3AiOjAuMCwiTGVmdCI6MC4wLCJSaWdodCI6MC4wLCJCb3R0b20iOjAuMH0sIlBhZGRpbmciOnsiJGlkIjoiMTQ2MiIsIlRvcCI6MC4wLCJMZWZ0IjowLjAsIlJpZ2h0IjowLjAsIkJvdHRvbSI6MC4wfSwiQmFja2dyb3VuZCI6eyIkaWQiOiIxNDYzIiwiQ29sb3IiOnsiJGlkIjoiMTQ2NCIsIkEiOjI1NSwiUiI6MCwiRyI6MCwiQiI6MH19LCJJc1Zpc2libGUiOnRydWUsIldpZHRoIjowLjAsIkhlaWdodCI6MC4wLCJCb3JkZXJTdHlsZSI6eyIkaWQiOiIxNDY1IiwiTGluZUNvbG9yIjpudWxsLCJMaW5lV2VpZ2h0IjowLjAsIkxpbmVUeXBlIjowLCJQYXJlbnRTdHlsZSI6bnVsbH0sIlBhcmVudFN0eWxlIjpudWxsfSwiUGFyZW50U3R5bGUiOm51bGx9LCJQYXJlbnRTdHlsZSI6bnVsbH0sIkluZGV4IjoyLCJTbWFydER1cmF0aW9uQWN0aXZhdGVkIjpmYWxzZSwiRGF0ZUZvcm1hdCI6eyIkcmVmIjoiMTQ1NCJ9LCJXZWVrTnVtYmVyaW5nIjp7IiRpZCI6IjE0NjYiLCJGb3JtYXQiOjAsIklzVmlzaWJsZSI6ZmFsc2UsIkxhc3RLbm93blZpc2liaWxpdHlTdGF0ZSI6ZmFsc2V9LCJCYXNlbGluZURhdGEiOnsiJGlkIjoiMTQ2NyIsIlN0YXJ0RGF0ZSI6IjIwMjUtMDktMjBUMDA6MDA6MDAiLCJFbmREYXRlIjoiMjAyNS0xMC0yNVQyMzo1OTowMCJ9LCJJZCI6IjE0NTdhYzUxLWNkMGItNGI5MS04MTViLTYwNzQyODE5OWM3OCIsIkltcG9ydElkIjpudWxsLCJUaXRsZSI6IlNwcmludCAxIiwiTm90ZSI6bnVsbCwiSHlwZXJsaW5rIjp7IiRpZCI6IjE0NjgiLCJBZGRyZXNzIjoiIiwiU3ViQWRkcmVzcyI6IiJ9LCJJc0NoYW5nZWQiOmZhbHNlLCJJc05ldyI6ZmFsc2V9LHsiJGlkIjoiMTQ2OSIsIkdyb3VwTmFtZSI6bnVsbCwiU3RhcnREYXRlIjoiMjAyNS0xMC0yNVQwMDowMDowMFoiLCJFbmREYXRlIjoiMjAyNS0xMS0xMVQyMzo1OTowMFoiLCJQZXJjZW50YWdlQ29tcGxldGUiOm51bGwsIlN0eWxlIjp7IiRpZCI6IjE0NzAiLCJTaGFwZSI6MywiU2hhcGVUaGlja25lc3MiOjAsIkR1cmF0aW9uRm9ybWF0IjowLCJJbmNsdWRlTm9uV29ya2luZ0RheXNJbkR1cmF0aW9uIjpmYWxzZSwiUGVyY2VudGFnZUNvbXBsZXRlU3R5bGUiOnsiJGlkIjoiMTQ3MSIsIkZvbnRTZXR0aW5ncyI6eyIkaWQiOiIxNDcyIiwiRm9udFNpemUiOjEwLCJGb250TmFtZSI6IkNhbGlicmkiLCJJc0JvbGQiOmZhbHNlLCJJc0l0YWxpYyI6ZmFsc2UsIklzVW5kZXJsaW5lZCI6ZmFsc2UsIlBhcmVudFN0eWxlIjpudWxsfSwiQXV0b1NpemUiOjAsIkZvcmVncm91bmQiOnsiJGlkIjoiMTQ3MyIsIkNvbG9yIjp7IiRpZCI6IjE0Nz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Q3NSIsIlRvcCI6MC4wLCJMZWZ0IjowLjAsIlJpZ2h0IjowLjAsIkJvdHRvbSI6MC4wfSwiUGFkZGluZyI6eyIkaWQiOiIxNDc2IiwiVG9wIjowLjAsIkxlZnQiOjAuMCwiUmlnaHQiOjAuMCwiQm90dG9tIjowLjB9LCJCYWNrZ3JvdW5kIjp7IiRpZCI6IjE0NzciLCJDb2xvciI6eyIkaWQiOiIxNDc4IiwiQSI6ODksIlIiOjAsIkciOjAsIkIiOjB9fSwiSXNWaXNpYmxlIjp0cnVlLCJXaWR0aCI6MC4wLCJIZWlnaHQiOjAuMCwiQm9yZGVyU3R5bGUiOnsiJGlkIjoiMTQ3OSIsIkxpbmVDb2xvciI6bnVsbCwiTGluZVdlaWdodCI6MC4wLCJMaW5lVHlwZSI6MCwiUGFyZW50U3R5bGUiOm51bGx9LCJQYXJlbnRTdHlsZSI6bnVsbH0sIkR1cmF0aW9uU3R5bGUiOnsiJGlkIjoiMTQ4MCIsIkZvbnRTZXR0aW5ncyI6eyIkaWQiOiIxNDgxIiwiRm9udFNpemUiOjEwLCJGb250TmFtZSI6IkNhbGlicmkiLCJJc0JvbGQiOmZhbHNlLCJJc0l0YWxpYyI6ZmFsc2UsIklzVW5kZXJsaW5lZCI6ZmFsc2UsIlBhcmVudFN0eWxlIjpudWxsfSwiQXV0b1NpemUiOjAsIkZvcmVncm91bmQiOnsiJGlkIjoiMTQ4MiIsIkNvbG9yIjp7IiRpZCI6IjE0OD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NDg0IiwiVG9wIjowLjAsIkxlZnQiOjAuMCwiUmlnaHQiOjAuMCwiQm90dG9tIjowLjB9LCJQYWRkaW5nIjp7IiRpZCI6IjE0ODUiLCJUb3AiOjAuMCwiTGVmdCI6MC4wLCJSaWdodCI6MC4wLCJCb3R0b20iOjAuMH0sIkJhY2tncm91bmQiOnsiJGlkIjoiMTQ4NiIsIkNvbG9yIjp7IiRpZCI6IjE0ODciLCJBIjoyNTUsIlIiOjIzNywiRyI6MTI1LCJCIjo0OX19LCJJc1Zpc2libGUiOnRydWUsIldpZHRoIjowLjAsIkhlaWdodCI6MC4wLCJCb3JkZXJTdHlsZSI6eyIkaWQiOiIxNDg4IiwiTGluZUNvbG9yIjpudWxsLCJMaW5lV2VpZ2h0IjowLjAsIkxpbmVUeXBlIjowLCJQYXJlbnRTdHlsZSI6bnVsbH0sIlBhcmVudFN0eWxlIjpudWxsfSwiSG9yaXpvbnRhbENvbm5lY3RvclN0eWxlIjp7IiRpZCI6IjE0ODkiLCJMaW5lQ29sb3IiOnsiJGlkIjoiMTQ5MCIsIiR0eXBlIjoiTkxSRS5Db21tb24uRG9tLlNvbGlkQ29sb3JCcnVzaCwgTkxSRS5Db21tb24iLCJDb2xvciI6eyIkaWQiOiIxNDkxIiwiQSI6NTEsIlIiOjIxLCJHIjo5NiwiQiI6MTMwfX0sIkxpbmVXZWlnaHQiOjEuMCwiTGluZVR5cGUiOjAsIlBhcmVudFN0eWxlIjpudWxsfSwiVmVydGljYWxDb25uZWN0b3JTdHlsZSI6eyIkaWQiOiIxNDkyIiwiTGluZUNvbG9yIjp7IiRpZCI6IjE0OTMiLCIkdHlwZSI6Ik5MUkUuQ29tbW9uLkRvbS5Tb2xpZENvbG9yQnJ1c2gsIE5MUkUuQ29tbW9uIiwiQ29sb3IiOnsiJGlkIjoiMTQ5NC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Q5NSIsIlNoYXBlU3R5bGUiOnsiJGlkIjoiMTQ5NiIsIk1hcmdpbiI6eyIkaWQiOiIxNDk3IiwiVG9wIjowLjAsIkxlZnQiOjAuMCwiUmlnaHQiOjAuMCwiQm90dG9tIjowLjB9LCJQYWRkaW5nIjp7IiRpZCI6IjE0OTgiLCJUb3AiOjAuMCwiTGVmdCI6MC4wLCJSaWdodCI6MC4wLCJCb3R0b20iOjAuMH0sIkJhY2tncm91bmQiOnsiJGlkIjoiMTQ5OSIsIkNvbG9yIjp7IiRpZCI6IjE1MDAiLCJBIjoxNTMsIlIiOjAsIkciOjAsIkIiOjB9fSwiSXNWaXNpYmxlIjp0cnVlLCJXaWR0aCI6MC4wLCJIZWlnaHQiOjAuMCwiQm9yZGVyU3R5bGUiOm51bGwsIlBhcmVudFN0eWxlIjpudWxsfSwiTWFyZ2luIjp7IiRpZCI6IjE1MDEiLCJUb3AiOjAuMCwiTGVmdCI6MC4wLCJSaWdodCI6MC4wLCJCb3R0b20iOjAuMH0sIlBhZGRpbmciOnsiJGlkIjoiMTUwMiIsIlRvcCI6MC4wLCJMZWZ0IjowLjAsIlJpZ2h0IjowLjAsIkJvdHRvbSI6MC4wfSwiQmFja2dyb3VuZCI6bnVsbCwiSXNWaXNpYmxlIjp0cnVlLCJXaWR0aCI6MC4wLCJIZWlnaHQiOjAuMCwiQm9yZGVyU3R5bGUiOm51bGwsIlBhcmVudFN0eWxlIjpudWxsfSwiU2hhcGVTdHlsZSI6eyIkaWQiOiIxNTAzIiwiTWFyZ2luIjp7IiRpZCI6IjE1MDQiLCJUb3AiOjAuMCwiTGVmdCI6NC4wLCJSaWdodCI6NC4wLCJCb3R0b20iOjAuMH0sIlBhZGRpbmciOnsiJGlkIjoiMTUwNSIsIlRvcCI6MC4wLCJMZWZ0IjowLjAsIlJpZ2h0IjowLjAsIkJvdHRvbSI6MC4wfSwiQmFja2dyb3VuZCI6eyIkaWQiOiIxNTA2IiwiQ29sb3IiOnsiJGlkIjoiMTUwNyIsIkEiOjI1NSwiUiI6MjEsIkciOjk2LCJCIjoxMzB9fSwiSXNWaXNpYmxlIjp0cnVlLCJXaWR0aCI6MC4wLCJIZWlnaHQiOjEwLjAsIkJvcmRlclN0eWxlIjp7IiRpZCI6IjE1MDgiLCJMaW5lQ29sb3IiOnsiJGlkIjoiMTUwOSIsIiR0eXBlIjoiTkxSRS5Db21tb24uRG9tLlNvbGlkQ29sb3JCcnVzaCwgTkxSRS5Db21tb24iLCJDb2xvciI6eyIkaWQiOiIxNTEwIiwiQSI6MjU1LCJSIjoyMzQsIkciOjIyLCJCIjozMH19LCJMaW5lV2VpZ2h0IjowLjAsIkxpbmVUeXBlIjowLCJQYXJlbnRTdHlsZSI6bnVsbH0sIlBhcmVudFN0eWxlIjpudWxsfSwiVGl0bGVTdHlsZSI6eyIkaWQiOiIxNTExIiwiRm9udFNldHRpbmdzIjp7IiRpZCI6IjE1MTIiLCJGb250U2l6ZSI6MTEsIkZvbnROYW1lIjoiQ2FsaWJyaSIsIklzQm9sZCI6ZmFsc2UsIklzSXRhbGljIjpmYWxzZSwiSXNVbmRlcmxpbmVkIjpmYWxzZSwiUGFyZW50U3R5bGUiOm51bGx9LCJBdXRvU2l6ZSI6MCwiRm9yZWdyb3VuZCI6eyIkaWQiOiIxNTEzIiwiQ29sb3IiOnsiJGlkIjoiMTUx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NTE1IiwiVG9wIjowLjAsIkxlZnQiOjAuMCwiUmlnaHQiOjAuMCwiQm90dG9tIjowLjB9LCJQYWRkaW5nIjp7IiRpZCI6IjE1MTYiLCJUb3AiOjAuMCwiTGVmdCI6MC4wLCJSaWdodCI6MC4wLCJCb3R0b20iOjAuMH0sIkJhY2tncm91bmQiOnsiJGlkIjoiMTUxNyIsIkNvbG9yIjp7IiRpZCI6IjE1MTgiLCJBIjowLCJSIjoyNTUsIkciOjI1NSwiQiI6MjU1fX0sIklzVmlzaWJsZSI6dHJ1ZSwiV2lkdGgiOjAuMCwiSGVpZ2h0IjowLjAsIkJvcmRlclN0eWxlIjp7IiRpZCI6IjE1MTkiLCJMaW5lQ29sb3IiOm51bGwsIkxpbmVXZWlnaHQiOjAuMCwiTGluZVR5cGUiOjAsIlBhcmVudFN0eWxlIjpudWxsfSwiUGFyZW50U3R5bGUiOm51bGx9LCJEYXRlU3R5bGUiOnsiJGlkIjoiMTUyMCIsIkZvbnRTZXR0aW5ncyI6eyIkaWQiOiIxNTIxIiwiRm9udFNpemUiOjEwLCJGb250TmFtZSI6IkNhbGlicmkiLCJJc0JvbGQiOmZhbHNlLCJJc0l0YWxpYyI6ZmFsc2UsIklzVW5kZXJsaW5lZCI6ZmFsc2UsIlBhcmVudFN0eWxlIjpudWxsfSwiQXV0b1NpemUiOjAsIkZvcmVncm91bmQiOnsiJGlkIjoiMTUyMiIsIkNvbG9yIjp7IiRpZCI6IjE1Mj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UyNCIsIlRvcCI6MC4wLCJMZWZ0IjowLjAsIlJpZ2h0IjowLjAsIkJvdHRvbSI6MC4wfSwiUGFkZGluZyI6eyIkaWQiOiIxNTI1IiwiVG9wIjowLjAsIkxlZnQiOjAuMCwiUmlnaHQiOjAuMCwiQm90dG9tIjowLjB9LCJCYWNrZ3JvdW5kIjp7IiRpZCI6IjE1MjYiLCJDb2xvciI6eyIkaWQiOiIxNTI3IiwiQSI6MCwiUiI6MjU1LCJHIjoyNTUsIkIiOjI1NX19LCJJc1Zpc2libGUiOnRydWUsIldpZHRoIjowLjAsIkhlaWdodCI6MC4wLCJCb3JkZXJTdHlsZSI6eyIkaWQiOiIxNTI4IiwiTGluZUNvbG9yIjpudWxsLCJMaW5lV2VpZ2h0IjowLjAsIkxpbmVUeXBlIjowLCJQYXJlbnRTdHlsZSI6bnVsbH0sIlBhcmVudFN0eWxlIjpudWxsfSwiRGF0ZUZvcm1hdCI6eyIkaWQiOiIxNTI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1MzAiLCJGb3JtYXQiOjAsIklzVmlzaWJsZSI6ZmFsc2UsIkxhc3RLbm93blZpc2liaWxpdHlTdGF0ZSI6ZmFsc2V9LCJJc1Zpc2libGUiOmZhbHNlLCJWYXJpYW5jZVN0eWxlIjp7IiRpZCI6IjE1MzEiLCJUZXh0U3R5bGUiOnsiJGlkIjoiMTUzMiIsIkZvbnRTZXR0aW5ncyI6eyIkaWQiOiIxNTMzIiwiRm9udFNpemUiOjEwLCJGb250TmFtZSI6IkNhbGlicmkiLCJJc0JvbGQiOmZhbHNlLCJJc0l0YWxpYyI6ZmFsc2UsIklzVW5kZXJsaW5lZCI6ZmFsc2UsIlBhcmVudFN0eWxlIjpudWxsfSwiQXV0b1NpemUiOjAsIkZvcmVncm91bmQiOnsiJGlkIjoiMTUzNCIsIkNvbG9yIjp7IiRpZCI6IjE1Mz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UzNiIsIlRvcCI6MC4wLCJMZWZ0IjowLjAsIlJpZ2h0IjowLjAsIkJvdHRvbSI6MC4wfSwiUGFkZGluZyI6eyIkaWQiOiIxNTM3IiwiVG9wIjowLjAsIkxlZnQiOjAuMCwiUmlnaHQiOjAuMCwiQm90dG9tIjowLjB9LCJCYWNrZ3JvdW5kIjp7IiRpZCI6IjE1MzgiLCJDb2xvciI6eyIkaWQiOiIxNTM5IiwiQSI6MjU1LCJSIjowLCJHIjowLCJCIjowfX0sIklzVmlzaWJsZSI6dHJ1ZSwiV2lkdGgiOjAuMCwiSGVpZ2h0IjowLjAsIkJvcmRlclN0eWxlIjp7IiRpZCI6IjE1NDAiLCJMaW5lQ29sb3IiOm51bGwsIkxpbmVXZWlnaHQiOjAuMCwiTGluZVR5cGUiOjAsIlBhcmVudFN0eWxlIjpudWxsfSwiUGFyZW50U3R5bGUiOm51bGx9LCJQYXJlbnRTdHlsZSI6bnVsbH0sIlBhcmVudFN0eWxlIjpudWxsfSwiSW5kZXgiOjMsIlNtYXJ0RHVyYXRpb25BY3RpdmF0ZWQiOmZhbHNlLCJEYXRlRm9ybWF0Ijp7IiRyZWYiOiIxNTI5In0sIldlZWtOdW1iZXJpbmciOnsiJGlkIjoiMTU0MSIsIkZvcm1hdCI6MCwiSXNWaXNpYmxlIjpmYWxzZSwiTGFzdEtub3duVmlzaWJpbGl0eVN0YXRlIjpmYWxzZX0sIkJhc2VsaW5lRGF0YSI6eyIkaWQiOiIxNTQyIiwiU3RhcnREYXRlIjoiMjAyNS0xMC0yNVQwMDowMDowMCIsIkVuZERhdGUiOiIyMDI1LTExLTExVDIzOjU5OjAwIn0sIklkIjoiZWY5M2MyYjMtYzdhZS00MDFmLTk3OTktMTYzZjg2ZGNjY2IxIiwiSW1wb3J0SWQiOm51bGwsIlRpdGxlIjoiU3ByaW50IDIiLCJOb3RlIjpudWxsLCJIeXBlcmxpbmsiOnsiJGlkIjoiMTU0MyIsIkFkZHJlc3MiOiIiLCJTdWJBZGRyZXNzIjoiIn0sIklzQ2hhbmdlZCI6ZmFsc2UsIklzTmV3IjpmYWxzZX0seyIkaWQiOiIxNTQ0IiwiR3JvdXBOYW1lIjpudWxsLCJTdGFydERhdGUiOiIyMDI1LTExLTExVDAwOjAwOjAwWiIsIkVuZERhdGUiOiIyMDI1LTExLTE4VDIzOjU5OjAwWiIsIlBlcmNlbnRhZ2VDb21wbGV0ZSI6bnVsbCwiU3R5bGUiOnsiJGlkIjoiMTU0NSIsIlNoYXBlIjozLCJTaGFwZVRoaWNrbmVzcyI6MCwiRHVyYXRpb25Gb3JtYXQiOjAsIkluY2x1ZGVOb25Xb3JraW5nRGF5c0luRHVyYXRpb24iOmZhbHNlLCJQZXJjZW50YWdlQ29tcGxldGVTdHlsZSI6eyIkaWQiOiIxNTQ2IiwiRm9udFNldHRpbmdzIjp7IiRpZCI6IjE1NDciLCJGb250U2l6ZSI6MTAsIkZvbnROYW1lIjoiQ2FsaWJyaSIsIklzQm9sZCI6ZmFsc2UsIklzSXRhbGljIjpmYWxzZSwiSXNVbmRlcmxpbmVkIjpmYWxzZSwiUGFyZW50U3R5bGUiOm51bGx9LCJBdXRvU2l6ZSI6MCwiRm9yZWdyb3VuZCI6eyIkaWQiOiIxNTQ4IiwiQ29sb3IiOnsiJGlkIjoiMTU0OS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xNTUwIiwiVG9wIjowLjAsIkxlZnQiOjAuMCwiUmlnaHQiOjAuMCwiQm90dG9tIjowLjB9LCJQYWRkaW5nIjp7IiRpZCI6IjE1NTEiLCJUb3AiOjAuMCwiTGVmdCI6MC4wLCJSaWdodCI6MC4wLCJCb3R0b20iOjAuMH0sIkJhY2tncm91bmQiOnsiJGlkIjoiMTU1MiIsIkNvbG9yIjp7IiRpZCI6IjE1NTMiLCJBIjo4OSwiUiI6MCwiRyI6MCwiQiI6MH19LCJJc1Zpc2libGUiOnRydWUsIldpZHRoIjowLjAsIkhlaWdodCI6MC4wLCJCb3JkZXJTdHlsZSI6eyIkaWQiOiIxNTU0IiwiTGluZUNvbG9yIjpudWxsLCJMaW5lV2VpZ2h0IjowLjAsIkxpbmVUeXBlIjowLCJQYXJlbnRTdHlsZSI6bnVsbH0sIlBhcmVudFN0eWxlIjpudWxsfSwiRHVyYXRpb25TdHlsZSI6eyIkaWQiOiIxNTU1IiwiRm9udFNldHRpbmdzIjp7IiRpZCI6IjE1NTYiLCJGb250U2l6ZSI6MTAsIkZvbnROYW1lIjoiQ2FsaWJyaSIsIklzQm9sZCI6ZmFsc2UsIklzSXRhbGljIjpmYWxzZSwiSXNVbmRlcmxpbmVkIjpmYWxzZSwiUGFyZW50U3R5bGUiOm51bGx9LCJBdXRvU2l6ZSI6MCwiRm9yZWdyb3VuZCI6eyIkaWQiOiIxNTU3IiwiQ29sb3IiOnsiJGlkIjoiMTU1OC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1NTkiLCJUb3AiOjAuMCwiTGVmdCI6MC4wLCJSaWdodCI6MC4wLCJCb3R0b20iOjAuMH0sIlBhZGRpbmciOnsiJGlkIjoiMTU2MCIsIlRvcCI6MC4wLCJMZWZ0IjowLjAsIlJpZ2h0IjowLjAsIkJvdHRvbSI6MC4wfSwiQmFja2dyb3VuZCI6eyIkaWQiOiIxNTYxIiwiQ29sb3IiOnsiJGlkIjoiMTU2MiIsIkEiOjI1NSwiUiI6MjM3LCJHIjoxMjUsIkIiOjQ5fX0sIklzVmlzaWJsZSI6dHJ1ZSwiV2lkdGgiOjAuMCwiSGVpZ2h0IjowLjAsIkJvcmRlclN0eWxlIjp7IiRpZCI6IjE1NjMiLCJMaW5lQ29sb3IiOm51bGwsIkxpbmVXZWlnaHQiOjAuMCwiTGluZVR5cGUiOjAsIlBhcmVudFN0eWxlIjpudWxsfSwiUGFyZW50U3R5bGUiOm51bGx9LCJIb3Jpem9udGFsQ29ubmVjdG9yU3R5bGUiOnsiJGlkIjoiMTU2NCIsIkxpbmVDb2xvciI6eyIkaWQiOiIxNTY1IiwiJHR5cGUiOiJOTFJFLkNvbW1vbi5Eb20uU29saWRDb2xvckJydXNoLCBOTFJFLkNvbW1vbiIsIkNvbG9yIjp7IiRpZCI6IjE1NjYiLCJBIjo1MSwiUiI6MjEsIkciOjk2LCJCIjoxMzB9fSwiTGluZVdlaWdodCI6MS4wLCJMaW5lVHlwZSI6MCwiUGFyZW50U3R5bGUiOm51bGx9LCJWZXJ0aWNhbENvbm5lY3RvclN0eWxlIjp7IiRpZCI6IjE1NjciLCJMaW5lQ29sb3IiOnsiJGlkIjoiMTU2OCIsIiR0eXBlIjoiTkxSRS5Db21tb24uRG9tLlNvbGlkQ29sb3JCcnVzaCwgTkxSRS5Db21tb24iLCJDb2xvciI6eyIkaWQiOiIxNTY5IiwiQSI6NTEsIlIiOjIxLCJHIjo5NiwiQiI6MTMwfX0sIkxpbmVXZWlnaHQiOjAuMCwiTGluZVR5cGUiOjAsIlBhcmVudFN0eWxlIjpudWxsfSwiTWFyZ2luIjpudWxsLCJTdGFydERhdGVQb3NpdGlvbiI6NCwiRW5kRGF0ZVBvc2l0aW9uIjo0LCJEYXRlSXNWaXNpYmxlIjp0cnVlLCJUaXRsZVBvc2l0aW9uIjozLCJEdXJhdGlvblBvc2l0aW9uIjo2LCJQZXJjZW50YWdlQ29tcGxldGVkUG9zaXRpb24iOjIsIlZhcmlhbmNlUG9zaXRpb24iOjYsIlNwYWNpbmciOjMsIklzQmVsb3dUaW1lYmFuZCI6dHJ1ZSwiUGVyY2VudGFnZUNvbXBsZXRlU2hhcGVPcGFjaXR5IjozNSwiQmFzZWxpbmVTdHlsZSI6eyIkaWQiOiIxNTcwIiwiU2hhcGVTdHlsZSI6eyIkaWQiOiIxNTcxIiwiTWFyZ2luIjp7IiRpZCI6IjE1NzIiLCJUb3AiOjAuMCwiTGVmdCI6MC4wLCJSaWdodCI6MC4wLCJCb3R0b20iOjAuMH0sIlBhZGRpbmciOnsiJGlkIjoiMTU3MyIsIlRvcCI6MC4wLCJMZWZ0IjowLjAsIlJpZ2h0IjowLjAsIkJvdHRvbSI6MC4wfSwiQmFja2dyb3VuZCI6eyIkaWQiOiIxNTc0IiwiQ29sb3IiOnsiJGlkIjoiMTU3NSIsIkEiOjE1MywiUiI6MCwiRyI6MCwiQiI6MH19LCJJc1Zpc2libGUiOnRydWUsIldpZHRoIjowLjAsIkhlaWdodCI6MC4wLCJCb3JkZXJTdHlsZSI6bnVsbCwiUGFyZW50U3R5bGUiOm51bGx9LCJNYXJnaW4iOnsiJGlkIjoiMTU3NiIsIlRvcCI6MC4wLCJMZWZ0IjowLjAsIlJpZ2h0IjowLjAsIkJvdHRvbSI6MC4wfSwiUGFkZGluZyI6eyIkaWQiOiIxNTc3IiwiVG9wIjowLjAsIkxlZnQiOjAuMCwiUmlnaHQiOjAuMCwiQm90dG9tIjowLjB9LCJCYWNrZ3JvdW5kIjpudWxsLCJJc1Zpc2libGUiOnRydWUsIldpZHRoIjowLjAsIkhlaWdodCI6MC4wLCJCb3JkZXJTdHlsZSI6bnVsbCwiUGFyZW50U3R5bGUiOm51bGx9LCJTaGFwZVN0eWxlIjp7IiRpZCI6IjE1NzgiLCJNYXJnaW4iOnsiJGlkIjoiMTU3OSIsIlRvcCI6MC4wLCJMZWZ0Ijo0LjAsIlJpZ2h0Ijo0LjAsIkJvdHRvbSI6MC4wfSwiUGFkZGluZyI6eyIkaWQiOiIxNTgwIiwiVG9wIjowLjAsIkxlZnQiOjAuMCwiUmlnaHQiOjAuMCwiQm90dG9tIjowLjB9LCJCYWNrZ3JvdW5kIjp7IiRpZCI6IjE1ODEiLCJDb2xvciI6eyIkaWQiOiIxNTgyIiwiQSI6MjU1LCJSIjoyMSwiRyI6OTYsIkIiOjEzMH19LCJJc1Zpc2libGUiOnRydWUsIldpZHRoIjowLjAsIkhlaWdodCI6MTAuMCwiQm9yZGVyU3R5bGUiOnsiJGlkIjoiMTU4MyIsIkxpbmVDb2xvciI6eyIkaWQiOiIxNTg0IiwiJHR5cGUiOiJOTFJFLkNvbW1vbi5Eb20uU29saWRDb2xvckJydXNoLCBOTFJFLkNvbW1vbiIsIkNvbG9yIjp7IiRpZCI6IjE1ODUiLCJBIjoyNTUsIlIiOjIzNCwiRyI6MjIsIkIiOjMwfX0sIkxpbmVXZWlnaHQiOjAuMCwiTGluZVR5cGUiOjAsIlBhcmVudFN0eWxlIjpudWxsfSwiUGFyZW50U3R5bGUiOm51bGx9LCJUaXRsZVN0eWxlIjp7IiRpZCI6IjE1ODYiLCJGb250U2V0dGluZ3MiOnsiJGlkIjoiMTU4NyIsIkZvbnRTaXplIjoxMSwiRm9udE5hbWUiOiJDYWxpYnJpIiwiSXNCb2xkIjpmYWxzZSwiSXNJdGFsaWMiOmZhbHNlLCJJc1VuZGVybGluZWQiOmZhbHNlLCJQYXJlbnRTdHlsZSI6bnVsbH0sIkF1dG9TaXplIjowLCJGb3JlZ3JvdW5kIjp7IiRpZCI6IjE1ODgiLCJDb2xvciI6eyIkaWQiOiIxNTg5IiwiQSI6MjU1LCJSIjowLCJHIjowLCJCIjowfX0sIk1heFdpZHRoIjo3MjAuMCwiTWF4SGVpZ2h0IjoiSW5maW5pdHkiLCJTbWFydEZvcmVncm91bmRJc0FjdGl2ZSI6ZmFsc2UsIkhvcml6b250YWxBbGlnbm1lbnQiOjIsIlZlcnRpY2FsQWxpZ25tZW50IjoxLCJTbWFydEZvcmVncm91bmQiOm51bGwsIkJhY2tncm91bmRGaWxsVHlwZSI6MCwiTWFyZ2luIjp7IiRpZCI6IjE1OTAiLCJUb3AiOjAuMCwiTGVmdCI6MC4wLCJSaWdodCI6MC4wLCJCb3R0b20iOjAuMH0sIlBhZGRpbmciOnsiJGlkIjoiMTU5MSIsIlRvcCI6MC4wLCJMZWZ0IjowLjAsIlJpZ2h0IjowLjAsIkJvdHRvbSI6MC4wfSwiQmFja2dyb3VuZCI6eyIkaWQiOiIxNTkyIiwiQ29sb3IiOnsiJGlkIjoiMTU5MyIsIkEiOjAsIlIiOjI1NSwiRyI6MjU1LCJCIjoyNTV9fSwiSXNWaXNpYmxlIjp0cnVlLCJXaWR0aCI6MC4wLCJIZWlnaHQiOjAuMCwiQm9yZGVyU3R5bGUiOnsiJGlkIjoiMTU5NCIsIkxpbmVDb2xvciI6bnVsbCwiTGluZVdlaWdodCI6MC4wLCJMaW5lVHlwZSI6MCwiUGFyZW50U3R5bGUiOm51bGx9LCJQYXJlbnRTdHlsZSI6bnVsbH0sIkRhdGVTdHlsZSI6eyIkaWQiOiIxNTk1IiwiRm9udFNldHRpbmdzIjp7IiRpZCI6IjE1OTYiLCJGb250U2l6ZSI6MTAsIkZvbnROYW1lIjoiQ2FsaWJyaSIsIklzQm9sZCI6ZmFsc2UsIklzSXRhbGljIjpmYWxzZSwiSXNVbmRlcmxpbmVkIjpmYWxzZSwiUGFyZW50U3R5bGUiOm51bGx9LCJBdXRvU2l6ZSI6MCwiRm9yZWdyb3VuZCI6eyIkaWQiOiIxNTk3IiwiQ29sb3IiOnsiJGlkIjoiMTU5OC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xNTk5IiwiVG9wIjowLjAsIkxlZnQiOjAuMCwiUmlnaHQiOjAuMCwiQm90dG9tIjowLjB9LCJQYWRkaW5nIjp7IiRpZCI6IjE2MDAiLCJUb3AiOjAuMCwiTGVmdCI6MC4wLCJSaWdodCI6MC4wLCJCb3R0b20iOjAuMH0sIkJhY2tncm91bmQiOnsiJGlkIjoiMTYwMSIsIkNvbG9yIjp7IiRpZCI6IjE2MDIiLCJBIjowLCJSIjoyNTUsIkciOjI1NSwiQiI6MjU1fX0sIklzVmlzaWJsZSI6dHJ1ZSwiV2lkdGgiOjAuMCwiSGVpZ2h0IjowLjAsIkJvcmRlclN0eWxlIjp7IiRpZCI6IjE2MDMiLCJMaW5lQ29sb3IiOm51bGwsIkxpbmVXZWlnaHQiOjAuMCwiTGluZVR5cGUiOjAsIlBhcmVudFN0eWxlIjpudWxsfSwiUGFyZW50U3R5bGUiOm51bGx9LCJEYXRlRm9ybWF0Ijp7IiRpZCI6IjE2MD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YwNSIsIkZvcm1hdCI6MCwiSXNWaXNpYmxlIjpmYWxzZSwiTGFzdEtub3duVmlzaWJpbGl0eVN0YXRlIjpmYWxzZX0sIklzVmlzaWJsZSI6ZmFsc2UsIlZhcmlhbmNlU3R5bGUiOnsiJGlkIjoiMTYwNiIsIlRleHRTdHlsZSI6eyIkaWQiOiIxNjA3IiwiRm9udFNldHRpbmdzIjp7IiRpZCI6IjE2MDgiLCJGb250U2l6ZSI6MTAsIkZvbnROYW1lIjoiQ2FsaWJyaSIsIklzQm9sZCI6ZmFsc2UsIklzSXRhbGljIjpmYWxzZSwiSXNVbmRlcmxpbmVkIjpmYWxzZSwiUGFyZW50U3R5bGUiOm51bGx9LCJBdXRvU2l6ZSI6MCwiRm9yZWdyb3VuZCI6eyIkaWQiOiIxNjA5IiwiQ29sb3IiOnsiJGlkIjoiMTYx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jExIiwiVG9wIjowLjAsIkxlZnQiOjAuMCwiUmlnaHQiOjAuMCwiQm90dG9tIjowLjB9LCJQYWRkaW5nIjp7IiRpZCI6IjE2MTIiLCJUb3AiOjAuMCwiTGVmdCI6MC4wLCJSaWdodCI6MC4wLCJCb3R0b20iOjAuMH0sIkJhY2tncm91bmQiOnsiJGlkIjoiMTYxMyIsIkNvbG9yIjp7IiRpZCI6IjE2MTQiLCJBIjoyNTUsIlIiOjAsIkciOjAsIkIiOjB9fSwiSXNWaXNpYmxlIjp0cnVlLCJXaWR0aCI6MC4wLCJIZWlnaHQiOjAuMCwiQm9yZGVyU3R5bGUiOnsiJGlkIjoiMTYxNSIsIkxpbmVDb2xvciI6bnVsbCwiTGluZVdlaWdodCI6MC4wLCJMaW5lVHlwZSI6MCwiUGFyZW50U3R5bGUiOm51bGx9LCJQYXJlbnRTdHlsZSI6bnVsbH0sIlBhcmVudFN0eWxlIjpudWxsfSwiUGFyZW50U3R5bGUiOm51bGx9LCJJbmRleCI6NCwiU21hcnREdXJhdGlvbkFjdGl2YXRlZCI6ZmFsc2UsIkRhdGVGb3JtYXQiOnsiJHJlZiI6IjE2MDQifSwiV2Vla051bWJlcmluZyI6eyIkaWQiOiIxNjE2IiwiRm9ybWF0IjowLCJJc1Zpc2libGUiOmZhbHNlLCJMYXN0S25vd25WaXNpYmlsaXR5U3RhdGUiOmZhbHNlfSwiQmFzZWxpbmVEYXRhIjp7IiRpZCI6IjE2MTciLCJTdGFydERhdGUiOiIyMDI1LTExLTExVDAwOjAwOjAwIiwiRW5kRGF0ZSI6IjIwMjUtMTEtMThUMjM6NTk6MDAifSwiSWQiOiJhYjI0YjYwMS05MTgwLTRhZjYtOTVlZC0wMmE1NGIyOGRjNTAiLCJJbXBvcnRJZCI6bnVsbCwiVGl0bGUiOiJTcHJpbnQgMyIsIk5vdGUiOm51bGwsIkh5cGVybGluayI6eyIkaWQiOiIxNjE4IiwiQWRkcmVzcyI6IiIsIlN1YkFkZHJlc3MiOiIifSwiSXNDaGFuZ2VkIjpmYWxzZSwiSXNOZXciOmZhbHNlfSx7IiRpZCI6IjE2MTkiLCJHcm91cE5hbWUiOm51bGwsIlN0YXJ0RGF0ZSI6IjIwMjUtMTEtMThUMDA6MDA6MDBaIiwiRW5kRGF0ZSI6IjIwMjUtMTEtMjdUMjM6NTk6MDBaIiwiUGVyY2VudGFnZUNvbXBsZXRlIjpudWxsLCJTdHlsZSI6eyIkaWQiOiIxNjIwIiwiU2hhcGUiOjMsIlNoYXBlVGhpY2tuZXNzIjowLCJEdXJhdGlvbkZvcm1hdCI6MCwiSW5jbHVkZU5vbldvcmtpbmdEYXlzSW5EdXJhdGlvbiI6ZmFsc2UsIlBlcmNlbnRhZ2VDb21wbGV0ZVN0eWxlIjp7IiRpZCI6IjE2MjEiLCJGb250U2V0dGluZ3MiOnsiJGlkIjoiMTYyMiIsIkZvbnRTaXplIjoxMCwiRm9udE5hbWUiOiJDYWxpYnJpIiwiSXNCb2xkIjpmYWxzZSwiSXNJdGFsaWMiOmZhbHNlLCJJc1VuZGVybGluZWQiOmZhbHNlLCJQYXJlbnRTdHlsZSI6bnVsbH0sIkF1dG9TaXplIjowLCJGb3JlZ3JvdW5kIjp7IiRpZCI6IjE2MjMiLCJDb2xvciI6eyIkaWQiOiIxNjI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E2MjUiLCJUb3AiOjAuMCwiTGVmdCI6MC4wLCJSaWdodCI6MC4wLCJCb3R0b20iOjAuMH0sIlBhZGRpbmciOnsiJGlkIjoiMTYyNiIsIlRvcCI6MC4wLCJMZWZ0IjowLjAsIlJpZ2h0IjowLjAsIkJvdHRvbSI6MC4wfSwiQmFja2dyb3VuZCI6eyIkaWQiOiIxNjI3IiwiQ29sb3IiOnsiJGlkIjoiMTYyOCIsIkEiOjg5LCJSIjowLCJHIjowLCJCIjowfX0sIklzVmlzaWJsZSI6dHJ1ZSwiV2lkdGgiOjAuMCwiSGVpZ2h0IjowLjAsIkJvcmRlclN0eWxlIjp7IiRpZCI6IjE2MjkiLCJMaW5lQ29sb3IiOm51bGwsIkxpbmVXZWlnaHQiOjAuMCwiTGluZVR5cGUiOjAsIlBhcmVudFN0eWxlIjpudWxsfSwiUGFyZW50U3R5bGUiOm51bGx9LCJEdXJhdGlvblN0eWxlIjp7IiRpZCI6IjE2MzAiLCJGb250U2V0dGluZ3MiOnsiJGlkIjoiMTYzMSIsIkZvbnRTaXplIjoxMCwiRm9udE5hbWUiOiJDYWxpYnJpIiwiSXNCb2xkIjpmYWxzZSwiSXNJdGFsaWMiOmZhbHNlLCJJc1VuZGVybGluZWQiOmZhbHNlLCJQYXJlbnRTdHlsZSI6bnVsbH0sIkF1dG9TaXplIjowLCJGb3JlZ3JvdW5kIjp7IiRpZCI6IjE2MzIiLCJDb2xvciI6eyIkaWQiOiIxNjMz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MTYzNCIsIlRvcCI6MC4wLCJMZWZ0IjowLjAsIlJpZ2h0IjowLjAsIkJvdHRvbSI6MC4wfSwiUGFkZGluZyI6eyIkaWQiOiIxNjM1IiwiVG9wIjowLjAsIkxlZnQiOjAuMCwiUmlnaHQiOjAuMCwiQm90dG9tIjowLjB9LCJCYWNrZ3JvdW5kIjp7IiRpZCI6IjE2MzYiLCJDb2xvciI6eyIkaWQiOiIxNjM3IiwiQSI6MjU1LCJSIjoyMzcsIkciOjEyNSwiQiI6NDl9fSwiSXNWaXNpYmxlIjp0cnVlLCJXaWR0aCI6MC4wLCJIZWlnaHQiOjAuMCwiQm9yZGVyU3R5bGUiOnsiJGlkIjoiMTYzOCIsIkxpbmVDb2xvciI6bnVsbCwiTGluZVdlaWdodCI6MC4wLCJMaW5lVHlwZSI6MCwiUGFyZW50U3R5bGUiOm51bGx9LCJQYXJlbnRTdHlsZSI6bnVsbH0sIkhvcml6b250YWxDb25uZWN0b3JTdHlsZSI6eyIkaWQiOiIxNjM5IiwiTGluZUNvbG9yIjp7IiRpZCI6IjE2NDAiLCIkdHlwZSI6Ik5MUkUuQ29tbW9uLkRvbS5Tb2xpZENvbG9yQnJ1c2gsIE5MUkUuQ29tbW9uIiwiQ29sb3IiOnsiJGlkIjoiMTY0MSIsIkEiOjUxLCJSIjoyMSwiRyI6OTYsIkIiOjEzMH19LCJMaW5lV2VpZ2h0IjoxLjAsIkxpbmVUeXBlIjowLCJQYXJlbnRTdHlsZSI6bnVsbH0sIlZlcnRpY2FsQ29ubmVjdG9yU3R5bGUiOnsiJGlkIjoiMTY0MiIsIkxpbmVDb2xvciI6eyIkaWQiOiIxNjQzIiwiJHR5cGUiOiJOTFJFLkNvbW1vbi5Eb20uU29saWRDb2xvckJydXNoLCBOTFJFLkNvbW1vbiIsIkNvbG9yIjp7IiRpZCI6IjE2NDQ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NiwiU3BhY2luZyI6MywiSXNCZWxvd1RpbWViYW5kIjp0cnVlLCJQZXJjZW50YWdlQ29tcGxldGVTaGFwZU9wYWNpdHkiOjM1LCJCYXNlbGluZVN0eWxlIjp7IiRpZCI6IjE2NDUiLCJTaGFwZVN0eWxlIjp7IiRpZCI6IjE2NDYiLCJNYXJnaW4iOnsiJGlkIjoiMTY0NyIsIlRvcCI6MC4wLCJMZWZ0IjowLjAsIlJpZ2h0IjowLjAsIkJvdHRvbSI6MC4wfSwiUGFkZGluZyI6eyIkaWQiOiIxNjQ4IiwiVG9wIjowLjAsIkxlZnQiOjAuMCwiUmlnaHQiOjAuMCwiQm90dG9tIjowLjB9LCJCYWNrZ3JvdW5kIjp7IiRpZCI6IjE2NDkiLCJDb2xvciI6eyIkaWQiOiIxNjUwIiwiQSI6MTUzLCJSIjowLCJHIjowLCJCIjowfX0sIklzVmlzaWJsZSI6dHJ1ZSwiV2lkdGgiOjAuMCwiSGVpZ2h0IjowLjAsIkJvcmRlclN0eWxlIjpudWxsLCJQYXJlbnRTdHlsZSI6bnVsbH0sIk1hcmdpbiI6eyIkaWQiOiIxNjUxIiwiVG9wIjowLjAsIkxlZnQiOjAuMCwiUmlnaHQiOjAuMCwiQm90dG9tIjowLjB9LCJQYWRkaW5nIjp7IiRpZCI6IjE2NTIiLCJUb3AiOjAuMCwiTGVmdCI6MC4wLCJSaWdodCI6MC4wLCJCb3R0b20iOjAuMH0sIkJhY2tncm91bmQiOm51bGwsIklzVmlzaWJsZSI6dHJ1ZSwiV2lkdGgiOjAuMCwiSGVpZ2h0IjowLjAsIkJvcmRlclN0eWxlIjpudWxsLCJQYXJlbnRTdHlsZSI6bnVsbH0sIlNoYXBlU3R5bGUiOnsiJGlkIjoiMTY1MyIsIk1hcmdpbiI6eyIkaWQiOiIxNjU0IiwiVG9wIjowLjAsIkxlZnQiOjQuMCwiUmlnaHQiOjQuMCwiQm90dG9tIjowLjB9LCJQYWRkaW5nIjp7IiRpZCI6IjE2NTUiLCJUb3AiOjAuMCwiTGVmdCI6MC4wLCJSaWdodCI6MC4wLCJCb3R0b20iOjAuMH0sIkJhY2tncm91bmQiOnsiJGlkIjoiMTY1NiIsIkNvbG9yIjp7IiRpZCI6IjE2NTciLCJBIjoyNTUsIlIiOjIxLCJHIjo5NiwiQiI6MTMwfX0sIklzVmlzaWJsZSI6dHJ1ZSwiV2lkdGgiOjAuMCwiSGVpZ2h0IjoxMC4wLCJCb3JkZXJTdHlsZSI6eyIkaWQiOiIxNjU4IiwiTGluZUNvbG9yIjp7IiRpZCI6IjE2NTkiLCIkdHlwZSI6Ik5MUkUuQ29tbW9uLkRvbS5Tb2xpZENvbG9yQnJ1c2gsIE5MUkUuQ29tbW9uIiwiQ29sb3IiOnsiJGlkIjoiMTY2MCIsIkEiOjI1NSwiUiI6MjM0LCJHIjoyMiwiQiI6MzB9fSwiTGluZVdlaWdodCI6MC4wLCJMaW5lVHlwZSI6MCwiUGFyZW50U3R5bGUiOm51bGx9LCJQYXJlbnRTdHlsZSI6bnVsbH0sIlRpdGxlU3R5bGUiOnsiJGlkIjoiMTY2MSIsIkZvbnRTZXR0aW5ncyI6eyIkaWQiOiIxNjYyIiwiRm9udFNpemUiOjExLCJGb250TmFtZSI6IkNhbGlicmkiLCJJc0JvbGQiOmZhbHNlLCJJc0l0YWxpYyI6ZmFsc2UsIklzVW5kZXJsaW5lZCI6ZmFsc2UsIlBhcmVudFN0eWxlIjpudWxsfSwiQXV0b1NpemUiOjAsIkZvcmVncm91bmQiOnsiJGlkIjoiMTY2MyIsIkNvbG9yIjp7IiRpZCI6IjE2NjQiLCJBIjoyNTUsIlIiOjAsIkciOjAsIkIiOjB9fSwiTWF4V2lkdGgiOjcyMC4wLCJNYXhIZWlnaHQiOiJJbmZpbml0eSIsIlNtYXJ0Rm9yZWdyb3VuZElzQWN0aXZlIjpmYWxzZSwiSG9yaXpvbnRhbEFsaWdubWVudCI6MiwiVmVydGljYWxBbGlnbm1lbnQiOjEsIlNtYXJ0Rm9yZWdyb3VuZCI6bnVsbCwiQmFja2dyb3VuZEZpbGxUeXBlIjowLCJNYXJnaW4iOnsiJGlkIjoiMTY2NSIsIlRvcCI6MC4wLCJMZWZ0IjowLjAsIlJpZ2h0IjowLjAsIkJvdHRvbSI6MC4wfSwiUGFkZGluZyI6eyIkaWQiOiIxNjY2IiwiVG9wIjowLjAsIkxlZnQiOjAuMCwiUmlnaHQiOjAuMCwiQm90dG9tIjowLjB9LCJCYWNrZ3JvdW5kIjp7IiRpZCI6IjE2NjciLCJDb2xvciI6eyIkaWQiOiIxNjY4IiwiQSI6MCwiUiI6MjU1LCJHIjoyNTUsIkIiOjI1NX19LCJJc1Zpc2libGUiOnRydWUsIldpZHRoIjowLjAsIkhlaWdodCI6MC4wLCJCb3JkZXJTdHlsZSI6eyIkaWQiOiIxNjY5IiwiTGluZUNvbG9yIjpudWxsLCJMaW5lV2VpZ2h0IjowLjAsIkxpbmVUeXBlIjowLCJQYXJlbnRTdHlsZSI6bnVsbH0sIlBhcmVudFN0eWxlIjpudWxsfSwiRGF0ZVN0eWxlIjp7IiRpZCI6IjE2NzAiLCJGb250U2V0dGluZ3MiOnsiJGlkIjoiMTY3MSIsIkZvbnRTaXplIjoxMCwiRm9udE5hbWUiOiJDYWxpYnJpIiwiSXNCb2xkIjpmYWxzZSwiSXNJdGFsaWMiOmZhbHNlLCJJc1VuZGVybGluZWQiOmZhbHNlLCJQYXJlbnRTdHlsZSI6bnVsbH0sIkF1dG9TaXplIjowLCJGb3JlZ3JvdW5kIjp7IiRpZCI6IjE2NzIiLCJDb2xvciI6eyIkaWQiOiIxNjcz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2NzQiLCJUb3AiOjAuMCwiTGVmdCI6MC4wLCJSaWdodCI6MC4wLCJCb3R0b20iOjAuMH0sIlBhZGRpbmciOnsiJGlkIjoiMTY3NSIsIlRvcCI6MC4wLCJMZWZ0IjowLjAsIlJpZ2h0IjowLjAsIkJvdHRvbSI6MC4wfSwiQmFja2dyb3VuZCI6eyIkaWQiOiIxNjc2IiwiQ29sb3IiOnsiJGlkIjoiMTY3NyIsIkEiOjAsIlIiOjI1NSwiRyI6MjU1LCJCIjoyNTV9fSwiSXNWaXNpYmxlIjp0cnVlLCJXaWR0aCI6MC4wLCJIZWlnaHQiOjAuMCwiQm9yZGVyU3R5bGUiOnsiJGlkIjoiMTY3OCIsIkxpbmVDb2xvciI6bnVsbCwiTGluZVdlaWdodCI6MC4wLCJMaW5lVHlwZSI6MCwiUGFyZW50U3R5bGUiOm51bGx9LCJQYXJlbnRTdHlsZSI6bnVsbH0sIkRhdGVGb3JtYXQiOnsiJGlkIjoiMTY3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jgwIiwiRm9ybWF0IjowLCJJc1Zpc2libGUiOmZhbHNlLCJMYXN0S25vd25WaXNpYmlsaXR5U3RhdGUiOmZhbHNlfSwiSXNWaXNpYmxlIjpmYWxzZSwiVmFyaWFuY2VTdHlsZSI6eyIkaWQiOiIxNjgxIiwiVGV4dFN0eWxlIjp7IiRpZCI6IjE2ODIiLCJGb250U2V0dGluZ3MiOnsiJGlkIjoiMTY4MyIsIkZvbnRTaXplIjoxMCwiRm9udE5hbWUiOiJDYWxpYnJpIiwiSXNCb2xkIjpmYWxzZSwiSXNJdGFsaWMiOmZhbHNlLCJJc1VuZGVybGluZWQiOmZhbHNlLCJQYXJlbnRTdHlsZSI6bnVsbH0sIkF1dG9TaXplIjowLCJGb3JlZ3JvdW5kIjp7IiRpZCI6IjE2ODQiLCJDb2xvciI6eyIkaWQiOiIxNjg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2ODYiLCJUb3AiOjAuMCwiTGVmdCI6MC4wLCJSaWdodCI6MC4wLCJCb3R0b20iOjAuMH0sIlBhZGRpbmciOnsiJGlkIjoiMTY4NyIsIlRvcCI6MC4wLCJMZWZ0IjowLjAsIlJpZ2h0IjowLjAsIkJvdHRvbSI6MC4wfSwiQmFja2dyb3VuZCI6eyIkaWQiOiIxNjg4IiwiQ29sb3IiOnsiJGlkIjoiMTY4OSIsIkEiOjI1NSwiUiI6MCwiRyI6MCwiQiI6MH19LCJJc1Zpc2libGUiOnRydWUsIldpZHRoIjowLjAsIkhlaWdodCI6MC4wLCJCb3JkZXJTdHlsZSI6eyIkaWQiOiIxNjkwIiwiTGluZUNvbG9yIjpudWxsLCJMaW5lV2VpZ2h0IjowLjAsIkxpbmVUeXBlIjowLCJQYXJlbnRTdHlsZSI6bnVsbH0sIlBhcmVudFN0eWxlIjpudWxsfSwiUGFyZW50U3R5bGUiOm51bGx9LCJQYXJlbnRTdHlsZSI6bnVsbH0sIkluZGV4Ijo1LCJTbWFydER1cmF0aW9uQWN0aXZhdGVkIjpmYWxzZSwiRGF0ZUZvcm1hdCI6eyIkcmVmIjoiMTY3OSJ9LCJXZWVrTnVtYmVyaW5nIjp7IiRpZCI6IjE2OTEiLCJGb3JtYXQiOjAsIklzVmlzaWJsZSI6ZmFsc2UsIkxhc3RLbm93blZpc2liaWxpdHlTdGF0ZSI6ZmFsc2V9LCJCYXNlbGluZURhdGEiOnsiJGlkIjoiMTY5MiIsIlN0YXJ0RGF0ZSI6IjIwMjUtMTEtMThUMDA6MDA6MDAiLCJFbmREYXRlIjoiMjAyNS0xMS0yN1QyMzo1OTowMCJ9LCJJZCI6ImI4MWFmOTNiLThlZDUtNDg1Zi05NzZhLTkwNTk2YjY4YzI2MiIsIkltcG9ydElkIjpudWxsLCJUaXRsZSI6IlNwcmludCA0IiwiTm90ZSI6bnVsbCwiSHlwZXJsaW5rIjp7IiRpZCI6IjE2OTMiLCJBZGRyZXNzIjoiIiwiU3ViQWRkcmVzcyI6IiJ9LCJJc0NoYW5nZWQiOmZhbHNlLCJJc05ldyI6ZmFsc2V9LHsiJGlkIjoiMTY5NCIsIkdyb3VwTmFtZSI6bnVsbCwiU3RhcnREYXRlIjoiMjAyNS0xMS0yN1QwMDowMDowMFoiLCJFbmREYXRlIjoiMjAyNS0xMi0wMlQyMzo1OTowMFoiLCJQZXJjZW50YWdlQ29tcGxldGUiOm51bGwsIlN0eWxlIjp7IiRpZCI6IjE2OTUiLCJTaGFwZSI6MywiU2hhcGVUaGlja25lc3MiOjAsIkR1cmF0aW9uRm9ybWF0IjowLCJJbmNsdWRlTm9uV29ya2luZ0RheXNJbkR1cmF0aW9uIjpmYWxzZSwiUGVyY2VudGFnZUNvbXBsZXRlU3R5bGUiOnsiJGlkIjoiMTY5NiIsIkZvbnRTZXR0aW5ncyI6eyIkaWQiOiIxNjk3IiwiRm9udFNpemUiOjEwLCJGb250TmFtZSI6IkNhbGlicmkiLCJJc0JvbGQiOmZhbHNlLCJJc0l0YWxpYyI6ZmFsc2UsIklzVW5kZXJsaW5lZCI6ZmFsc2UsIlBhcmVudFN0eWxlIjpudWxsfSwiQXV0b1NpemUiOjAsIkZvcmVncm91bmQiOnsiJGlkIjoiMTY5OCIsIkNvbG9yIjp7IiRpZCI6IjE2OTk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cwMCIsIlRvcCI6MC4wLCJMZWZ0IjowLjAsIlJpZ2h0IjowLjAsIkJvdHRvbSI6MC4wfSwiUGFkZGluZyI6eyIkaWQiOiIxNzAxIiwiVG9wIjowLjAsIkxlZnQiOjAuMCwiUmlnaHQiOjAuMCwiQm90dG9tIjowLjB9LCJCYWNrZ3JvdW5kIjp7IiRpZCI6IjE3MDIiLCJDb2xvciI6eyIkaWQiOiIxNzAzIiwiQSI6ODksIlIiOjAsIkciOjAsIkIiOjB9fSwiSXNWaXNpYmxlIjp0cnVlLCJXaWR0aCI6MC4wLCJIZWlnaHQiOjAuMCwiQm9yZGVyU3R5bGUiOnsiJGlkIjoiMTcwNCIsIkxpbmVDb2xvciI6bnVsbCwiTGluZVdlaWdodCI6MC4wLCJMaW5lVHlwZSI6MCwiUGFyZW50U3R5bGUiOm51bGx9LCJQYXJlbnRTdHlsZSI6bnVsbH0sIkR1cmF0aW9uU3R5bGUiOnsiJGlkIjoiMTcwNSIsIkZvbnRTZXR0aW5ncyI6eyIkaWQiOiIxNzA2IiwiRm9udFNpemUiOjEwLCJGb250TmFtZSI6IkNhbGlicmkiLCJJc0JvbGQiOmZhbHNlLCJJc0l0YWxpYyI6ZmFsc2UsIklzVW5kZXJsaW5lZCI6ZmFsc2UsIlBhcmVudFN0eWxlIjpudWxsfSwiQXV0b1NpemUiOjAsIkZvcmVncm91bmQiOnsiJGlkIjoiMTcwNyIsIkNvbG9yIjp7IiRpZCI6IjE3MDg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NzA5IiwiVG9wIjowLjAsIkxlZnQiOjAuMCwiUmlnaHQiOjAuMCwiQm90dG9tIjowLjB9LCJQYWRkaW5nIjp7IiRpZCI6IjE3MTAiLCJUb3AiOjAuMCwiTGVmdCI6MC4wLCJSaWdodCI6MC4wLCJCb3R0b20iOjAuMH0sIkJhY2tncm91bmQiOnsiJGlkIjoiMTcxMSIsIkNvbG9yIjp7IiRpZCI6IjE3MTIiLCJBIjoyNTUsIlIiOjIzNywiRyI6MTI1LCJCIjo0OX19LCJJc1Zpc2libGUiOnRydWUsIldpZHRoIjowLjAsIkhlaWdodCI6MC4wLCJCb3JkZXJTdHlsZSI6eyIkaWQiOiIxNzEzIiwiTGluZUNvbG9yIjpudWxsLCJMaW5lV2VpZ2h0IjowLjAsIkxpbmVUeXBlIjowLCJQYXJlbnRTdHlsZSI6bnVsbH0sIlBhcmVudFN0eWxlIjpudWxsfSwiSG9yaXpvbnRhbENvbm5lY3RvclN0eWxlIjp7IiRpZCI6IjE3MTQiLCJMaW5lQ29sb3IiOnsiJGlkIjoiMTcxNSIsIiR0eXBlIjoiTkxSRS5Db21tb24uRG9tLlNvbGlkQ29sb3JCcnVzaCwgTkxSRS5Db21tb24iLCJDb2xvciI6eyIkaWQiOiIxNzE2IiwiQSI6NTEsIlIiOjIxLCJHIjo5NiwiQiI6MTMwfX0sIkxpbmVXZWlnaHQiOjEuMCwiTGluZVR5cGUiOjAsIlBhcmVudFN0eWxlIjpudWxsfSwiVmVydGljYWxDb25uZWN0b3JTdHlsZSI6eyIkaWQiOiIxNzE3IiwiTGluZUNvbG9yIjp7IiRpZCI6IjE3MTgiLCIkdHlwZSI6Ik5MUkUuQ29tbW9uLkRvbS5Tb2xpZENvbG9yQnJ1c2gsIE5MUkUuQ29tbW9uIiwiQ29sb3IiOnsiJGlkIjoiMTcxOS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cyMCIsIlNoYXBlU3R5bGUiOnsiJGlkIjoiMTcyMSIsIk1hcmdpbiI6eyIkaWQiOiIxNzIyIiwiVG9wIjowLjAsIkxlZnQiOjAuMCwiUmlnaHQiOjAuMCwiQm90dG9tIjowLjB9LCJQYWRkaW5nIjp7IiRpZCI6IjE3MjMiLCJUb3AiOjAuMCwiTGVmdCI6MC4wLCJSaWdodCI6MC4wLCJCb3R0b20iOjAuMH0sIkJhY2tncm91bmQiOnsiJGlkIjoiMTcyNCIsIkNvbG9yIjp7IiRpZCI6IjE3MjUiLCJBIjoxNTMsIlIiOjAsIkciOjAsIkIiOjB9fSwiSXNWaXNpYmxlIjp0cnVlLCJXaWR0aCI6MC4wLCJIZWlnaHQiOjAuMCwiQm9yZGVyU3R5bGUiOm51bGwsIlBhcmVudFN0eWxlIjpudWxsfSwiTWFyZ2luIjp7IiRpZCI6IjE3MjYiLCJUb3AiOjAuMCwiTGVmdCI6MC4wLCJSaWdodCI6MC4wLCJCb3R0b20iOjAuMH0sIlBhZGRpbmciOnsiJGlkIjoiMTcyNyIsIlRvcCI6MC4wLCJMZWZ0IjowLjAsIlJpZ2h0IjowLjAsIkJvdHRvbSI6MC4wfSwiQmFja2dyb3VuZCI6bnVsbCwiSXNWaXNpYmxlIjp0cnVlLCJXaWR0aCI6MC4wLCJIZWlnaHQiOjAuMCwiQm9yZGVyU3R5bGUiOm51bGwsIlBhcmVudFN0eWxlIjpudWxsfSwiU2hhcGVTdHlsZSI6eyIkaWQiOiIxNzI4IiwiTWFyZ2luIjp7IiRpZCI6IjE3MjkiLCJUb3AiOjAuMCwiTGVmdCI6NC4wLCJSaWdodCI6NC4wLCJCb3R0b20iOjAuMH0sIlBhZGRpbmciOnsiJGlkIjoiMTczMCIsIlRvcCI6MC4wLCJMZWZ0IjowLjAsIlJpZ2h0IjowLjAsIkJvdHRvbSI6MC4wfSwiQmFja2dyb3VuZCI6eyIkaWQiOiIxNzMxIiwiQ29sb3IiOnsiJGlkIjoiMTczMiIsIkEiOjI1NSwiUiI6MjEsIkciOjk2LCJCIjoxMzB9fSwiSXNWaXNpYmxlIjp0cnVlLCJXaWR0aCI6MC4wLCJIZWlnaHQiOjEwLjAsIkJvcmRlclN0eWxlIjp7IiRpZCI6IjE3MzMiLCJMaW5lQ29sb3IiOnsiJGlkIjoiMTczNCIsIiR0eXBlIjoiTkxSRS5Db21tb24uRG9tLlNvbGlkQ29sb3JCcnVzaCwgTkxSRS5Db21tb24iLCJDb2xvciI6eyIkaWQiOiIxNzM1IiwiQSI6MjU1LCJSIjoyMzQsIkciOjIyLCJCIjozMH19LCJMaW5lV2VpZ2h0IjowLjAsIkxpbmVUeXBlIjowLCJQYXJlbnRTdHlsZSI6bnVsbH0sIlBhcmVudFN0eWxlIjpudWxsfSwiVGl0bGVTdHlsZSI6eyIkaWQiOiIxNzM2IiwiRm9udFNldHRpbmdzIjp7IiRpZCI6IjE3MzciLCJGb250U2l6ZSI6MTEsIkZvbnROYW1lIjoiQ2FsaWJyaSIsIklzQm9sZCI6ZmFsc2UsIklzSXRhbGljIjpmYWxzZSwiSXNVbmRlcmxpbmVkIjpmYWxzZSwiUGFyZW50U3R5bGUiOm51bGx9LCJBdXRvU2l6ZSI6MCwiRm9yZWdyb3VuZCI6eyIkaWQiOiIxNzM4IiwiQ29sb3IiOnsiJGlkIjoiMTczOS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NzQwIiwiVG9wIjowLjAsIkxlZnQiOjAuMCwiUmlnaHQiOjAuMCwiQm90dG9tIjowLjB9LCJQYWRkaW5nIjp7IiRpZCI6IjE3NDEiLCJUb3AiOjAuMCwiTGVmdCI6MC4wLCJSaWdodCI6MC4wLCJCb3R0b20iOjAuMH0sIkJhY2tncm91bmQiOnsiJGlkIjoiMTc0MiIsIkNvbG9yIjp7IiRpZCI6IjE3NDMiLCJBIjowLCJSIjoyNTUsIkciOjI1NSwiQiI6MjU1fX0sIklzVmlzaWJsZSI6dHJ1ZSwiV2lkdGgiOjAuMCwiSGVpZ2h0IjowLjAsIkJvcmRlclN0eWxlIjp7IiRpZCI6IjE3NDQiLCJMaW5lQ29sb3IiOm51bGwsIkxpbmVXZWlnaHQiOjAuMCwiTGluZVR5cGUiOjAsIlBhcmVudFN0eWxlIjpudWxsfSwiUGFyZW50U3R5bGUiOm51bGx9LCJEYXRlU3R5bGUiOnsiJGlkIjoiMTc0NSIsIkZvbnRTZXR0aW5ncyI6eyIkaWQiOiIxNzQ2IiwiRm9udFNpemUiOjEwLCJGb250TmFtZSI6IkNhbGlicmkiLCJJc0JvbGQiOmZhbHNlLCJJc0l0YWxpYyI6ZmFsc2UsIklzVW5kZXJsaW5lZCI6ZmFsc2UsIlBhcmVudFN0eWxlIjpudWxsfSwiQXV0b1NpemUiOjAsIkZvcmVncm91bmQiOnsiJGlkIjoiMTc0NyIsIkNvbG9yIjp7IiRpZCI6IjE3NDg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c0OSIsIlRvcCI6MC4wLCJMZWZ0IjowLjAsIlJpZ2h0IjowLjAsIkJvdHRvbSI6MC4wfSwiUGFkZGluZyI6eyIkaWQiOiIxNzUwIiwiVG9wIjowLjAsIkxlZnQiOjAuMCwiUmlnaHQiOjAuMCwiQm90dG9tIjowLjB9LCJCYWNrZ3JvdW5kIjp7IiRpZCI6IjE3NTEiLCJDb2xvciI6eyIkaWQiOiIxNzUyIiwiQSI6MCwiUiI6MjU1LCJHIjoyNTUsIkIiOjI1NX19LCJJc1Zpc2libGUiOnRydWUsIldpZHRoIjowLjAsIkhlaWdodCI6MC4wLCJCb3JkZXJTdHlsZSI6eyIkaWQiOiIxNzUzIiwiTGluZUNvbG9yIjpudWxsLCJMaW5lV2VpZ2h0IjowLjAsIkxpbmVUeXBlIjowLCJQYXJlbnRTdHlsZSI6bnVsbH0sIlBhcmVudFN0eWxlIjpudWxsfSwiRGF0ZUZvcm1hdCI6eyIkaWQiOiIxNzU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3NTUiLCJGb3JtYXQiOjAsIklzVmlzaWJsZSI6ZmFsc2UsIkxhc3RLbm93blZpc2liaWxpdHlTdGF0ZSI6ZmFsc2V9LCJJc1Zpc2libGUiOmZhbHNlLCJWYXJpYW5jZVN0eWxlIjp7IiRpZCI6IjE3NTYiLCJUZXh0U3R5bGUiOnsiJGlkIjoiMTc1NyIsIkZvbnRTZXR0aW5ncyI6eyIkaWQiOiIxNzU4IiwiRm9udFNpemUiOjEwLCJGb250TmFtZSI6IkNhbGlicmkiLCJJc0JvbGQiOmZhbHNlLCJJc0l0YWxpYyI6ZmFsc2UsIklzVW5kZXJsaW5lZCI6ZmFsc2UsIlBhcmVudFN0eWxlIjpudWxsfSwiQXV0b1NpemUiOjAsIkZvcmVncm91bmQiOnsiJGlkIjoiMTc1OSIsIkNvbG9yIjp7IiRpZCI6IjE3Nj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c2MSIsIlRvcCI6MC4wLCJMZWZ0IjowLjAsIlJpZ2h0IjowLjAsIkJvdHRvbSI6MC4wfSwiUGFkZGluZyI6eyIkaWQiOiIxNzYyIiwiVG9wIjowLjAsIkxlZnQiOjAuMCwiUmlnaHQiOjAuMCwiQm90dG9tIjowLjB9LCJCYWNrZ3JvdW5kIjp7IiRpZCI6IjE3NjMiLCJDb2xvciI6eyIkaWQiOiIxNzY0IiwiQSI6MjU1LCJSIjowLCJHIjowLCJCIjowfX0sIklzVmlzaWJsZSI6dHJ1ZSwiV2lkdGgiOjAuMCwiSGVpZ2h0IjowLjAsIkJvcmRlclN0eWxlIjp7IiRpZCI6IjE3NjUiLCJMaW5lQ29sb3IiOm51bGwsIkxpbmVXZWlnaHQiOjAuMCwiTGluZVR5cGUiOjAsIlBhcmVudFN0eWxlIjpudWxsfSwiUGFyZW50U3R5bGUiOm51bGx9LCJQYXJlbnRTdHlsZSI6bnVsbH0sIlBhcmVudFN0eWxlIjpudWxsfSwiSW5kZXgiOjYsIlNtYXJ0RHVyYXRpb25BY3RpdmF0ZWQiOmZhbHNlLCJEYXRlRm9ybWF0Ijp7IiRyZWYiOiIxNzU0In0sIldlZWtOdW1iZXJpbmciOnsiJGlkIjoiMTc2NiIsIkZvcm1hdCI6MCwiSXNWaXNpYmxlIjpmYWxzZSwiTGFzdEtub3duVmlzaWJpbGl0eVN0YXRlIjpmYWxzZX0sIkJhc2VsaW5lRGF0YSI6eyIkaWQiOiIxNzY3IiwiU3RhcnREYXRlIjoiMjAyNS0xMS0yN1QwMDowMDowMCIsIkVuZERhdGUiOiIyMDI1LTEyLTAyVDIzOjU5OjAwIn0sIklkIjoiZWMyZDAxZTMtYzEyOC00MjRhLTg1MTUtODkzMmIwNThmMmU3IiwiSW1wb3J0SWQiOm51bGwsIlRpdGxlIjoiU3ByaW50IDUiLCJOb3RlIjpudWxsLCJIeXBlcmxpbmsiOnsiJGlkIjoiMTc2OCIsIkFkZHJlc3MiOiIiLCJTdWJBZGRyZXNzIjoiIn0sIklzQ2hhbmdlZCI6ZmFsc2UsIklzTmV3IjpmYWxzZX0seyIkaWQiOiIxNzY5IiwiR3JvdXBOYW1lIjpudWxsLCJTdGFydERhdGUiOiIyMDI1LTExLTE4VDAwOjAwOjAwWiIsIkVuZERhdGUiOiIyMDI1LTEyLTA1VDIzOjU5OjAwWiIsIlBlcmNlbnRhZ2VDb21wbGV0ZSI6bnVsbCwiU3R5bGUiOnsiJGlkIjoiMTc3MCIsIlNoYXBlIjozLCJTaGFwZVRoaWNrbmVzcyI6MCwiRHVyYXRpb25Gb3JtYXQiOjAsIkluY2x1ZGVOb25Xb3JraW5nRGF5c0luRHVyYXRpb24iOmZhbHNlLCJQZXJjZW50YWdlQ29tcGxldGVTdHlsZSI6eyIkaWQiOiIxNzcxIiwiRm9udFNldHRpbmdzIjp7IiRpZCI6IjE3NzIiLCJGb250U2l6ZSI6MTAsIkZvbnROYW1lIjoiQ2FsaWJyaSIsIklzQm9sZCI6ZmFsc2UsIklzSXRhbGljIjpmYWxzZSwiSXNVbmRlcmxpbmVkIjpmYWxzZSwiUGFyZW50U3R5bGUiOm51bGx9LCJBdXRvU2l6ZSI6MCwiRm9yZWdyb3VuZCI6eyIkaWQiOiIxNzczIiwiQ29sb3IiOnsiJGlkIjoiMTc3NC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xNzc1IiwiVG9wIjowLjAsIkxlZnQiOjAuMCwiUmlnaHQiOjAuMCwiQm90dG9tIjowLjB9LCJQYWRkaW5nIjp7IiRpZCI6IjE3NzYiLCJUb3AiOjAuMCwiTGVmdCI6MC4wLCJSaWdodCI6MC4wLCJCb3R0b20iOjAuMH0sIkJhY2tncm91bmQiOnsiJGlkIjoiMTc3NyIsIkNvbG9yIjp7IiRpZCI6IjE3NzgiLCJBIjo4OSwiUiI6MCwiRyI6MCwiQiI6MH19LCJJc1Zpc2libGUiOnRydWUsIldpZHRoIjowLjAsIkhlaWdodCI6MC4wLCJCb3JkZXJTdHlsZSI6eyIkaWQiOiIxNzc5IiwiTGluZUNvbG9yIjpudWxsLCJMaW5lV2VpZ2h0IjowLjAsIkxpbmVUeXBlIjowLCJQYXJlbnRTdHlsZSI6bnVsbH0sIlBhcmVudFN0eWxlIjpudWxsfSwiRHVyYXRpb25TdHlsZSI6eyIkaWQiOiIxNzgwIiwiRm9udFNldHRpbmdzIjp7IiRpZCI6IjE3ODEiLCJGb250U2l6ZSI6MTAsIkZvbnROYW1lIjoiQ2FsaWJyaSIsIklzQm9sZCI6ZmFsc2UsIklzSXRhbGljIjpmYWxzZSwiSXNVbmRlcmxpbmVkIjpmYWxzZSwiUGFyZW50U3R5bGUiOm51bGx9LCJBdXRvU2l6ZSI6MCwiRm9yZWdyb3VuZCI6eyIkaWQiOiIxNzgyIiwiQ29sb3IiOnsiJGlkIjoiMTc4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3ODQiLCJUb3AiOjAuMCwiTGVmdCI6MC4wLCJSaWdodCI6MC4wLCJCb3R0b20iOjAuMH0sIlBhZGRpbmciOnsiJGlkIjoiMTc4NSIsIlRvcCI6MC4wLCJMZWZ0IjowLjAsIlJpZ2h0IjowLjAsIkJvdHRvbSI6MC4wfSwiQmFja2dyb3VuZCI6eyIkaWQiOiIxNzg2IiwiQ29sb3IiOnsiJGlkIjoiMTc4NyIsIkEiOjI1NSwiUiI6MjM3LCJHIjoxMjUsIkIiOjQ5fX0sIklzVmlzaWJsZSI6dHJ1ZSwiV2lkdGgiOjAuMCwiSGVpZ2h0IjowLjAsIkJvcmRlclN0eWxlIjp7IiRpZCI6IjE3ODgiLCJMaW5lQ29sb3IiOm51bGwsIkxpbmVXZWlnaHQiOjAuMCwiTGluZVR5cGUiOjAsIlBhcmVudFN0eWxlIjpudWxsfSwiUGFyZW50U3R5bGUiOm51bGx9LCJIb3Jpem9udGFsQ29ubmVjdG9yU3R5bGUiOnsiJGlkIjoiMTc4OSIsIkxpbmVDb2xvciI6eyIkaWQiOiIxNzkwIiwiJHR5cGUiOiJOTFJFLkNvbW1vbi5Eb20uU29saWRDb2xvckJydXNoLCBOTFJFLkNvbW1vbiIsIkNvbG9yIjp7IiRpZCI6IjE3OTEiLCJBIjo1MSwiUiI6MjEsIkciOjk2LCJCIjoxMzB9fSwiTGluZVdlaWdodCI6MS4wLCJMaW5lVHlwZSI6MCwiUGFyZW50U3R5bGUiOm51bGx9LCJWZXJ0aWNhbENvbm5lY3RvclN0eWxlIjp7IiRpZCI6IjE3OTIiLCJMaW5lQ29sb3IiOnsiJGlkIjoiMTc5MyIsIiR0eXBlIjoiTkxSRS5Db21tb24uRG9tLlNvbGlkQ29sb3JCcnVzaCwgTkxSRS5Db21tb24iLCJDb2xvciI6eyIkaWQiOiIxNzk0IiwiQSI6NTEsIlIiOjIxLCJHIjo5NiwiQiI6MTMwfX0sIkxpbmVXZWlnaHQiOjAuMCwiTGluZVR5cGUiOjAsIlBhcmVudFN0eWxlIjpudWxsfSwiTWFyZ2luIjpudWxsLCJTdGFydERhdGVQb3NpdGlvbiI6NCwiRW5kRGF0ZVBvc2l0aW9uIjo0LCJEYXRlSXNWaXNpYmxlIjp0cnVlLCJUaXRsZVBvc2l0aW9uIjozLCJEdXJhdGlvblBvc2l0aW9uIjo2LCJQZXJjZW50YWdlQ29tcGxldGVkUG9zaXRpb24iOjIsIlZhcmlhbmNlUG9zaXRpb24iOjYsIlNwYWNpbmciOjMsIklzQmVsb3dUaW1lYmFuZCI6dHJ1ZSwiUGVyY2VudGFnZUNvbXBsZXRlU2hhcGVPcGFjaXR5IjozNSwiQmFzZWxpbmVTdHlsZSI6eyIkaWQiOiIxNzk1IiwiU2hhcGVTdHlsZSI6eyIkaWQiOiIxNzk2IiwiTWFyZ2luIjp7IiRpZCI6IjE3OTciLCJUb3AiOjAuMCwiTGVmdCI6MC4wLCJSaWdodCI6MC4wLCJCb3R0b20iOjAuMH0sIlBhZGRpbmciOnsiJGlkIjoiMTc5OCIsIlRvcCI6MC4wLCJMZWZ0IjowLjAsIlJpZ2h0IjowLjAsIkJvdHRvbSI6MC4wfSwiQmFja2dyb3VuZCI6eyIkaWQiOiIxNzk5IiwiQ29sb3IiOnsiJGlkIjoiMTgwMCIsIkEiOjE1MywiUiI6MCwiRyI6MCwiQiI6MH19LCJJc1Zpc2libGUiOnRydWUsIldpZHRoIjowLjAsIkhlaWdodCI6MC4wLCJCb3JkZXJTdHlsZSI6bnVsbCwiUGFyZW50U3R5bGUiOm51bGx9LCJNYXJnaW4iOnsiJGlkIjoiMTgwMSIsIlRvcCI6MC4wLCJMZWZ0IjowLjAsIlJpZ2h0IjowLjAsIkJvdHRvbSI6MC4wfSwiUGFkZGluZyI6eyIkaWQiOiIxODAyIiwiVG9wIjowLjAsIkxlZnQiOjAuMCwiUmlnaHQiOjAuMCwiQm90dG9tIjowLjB9LCJCYWNrZ3JvdW5kIjpudWxsLCJJc1Zpc2libGUiOnRydWUsIldpZHRoIjowLjAsIkhlaWdodCI6MC4wLCJCb3JkZXJTdHlsZSI6bnVsbCwiUGFyZW50U3R5bGUiOm51bGx9LCJTaGFwZVN0eWxlIjp7IiRpZCI6IjE4MDMiLCJNYXJnaW4iOnsiJGlkIjoiMTgwNCIsIlRvcCI6MC4wLCJMZWZ0Ijo0LjAsIlJpZ2h0Ijo0LjAsIkJvdHRvbSI6MC4wfSwiUGFkZGluZyI6eyIkaWQiOiIxODA1IiwiVG9wIjowLjAsIkxlZnQiOjAuMCwiUmlnaHQiOjAuMCwiQm90dG9tIjowLjB9LCJCYWNrZ3JvdW5kIjp7IiRpZCI6IjE4MDYiLCJDb2xvciI6eyIkaWQiOiIxODA3IiwiQSI6MjU1LCJSIjoyNTQsIkciOjE4NiwiQiI6MTB9fSwiSXNWaXNpYmxlIjp0cnVlLCJXaWR0aCI6MC4wLCJIZWlnaHQiOjEwLjAsIkJvcmRlclN0eWxlIjp7IiRpZCI6IjE4MDgiLCJMaW5lQ29sb3IiOnsiJGlkIjoiMTgwOSIsIiR0eXBlIjoiTkxSRS5Db21tb24uRG9tLlNvbGlkQ29sb3JCcnVzaCwgTkxSRS5Db21tb24iLCJDb2xvciI6eyIkaWQiOiIxODEwIiwiQSI6MjU1LCJSIjoyMzQsIkciOjIyLCJCIjozMH19LCJMaW5lV2VpZ2h0IjowLjAsIkxpbmVUeXBlIjowLCJQYXJlbnRTdHlsZSI6bnVsbH0sIlBhcmVudFN0eWxlIjpudWxsfSwiVGl0bGVTdHlsZSI6eyIkaWQiOiIxODExIiwiRm9udFNldHRpbmdzIjp7IiRpZCI6IjE4MTIiLCJGb250U2l6ZSI6MTEsIkZvbnROYW1lIjoiQ2FsaWJyaSIsIklzQm9sZCI6ZmFsc2UsIklzSXRhbGljIjpmYWxzZSwiSXNVbmRlcmxpbmVkIjpmYWxzZSwiUGFyZW50U3R5bGUiOm51bGx9LCJBdXRvU2l6ZSI6MCwiRm9yZWdyb3VuZCI6eyIkaWQiOiIxODEzIiwiQ29sb3IiOnsiJGlkIjoiMTgx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ODE1IiwiVG9wIjowLjAsIkxlZnQiOjAuMCwiUmlnaHQiOjAuMCwiQm90dG9tIjowLjB9LCJQYWRkaW5nIjp7IiRpZCI6IjE4MTYiLCJUb3AiOjAuMCwiTGVmdCI6MC4wLCJSaWdodCI6MC4wLCJCb3R0b20iOjAuMH0sIkJhY2tncm91bmQiOnsiJGlkIjoiMTgxNyIsIkNvbG9yIjp7IiRpZCI6IjE4MTgiLCJBIjowLCJSIjoyNTUsIkciOjI1NSwiQiI6MjU1fX0sIklzVmlzaWJsZSI6dHJ1ZSwiV2lkdGgiOjAuMCwiSGVpZ2h0IjowLjAsIkJvcmRlclN0eWxlIjp7IiRpZCI6IjE4MTkiLCJMaW5lQ29sb3IiOm51bGwsIkxpbmVXZWlnaHQiOjAuMCwiTGluZVR5cGUiOjAsIlBhcmVudFN0eWxlIjpudWxsfSwiUGFyZW50U3R5bGUiOm51bGx9LCJEYXRlU3R5bGUiOnsiJGlkIjoiMTgyMCIsIkZvbnRTZXR0aW5ncyI6eyIkaWQiOiIxODIxIiwiRm9udFNpemUiOjEwLCJGb250TmFtZSI6IkNhbGlicmkiLCJJc0JvbGQiOmZhbHNlLCJJc0l0YWxpYyI6ZmFsc2UsIklzVW5kZXJsaW5lZCI6ZmFsc2UsIlBhcmVudFN0eWxlIjpudWxsfSwiQXV0b1NpemUiOjAsIkZvcmVncm91bmQiOnsiJGlkIjoiMTgyMiIsIkNvbG9yIjp7IiRpZCI6IjE4Mj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gyNCIsIlRvcCI6MC4wLCJMZWZ0IjowLjAsIlJpZ2h0IjowLjAsIkJvdHRvbSI6MC4wfSwiUGFkZGluZyI6eyIkaWQiOiIxODI1IiwiVG9wIjowLjAsIkxlZnQiOjAuMCwiUmlnaHQiOjAuMCwiQm90dG9tIjowLjB9LCJCYWNrZ3JvdW5kIjp7IiRpZCI6IjE4MjYiLCJDb2xvciI6eyIkaWQiOiIxODI3IiwiQSI6MCwiUiI6MjU1LCJHIjoyNTUsIkIiOjI1NX19LCJJc1Zpc2libGUiOnRydWUsIldpZHRoIjowLjAsIkhlaWdodCI6MC4wLCJCb3JkZXJTdHlsZSI6eyIkaWQiOiIxODI4IiwiTGluZUNvbG9yIjpudWxsLCJMaW5lV2VpZ2h0IjowLjAsIkxpbmVUeXBlIjowLCJQYXJlbnRTdHlsZSI6bnVsbH0sIlBhcmVudFN0eWxlIjpudWxsfSwiRGF0ZUZvcm1hdCI6eyIkaWQiOiIxODI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4MzAiLCJGb3JtYXQiOjAsIklzVmlzaWJsZSI6ZmFsc2UsIkxhc3RLbm93blZpc2liaWxpdHlTdGF0ZSI6ZmFsc2V9LCJJc1Zpc2libGUiOmZhbHNlLCJWYXJpYW5jZVN0eWxlIjp7IiRpZCI6IjE4MzEiLCJUZXh0U3R5bGUiOnsiJGlkIjoiMTgzMiIsIkZvbnRTZXR0aW5ncyI6eyIkaWQiOiIxODMzIiwiRm9udFNpemUiOjEwLCJGb250TmFtZSI6IkNhbGlicmkiLCJJc0JvbGQiOmZhbHNlLCJJc0l0YWxpYyI6ZmFsc2UsIklzVW5kZXJsaW5lZCI6ZmFsc2UsIlBhcmVudFN0eWxlIjpudWxsfSwiQXV0b1NpemUiOjAsIkZvcmVncm91bmQiOnsiJGlkIjoiMTgzNCIsIkNvbG9yIjp7IiRpZCI6IjE4Mz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gzNiIsIlRvcCI6MC4wLCJMZWZ0IjowLjAsIlJpZ2h0IjowLjAsIkJvdHRvbSI6MC4wfSwiUGFkZGluZyI6eyIkaWQiOiIxODM3IiwiVG9wIjowLjAsIkxlZnQiOjAuMCwiUmlnaHQiOjAuMCwiQm90dG9tIjowLjB9LCJCYWNrZ3JvdW5kIjp7IiRpZCI6IjE4MzgiLCJDb2xvciI6eyIkaWQiOiIxODM5IiwiQSI6MjU1LCJSIjowLCJHIjowLCJCIjowfX0sIklzVmlzaWJsZSI6dHJ1ZSwiV2lkdGgiOjAuMCwiSGVpZ2h0IjowLjAsIkJvcmRlclN0eWxlIjp7IiRpZCI6IjE4NDAiLCJMaW5lQ29sb3IiOm51bGwsIkxpbmVXZWlnaHQiOjAuMCwiTGluZVR5cGUiOjAsIlBhcmVudFN0eWxlIjpudWxsfSwiUGFyZW50U3R5bGUiOm51bGx9LCJQYXJlbnRTdHlsZSI6bnVsbH0sIlBhcmVudFN0eWxlIjpudWxsfSwiSW5kZXgiOjcsIlNtYXJ0RHVyYXRpb25BY3RpdmF0ZWQiOmZhbHNlLCJEYXRlRm9ybWF0Ijp7IiRyZWYiOiIxODI5In0sIldlZWtOdW1iZXJpbmciOnsiJGlkIjoiMTg0MSIsIkZvcm1hdCI6MCwiSXNWaXNpYmxlIjpmYWxzZSwiTGFzdEtub3duVmlzaWJpbGl0eVN0YXRlIjpmYWxzZX0sIkJhc2VsaW5lRGF0YSI6eyIkaWQiOiIxODQyIiwiU3RhcnREYXRlIjoiMjAyNS0xMS0xOFQwMDowMDowMCIsIkVuZERhdGUiOiIyMDI1LTEyLTA1VDIzOjU5OjAwIn0sIklkIjoiMWZlYmY0OTQtNWMwZC00NDVlLTliMDAtM2VhOGRhMGQ3NWM2IiwiSW1wb3J0SWQiOm51bGwsIlRpdGxlIjoiUHJ1ZWJhcyBmaW5hbGVzIiwiTm90ZSI6bnVsbCwiSHlwZXJsaW5rIjp7IiRpZCI6IjE4NDMiLCJBZGRyZXNzIjoiIiwiU3ViQWRkcmVzcyI6IiJ9LCJJc0NoYW5nZWQiOmZhbHNlLCJJc05ldyI6ZmFsc2V9LHsiJGlkIjoiMTg0NCIsIkdyb3VwTmFtZSI6bnVsbCwiU3RhcnREYXRlIjoiMjAyNS0xMS0xOFQwMDowMDowMFoiLCJFbmREYXRlIjoiMjAyNS0xMi0wNVQyMzo1OTowMFoiLCJQZXJjZW50YWdlQ29tcGxldGUiOm51bGwsIlN0eWxlIjp7IiRpZCI6IjE4NDUiLCJTaGFwZSI6MywiU2hhcGVUaGlja25lc3MiOjAsIkR1cmF0aW9uRm9ybWF0IjowLCJJbmNsdWRlTm9uV29ya2luZ0RheXNJbkR1cmF0aW9uIjpmYWxzZSwiUGVyY2VudGFnZUNvbXBsZXRlU3R5bGUiOnsiJGlkIjoiMTg0NiIsIkZvbnRTZXR0aW5ncyI6eyIkaWQiOiIxODQ3IiwiRm9udFNpemUiOjEwLCJGb250TmFtZSI6IkNhbGlicmkiLCJJc0JvbGQiOmZhbHNlLCJJc0l0YWxpYyI6ZmFsc2UsIklzVW5kZXJsaW5lZCI6ZmFsc2UsIlBhcmVudFN0eWxlIjpudWxsfSwiQXV0b1NpemUiOjAsIkZvcmVncm91bmQiOnsiJGlkIjoiMTg0OCIsIkNvbG9yIjp7IiRpZCI6IjE4NDk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g1MCIsIlRvcCI6MC4wLCJMZWZ0IjowLjAsIlJpZ2h0IjowLjAsIkJvdHRvbSI6MC4wfSwiUGFkZGluZyI6eyIkaWQiOiIxODUxIiwiVG9wIjowLjAsIkxlZnQiOjAuMCwiUmlnaHQiOjAuMCwiQm90dG9tIjowLjB9LCJCYWNrZ3JvdW5kIjp7IiRpZCI6IjE4NTIiLCJDb2xvciI6eyIkaWQiOiIxODUzIiwiQSI6ODksIlIiOjAsIkciOjAsIkIiOjB9fSwiSXNWaXNpYmxlIjp0cnVlLCJXaWR0aCI6MC4wLCJIZWlnaHQiOjAuMCwiQm9yZGVyU3R5bGUiOnsiJGlkIjoiMTg1NCIsIkxpbmVDb2xvciI6bnVsbCwiTGluZVdlaWdodCI6MC4wLCJMaW5lVHlwZSI6MCwiUGFyZW50U3R5bGUiOm51bGx9LCJQYXJlbnRTdHlsZSI6bnVsbH0sIkR1cmF0aW9uU3R5bGUiOnsiJGlkIjoiMTg1NSIsIkZvbnRTZXR0aW5ncyI6eyIkaWQiOiIxODU2IiwiRm9udFNpemUiOjEwLCJGb250TmFtZSI6IkNhbGlicmkiLCJJc0JvbGQiOmZhbHNlLCJJc0l0YWxpYyI6ZmFsc2UsIklzVW5kZXJsaW5lZCI6ZmFsc2UsIlBhcmVudFN0eWxlIjpudWxsfSwiQXV0b1NpemUiOjAsIkZvcmVncm91bmQiOnsiJGlkIjoiMTg1NyIsIkNvbG9yIjp7IiRpZCI6IjE4NTg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ODU5IiwiVG9wIjowLjAsIkxlZnQiOjAuMCwiUmlnaHQiOjAuMCwiQm90dG9tIjowLjB9LCJQYWRkaW5nIjp7IiRpZCI6IjE4NjAiLCJUb3AiOjAuMCwiTGVmdCI6MC4wLCJSaWdodCI6MC4wLCJCb3R0b20iOjAuMH0sIkJhY2tncm91bmQiOnsiJGlkIjoiMTg2MSIsIkNvbG9yIjp7IiRpZCI6IjE4NjIiLCJBIjoyNTUsIlIiOjIzNywiRyI6MTI1LCJCIjo0OX19LCJJc1Zpc2libGUiOnRydWUsIldpZHRoIjowLjAsIkhlaWdodCI6MC4wLCJCb3JkZXJTdHlsZSI6eyIkaWQiOiIxODYzIiwiTGluZUNvbG9yIjpudWxsLCJMaW5lV2VpZ2h0IjowLjAsIkxpbmVUeXBlIjowLCJQYXJlbnRTdHlsZSI6bnVsbH0sIlBhcmVudFN0eWxlIjpudWxsfSwiSG9yaXpvbnRhbENvbm5lY3RvclN0eWxlIjp7IiRpZCI6IjE4NjQiLCJMaW5lQ29sb3IiOnsiJGlkIjoiMTg2NSIsIiR0eXBlIjoiTkxSRS5Db21tb24uRG9tLlNvbGlkQ29sb3JCcnVzaCwgTkxSRS5Db21tb24iLCJDb2xvciI6eyIkaWQiOiIxODY2IiwiQSI6NTEsIlIiOjIxLCJHIjo5NiwiQiI6MTMwfX0sIkxpbmVXZWlnaHQiOjEuMCwiTGluZVR5cGUiOjAsIlBhcmVudFN0eWxlIjpudWxsfSwiVmVydGljYWxDb25uZWN0b3JTdHlsZSI6eyIkaWQiOiIxODY3IiwiTGluZUNvbG9yIjp7IiRpZCI6IjE4NjgiLCIkdHlwZSI6Ik5MUkUuQ29tbW9uLkRvbS5Tb2xpZENvbG9yQnJ1c2gsIE5MUkUuQ29tbW9uIiwiQ29sb3IiOnsiJGlkIjoiMTg2OS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g3MCIsIlNoYXBlU3R5bGUiOnsiJGlkIjoiMTg3MSIsIk1hcmdpbiI6eyIkaWQiOiIxODcyIiwiVG9wIjowLjAsIkxlZnQiOjAuMCwiUmlnaHQiOjAuMCwiQm90dG9tIjowLjB9LCJQYWRkaW5nIjp7IiRpZCI6IjE4NzMiLCJUb3AiOjAuMCwiTGVmdCI6MC4wLCJSaWdodCI6MC4wLCJCb3R0b20iOjAuMH0sIkJhY2tncm91bmQiOnsiJGlkIjoiMTg3NCIsIkNvbG9yIjp7IiRpZCI6IjE4NzUiLCJBIjoxNTMsIlIiOjAsIkciOjAsIkIiOjB9fSwiSXNWaXNpYmxlIjp0cnVlLCJXaWR0aCI6MC4wLCJIZWlnaHQiOjAuMCwiQm9yZGVyU3R5bGUiOm51bGwsIlBhcmVudFN0eWxlIjpudWxsfSwiTWFyZ2luIjp7IiRpZCI6IjE4NzYiLCJUb3AiOjAuMCwiTGVmdCI6MC4wLCJSaWdodCI6MC4wLCJCb3R0b20iOjAuMH0sIlBhZGRpbmciOnsiJGlkIjoiMTg3NyIsIlRvcCI6MC4wLCJMZWZ0IjowLjAsIlJpZ2h0IjowLjAsIkJvdHRvbSI6MC4wfSwiQmFja2dyb3VuZCI6bnVsbCwiSXNWaXNpYmxlIjp0cnVlLCJXaWR0aCI6MC4wLCJIZWlnaHQiOjAuMCwiQm9yZGVyU3R5bGUiOm51bGwsIlBhcmVudFN0eWxlIjpudWxsfSwiU2hhcGVTdHlsZSI6eyIkaWQiOiIxODc4IiwiTWFyZ2luIjp7IiRpZCI6IjE4NzkiLCJUb3AiOjAuMCwiTGVmdCI6NC4wLCJSaWdodCI6NC4wLCJCb3R0b20iOjAuMH0sIlBhZGRpbmciOnsiJGlkIjoiMTg4MCIsIlRvcCI6MC4wLCJMZWZ0IjowLjAsIlJpZ2h0IjowLjAsIkJvdHRvbSI6MC4wfSwiQmFja2dyb3VuZCI6eyIkaWQiOiIxODgxIiwiQ29sb3IiOnsiJGlkIjoiMTg4MiIsIkEiOjI1NSwiUiI6MTUsIkciOjE1OCwiQiI6MjEzfX0sIklzVmlzaWJsZSI6dHJ1ZSwiV2lkdGgiOjAuMCwiSGVpZ2h0IjoxMC4wLCJCb3JkZXJTdHlsZSI6eyIkaWQiOiIxODgzIiwiTGluZUNvbG9yIjp7IiRpZCI6IjE4ODQiLCIkdHlwZSI6Ik5MUkUuQ29tbW9uLkRvbS5Tb2xpZENvbG9yQnJ1c2gsIE5MUkUuQ29tbW9uIiwiQ29sb3IiOnsiJGlkIjoiMTg4NSIsIkEiOjI1NSwiUiI6MjM0LCJHIjoyMiwiQiI6MzB9fSwiTGluZVdlaWdodCI6MC4wLCJMaW5lVHlwZSI6MCwiUGFyZW50U3R5bGUiOm51bGx9LCJQYXJlbnRTdHlsZSI6bnVsbH0sIlRpdGxlU3R5bGUiOnsiJGlkIjoiMTg4NiIsIkZvbnRTZXR0aW5ncyI6eyIkaWQiOiIxODg3IiwiRm9udFNpemUiOjExLCJGb250TmFtZSI6IkNhbGlicmkiLCJJc0JvbGQiOmZhbHNlLCJJc0l0YWxpYyI6ZmFsc2UsIklzVW5kZXJsaW5lZCI6ZmFsc2UsIlBhcmVudFN0eWxlIjpudWxsfSwiQXV0b1NpemUiOjAsIkZvcmVncm91bmQiOnsiJGlkIjoiMTg4OCIsIkNvbG9yIjp7IiRpZCI6IjE4ODkiLCJBIjoyNTUsIlIiOjAsIkciOjAsIkIiOjB9fSwiTWF4V2lkdGgiOjcyMC4wLCJNYXhIZWlnaHQiOiJJbmZpbml0eSIsIlNtYXJ0Rm9yZWdyb3VuZElzQWN0aXZlIjpmYWxzZSwiSG9yaXpvbnRhbEFsaWdubWVudCI6MiwiVmVydGljYWxBbGlnbm1lbnQiOjEsIlNtYXJ0Rm9yZWdyb3VuZCI6bnVsbCwiQmFja2dyb3VuZEZpbGxUeXBlIjowLCJNYXJnaW4iOnsiJGlkIjoiMTg5MCIsIlRvcCI6MC4wLCJMZWZ0IjowLjAsIlJpZ2h0IjowLjAsIkJvdHRvbSI6MC4wfSwiUGFkZGluZyI6eyIkaWQiOiIxODkxIiwiVG9wIjowLjAsIkxlZnQiOjAuMCwiUmlnaHQiOjAuMCwiQm90dG9tIjowLjB9LCJCYWNrZ3JvdW5kIjp7IiRpZCI6IjE4OTIiLCJDb2xvciI6eyIkaWQiOiIxODkzIiwiQSI6MCwiUiI6MjU1LCJHIjoyNTUsIkIiOjI1NX19LCJJc1Zpc2libGUiOnRydWUsIldpZHRoIjowLjAsIkhlaWdodCI6MC4wLCJCb3JkZXJTdHlsZSI6eyIkaWQiOiIxODk0IiwiTGluZUNvbG9yIjpudWxsLCJMaW5lV2VpZ2h0IjowLjAsIkxpbmVUeXBlIjowLCJQYXJlbnRTdHlsZSI6bnVsbH0sIlBhcmVudFN0eWxlIjpudWxsfSwiRGF0ZVN0eWxlIjp7IiRpZCI6IjE4OTUiLCJGb250U2V0dGluZ3MiOnsiJGlkIjoiMTg5NiIsIkZvbnRTaXplIjoxMCwiRm9udE5hbWUiOiJDYWxpYnJpIiwiSXNCb2xkIjpmYWxzZSwiSXNJdGFsaWMiOmZhbHNlLCJJc1VuZGVybGluZWQiOmZhbHNlLCJQYXJlbnRTdHlsZSI6bnVsbH0sIkF1dG9TaXplIjowLCJGb3JlZ3JvdW5kIjp7IiRpZCI6IjE4OTciLCJDb2xvciI6eyIkaWQiOiIxODk4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4OTkiLCJUb3AiOjAuMCwiTGVmdCI6MC4wLCJSaWdodCI6MC4wLCJCb3R0b20iOjAuMH0sIlBhZGRpbmciOnsiJGlkIjoiMTkwMCIsIlRvcCI6MC4wLCJMZWZ0IjowLjAsIlJpZ2h0IjowLjAsIkJvdHRvbSI6MC4wfSwiQmFja2dyb3VuZCI6eyIkaWQiOiIxOTAxIiwiQ29sb3IiOnsiJGlkIjoiMTkwMiIsIkEiOjAsIlIiOjI1NSwiRyI6MjU1LCJCIjoyNTV9fSwiSXNWaXNpYmxlIjp0cnVlLCJXaWR0aCI6MC4wLCJIZWlnaHQiOjAuMCwiQm9yZGVyU3R5bGUiOnsiJGlkIjoiMTkwMyIsIkxpbmVDb2xvciI6bnVsbCwiTGluZVdlaWdodCI6MC4wLCJMaW5lVHlwZSI6MCwiUGFyZW50U3R5bGUiOm51bGx9LCJQYXJlbnRTdHlsZSI6bnVsbH0sIkRhdGVGb3JtYXQiOnsiJGlkIjoiMTkw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TA1IiwiRm9ybWF0IjowLCJJc1Zpc2libGUiOmZhbHNlLCJMYXN0S25vd25WaXNpYmlsaXR5U3RhdGUiOmZhbHNlfSwiSXNWaXNpYmxlIjpmYWxzZSwiVmFyaWFuY2VTdHlsZSI6eyIkaWQiOiIxOTA2IiwiVGV4dFN0eWxlIjp7IiRpZCI6IjE5MDciLCJGb250U2V0dGluZ3MiOnsiJGlkIjoiMTkwOCIsIkZvbnRTaXplIjoxMCwiRm9udE5hbWUiOiJDYWxpYnJpIiwiSXNCb2xkIjpmYWxzZSwiSXNJdGFsaWMiOmZhbHNlLCJJc1VuZGVybGluZWQiOmZhbHNlLCJQYXJlbnRTdHlsZSI6bnVsbH0sIkF1dG9TaXplIjowLCJGb3JlZ3JvdW5kIjp7IiRpZCI6IjE5MDkiLCJDb2xvciI6eyIkaWQiOiIxOTE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5MTEiLCJUb3AiOjAuMCwiTGVmdCI6MC4wLCJSaWdodCI6MC4wLCJCb3R0b20iOjAuMH0sIlBhZGRpbmciOnsiJGlkIjoiMTkxMiIsIlRvcCI6MC4wLCJMZWZ0IjowLjAsIlJpZ2h0IjowLjAsIkJvdHRvbSI6MC4wfSwiQmFja2dyb3VuZCI6eyIkaWQiOiIxOTEzIiwiQ29sb3IiOnsiJGlkIjoiMTkxNCIsIkEiOjI1NSwiUiI6MCwiRyI6MCwiQiI6MH19LCJJc1Zpc2libGUiOnRydWUsIldpZHRoIjowLjAsIkhlaWdodCI6MC4wLCJCb3JkZXJTdHlsZSI6eyIkaWQiOiIxOTE1IiwiTGluZUNvbG9yIjpudWxsLCJMaW5lV2VpZ2h0IjowLjAsIkxpbmVUeXBlIjowLCJQYXJlbnRTdHlsZSI6bnVsbH0sIlBhcmVudFN0eWxlIjpudWxsfSwiUGFyZW50U3R5bGUiOm51bGx9LCJQYXJlbnRTdHlsZSI6bnVsbH0sIkluZGV4Ijo4LCJTbWFydER1cmF0aW9uQWN0aXZhdGVkIjpmYWxzZSwiRGF0ZUZvcm1hdCI6eyIkcmVmIjoiMTkwNCJ9LCJXZWVrTnVtYmVyaW5nIjp7IiRpZCI6IjE5MTYiLCJGb3JtYXQiOjAsIklzVmlzaWJsZSI6ZmFsc2UsIkxhc3RLbm93blZpc2liaWxpdHlTdGF0ZSI6ZmFsc2V9LCJCYXNlbGluZURhdGEiOnsiJGlkIjoiMTkxNyIsIlN0YXJ0RGF0ZSI6IjIwMjUtMTEtMThUMDA6MDA6MDAiLCJFbmREYXRlIjoiMjAyNS0xMi0wNVQyMzo1OTowMCJ9LCJJZCI6ImQ4YzYyZTU4LWIzZTktNDZlNS05NmUwLTBiODg5OGMyYWFlYyIsIkltcG9ydElkIjpudWxsLCJUaXRsZSI6IkRvY3VtZW50YWNpw7NuIFTDqWNuaWNhIiwiTm90ZSI6bnVsbCwiSHlwZXJsaW5rIjp7IiRpZCI6IjE5MTgiLCJBZGRyZXNzIjoiIiwiU3ViQWRkcmVzcyI6IiJ9LCJJc0NoYW5nZWQiOmZhbHNlLCJJc05ldyI6ZmFsc2V9LHsiJGlkIjoiMTkxOSIsIkdyb3VwTmFtZSI6bnVsbCwiU3RhcnREYXRlIjoiMjAyNS0xMS0yMVQwMDowMDowMFoiLCJFbmREYXRlIjoiMjAyNS0xMS0yMlQyMzo1OTowMFoiLCJQZXJjZW50YWdlQ29tcGxldGUiOm51bGwsIlN0eWxlIjp7IiRpZCI6IjE5MjAiLCJTaGFwZSI6MSwiU2hhcGVUaGlja25lc3MiOjAsIkR1cmF0aW9uRm9ybWF0IjowLCJJbmNsdWRlTm9uV29ya2luZ0RheXNJbkR1cmF0aW9uIjpmYWxzZSwiUGVyY2VudGFnZUNvbXBsZXRlU3R5bGUiOnsiJGlkIjoiMTkyMSIsIkZvbnRTZXR0aW5ncyI6eyIkaWQiOiIxOTIyIiwiRm9udFNpemUiOjEwLCJGb250TmFtZSI6IkNhbGlicmkiLCJJc0JvbGQiOmZhbHNlLCJJc0l0YWxpYyI6ZmFsc2UsIklzVW5kZXJsaW5lZCI6ZmFsc2UsIlBhcmVudFN0eWxlIjpudWxsfSwiQXV0b1NpemUiOjAsIkZvcmVncm91bmQiOnsiJGlkIjoiMTkyMyIsIkNvbG9yIjp7IiRpZCI6IjE5Mj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kyNSIsIlRvcCI6MC4wLCJMZWZ0IjowLjAsIlJpZ2h0IjowLjAsIkJvdHRvbSI6MC4wfSwiUGFkZGluZyI6eyIkaWQiOiIxOTI2IiwiVG9wIjowLjAsIkxlZnQiOjAuMCwiUmlnaHQiOjAuMCwiQm90dG9tIjowLjB9LCJCYWNrZ3JvdW5kIjp7IiRpZCI6IjE5MjciLCJDb2xvciI6eyIkaWQiOiIxOTI4IiwiQSI6ODksIlIiOjAsIkciOjAsIkIiOjB9fSwiSXNWaXNpYmxlIjp0cnVlLCJXaWR0aCI6MC4wLCJIZWlnaHQiOjAuMCwiQm9yZGVyU3R5bGUiOnsiJGlkIjoiMTkyOSIsIkxpbmVDb2xvciI6bnVsbCwiTGluZVdlaWdodCI6MC4wLCJMaW5lVHlwZSI6MCwiUGFyZW50U3R5bGUiOm51bGx9LCJQYXJlbnRTdHlsZSI6bnVsbH0sIkR1cmF0aW9uU3R5bGUiOnsiJGlkIjoiMTkzMCIsIkZvbnRTZXR0aW5ncyI6eyIkaWQiOiIxOTMxIiwiRm9udFNpemUiOjEwLCJGb250TmFtZSI6IkNhbGlicmkiLCJJc0JvbGQiOmZhbHNlLCJJc0l0YWxpYyI6ZmFsc2UsIklzVW5kZXJsaW5lZCI6ZmFsc2UsIlBhcmVudFN0eWxlIjpudWxsfSwiQXV0b1NpemUiOjAsIkZvcmVncm91bmQiOnsiJGlkIjoiMTkzMiIsIkNvbG9yIjp7IiRpZCI6IjE5Mz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OTM0IiwiVG9wIjowLjAsIkxlZnQiOjAuMCwiUmlnaHQiOjAuMCwiQm90dG9tIjowLjB9LCJQYWRkaW5nIjp7IiRpZCI6IjE5MzUiLCJUb3AiOjAuMCwiTGVmdCI6MC4wLCJSaWdodCI6MC4wLCJCb3R0b20iOjAuMH0sIkJhY2tncm91bmQiOnsiJGlkIjoiMTkzNiIsIkNvbG9yIjp7IiRpZCI6IjE5MzciLCJBIjoyNTUsIlIiOjIzNywiRyI6MTI1LCJCIjo0OX19LCJJc1Zpc2libGUiOnRydWUsIldpZHRoIjowLjAsIkhlaWdodCI6MC4wLCJCb3JkZXJTdHlsZSI6eyIkaWQiOiIxOTM4IiwiTGluZUNvbG9yIjpudWxsLCJMaW5lV2VpZ2h0IjowLjAsIkxpbmVUeXBlIjowLCJQYXJlbnRTdHlsZSI6bnVsbH0sIlBhcmVudFN0eWxlIjpudWxsfSwiSG9yaXpvbnRhbENvbm5lY3RvclN0eWxlIjp7IiRpZCI6IjE5MzkiLCJMaW5lQ29sb3IiOnsiJGlkIjoiMTk0MCIsIiR0eXBlIjoiTkxSRS5Db21tb24uRG9tLlNvbGlkQ29sb3JCcnVzaCwgTkxSRS5Db21tb24iLCJDb2xvciI6eyIkaWQiOiIxOTQxIiwiQSI6NTEsIlIiOjIxLCJHIjo5NiwiQiI6MTMwfX0sIkxpbmVXZWlnaHQiOjEuMCwiTGluZVR5cGUiOjAsIlBhcmVudFN0eWxlIjpudWxsfSwiVmVydGljYWxDb25uZWN0b3JTdHlsZSI6eyIkaWQiOiIxOTQyIiwiTGluZUNvbG9yIjp7IiRpZCI6IjE5NDMiLCIkdHlwZSI6Ik5MUkUuQ29tbW9uLkRvbS5Tb2xpZENvbG9yQnJ1c2gsIE5MUkUuQ29tbW9uIiwiQ29sb3IiOnsiJGlkIjoiMTk0NC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k0NSIsIlNoYXBlU3R5bGUiOnsiJGlkIjoiMTk0NiIsIk1hcmdpbiI6eyIkaWQiOiIxOTQ3IiwiVG9wIjowLjAsIkxlZnQiOjAuMCwiUmlnaHQiOjAuMCwiQm90dG9tIjowLjB9LCJQYWRkaW5nIjp7IiRpZCI6IjE5NDgiLCJUb3AiOjAuMCwiTGVmdCI6MC4wLCJSaWdodCI6MC4wLCJCb3R0b20iOjAuMH0sIkJhY2tncm91bmQiOnsiJGlkIjoiMTk0OSIsIkNvbG9yIjp7IiRpZCI6IjE5NTAiLCJBIjoxNTMsIlIiOjAsIkciOjAsIkIiOjB9fSwiSXNWaXNpYmxlIjp0cnVlLCJXaWR0aCI6MC4wLCJIZWlnaHQiOjAuMCwiQm9yZGVyU3R5bGUiOm51bGwsIlBhcmVudFN0eWxlIjpudWxsfSwiTWFyZ2luIjp7IiRpZCI6IjE5NTEiLCJUb3AiOjAuMCwiTGVmdCI6MC4wLCJSaWdodCI6MC4wLCJCb3R0b20iOjAuMH0sIlBhZGRpbmciOnsiJGlkIjoiMTk1MiIsIlRvcCI6MC4wLCJMZWZ0IjowLjAsIlJpZ2h0IjowLjAsIkJvdHRvbSI6MC4wfSwiQmFja2dyb3VuZCI6bnVsbCwiSXNWaXNpYmxlIjp0cnVlLCJXaWR0aCI6MC4wLCJIZWlnaHQiOjAuMCwiQm9yZGVyU3R5bGUiOm51bGwsIlBhcmVudFN0eWxlIjpudWxsfSwiU2hhcGVTdHlsZSI6eyIkaWQiOiIxOTUzIiwiTWFyZ2luIjp7IiRpZCI6IjE5NTQiLCJUb3AiOjAuMCwiTGVmdCI6NC4wLCJSaWdodCI6NC4wLCJCb3R0b20iOjAuMH0sIlBhZGRpbmciOnsiJGlkIjoiMTk1NSIsIlRvcCI6MC4wLCJMZWZ0IjowLjAsIlJpZ2h0IjowLjAsIkJvdHRvbSI6MC4wfSwiQmFja2dyb3VuZCI6eyIkaWQiOiIxOTU2IiwiQ29sb3IiOnsiJGlkIjoiMTk1NyIsIkEiOjI1NSwiUiI6NzgsIkciOjE2NywiQiI6NDZ9fSwiSXNWaXNpYmxlIjp0cnVlLCJXaWR0aCI6MC4wLCJIZWlnaHQiOjEwLjAsIkJvcmRlclN0eWxlIjp7IiRpZCI6IjE5NTgiLCJMaW5lQ29sb3IiOnsiJGlkIjoiMTk1OSIsIiR0eXBlIjoiTkxSRS5Db21tb24uRG9tLlNvbGlkQ29sb3JCcnVzaCwgTkxSRS5Db21tb24iLCJDb2xvciI6eyIkaWQiOiIxOTYwIiwiQSI6MjU1LCJSIjoyMzQsIkciOjIyLCJCIjozMH19LCJMaW5lV2VpZ2h0IjowLjAsIkxpbmVUeXBlIjowLCJQYXJlbnRTdHlsZSI6bnVsbH0sIlBhcmVudFN0eWxlIjpudWxsfSwiVGl0bGVTdHlsZSI6eyIkaWQiOiIxOTYxIiwiRm9udFNldHRpbmdzIjp7IiRpZCI6IjE5NjIiLCJGb250U2l6ZSI6MTEsIkZvbnROYW1lIjoiQ2FsaWJyaSIsIklzQm9sZCI6ZmFsc2UsIklzSXRhbGljIjpmYWxzZSwiSXNVbmRlcmxpbmVkIjpmYWxzZSwiUGFyZW50U3R5bGUiOm51bGx9LCJBdXRvU2l6ZSI6MCwiRm9yZWdyb3VuZCI6eyIkaWQiOiIxOTYzIiwiQ29sb3IiOnsiJGlkIjoiMTk2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OTY1IiwiVG9wIjowLjAsIkxlZnQiOjAuMCwiUmlnaHQiOjAuMCwiQm90dG9tIjowLjB9LCJQYWRkaW5nIjp7IiRpZCI6IjE5NjYiLCJUb3AiOjAuMCwiTGVmdCI6MC4wLCJSaWdodCI6MC4wLCJCb3R0b20iOjAuMH0sIkJhY2tncm91bmQiOnsiJGlkIjoiMTk2NyIsIkNvbG9yIjp7IiRpZCI6IjE5NjgiLCJBIjowLCJSIjoyNTUsIkciOjI1NSwiQiI6MjU1fX0sIklzVmlzaWJsZSI6dHJ1ZSwiV2lkdGgiOjAuMCwiSGVpZ2h0IjowLjAsIkJvcmRlclN0eWxlIjp7IiRpZCI6IjE5NjkiLCJMaW5lQ29sb3IiOm51bGwsIkxpbmVXZWlnaHQiOjAuMCwiTGluZVR5cGUiOjAsIlBhcmVudFN0eWxlIjpudWxsfSwiUGFyZW50U3R5bGUiOm51bGx9LCJEYXRlU3R5bGUiOnsiJGlkIjoiMTk3MCIsIkZvbnRTZXR0aW5ncyI6eyIkaWQiOiIxOTcxIiwiRm9udFNpemUiOjEwLCJGb250TmFtZSI6IkNhbGlicmkiLCJJc0JvbGQiOmZhbHNlLCJJc0l0YWxpYyI6ZmFsc2UsIklzVW5kZXJsaW5lZCI6ZmFsc2UsIlBhcmVudFN0eWxlIjpudWxsfSwiQXV0b1NpemUiOjAsIkZvcmVncm91bmQiOnsiJGlkIjoiMTk3MiIsIkNvbG9yIjp7IiRpZCI6IjE5Nz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k3NCIsIlRvcCI6MC4wLCJMZWZ0IjowLjAsIlJpZ2h0IjowLjAsIkJvdHRvbSI6MC4wfSwiUGFkZGluZyI6eyIkaWQiOiIxOTc1IiwiVG9wIjowLjAsIkxlZnQiOjAuMCwiUmlnaHQiOjAuMCwiQm90dG9tIjowLjB9LCJCYWNrZ3JvdW5kIjp7IiRpZCI6IjE5NzYiLCJDb2xvciI6eyIkaWQiOiIxOTc3IiwiQSI6MCwiUiI6MjU1LCJHIjoyNTUsIkIiOjI1NX19LCJJc1Zpc2libGUiOnRydWUsIldpZHRoIjowLjAsIkhlaWdodCI6MC4wLCJCb3JkZXJTdHlsZSI6eyIkaWQiOiIxOTc4IiwiTGluZUNvbG9yIjpudWxsLCJMaW5lV2VpZ2h0IjowLjAsIkxpbmVUeXBlIjowLCJQYXJlbnRTdHlsZSI6bnVsbH0sIlBhcmVudFN0eWxlIjpudWxsfSwiRGF0ZUZvcm1hdCI6eyIkaWQiOiIxOTc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5ODAiLCJGb3JtYXQiOjAsIklzVmlzaWJsZSI6ZmFsc2UsIkxhc3RLbm93blZpc2liaWxpdHlTdGF0ZSI6ZmFsc2V9LCJJc1Zpc2libGUiOmZhbHNlLCJWYXJpYW5jZVN0eWxlIjp7IiRpZCI6IjE5ODEiLCJUZXh0U3R5bGUiOnsiJGlkIjoiMTk4MiIsIkZvbnRTZXR0aW5ncyI6eyIkaWQiOiIxOTgzIiwiRm9udFNpemUiOjEwLCJGb250TmFtZSI6IkNhbGlicmkiLCJJc0JvbGQiOmZhbHNlLCJJc0l0YWxpYyI6ZmFsc2UsIklzVW5kZXJsaW5lZCI6ZmFsc2UsIlBhcmVudFN0eWxlIjpudWxsfSwiQXV0b1NpemUiOjAsIkZvcmVncm91bmQiOnsiJGlkIjoiMTk4NCIsIkNvbG9yIjp7IiRpZCI6IjE5OD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k4NiIsIlRvcCI6MC4wLCJMZWZ0IjowLjAsIlJpZ2h0IjowLjAsIkJvdHRvbSI6MC4wfSwiUGFkZGluZyI6eyIkaWQiOiIxOTg3IiwiVG9wIjowLjAsIkxlZnQiOjAuMCwiUmlnaHQiOjAuMCwiQm90dG9tIjowLjB9LCJCYWNrZ3JvdW5kIjp7IiRpZCI6IjE5ODgiLCJDb2xvciI6eyIkaWQiOiIxOTg5IiwiQSI6MjU1LCJSIjowLCJHIjowLCJCIjowfX0sIklzVmlzaWJsZSI6dHJ1ZSwiV2lkdGgiOjAuMCwiSGVpZ2h0IjowLjAsIkJvcmRlclN0eWxlIjp7IiRpZCI6IjE5OTAiLCJMaW5lQ29sb3IiOm51bGwsIkxpbmVXZWlnaHQiOjAuMCwiTGluZVR5cGUiOjAsIlBhcmVudFN0eWxlIjpudWxsfSwiUGFyZW50U3R5bGUiOm51bGx9LCJQYXJlbnRTdHlsZSI6bnVsbH0sIlBhcmVudFN0eWxlIjpudWxsfSwiSW5kZXgiOjksIlNtYXJ0RHVyYXRpb25BY3RpdmF0ZWQiOmZhbHNlLCJEYXRlRm9ybWF0Ijp7IiRyZWYiOiIxOTc5In0sIldlZWtOdW1iZXJpbmciOnsiJGlkIjoiMTk5MSIsIkZvcm1hdCI6MCwiSXNWaXNpYmxlIjpmYWxzZSwiTGFzdEtub3duVmlzaWJpbGl0eVN0YXRlIjpmYWxzZX0sIkJhc2VsaW5lRGF0YSI6eyIkaWQiOiIxOTkyIiwiU3RhcnREYXRlIjoiMjAyNS0xMS0yMVQwMDowMDowMCIsIkVuZERhdGUiOiIyMDI1LTExLTIyVDIzOjU5OjAwIn0sIklkIjoiZjJhODQ4ZTEtOTIxYy00Y2ViLWFlYTktMGY4ODFmOWY5ZWY5IiwiSW1wb3J0SWQiOm51bGwsIlRpdGxlIjoiTWlncmFjacOzbiBCRCBhIFBvc3RncmUiLCJOb3RlIjpudWxsLCJIeXBlcmxpbmsiOnsiJGlkIjoiMTk5MyIsIkFkZHJlc3MiOiIiLCJTdWJBZGRyZXNzIjoiIn0sIklzQ2hhbmdlZCI6ZmFsc2UsIklzTmV3IjpmYWxzZX1dLCJTd2ltbGFuZXMiOltdLCJNc1Byb2plY3RJdGVtc1RyZWUiOnsiJGlkIjoiMTk5NCIsIlJvb3QiOnsiSW1wb3J0SWQiOm51bGwsIklzSW1wb3J0ZWQiOmZhbHNlLCJDaGlsZHJlbiI6W119fSwiTWV0YWRhdGEiOnsiJGlkIjoiMTk5NSIsIlNvdXJjZVRoZW1lIjoie1wiJGlkXCI6XCIxXCIsXCJJZFwiOlwiZTkyYzY1ZjAtMjhkNC00Njk3LWEwZDUtMjRiNTcyNTdiNTk3XCIsXCJDYXRlZ29yeVwiOjEsXCJDdWx0dXJlSW5mb05hbWVcIjpcImVuLVVTXCIsXCJWZXJzaW9uXCI6e1wiJGlkXCI6XCIyXCIsXCJUaGVtZURvbVZlcnNpb25cIjpcIjIuMS4wXCJ9LFwiU3R5bGVcIjp7XCIkaWRcIjpcIjNcIixcIlRpbWViYW5kU3R5bGVcIjp7XCIkaWRcIjpcIjRcIixcIlJpZ2h0RW5kQ2Fwc1N0eWxlXCI6e1wiJGlkXCI6XCI1XCIsXCJGb250U2V0dGluZ3NcIjp7XCIkaWRcIjpcIjZcIixcIkZvbnRTaXplXCI6MTgsXCJGb250TmFtZVwiOlwiQ2FsaWJyaVwiLFwiSXNCb2xkXCI6dHJ1ZSxcIklzSXRhbGljXCI6ZmFsc2UsXCJJc1VuZGVybGluZWRcIjpmYWxzZX0sXCJGb3JlZ3JvdW5kXCI6e1wiJGlkXCI6XCI3XCIsXCJDb2xvclwiOntcIiRpZFwiOlwiOFwiLFwiQVwiOjI1NSxcIlJcIjoyMzMsXCJHXCI6MTEzLFwiQlwiOjUwfX0sXCJIb3Jpem9udGFsQWxpZ25tZW50XCI6MCxcIklzVmlzaWJsZVwiOnRydWV9LFwiTGVmdEVuZENhcHNTdHlsZVwiOntcIiRpZFwiOlwiOVwiLFwiRm9udFNldHRpbmdzXCI6e1wiJGlkXCI6XCIxMFwiLFwiRm9udFNpemVcIjoxOCxcIkZvbnROYW1lXCI6XCJDYWxpYnJpXCIsXCJJc0JvbGRcIjp0cnVlLFwiSXNJdGFsaWNcIjpmYWxzZSxcIklzVW5kZXJsaW5lZFwiOmZhbHNlfSxcIkZvcmVncm91bmRcIjp7XCIkaWRcIjpcIjExXCIsXCJDb2xvclwiOntcIiRpZFwiOlwiMTJcIixcIkFcIjoyNTUsXCJSXCI6MjM3LFwiR1wiOjEyNSxcIkJcIjo0OX19LFwiSG9yaXpvbnRhbEFsaWdubWVudFwiOjAsXCJJc1Zpc2libGVcIjpmYWxzZX0sXCJUb2RheU1hcmtlclN0eWxlXCI6e1wiJGlkXCI6XCIxM1wiLFwiVG9kYXlUZXh0U3R5bGVcIjp7XCIkaWRcIjpcIjE0XCIsXCJGb250U2V0dGluZ3NcIjp7XCIkaWRcIjpcIjE1XCIsXCJGb250U2l6ZVwiOjEyLFwiRm9udE5hbWVcIjpcIkNhbGlicmlcIixcIklzQm9sZFwiOmZhbHNlLFwiSXNJdGFsaWNcIjpmYWxzZSxcIklzVW5kZXJsaW5lZFwiOmZhbHNlfSxcIkZvcmVncm91bmRcIjp7XCIkaWRcIjpcIjE2XCIsXCJDb2xvclwiOntcIiRpZFwiOlwiMTdcIixcIkFcIjoyNTUsXCJSXCI6MCxcIkdcIjowLFwiQlwiOjB9fSxcIkhvcml6b250YWxBbGlnbm1lbnRcIjowLFwiSXNWaXNpYmxlXCI6dHJ1ZX0sXCJUb2RheU1hcmtlclNoYXBlU3R5bGVcIjp7XCIkaWRcIjpcIjE4XCIsXCJNYXJnaW5cIjp7XCIkaWRcIjpcIjE5XCIsXCJUb3BcIjowLjAsXCJMZWZ0XCI6MC4wLFwiUmlnaHRcIjowLjAsXCJCb3R0b21cIjowLjB9LFwiUGFkZGluZ1wiOntcIiRpZFwiOlwiMjBcIixcIlRvcFwiOjAuMCxcIkxlZnRcIjowLjAsXCJSaWdodFwiOjAuMCxcIkJvdHRvbVwiOjAuMH0sXCJCYWNrZ3JvdW5kXCI6e1wiJGlkXCI6XCIyMVwiLFwiQ29sb3JcIjp7XCIkaWRcIjpcIjIyXCIsXCJBXCI6MjU1LFwiUlwiOjI1NSxcIkdcIjowLFwiQlwiOjB9fSxcIklzVmlzaWJsZVwiOnRydWUsXCJXaWR0aFwiOjAuMCxcIkhlaWdodFwiOjAuMCxcIkJvcmRlclN0eWxlXCI6bnVsbH0sXCJUb2RheU1hcmtlclBvc2l0aW9uXCI6MyxcIklzVmlzaWJsZVwiOnRydWV9LFwiU2NhbGVTdHlsZVwiOntcIiRpZFwiOlwiMjNcIixcIlNob3dTZWdtZW50U2VwYXJhdG9yc1wiOnRydWUsXCJTZWdtZW50U2VwYXJhdG9yT3BhY2l0eVwiOjMwLFwiU2hhcGVcIjozLFwiU2VnbWVudFRleHRTdHlsZVwiOntcIiRpZFwiOlwiMjRcIixcIkZvbnRTZXR0aW5nc1wiOntcIiRpZFwiOlwiMjVcIixcIkZvbnRTaXplXCI6MTIsXCJGb250TmFtZVwiOlwiQ2FsaWJyaVwiLFwiSXNCb2xkXCI6ZmFsc2UsXCJJc0l0YWxpY1wiOmZhbHNlLFwiSXNVbmRlcmxpbmVkXCI6ZmFsc2V9LFwiRm9yZWdyb3VuZFwiOntcIiRpZFwiOlwiMjZcIixcIkNvbG9yXCI6e1wiJGlkXCI6XCIyN1wiLFwiQVwiOjI1NSxcIlJcIjoyMzIsXCJHXCI6MjMyLFwiQlwiOjIzMn19LFwiSG9yaXpvbnRhbEFsaWdubWVudFwiOjAsXCJJc1Zpc2libGVcIjp0cnVlfSxcIlNoYXBlU3R5bGVcIjp7XCIkaWRcIjpcIjI4XCIsXCJNYXJnaW5cIjp7XCIkaWRcIjpcIjI5XCIsXCJUb3BcIjowLjAsXCJMZWZ0XCI6MTAuMCxcIlJpZ2h0XCI6MTAuMCxcIkJvdHRvbVwiOjAuMH0sXCJQYWRkaW5nXCI6e1wiJGlkXCI6XCIzMFwiLFwiVG9wXCI6MC4wLFwiTGVmdFwiOjAuMCxcIlJpZ2h0XCI6MC4wLFwiQm90dG9tXCI6MC4wfSxcIkJhY2tncm91bmRcIjp7XCIkaWRcIjpcIjMxXCIsXCJDb2xvclwiOntcIiRpZFwiOlwiMzJcIixcIkFcIjoyNTUsXCJSXCI6MTQsXCJHXCI6NDAsXCJCXCI6NjV9fSxcIklzVmlzaWJsZVwiOnRydWUsXCJXaWR0aFwiOjg1OC4wLFwiSGVpZ2h0XCI6MjAuMCxcIkJvcmRlclN0eWxlXCI6e1wiJGlkXCI6XCIzM1wiLFwiTGluZVN0eWxlXCI6e1wiJGlkXCI6XCIzNFwiLFwiTGluZUNvbG9yXCI6e1wiJGlkXCI6XCIzNVwiLFwiQ29sb3JcIjp7XCIkaWRcIjpcIjM2XCIsXCJBXCI6MjU1LFwiUlwiOjI1NSxcIkdcIjowLFwiQlwiOjB9fSxcIkxpbmVXZWlnaHRcIjowLjAsXCJMaW5lVHlwZVwiOjB9LFwiSXNWaXNpYmxlXCI6ZmFsc2V9fX0sXCJFbGFwc2VkVGltZVN0eWxlXCI6e1wiJGlkXCI6XCIzN1wiLFwiRWxhcHNlZFRpbWVCYWNrZ3JvdW5kXCI6e1wiJGlkXCI6XCIzOFwiLFwiQ29sb3JcIjp7XCIkaWRcIjpcIjM5XCIsXCJBXCI6MTkxLFwiUlwiOjI1NSxcIkdcIjowLFwiQlwiOjB9fSxcIkVsYXBzZWRUaW1lRm9ybWF0XCI6MSxcIklzVmlzaWJsZVwiOnRydWV9LFwiTWFyZ2luXCI6e1wiJGlkXCI6XCI0MFwiLFwiVG9wXCI6MC4wLFwiTGVmdFwiOjEwLjAsXCJSaWdodFwiOjEwLjAsXCJCb3R0b21cIjowLjB9LFwiUGFkZGluZ1wiOntcIiRpZFwiOlwiNDFcIixcIlRvcFwiOjAuMCxcIkxlZnRcIjowLjAsXCJSaWdodFwiOjAuMCxcIkJvdHRvbVwiOjAuMH0sXCJCYWNrZ3JvdW5kXCI6e1wiJGlkXCI6XCI0MlwiLFwiQ29sb3JcIjp7XCIkaWRcIjpcIjQzXCIsXCJBXCI6MjU1LFwiUlwiOjQ3LFwiR1wiOjU0LFwiQlwiOjE1M319LFwiSXNWaXNpYmxlXCI6ZmFsc2UsXCJXaWR0aFwiOjAuMCxcIkhlaWdodFwiOjAuMCxcIkJvcmRlclN0eWxlXCI6bnVsbH0sXCJUYXNrU3R5bGVcIjp7XCIkaWRcIjpcIjQ0XCIsXCJTaGFwZVwiOjMsXCJTaGFwZVRoaWNrbmVzc1wiOjAsXCJEdXJhdGlvbkZvcm1hdFwiOjAsXCJQZXJjZW50YWdlQ29tcGxldGVUZXh0U3R5bGVcIjp7XCIkaWRcIjpcIjQ1XCIsXCJGb250U2V0dGluZ3NcIjp7XCIkaWRcIjpcIjQ2XCIsXCJGb250U2l6ZVwiOjEwLFwiRm9udE5hbWVcIjpcIkNhbGlicmlcIixcIklzQm9sZFwiOmZhbHNlLFwiSXNJdGFsaWNcIjpmYWxzZSxcIklzVW5kZXJsaW5lZFwiOmZhbHNlfSxcIkZvcmVncm91bmRcIjp7XCIkaWRcIjpcIjQ3XCIsXCJDb2xvclwiOntcIiRpZFwiOlwiNDhcIixcIkFcIjoyNTUsXCJSXCI6MjMyLFwiR1wiOjIzMixcIkJcIjoyMzJ9fSxcIkhvcml6b250YWxBbGlnbm1lbnRcIjoxLFwiSXNWaXNpYmxlXCI6dHJ1ZX0sXCJQZXJjZW50YWdlQ29tcGxldGVIaWdobGlnaHRTdHlsZVwiOntcIiRpZFwiOlwiNDlcIixcIkJhY2tncm91bmRcIjp7XCIkaWRcIjpcIjUwXCIsXCJDb2xvclwiOntcIiRpZFwiOlwiNTFcIixcIkFcIjo4OSxcIlJcIjowLFwiR1wiOjAsXCJCXCI6MH19fSxcIkR1cmF0aW9uU3R5bGVcIjp7XCIkaWRcIjpcIjUyXCIsXCJGb250U2V0dGluZ3NcIjp7XCIkaWRcIjpcIjUzXCIsXCJGb250U2l6ZVwiOjEwLFwiRm9udE5hbWVcIjpcIkNhbGlicmlcIixcIklzQm9sZFwiOmZhbHNlLFwiSXNJdGFsaWNcIjpmYWxzZSxcIklzVW5kZXJsaW5lZFwiOmZhbHNlfSxcIkZvcmVncm91bmRcIjp7XCIkaWRcIjpcIjU0XCIsXCJDb2xvclwiOntcIiRpZFwiOlwiNTVcIixcIkFcIjoyNTUsXCJSXCI6MjM3LFwiR1wiOjEyNSxcIkJcIjo0OX19LFwiSG9yaXpvbnRhbEFsaWdubWVudFwiOjAsXCJJc1Zpc2libGVcIjpmYWxzZX0sXCJIb3Jpem9udGFsQ29ubmVjdG9yU3R5bGVcIjp7XCIkaWRcIjpcIjU2XCIsXCJMaW5lU3R5bGVcIjp7XCIkaWRcIjpcIjU3XCIsXCJMaW5lQ29sb3JcIjp7XCIkaWRcIjpcIjU4XCIsXCJDb2xvclwiOntcIiRpZFwiOlwiNTlcIixcIkFcIjo1MSxcIlJcIjoyMSxcIkdcIjo5NixcIkJcIjoxMzB9fSxcIkxpbmVXZWlnaHRcIjoxLjAsXCJMaW5lVHlwZVwiOjB9LFwiSXNWaXNpYmxlXCI6dHJ1ZX0sXCJWZXJ0aWNhbENvbm5lY3RvclN0eWxlXCI6e1wiJGlkXCI6XCI2MFwiLFwiTGluZVN0eWxlXCI6e1wiJGlkXCI6XCI2MVwiLFwiTGluZUNvbG9yXCI6e1wiJGlkXCI6XCI2MlwiLFwiQ29sb3JcIjp7XCIkaWRcIjpcIjYzXCIsXCJBXCI6NTEsXCJSXCI6MjEsXCJHXCI6OTYsXCJCXCI6MTMwfX0sXCJMaW5lV2VpZ2h0XCI6MS4wLFwiTGluZVR5cGVcIjowfSxcIklzVmlzaWJsZVwiOmZhbHNlfSxcIk1hcmdpblwiOntcIiRpZFwiOlwiNjRcIixcIlRvcFwiOjAuMCxcIkxlZnRcIjowLjAsXCJSaWdodFwiOjAuMCxcIkJvdHRvbVwiOjAuMH0sXCJTdGFydERhdGVQb3NpdGlvblwiOjQsXCJFbmREYXRlUG9zaXRpb25cIjo0LFwiVGl0bGVQb3NpdGlvblwiOjMsXCJEdXJhdGlvblBvc2l0aW9uXCI6MCxcIlBlcmNlbnRhZ2VDb21wbGV0ZWRQb3NpdGlvblwiOjIsXCJWYXJpYW5jZVBvc2l0aW9uXCI6MixcIlNwYWNpbmdcIjozLFwiSXNCZWxvd1RpbWViYW5kXCI6ZmFsc2UsXCJCYXNlbGluZVN0eWxlXCI6e1wiJGlkXCI6XCI2NVwiLFwiQmFzZWxpbmVTaGFwZVN0eWxlXCI6e1wiJGlkXCI6XCI2NlwiLFwiTWFyZ2luXCI6e1wiJGlkXCI6XCI2N1wiLFwiVG9wXCI6MC4wLFwiTGVmdFwiOjAuMCxcIlJpZ2h0XCI6MC4wLFwiQm90dG9tXCI6MC4wfSxcIlBhZGRpbmdcIjp7XCIkaWRcIjpcIjY4XCIsXCJUb3BcIjowLjAsXCJMZWZ0XCI6MC4wLFwiUmlnaHRcIjowLjAsXCJCb3R0b21cIjowLjB9LFwiQmFja2dyb3VuZFwiOntcIiRpZFwiOlwiNjlcIixcIkNvbG9yXCI6e1wiJGlkXCI6XCI3MFwiLFwiQVwiOjE1MyxcIlJcIjowLFwiR1wiOjAsXCJCXCI6MH19LFwiSXNWaXNpYmxlXCI6ZmFsc2UsXCJXaWR0aFwiOjAuMCxcIkhlaWdodFwiOjAuMCxcIkJvcmRlclN0eWxlXCI6e1wiJGlkXCI6XCI3MVwiLFwiTGluZVN0eWxlXCI6e1wiJGlkXCI6XCI3MlwiLFwiTGluZUNvbG9yXCI6e1wiJGlkXCI6XCI3M1wiLFwiQ29sb3JcIjp7XCIkaWRcIjpcIjc0XCIsXCJBXCI6MjU1LFwiUlwiOjI1NSxcIkdcIjowLFwiQlwiOjB9fSxcIkxpbmVXZWlnaHRcIjoyLjAsXCJMaW5lVHlwZVwiOjB9LFwiSXNWaXNpYmxlXCI6ZmFsc2V9fX0sXCJTaGFwZVN0eWxlXCI6e1wiJGlkXCI6XCI3NVwiLFwiTWFyZ2luXCI6e1wiJGlkXCI6XCI3NlwiLFwiVG9wXCI6MC4wLFwiTGVmdFwiOjQuMCxcIlJpZ2h0XCI6NC4wLFwiQm90dG9tXCI6MC4wfSxcIlBhZGRpbmdcIjp7XCIkaWRcIjpcIjc3XCIsXCJUb3BcIjowLjAsXCJMZWZ0XCI6MC4wLFwiUmlnaHRcIjowLjAsXCJCb3R0b21cIjowLjB9LFwiQmFja2dyb3VuZFwiOntcIiRpZFwiOlwiNzhcIixcIkNvbG9yXCI6e1wiJGlkXCI6XCI3OVwiLFwiQVwiOjI1NSxcIlJcIjoyMSxcIkdcIjo5NixcIkJcIjoxMzB9fSxcIklzVmlzaWJsZVwiOnRydWUsXCJXaWR0aFwiOjAuMCxcIkhlaWdodFwiOjEwLjAsXCJCb3JkZXJTdHlsZVwiOntcIiRpZFwiOlwiODBcIixcIkxpbmVTdHlsZVwiOntcIiRpZFwiOlwiODFcIixcIkxpbmVDb2xvclwiOntcIiRpZFwiOlwiODJcIixcIkNvbG9yXCI6e1wiJGlkXCI6XCI4M1wiLFwiQVwiOjI1NSxcIlJcIjoyMzQsXCJHXCI6MjIsXCJCXCI6MzB9fSxcIkxpbmVXZWlnaHRcIjoyLjAsXCJMaW5lVHlwZVwiOjB9LFwiSXNWaXNpYmxlXCI6ZmFsc2V9fSxcIlRpdGxlU3R5bGVcIjp7XCIkaWRcIjpcIjg0XCIsXCJGb250U2V0dGluZ3NcIjp7XCIkaWRcIjpcIjg1XCIsXCJGb250U2l6ZVwiOjExLFwiRm9udE5hbWVcIjpcIkNhbGlicmlcIixcIklzQm9sZFwiOmZhbHNlLFwiSXNJdGFsaWNcIjpmYWxzZSxcIklzVW5kZXJsaW5lZFwiOmZhbHNlfSxcIkZvcmVncm91bmRcIjp7XCIkaWRcIjpcIjg2XCIsXCJDb2xvclwiOntcIiRpZFwiOlwiODdcIixcIkFcIjoyNTUsXCJSXCI6MCxcIkdcIjowLFwiQlwiOjB9fSxcIkhvcml6b250YWxBbGlnbm1lbnRcIjoyLFwiSXNWaXNpYmxlXCI6dHJ1ZX0sXCJEYXRlU3R5bGVcIjp7XCIkaWRcIjpcIjg4XCIsXCJGb250U2V0dGluZ3NcIjp7XCIkaWRcIjpcIjg5XCIsXCJGb250U2l6ZVwiOjEwLFwiRm9udE5hbWVcIjpcIkNhbGlicmlcIixcIklzQm9sZFwiOmZhbHNlLFwiSXNJdGFsaWNcIjpmYWxzZSxcIklzVW5kZXJsaW5lZFwiOmZhbHNlfSxcIkZvcmVncm91bmRcIjp7XCIkaWRcIjpcIjkwXCIsXCJDb2xvclwiOntcIiRpZFwiOlwiOTFcIixcIkFcIjoyNTUsXCJSXCI6MTQsXCJHXCI6NDAsXCJCXCI6NjV9fSxcIkhvcml6b250YWxBbGlnbm1lbnRcIjowLFwiSXNWaXNpYmxlXCI6dHJ1ZX0sXCJEYXRlRm9ybWF0XCI6e1wiJGlkXCI6XCI5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5M1wiLFwiRm9ybWF0XCI6MCxcIklzVmlzaWJsZVwiOmZhbHNlLFwiTGFzdEtub3duVmlzaWJpbGl0eVN0YXRlXCI6ZmFsc2V9LFwiVmFyaWFuY2VTdHlsZVwiOntcIiRpZFwiOlwiOTRcIixcIlZhcmlhbmNlVGV4dFN0eWxlXCI6e1wiJGlkXCI6XCI5NVwiLFwiRm9udFNldHRpbmdzXCI6e1wiJGlkXCI6XCI5NlwiLFwiRm9udFNpemVcIjoxMCxcIkZvbnROYW1lXCI6XCJDYWxpYnJpXCIsXCJJc0JvbGRcIjpmYWxzZSxcIklzSXRhbGljXCI6ZmFsc2UsXCJJc1VuZGVybGluZWRcIjpmYWxzZX0sXCJGb3JlZ3JvdW5kXCI6e1wiJGlkXCI6XCI5N1wiLFwiQ29sb3JcIjp7XCIkaWRcIjpcIjk4XCIsXCJBXCI6MjU1LFwiUlwiOjAsXCJHXCI6MCxcIkJcIjowfX0sXCJIb3Jpem9udGFsQWxpZ25tZW50XCI6MCxcIklzVmlzaWJsZVwiOnRydWV9fX0sXCJNaWxlc3RvbmVTdHlsZVwiOntcIiRpZFwiOlwiOTlcIixcIlNoYXBlXCI6MixcIklzQmVsb3dUaW1lYmFuZFwiOmZhbHNlLFwiU2hhcGVTaXplXCI6MSxcIlBhZGRpbmdcIjp7XCIkaWRcIjpcIjEwMFwiLFwiVG9wXCI6NS4wLFwiTGVmdFwiOjMuMCxcIlJpZ2h0XCI6MC4wLFwiQm90dG9tXCI6Mi4wfSxcIlNoYXBlU3R5bGVcIjp7XCIkaWRcIjpcIjEwMVwiLFwiTWFyZ2luXCI6e1wiJGlkXCI6XCIxMDJcIixcIlRvcFwiOjAuMCxcIkxlZnRcIjowLjAsXCJSaWdodFwiOjAuMCxcIkJvdHRvbVwiOjAuMH0sXCJQYWRkaW5nXCI6e1wiJGlkXCI6XCIxMDNcIixcIlRvcFwiOjAuMCxcIkxlZnRcIjowLjAsXCJSaWdodFwiOjAuMCxcIkJvdHRvbVwiOjAuMH0sXCJCYWNrZ3JvdW5kXCI6e1wiJGlkXCI6XCIxMDRcIixcIkNvbG9yXCI6e1wiJGlkXCI6XCIxMDVcIixcIkFcIjoyNTUsXCJSXCI6MjMzLFwiR1wiOjExMyxcIkJcIjo1MH19LFwiSXNWaXNpYmxlXCI6dHJ1ZSxcIldpZHRoXCI6MTguMCxcIkhlaWdodFwiOjIwLjAsXCJCb3JkZXJTdHlsZVwiOntcIiRpZFwiOlwiMTA2XCIsXCJMaW5lU3R5bGVcIjp7XCIkaWRcIjpcIjEwN1wiLFwiTGluZUNvbG9yXCI6e1wiJGlkXCI6XCIxMDhcIixcIkNvbG9yXCI6e1wiJGlkXCI6XCIxMDlcIixcIkFcIjoyNTUsXCJSXCI6MjM0LFwiR1wiOjIyLFwiQlwiOjMwfX0sXCJMaW5lV2VpZ2h0XCI6Mi4wLFwiTGluZVR5cGVcIjowfSxcIklzVmlzaWJsZVwiOmZhbHNlfX0sXCJUaXRsZVN0eWxlXCI6e1wiJGlkXCI6XCIxMTBcIixcIkZvbnRTZXR0aW5nc1wiOntcIiRpZFwiOlwiMTExXCIsXCJGb250U2l6ZVwiOjExLFwiRm9udE5hbWVcIjpcIkNhbGlicmlcIixcIklzQm9sZFwiOnRydWUsXCJJc0l0YWxpY1wiOmZhbHNlLFwiSXNVbmRlcmxpbmVkXCI6ZmFsc2V9LFwiRm9yZWdyb3VuZFwiOntcIiRpZFwiOlwiMTEyXCIsXCJDb2xvclwiOntcIiRpZFwiOlwiMTEzXCIsXCJBXCI6MjU1LFwiUlwiOjAsXCJHXCI6MCxcIkJcIjowfX0sXCJIb3Jpem9udGFsQWxpZ25tZW50XCI6MCxcIklzVmlzaWJsZVwiOnRydWV9LFwiRGF0ZVN0eWxlXCI6e1wiJGlkXCI6XCIxMTRcIixcIkZvbnRTZXR0aW5nc1wiOntcIiRpZFwiOlwiMTE1XCIsXCJGb250U2l6ZVwiOjEwLFwiRm9udE5hbWVcIjpcIkNhbGlicmlcIixcIklzQm9sZFwiOmZhbHNlLFwiSXNJdGFsaWNcIjpmYWxzZSxcIklzVW5kZXJsaW5lZFwiOmZhbHNlfSxcIkZvcmVncm91bmRcIjp7XCIkaWRcIjpcIjExNlwiLFwiQ29sb3JcIjp7XCIkaWRcIjpcIjExN1wiLFwiQVwiOjI1NSxcIlJcIjoxNCxcIkdcIjo0MCxcIkJcIjo2NX19LFwiSG9yaXpvbnRhbEFsaWdubWVudFwiOjAsXCJJc1Zpc2libGVcIjp0cnVlfSxcIkRhdGVGb3JtYXRcIjp7XCIkaWRcIjpcIjExOF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xMTlcIixcIkZvcm1hdFwiOjAsXCJJc1Zpc2libGVcIjpmYWxzZSxcIkxhc3RLbm93blZpc2liaWxpdHlTdGF0ZVwiOmZhbHNlfSxcIlZhcmlhbmNlU3R5bGVcIjp7XCIkaWRcIjpcIjEyMFwiLFwiVmFyaWFuY2VUZXh0U3R5bGVcIjp7XCIkaWRcIjpcIjEyMVwiLFwiRm9udFNldHRpbmdzXCI6e1wiJGlkXCI6XCIxMjJcIixcIkZvbnRTaXplXCI6MTAsXCJGb250TmFtZVwiOlwiQ2FsaWJyaVwiLFwiSXNCb2xkXCI6ZmFsc2UsXCJJc0l0YWxpY1wiOmZhbHNlLFwiSXNVbmRlcmxpbmVkXCI6ZmFsc2V9LFwiRm9yZWdyb3VuZFwiOntcIiRpZFwiOlwiMTIzXCIsXCJDb2xvclwiOntcIiRpZFwiOlwiMTI0XCIsXCJBXCI6MjU1LFwiUlwiOjAsXCJHXCI6MCxcIkJcIjowfX0sXCJIb3Jpem9udGFsQWxpZ25tZW50XCI6MCxcIklzVmlzaWJsZVwiOnRydWV9fX0sXCJNb3RTdHlsZVwiOntcIiRpZFwiOlwiMTI1XCIsXCJTaGFwZVwiOjIsXCJTaGFwZVNpemVcIjoxLFwiRGV0YWlsc1NwYWNpbmdcIjowLjAsXCJQYWRkaW5nXCI6e1wiJGlkXCI6XCIxMjZcIixcIlRvcFwiOjUuMCxcIkxlZnRcIjozLjAsXCJSaWdodFwiOjAuMCxcIkJvdHRvbVwiOjIuMH0sXCJQb3NpdGlvbk9uVGFza1wiOjEsXCJTaGFwZVN0eWxlXCI6e1wiJGlkXCI6XCIxMjdcIixcIk1hcmdpblwiOntcIiRpZFwiOlwiMTI4XCIsXCJUb3BcIjowLjAsXCJMZWZ0XCI6MC4wLFwiUmlnaHRcIjowLjAsXCJCb3R0b21cIjowLjB9LFwiUGFkZGluZ1wiOntcIiRpZFwiOlwiMTI5XCIsXCJUb3BcIjowLjAsXCJMZWZ0XCI6MC4wLFwiUmlnaHRcIjowLjAsXCJCb3R0b21cIjowLjB9LFwiQmFja2dyb3VuZFwiOntcIiRpZFwiOlwiMTMwXCIsXCJDb2xvclwiOntcIiRpZFwiOlwiMTMxXCIsXCJBXCI6MjU1LFwiUlwiOjIzMyxcIkdcIjoxMTMsXCJCXCI6NTB9fSxcIklzVmlzaWJsZVwiOnRydWUsXCJXaWR0aFwiOjEzLjAsXCJIZWlnaHRcIjoxMy4wLFwiQm9yZGVyU3R5bGVcIjp7XCIkaWRcIjpcIjEzMlwiLFwiTGluZVN0eWxlXCI6e1wiJGlkXCI6XCIxMzNcIixcIkxpbmVDb2xvclwiOntcIiRpZFwiOlwiMTM0XCIsXCJDb2xvclwiOntcIiRpZFwiOlwiMTM1XCIsXCJBXCI6MjU1LFwiUlwiOjIzNCxcIkdcIjoyMixcIkJcIjozMH19LFwiTGluZVdlaWdodFwiOjIuMCxcIkxpbmVUeXBlXCI6MH0sXCJJc1Zpc2libGVcIjpmYWxzZX19LFwiVGl0bGVTdHlsZVwiOntcIiRpZFwiOlwiMTM2XCIsXCJGb250U2V0dGluZ3NcIjp7XCIkaWRcIjpcIjEzN1wiLFwiRm9udFNpemVcIjoxMSxcIkZvbnROYW1lXCI6XCJDYWxpYnJpXCIsXCJJc0JvbGRcIjp0cnVlLFwiSXNJdGFsaWNcIjpmYWxzZSxcIklzVW5kZXJsaW5lZFwiOmZhbHNlfSxcIkZvcmVncm91bmRcIjp7XCIkaWRcIjpcIjEzOFwiLFwiQ29sb3JcIjp7XCIkaWRcIjpcIjEzOVwiLFwiQVwiOjI1NSxcIlJcIjowLFwiR1wiOjAsXCJCXCI6MH19LFwiSG9yaXpvbnRhbEFsaWdubWVudFwiOjAsXCJJc1Zpc2libGVcIjp0cnVlfSxcIkRhdGVTdHlsZVwiOntcIiRpZFwiOlwiMTQwXCIsXCJGb250U2V0dGluZ3NcIjp7XCIkaWRcIjpcIjE0MVwiLFwiRm9udFNpemVcIjoxMCxcIkZvbnROYW1lXCI6XCJDYWxpYnJpXCIsXCJJc0JvbGRcIjpmYWxzZSxcIklzSXRhbGljXCI6ZmFsc2UsXCJJc1VuZGVybGluZWRcIjpmYWxzZX0sXCJGb3JlZ3JvdW5kXCI6e1wiJGlkXCI6XCIxNDJcIixcIkNvbG9yXCI6e1wiJGlkXCI6XCIxNDNcIixcIkFcIjoyNTUsXCJSXCI6MTQsXCJHXCI6NDAsXCJCXCI6NjV9fSxcIkhvcml6b250YWxBbGlnbm1lbnRcIjowLFwiSXNWaXNpYmxlXCI6dHJ1ZX0sXCJEYXRlRm9ybWF0XCI6e1wiJGlkXCI6XCIxNDRcIixcIkZvcm1hdFN0cmluZ1wiOlwiTU1NIGQsIHl5eXlcIixcIlNlcGFyYXRvclwiOlwiL1wiLFwiVXNlSW50ZXJuYXRpb25hbERhdGVGb3JtYXRcIjpmYWxzZSxcIkRhdGVJc1Zpc2libGVcIjp0cnVlLFwiVGltZUlzVmlzaWJsZVwiOmZhbHNlLFwiSG91ckRpZ2l0c1wiOjEsXCJBbVBtRGVzaWduYXRvclwiOjIsXCJUcmltMDBNaW51dGVzXCI6ZmFsc2V9LFwiV2Vla051bWJlcmluZ1wiOntcIiRpZFwiOlwiMTQ1XCIsXCJGb3JtYXRcIjowLFwiSXNWaXNpYmxlXCI6ZmFsc2UsXCJMYXN0S25vd25WaXNpYmlsaXR5U3RhdGVcIjpmYWxzZX0sXCJWYXJpYW5jZVN0eWxlXCI6e1wiJGlkXCI6XCIxNDZcIixcIlZhcmlhbmNlVGV4dFN0eWxlXCI6e1wiJGlkXCI6XCIxNDdcIixcIkZvbnRTZXR0aW5nc1wiOntcIiRpZFwiOlwiMTQ4XCIsXCJGb250U2l6ZVwiOjEwLFwiRm9udE5hbWVcIjpcIkNhbGlicmlcIixcIklzQm9sZFwiOmZhbHNlLFwiSXNJdGFsaWNcIjpmYWxzZSxcIklzVW5kZXJsaW5lZFwiOmZhbHNlfSxcIkZvcmVncm91bmRcIjp7XCIkaWRcIjpcIjE0OVwiLFwiQ29sb3JcIjp7XCIkaWRcIjpcIjE1MFwiLFwiQVwiOjI1NSxcIlJcIjowLFwiR1wiOjAsXCJCXCI6MH19LFwiSG9yaXpvbnRhbEFsaWdubWVudFwiOjAsXCJJc1Zpc2libGVcIjp0cnVlfX19LFwiU3dpbWxhbmVWMlN0eWxlXCI6e1wiJGlkXCI6XCIxNTFcIixcIlN0eWxlSWRcIjpcIjMzMmNmYjEzLWI0MDEtNGVjMy1iNjU1LTczOTY4ZDA0ZDc0OVwiLFwiTmFtZVwiOlwiU3dpbWxhbmUgU3R5bGUgMVwiLFwiSGVhZGVyU3R5bGVcIjp7XCIkaWRcIjpcIjE1MlwiLFwiVGV4dFN0eWxlXCI6e1wiJGlkXCI6XCIxNTNcIixcIkZvbnRTZXR0aW5nc1wiOntcIiRpZFwiOlwiMTU0XCIsXCJGb250U2l6ZVwiOjExLFwiRm9udE5hbWVcIjpcIkNhbGlicmlcIixcIklzQm9sZFwiOmZhbHNlLFwiSXNJdGFsaWNcIjpmYWxzZSxcIklzVW5kZXJsaW5lZFwiOmZhbHNlfSxcIkZvcmVncm91bmRcIjp7XCIkaWRcIjpcIjE1NVwiLFwiQ29sb3JcIjp7XCIkaWRcIjpcIjE1NlwiLFwiQVwiOjI1NSxcIlJcIjoyNTUsXCJHXCI6MjU1LFwiQlwiOjI1NX19LFwiSG9yaXpvbnRhbEFsaWdubWVudFwiOjAsXCJJc1Zpc2libGVcIjp0cnVlfSxcIlJlY3RhbmdsZVN0eWxlXCI6e1wiJGlkXCI6XCIxNTdcIixcIk1hcmdpblwiOntcIiRpZFwiOlwiMTU4XCIsXCJUb3BcIjowLjAsXCJMZWZ0XCI6MC4wLFwiUmlnaHRcIjowLjAsXCJCb3R0b21cIjowLjB9LFwiUGFkZGluZ1wiOntcIiRpZFwiOlwiMTU5XCIsXCJUb3BcIjowLjAsXCJMZWZ0XCI6MC4wLFwiUmlnaHRcIjowLjAsXCJCb3R0b21cIjowLjB9LFwiQmFja2dyb3VuZFwiOntcIiRpZFwiOlwiMTYwXCIsXCJDb2xvclwiOntcIiRpZFwiOlwiMTYxXCIsXCJBXCI6MjU1LFwiUlwiOjIxLFwiR1wiOjk2LFwiQlwiOjEzMH19LFwiSXNWaXNpYmxlXCI6dHJ1ZSxcIldpZHRoXCI6MC4wLFwiSGVpZ2h0XCI6MC4wLFwiQm9yZGVyU3R5bGVcIjp7XCIkaWRcIjpcIjE2MlwiLFwiTGluZVN0eWxlXCI6e1wiJGlkXCI6XCIxNjNcIixcIkxpbmVDb2xvclwiOntcIiRpZFwiOlwiMTY0XCIsXCJDb2xvclwiOntcIiRpZFwiOlwiMTY1XCIsXCJBXCI6MjU1LFwiUlwiOjI1NSxcIkdcIjoyNTUsXCJCXCI6MjU1fX0sXCJMaW5lV2VpZ2h0XCI6MC4wLFwiTGluZVR5cGVcIjowfSxcIklzVmlzaWJsZVwiOmZhbHNlfX19LFwiQmFja2dyb3VuZFN0eWxlXCI6e1wiJGlkXCI6XCIxNjZcIixcIk1hcmdpblwiOntcIiRpZFwiOlwiMTY3XCIsXCJUb3BcIjowLjAsXCJMZWZ0XCI6MC4wLFwiUmlnaHRcIjowLjAsXCJCb3R0b21cIjowLjB9LFwiUGFkZGluZ1wiOntcIiRpZFwiOlwiMTY4XCIsXCJUb3BcIjowLjAsXCJMZWZ0XCI6MC4wLFwiUmlnaHRcIjowLjAsXCJCb3R0b21cIjowLjB9LFwiQmFja2dyb3VuZFwiOntcIiRpZFwiOlwiMTY5XCIsXCJDb2xvclwiOntcIiRpZFwiOlwiMTcwXCIsXCJBXCI6NTEsXCJSXCI6MjAwLFwiR1wiOjIwMCxcIkJcIjoyMDB9fSxcIklzVmlzaWJsZVwiOnRydWUsXCJXaWR0aFwiOjAuMCxcIkhlaWdodFwiOjAuMCxcIkJvcmRlclN0eWxlXCI6e1wiJGlkXCI6XCIxNzFcIixcIkxpbmVTdHlsZVwiOntcIiRpZFwiOlwiMTcyXCIsXCJMaW5lQ29sb3JcIjp7XCIkaWRcIjpcIjE3M1wiLFwiQ29sb3JcIjp7XCIkaWRcIjpcIjE3NFwiLFwiQVwiOjI1NSxcIlJcIjoyMzQsXCJHXCI6MjIsXCJCXCI6MzB9fSxcIkxpbmVXZWlnaHRcIjoyLjAsXCJMaW5lVHlwZVwiOjB9LFwiSXNWaXNpYmxlXCI6ZmFsc2V9fSxcIklzQWJvdmVUaW1lYmFuZFwiOmZhbHNlLFwiU3BhY2luZ1wiOjMsXCJEZWZhdWx0U3dpbWxhbmVBY3Rpdml0eVN0eWxlXCI6e1wiJGlkXCI6XCIxNzVcIixcIkhlYWRlclN0eWxlXCI6e1wiJGlkXCI6XCIxNzZcIixcIlRleHRTdHlsZVwiOntcIiRpZFwiOlwiMTc3XCIsXCJGb250U2V0dGluZ3NcIjp7XCIkaWRcIjpcIjE3OFwiLFwiRm9udFNpemVcIjoxMSxcIkZvbnROYW1lXCI6XCJDYWxpYnJpXCIsXCJJc0JvbGRcIjpmYWxzZSxcIklzSXRhbGljXCI6ZmFsc2UsXCJJc1VuZGVybGluZWRcIjpmYWxzZX0sXCJGb3JlZ3JvdW5kXCI6e1wiJGlkXCI6XCIxNzlcIixcIkNvbG9yXCI6e1wiJGlkXCI6XCIxODBcIixcIkFcIjoyNTUsXCJSXCI6MCxcIkdcIjowLFwiQlwiOjB9fSxcIkhvcml6b250YWxBbGlnbm1lbnRcIjowLFwiSXNWaXNpYmxlXCI6dHJ1ZX0sXCJSZWN0YW5nbGVTdHlsZVwiOntcIiRpZFwiOlwiMTgxXCIsXCJNYXJnaW5cIjp7XCIkaWRcIjpcIjE4MlwiLFwiVG9wXCI6MC4wLFwiTGVmdFwiOjAuMCxcIlJpZ2h0XCI6MC4wLFwiQm90dG9tXCI6MC4wfSxcIlBhZGRpbmdcIjp7XCIkaWRcIjpcIjE4M1wiLFwiVG9wXCI6MC4wLFwiTGVmdFwiOjAuMCxcIlJpZ2h0XCI6MC4wLFwiQm90dG9tXCI6MC4wfSxcIkJhY2tncm91bmRcIjp7XCIkaWRcIjpcIjE4NFwiLFwiQ29sb3JcIjp7XCIkaWRcIjpcIjE4NVwiLFwiQVwiOjYzLFwiUlwiOjIxLFwiR1wiOjk2LFwiQlwiOjEzMH19LFwiSXNWaXNpYmxlXCI6dHJ1ZSxcIldpZHRoXCI6MC4wLFwiSGVpZ2h0XCI6MC4wLFwiQm9yZGVyU3R5bGVcIjp7XCIkaWRcIjpcIjE4NlwiLFwiTGluZVN0eWxlXCI6e1wiJGlkXCI6XCIxODdcIixcIkxpbmVDb2xvclwiOntcIiRpZFwiOlwiMTg4XCIsXCJDb2xvclwiOntcIiRpZFwiOlwiMTg5XCIsXCJBXCI6MjU1LFwiUlwiOjI1NSxcIkdcIjowLFwiQlwiOjB9fSxcIkxpbmVXZWlnaHRcIjowLjAsXCJMaW5lVHlwZVwiOjB9LFwiSXNWaXNpYmxlXCI6ZmFsc2V9fX0sXCJCYWNrZ3JvdW5kU3R5bGVcIjp7XCIkaWRcIjpcIjE5MFwiLFwiTWFyZ2luXCI6e1wiJGlkXCI6XCIxOTFcIixcIlRvcFwiOjAuMCxcIkxlZnRcIjowLjAsXCJSaWdodFwiOjAuMCxcIkJvdHRvbVwiOjAuMH0sXCJQYWRkaW5nXCI6e1wiJGlkXCI6XCIxOTJcIixcIlRvcFwiOjAuMCxcIkxlZnRcIjowLjAsXCJSaWdodFwiOjAuMCxcIkJvdHRvbVwiOjAuMH0sXCJCYWNrZ3JvdW5kXCI6e1wiJGlkXCI6XCIxOTNcIixcIkNvbG9yXCI6e1wiJGlkXCI6XCIxOTRcIixcIkFcIjo1MSxcIlJcIjoyMDAsXCJHXCI6MjAwLFwiQlwiOjIwMH19LFwiSXNWaXNpYmxlXCI6dHJ1ZSxcIldpZHRoXCI6MC4wLFwiSGVpZ2h0XCI6MC4wLFwiQm9yZGVyU3R5bGVcIjp7XCIkaWRcIjpcIjE5NVwiLFwiTGluZVN0eWxlXCI6e1wiJGlkXCI6XCIxOTZcIixcIkxpbmVDb2xvclwiOntcIiRpZFwiOlwiMTk3XCIsXCJDb2xvclwiOntcIiRpZFwiOlwiMTk4XCIsXCJBXCI6MjU1LFwiUlwiOjIzNCxcIkdcIjoyMixcIkJcIjozMH19LFwiTGluZVdlaWdodFwiOjIuMCxcIkxpbmVUeXBlXCI6MH0sXCJJc1Zpc2libGVcIjpmYWxzZX19fSxcIkRlZmF1bHRTd2ltbGFuZU1pbGVzdG9uZVN0eWxlXCI6e1wiJGlkXCI6XCIxOTlcIixcIlRpdGxlUG9zaXRpb25cIjowLFwiRGF0ZVBvc2l0aW9uXCI6MixcIlZhcmlhbmNlUG9zaXRpb25cIjoyLFwiU2hhcGVUeXBlXCI6MSxcIlNoYXBlU2l6ZVwiOjAsXCJTcGFjaW5nXCI6NSxcIlNoYXBlU3R5bGVcIjp7XCIkaWRcIjpcIjIwMFwiLFwiTWFyZ2luXCI6e1wiJGlkXCI6XCIyMDFcIixcIlRvcFwiOjAuMCxcIkxlZnRcIjowLjAsXCJSaWdodFwiOjAuMCxcIkJvdHRvbVwiOjAuMH0sXCJQYWRkaW5nXCI6e1wiJGlkXCI6XCIyMDJcIixcIlRvcFwiOjAuMCxcIkxlZnRcIjowLjAsXCJSaWdodFwiOjAuMCxcIkJvdHRvbVwiOjAuMH0sXCJCYWNrZ3JvdW5kXCI6e1wiJGlkXCI6XCIyMDNcIixcIkNvbG9yXCI6e1wiJGlkXCI6XCIyMDRcIixcIkFcIjoyNTUsXCJSXCI6MjEsXCJHXCI6OTYsXCJCXCI6MTMwfX0sXCJJc1Zpc2libGVcIjp0cnVlLFwiV2lkdGhcIjoxMi4wLFwiSGVpZ2h0XCI6MTQuMCxcIkJvcmRlclN0eWxlXCI6e1wiJGlkXCI6XCIyMDVcIixcIkxpbmVTdHlsZVwiOntcIiRpZFwiOlwiMjA2XCIsXCJMaW5lQ29sb3JcIjp7XCIkaWRcIjpcIjIwN1wiLFwiQ29sb3JcIjp7XCIkaWRcIjpcIjIwOFwiLFwiQVwiOjI1NSxcIlJcIjoyMzQsXCJHXCI6MjIsXCJCXCI6MzB9fSxcIkxpbmVXZWlnaHRcIjoyLjAsXCJMaW5lVHlwZVwiOjB9LFwiSXNWaXNpYmxlXCI6ZmFsc2V9fSxcIlRpdGxlU3R5bGVcIjp7XCIkaWRcIjpcIjIwOVwiLFwiRm9udFNldHRpbmdzXCI6e1wiJGlkXCI6XCIyMTBcIixcIkZvbnRTaXplXCI6MTEsXCJGb250TmFtZVwiOlwiQ2FsaWJyaVwiLFwiSXNCb2xkXCI6ZmFsc2UsXCJJc0l0YWxpY1wiOmZhbHNlLFwiSXNVbmRlcmxpbmVkXCI6ZmFsc2V9LFwiRm9yZWdyb3VuZFwiOntcIiRpZFwiOlwiMjExXCIsXCJDb2xvclwiOntcIiRpZFwiOlwiMjEyXCIsXCJBXCI6MjU1LFwiUlwiOjAsXCJHXCI6MCxcIkJcIjowfX0sXCJIb3Jpem9udGFsQWxpZ25tZW50XCI6MixcIklzVmlzaWJsZVwiOnRydWV9LFwiRGF0ZVN0eWxlXCI6e1wiJGlkXCI6XCIyMTNcIixcIkZvbnRTZXR0aW5nc1wiOntcIiRpZFwiOlwiMjE0XCIsXCJGb250U2l6ZVwiOjEwLFwiRm9udE5hbWVcIjpcIkNhbGlicmlcIixcIklzQm9sZFwiOmZhbHNlLFwiSXNJdGFsaWNcIjpmYWxzZSxcIklzVW5kZXJsaW5lZFwiOmZhbHNlfSxcIkZvcmVncm91bmRcIjp7XCIkaWRcIjpcIjIxNVwiLFwiQ29sb3JcIjp7XCIkaWRcIjpcIjIxNlwiLFwiQVwiOjI1NSxcIlJcIjoxNCxcIkdcIjo0MCxcIkJcIjo2NX19LFwiSG9yaXpvbnRhbEFsaWdubWVudFwiOjAsXCJJc1Zpc2libGVcIjp0cnVlfSxcIkRhdGVGb3JtYXRcIjp7XCIkaWRcIjpcIjIxN1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yMThcIixcIkZvcm1hdFwiOjAsXCJJc1Zpc2libGVcIjpmYWxzZSxcIkxhc3RLbm93blZpc2liaWxpdHlTdGF0ZVwiOmZhbHNlfSxcIlZhcmlhbmNlU3R5bGVcIjp7XCIkaWRcIjpcIjIxOVwiLFwiVmFyaWFuY2VUZXh0U3R5bGVcIjp7XCIkaWRcIjpcIjIyMFwiLFwiRm9udFNldHRpbmdzXCI6e1wiJGlkXCI6XCIyMjFcIixcIkZvbnRTaXplXCI6MTAsXCJGb250TmFtZVwiOlwiQ2FsaWJyaVwiLFwiSXNCb2xkXCI6ZmFsc2UsXCJJc0l0YWxpY1wiOmZhbHNlLFwiSXNVbmRlcmxpbmVkXCI6ZmFsc2V9LFwiRm9yZWdyb3VuZFwiOntcIiRpZFwiOlwiMjIyXCIsXCJDb2xvclwiOntcIiRpZFwiOlwiMjIzXCIsXCJBXCI6MjU1LFwiUlwiOjAsXCJHXCI6MCxcIkJcIjowfX0sXCJIb3Jpem9udGFsQWxpZ25tZW50XCI6MCxcIklzVmlzaWJsZVwiOnRydWV9fX0sXCJEZWZhdWx0U3dpbWxhbmVUYXNrU3R5bGVcIjp7XCIkaWRcIjpcIjIyNFwiLFwiU2hhcGVcIjoxLFwiU2hhcGVUaGlja25lc3NcIjowLFwiRHVyYXRpb25Gb3JtYXRcIjowLFwiUGVyY2VudGFnZUNvbXBsZXRlVGV4dFN0eWxlXCI6e1wiJGlkXCI6XCIyMjVcIixcIkZvbnRTZXR0aW5nc1wiOntcIiRpZFwiOlwiMjI2XCIsXCJGb250U2l6ZVwiOjEwLFwiRm9udE5hbWVcIjpcIkNhbGlicmlcIixcIklzQm9sZFwiOmZhbHNlLFwiSXNJdGFsaWNcIjpmYWxzZSxcIklzVW5kZXJsaW5lZFwiOmZhbHNlfSxcIkZvcmVncm91bmRcIjp7XCIkaWRcIjpcIjIyN1wiLFwiQ29sb3JcIjp7XCIkaWRcIjpcIjIyOFwiLFwiQVwiOjI1NSxcIlJcIjoyMzIsXCJHXCI6MjMyLFwiQlwiOjIzMn19LFwiSG9yaXpvbnRhbEFsaWdubWVudFwiOjEsXCJJc1Zpc2libGVcIjp0cnVlfSxcIlBlcmNlbnRhZ2VDb21wbGV0ZUhpZ2hsaWdodFN0eWxlXCI6e1wiJGlkXCI6XCIyMjlcIixcIkJhY2tncm91bmRcIjp7XCIkaWRcIjpcIjIzMFwiLFwiQ29sb3JcIjp7XCIkaWRcIjpcIjIzMVwiLFwiQVwiOjg5LFwiUlwiOjAsXCJHXCI6MCxcIkJcIjowfX19LFwiRHVyYXRpb25TdHlsZVwiOntcIiRpZFwiOlwiMjMyXCIsXCJGb250U2V0dGluZ3NcIjp7XCIkaWRcIjpcIjIzM1wiLFwiRm9udFNpemVcIjoxMCxcIkZvbnROYW1lXCI6XCJDYWxpYnJpXCIsXCJJc0JvbGRcIjpmYWxzZSxcIklzSXRhbGljXCI6ZmFsc2UsXCJJc1VuZGVybGluZWRcIjpmYWxzZX0sXCJGb3JlZ3JvdW5kXCI6e1wiJGlkXCI6XCIyMzRcIixcIkNvbG9yXCI6e1wiJGlkXCI6XCIyMzVcIixcIkFcIjoyNTUsXCJSXCI6MjM3LFwiR1wiOjEyNSxcIkJcIjo0OX19LFwiSG9yaXpvbnRhbEFsaWdubWVudFwiOjAsXCJJc1Zpc2libGVcIjpmYWxzZX0sXCJNYXJnaW5cIjp7XCIkaWRcIjpcIjIzNlwiLFwiVG9wXCI6MC4wLFwiTGVmdFwiOjAuMCxcIlJpZ2h0XCI6MC4wLFwiQm90dG9tXCI6MC4wfSxcIlN0YXJ0RGF0ZVBvc2l0aW9uXCI6MyxcIkVuZERhdGVQb3NpdGlvblwiOjMsXCJUaXRsZVBvc2l0aW9uXCI6NCxcIkR1cmF0aW9uUG9zaXRpb25cIjowLFwiUGVyY2VudGFnZUNvbXBsZXRlZFBvc2l0aW9uXCI6MixcIlZhcmlhbmNlUG9zaXRpb25cIjoyLFwiU3BhY2luZ1wiOjMsXCJCYXNlbGluZVN0eWxlXCI6e1wiJGlkXCI6XCIyMzdcIixcIkJhc2VsaW5lU2hhcGVTdHlsZVwiOntcIiRpZFwiOlwiMjM4XCIsXCJNYXJnaW5cIjp7XCIkaWRcIjpcIjIzOVwiLFwiVG9wXCI6MC4wLFwiTGVmdFwiOjAuMCxcIlJpZ2h0XCI6MC4wLFwiQm90dG9tXCI6MC4wfSxcIlBhZGRpbmdcIjp7XCIkaWRcIjpcIjI0MFwiLFwiVG9wXCI6MC4wLFwiTGVmdFwiOjAuMCxcIlJpZ2h0XCI6MC4wLFwiQm90dG9tXCI6MC4wfSxcIkJhY2tncm91bmRcIjp7XCIkaWRcIjpcIjI0MVwiLFwiQ29sb3JcIjp7XCIkaWRcIjpcIjI0MlwiLFwiQVwiOjE1MyxcIlJcIjowLFwiR1wiOjAsXCJCXCI6MH19LFwiSXNWaXNpYmxlXCI6ZmFsc2UsXCJXaWR0aFwiOjAuMCxcIkhlaWdodFwiOjAuMCxcIkJvcmRlclN0eWxlXCI6e1wiJGlkXCI6XCIyNDNcIixcIkxpbmVTdHlsZVwiOntcIiRpZFwiOlwiMjQ0XCIsXCJMaW5lQ29sb3JcIjp7XCIkaWRcIjpcIjI0NVwiLFwiQ29sb3JcIjp7XCIkaWRcIjpcIjI0NlwiLFwiQVwiOjI1NSxcIlJcIjoyNTUsXCJHXCI6MCxcIkJcIjowfX0sXCJMaW5lV2VpZ2h0XCI6Mi4wLFwiTGluZVR5cGVcIjowfSxcIklzVmlzaWJsZVwiOmZhbHNlfX19LFwiU2hhcGVTdHlsZVwiOntcIiRpZFwiOlwiMjQ3XCIsXCJNYXJnaW5cIjp7XCIkaWRcIjpcIjI0OFwiLFwiVG9wXCI6MC4wLFwiTGVmdFwiOjQuMCxcIlJpZ2h0XCI6NC4wLFwiQm90dG9tXCI6MC4wfSxcIlBhZGRpbmdcIjp7XCIkaWRcIjpcIjI0OVwiLFwiVG9wXCI6MC4wLFwiTGVmdFwiOjAuMCxcIlJpZ2h0XCI6MC4wLFwiQm90dG9tXCI6MC4wfSxcIkJhY2tncm91bmRcIjp7XCIkaWRcIjpcIjI1MFwiLFwiQ29sb3JcIjp7XCIkaWRcIjpcIjI1MVwiLFwiQVwiOjI1NSxcIlJcIjoyMSxcIkdcIjo5NixcIkJcIjoxMzB9fSxcIklzVmlzaWJsZVwiOnRydWUsXCJXaWR0aFwiOjAuMCxcIkhlaWdodFwiOjEwLjAsXCJCb3JkZXJTdHlsZVwiOntcIiRpZFwiOlwiMjUyXCIsXCJMaW5lU3R5bGVcIjp7XCIkaWRcIjpcIjI1M1wiLFwiTGluZUNvbG9yXCI6e1wiJGlkXCI6XCIyNTRcIixcIkNvbG9yXCI6e1wiJGlkXCI6XCIyNTVcIixcIkFcIjoyNTUsXCJSXCI6MjM0LFwiR1wiOjIyLFwiQlwiOjMwfX0sXCJMaW5lV2VpZ2h0XCI6Mi4wLFwiTGluZVR5cGVcIjowfSxcIklzVmlzaWJsZVwiOmZhbHNlfX0sXCJUaXRsZVN0eWxlXCI6e1wiJGlkXCI6XCIyNTZcIixcIkZvbnRTZXR0aW5nc1wiOntcIiRpZFwiOlwiMjU3XCIsXCJGb250U2l6ZVwiOjExLFwiRm9udE5hbWVcIjpcIkNhbGlicmlcIixcIklzQm9sZFwiOmZhbHNlLFwiSXNJdGFsaWNcIjpmYWxzZSxcIklzVW5kZXJsaW5lZFwiOmZhbHNlfSxcIkZvcmVncm91bmRcIjp7XCIkaWRcIjpcIjI1OFwiLFwiQ29sb3JcIjp7XCIkaWRcIjpcIjI1OVwiLFwiQVwiOjI1NSxcIlJcIjowLFwiR1wiOjAsXCJCXCI6MH19LFwiSG9yaXpvbnRhbEFsaWdubWVudFwiOjAsXCJJc1Zpc2libGVcIjp0cnVlfSxcIkRhdGVTdHlsZVwiOntcIiRpZFwiOlwiMjYwXCIsXCJGb250U2V0dGluZ3NcIjp7XCIkaWRcIjpcIjI2MVwiLFwiRm9udFNpemVcIjoxMCxcIkZvbnROYW1lXCI6XCJDYWxpYnJpXCIsXCJJc0JvbGRcIjpmYWxzZSxcIklzSXRhbGljXCI6ZmFsc2UsXCJJc1VuZGVybGluZWRcIjpmYWxzZX0sXCJGb3JlZ3JvdW5kXCI6e1wiJGlkXCI6XCIyNjJcIixcIkNvbG9yXCI6e1wiJGlkXCI6XCIyNjNcIixcIkFcIjoyNTUsXCJSXCI6MTQsXCJHXCI6NDAsXCJCXCI6NjV9fSxcIkhvcml6b250YWxBbGlnbm1lbnRcIjoyLFwiSXNWaXNpYmxlXCI6dHJ1ZX0sXCJEYXRlRm9ybWF0XCI6e1wiJGlkXCI6XCIyNjR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Y1XCIsXCJGb3JtYXRcIjowLFwiSXNWaXNpYmxlXCI6ZmFsc2UsXCJMYXN0S25vd25WaXNpYmlsaXR5U3RhdGVcIjpmYWxzZX0sXCJWYXJpYW5jZVN0eWxlXCI6e1wiJGlkXCI6XCIyNjZcIixcIlZhcmlhbmNlVGV4dFN0eWxlXCI6e1wiJGlkXCI6XCIyNjdcIixcIkZvbnRTZXR0aW5nc1wiOntcIiRpZFwiOlwiMjY4XCIsXCJGb250U2l6ZVwiOjEwLFwiRm9udE5hbWVcIjpcIkNhbGlicmlcIixcIklzQm9sZFwiOmZhbHNlLFwiSXNJdGFsaWNcIjpmYWxzZSxcIklzVW5kZXJsaW5lZFwiOmZhbHNlfSxcIkZvcmVncm91bmRcIjp7XCIkaWRcIjpcIjI2OVwiLFwiQ29sb3JcIjp7XCIkaWRcIjpcIjI3MFwiLFwiQVwiOjI1NSxcIlJcIjowLFwiR1wiOjAsXCJCXCI6MH19LFwiSG9yaXpvbnRhbEFsaWdubWVudFwiOjAsXCJJc1Zpc2libGVcIjp0cnVlfX19LFwiRGVmYXVsdFN3aW1sYW5lTW90U3R5bGVcIjp7XCIkaWRcIjpcIjI3MVwiLFwiU2hhcGVcIjoxLFwiU2hhcGVTaXplXCI6MCxcIkRldGFpbHNTcGFjaW5nXCI6MC4wLFwiUGFkZGluZ1wiOntcIiRpZFwiOlwiMjcyXCIsXCJUb3BcIjo1LjAsXCJMZWZ0XCI6My4wLFwiUmlnaHRcIjowLjAsXCJCb3R0b21cIjoyLjB9LFwiUG9zaXRpb25PblRhc2tcIjoxLFwiU2hhcGVTdHlsZVwiOntcIiRpZFwiOlwiMjczXCIsXCJNYXJnaW5cIjp7XCIkaWRcIjpcIjI3NFwiLFwiVG9wXCI6MC4wLFwiTGVmdFwiOjAuMCxcIlJpZ2h0XCI6MC4wLFwiQm90dG9tXCI6MC4wfSxcIlBhZGRpbmdcIjp7XCIkaWRcIjpcIjI3NVwiLFwiVG9wXCI6MC4wLFwiTGVmdFwiOjAuMCxcIlJpZ2h0XCI6MC4wLFwiQm90dG9tXCI6MC4wfSxcIkJhY2tncm91bmRcIjp7XCIkaWRcIjpcIjI3NlwiLFwiQ29sb3JcIjp7XCIkaWRcIjpcIjI3N1wiLFwiQVwiOjI1NSxcIlJcIjoxMSxcIkdcIjo0OCxcIkJcIjo2NX19LFwiSXNWaXNpYmxlXCI6dHJ1ZSxcIldpZHRoXCI6MTIuMCxcIkhlaWdodFwiOjE0LjAsXCJCb3JkZXJTdHlsZVwiOntcIiRpZFwiOlwiMjc4XCIsXCJMaW5lU3R5bGVcIjp7XCIkaWRcIjpcIjI3OVwiLFwiTGluZUNvbG9yXCI6e1wiJGlkXCI6XCIyODBcIixcIkNvbG9yXCI6e1wiJGlkXCI6XCIyODFcIixcIkFcIjoyNTUsXCJSXCI6MjU1LFwiR1wiOjAsXCJCXCI6MH19LFwiTGluZVdlaWdodFwiOjAuMCxcIkxpbmVUeXBlXCI6MH0sXCJJc1Zpc2libGVcIjpmYWxzZX19LFwiVGl0bGVTdHlsZVwiOntcIiRpZFwiOlwiMjgyXCIsXCJGb250U2V0dGluZ3NcIjp7XCIkaWRcIjpcIjI4M1wiLFwiRm9udFNpemVcIjoxMSxcIkZvbnROYW1lXCI6XCJDYWxpYnJpXCIsXCJJc0JvbGRcIjpmYWxzZSxcIklzSXRhbGljXCI6ZmFsc2UsXCJJc1VuZGVybGluZWRcIjpmYWxzZX0sXCJGb3JlZ3JvdW5kXCI6e1wiJGlkXCI6XCIyODRcIixcIkNvbG9yXCI6e1wiJGlkXCI6XCIyODVcIixcIkFcIjoyNTUsXCJSXCI6MCxcIkdcIjowLFwiQlwiOjB9fSxcIkhvcml6b250YWxBbGlnbm1lbnRcIjoxLFwiSXNWaXNpYmxlXCI6dHJ1ZX0sXCJEYXRlU3R5bGVcIjp7XCIkaWRcIjpcIjI4NlwiLFwiRm9udFNldHRpbmdzXCI6e1wiJGlkXCI6XCIyODdcIixcIkZvbnRTaXplXCI6MTAsXCJGb250TmFtZVwiOlwiQ2FsaWJyaVwiLFwiSXNCb2xkXCI6ZmFsc2UsXCJJc0l0YWxpY1wiOmZhbHNlLFwiSXNVbmRlcmxpbmVkXCI6ZmFsc2V9LFwiRm9yZWdyb3VuZFwiOntcIiRpZFwiOlwiMjg4XCIsXCJDb2xvclwiOntcIiRpZFwiOlwiMjg5XCIsXCJBXCI6MjU1LFwiUlwiOjE0LFwiR1wiOjQwLFwiQlwiOjY1fX0sXCJIb3Jpem9udGFsQWxpZ25tZW50XCI6MSxcIklzVmlzaWJsZVwiOnRydWV9LFwiRGF0ZUZvcm1hdFwiOntcIiRpZFwiOlwiMjkw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I5MVwiLFwiRm9ybWF0XCI6MCxcIklzVmlzaWJsZVwiOmZhbHNlLFwiTGFzdEtub3duVmlzaWJpbGl0eVN0YXRlXCI6ZmFsc2V9LFwiVmFyaWFuY2VTdHlsZVwiOntcIiRpZFwiOlwiMjkyXCIsXCJWYXJpYW5jZVRleHRTdHlsZVwiOntcIiRpZFwiOlwiMjkzXCIsXCJGb250U2V0dGluZ3NcIjp7XCIkaWRcIjpcIjI5NFwiLFwiRm9udFNpemVcIjoxMCxcIkZvbnROYW1lXCI6XCJDYWxpYnJpXCIsXCJJc0JvbGRcIjpmYWxzZSxcIklzSXRhbGljXCI6ZmFsc2UsXCJJc1VuZGVybGluZWRcIjpmYWxzZX0sXCJGb3JlZ3JvdW5kXCI6e1wiJGlkXCI6XCIyOTVcIixcIkNvbG9yXCI6e1wiJGlkXCI6XCIyOTZcIixcIkFcIjoyNTUsXCJSXCI6MCxcIkdcIjowLFwiQlwiOjB9fSxcIkhvcml6b250YWxBbGlnbm1lbnRcIjowLFwiSXNWaXNpYmxlXCI6dHJ1ZX19fX0sXCJfYWRkaXRpb25hbFN3aW1sYW5lVjJTdHlsZXNcIjpbe1wiJGlkXCI6XCIyOTdcIixcIlN0eWxlSWRcIjpcIjk4NTEzZTEwLTU1MWMtNGYzMC1hYzExLWEwNjkwZTkwMzEzNFwiLFwiTmFtZVwiOlwiU3dpbWxhbmUgU3R5bGUgMlwiLFwiSGVhZGVyU3R5bGVcIjp7XCIkaWRcIjpcIjI5OFwiLFwiVGV4dFN0eWxlXCI6e1wiJGlkXCI6XCIyOTlcIixcIkZvbnRTZXR0aW5nc1wiOntcIiRpZFwiOlwiMzAwXCIsXCJGb250U2l6ZVwiOjExLFwiRm9udE5hbWVcIjpcIkNhbGlicmlcIixcIklzQm9sZFwiOmZhbHNlLFwiSXNJdGFsaWNcIjpmYWxzZSxcIklzVW5kZXJsaW5lZFwiOmZhbHNlfSxcIkZvcmVncm91bmRcIjp7XCIkaWRcIjpcIjMwMVwiLFwiQ29sb3JcIjp7XCIkaWRcIjpcIjMwMlwiLFwiQVwiOjI1NSxcIlJcIjoyNTUsXCJHXCI6MjU1LFwiQlwiOjI1NX19LFwiSG9yaXpvbnRhbEFsaWdubWVudFwiOjEsXCJJc1Zpc2libGVcIjp0cnVlfSxcIlJlY3RhbmdsZVN0eWxlXCI6e1wiJGlkXCI6XCIzMDNcIixcIk1hcmdpblwiOntcIiRpZFwiOlwiMzA0XCIsXCJUb3BcIjowLjAsXCJMZWZ0XCI6MC4wLFwiUmlnaHRcIjowLjAsXCJCb3R0b21cIjowLjB9LFwiUGFkZGluZ1wiOntcIiRpZFwiOlwiMzA1XCIsXCJUb3BcIjowLjAsXCJMZWZ0XCI6MC4wLFwiUmlnaHRcIjowLjAsXCJCb3R0b21cIjowLjB9LFwiQmFja2dyb3VuZFwiOntcIiRpZFwiOlwiMzA2XCIsXCJDb2xvclwiOntcIiRpZFwiOlwiMzA3XCIsXCJBXCI6MjU1LFwiUlwiOjIzMyxcIkdcIjoxMTMsXCJCXCI6NTB9fSxcIklzVmlzaWJsZVwiOnRydWUsXCJXaWR0aFwiOjAuMCxcIkhlaWdodFwiOjAuMCxcIkJvcmRlclN0eWxlXCI6e1wiJGlkXCI6XCIzMDhcIixcIkxpbmVTdHlsZVwiOntcIiRpZFwiOlwiMzA5XCIsXCJMaW5lQ29sb3JcIjp7XCIkaWRcIjpcIjMxMFwiLFwiQ29sb3JcIjp7XCIkaWRcIjpcIjMxMVwiLFwiQVwiOjI1NSxcIlJcIjoyNTUsXCJHXCI6MjU1LFwiQlwiOjI1NX19LFwiTGluZVdlaWdodFwiOjAuMCxcIkxpbmVUeXBlXCI6MH0sXCJJc1Zpc2libGVcIjpmYWxzZX19fSxcIkJhY2tncm91bmRTdHlsZVwiOntcIiRpZFwiOlwiMzEyXCIsXCJNYXJnaW5cIjp7XCIkaWRcIjpcIjMxM1wiLFwiVG9wXCI6MC4wLFwiTGVmdFwiOjAuMCxcIlJpZ2h0XCI6MC4wLFwiQm90dG9tXCI6MC4wfSxcIlBhZGRpbmdcIjp7XCIkaWRcIjpcIjMxNFwiLFwiVG9wXCI6MC4wLFwiTGVmdFwiOjAuMCxcIlJpZ2h0XCI6MC4wLFwiQm90dG9tXCI6MC4wfSxcIkJhY2tncm91bmRcIjp7XCIkaWRcIjpcIjMxNVwiLFwiQ29sb3JcIjp7XCIkaWRcIjpcIjMxNlwiLFwiQVwiOjUxLFwiUlwiOjIwMCxcIkdcIjoyMDAsXCJCXCI6MjAwfX0sXCJJc1Zpc2libGVcIjp0cnVlLFwiV2lkdGhcIjowLjAsXCJIZWlnaHRcIjowLjAsXCJCb3JkZXJTdHlsZVwiOntcIiRpZFwiOlwiMzE3XCIsXCJMaW5lU3R5bGVcIjp7XCIkaWRcIjpcIjMxOFwiLFwiTGluZUNvbG9yXCI6e1wiJGlkXCI6XCIzMTlcIixcIkNvbG9yXCI6e1wiJGlkXCI6XCIzMjBcIixcIkFcIjoyNTUsXCJSXCI6MjM0LFwiR1wiOjIyLFwiQlwiOjMwfX0sXCJMaW5lV2VpZ2h0XCI6Mi4wLFwiTGluZVR5cGVcIjowfSxcIklzVmlzaWJsZVwiOmZhbHNlfX0sXCJJc0Fib3ZlVGltZWJhbmRcIjpmYWxzZSxcIlNwYWNpbmdcIjozLFwiRGVmYXVsdFN3aW1sYW5lQWN0aXZpdHlTdHlsZVwiOntcIiRpZFwiOlwiMzIxXCIsXCJIZWFkZXJTdHlsZVwiOntcIiRpZFwiOlwiMzIyXCIsXCJUZXh0U3R5bGVcIjp7XCIkaWRcIjpcIjMyM1wiLFwiRm9udFNldHRpbmdzXCI6e1wiJGlkXCI6XCIzMjRcIixcIkZvbnRTaXplXCI6MTEsXCJGb250TmFtZVwiOlwiQ2FsaWJyaVwiLFwiSXNCb2xkXCI6ZmFsc2UsXCJJc0l0YWxpY1wiOmZhbHNlLFwiSXNVbmRlcmxpbmVkXCI6ZmFsc2V9LFwiRm9yZWdyb3VuZFwiOntcIiRpZFwiOlwiMzI1XCIsXCJDb2xvclwiOntcIiRpZFwiOlwiMzI2XCIsXCJBXCI6MjU1LFwiUlwiOjAsXCJHXCI6MCxcIkJcIjowfX0sXCJIb3Jpem9udGFsQWxpZ25tZW50XCI6MCxcIklzVmlzaWJsZVwiOnRydWV9LFwiUmVjdGFuZ2xlU3R5bGVcIjp7XCIkaWRcIjpcIjMyN1wiLFwiTWFyZ2luXCI6e1wiJGlkXCI6XCIzMjhcIixcIlRvcFwiOjAuMCxcIkxlZnRcIjowLjAsXCJSaWdodFwiOjAuMCxcIkJvdHRvbVwiOjAuMH0sXCJQYWRkaW5nXCI6e1wiJGlkXCI6XCIzMjlcIixcIlRvcFwiOjAuMCxcIkxlZnRcIjowLjAsXCJSaWdodFwiOjAuMCxcIkJvdHRvbVwiOjAuMH0sXCJCYWNrZ3JvdW5kXCI6e1wiJGlkXCI6XCIzMzBcIixcIkNvbG9yXCI6e1wiJGlkXCI6XCIzMzFcIixcIkFcIjo2MyxcIlJcIjoyMzMsXCJHXCI6MTEzLFwiQlwiOjUwfX0sXCJJc1Zpc2libGVcIjp0cnVlLFwiV2lkdGhcIjowLjAsXCJIZWlnaHRcIjowLjAsXCJCb3JkZXJTdHlsZVwiOntcIiRpZFwiOlwiMzMyXCIsXCJMaW5lU3R5bGVcIjp7XCIkaWRcIjpcIjMzM1wiLFwiTGluZUNvbG9yXCI6e1wiJGlkXCI6XCIzMzRcIixcIkNvbG9yXCI6e1wiJGlkXCI6XCIzMzVcIixcIkFcIjoyNTUsXCJSXCI6MjU1LFwiR1wiOjI1NSxcIkJcIjoyNTV9fSxcIkxpbmVXZWlnaHRcIjowLjAsXCJMaW5lVHlwZVwiOjB9LFwiSXNWaXNpYmxlXCI6ZmFsc2V9fX0sXCJCYWNrZ3JvdW5kU3R5bGVcIjp7XCIkaWRcIjpcIjMzNlwiLFwiTWFyZ2luXCI6e1wiJGlkXCI6XCIzMzdcIixcIlRvcFwiOjAuMCxcIkxlZnRcIjowLjAsXCJSaWdodFwiOjAuMCxcIkJvdHRvbVwiOjAuMH0sXCJQYWRkaW5nXCI6e1wiJGlkXCI6XCIzMzhcIixcIlRvcFwiOjAuMCxcIkxlZnRcIjowLjAsXCJSaWdodFwiOjAuMCxcIkJvdHRvbVwiOjAuMH0sXCJCYWNrZ3JvdW5kXCI6e1wiJGlkXCI6XCIzMzlcIixcIkNvbG9yXCI6e1wiJGlkXCI6XCIzNDBcIixcIkFcIjo1MSxcIlJcIjoyMDAsXCJHXCI6MjAwLFwiQlwiOjIwMH19LFwiSXNWaXNpYmxlXCI6dHJ1ZSxcIldpZHRoXCI6MC4wLFwiSGVpZ2h0XCI6MC4wLFwiQm9yZGVyU3R5bGVcIjp7XCIkaWRcIjpcIjM0MVwiLFwiTGluZVN0eWxlXCI6e1wiJGlkXCI6XCIzNDJcIixcIkxpbmVDb2xvclwiOntcIiRpZFwiOlwiMzQzXCIsXCJDb2xvclwiOntcIiRpZFwiOlwiMzQ0XCIsXCJBXCI6MjU1LFwiUlwiOjIzNCxcIkdcIjoyMixcIkJcIjozMH19LFwiTGluZVdlaWdodFwiOjIuMCxcIkxpbmVUeXBlXCI6MH0sXCJJc1Zpc2libGVcIjpmYWxzZX19fSxcIkRlZmF1bHRTd2ltbGFuZU1pbGVzdG9uZVN0eWxlXCI6e1wiJGlkXCI6XCIzNDVcIixcIlRpdGxlUG9zaXRpb25cIjowLFwiRGF0ZVBvc2l0aW9uXCI6MixcIlZhcmlhbmNlUG9zaXRpb25cIjoyLFwiU2hhcGVUeXBlXCI6MSxcIlNoYXBlU2l6ZVwiOjAsXCJTcGFjaW5nXCI6NSxcIlNoYXBlU3R5bGVcIjp7XCIkaWRcIjpcIjM0NlwiLFwiTWFyZ2luXCI6e1wiJGlkXCI6XCIzNDdcIixcIlRvcFwiOjAuMCxcIkxlZnRcIjowLjAsXCJSaWdodFwiOjAuMCxcIkJvdHRvbVwiOjAuMH0sXCJQYWRkaW5nXCI6e1wiJGlkXCI6XCIzNDhcIixcIlRvcFwiOjAuMCxcIkxlZnRcIjowLjAsXCJSaWdodFwiOjAuMCxcIkJvdHRvbVwiOjAuMH0sXCJCYWNrZ3JvdW5kXCI6e1wiJGlkXCI6XCIzNDlcIixcIkNvbG9yXCI6e1wiJGlkXCI6XCIzNTBcIixcIkFcIjoyNTUsXCJSXCI6MjMzLFwiR1wiOjExMyxcIkJcIjo1MH19LFwiSXNWaXNpYmxlXCI6dHJ1ZSxcIldpZHRoXCI6MTIuMCxcIkhlaWdodFwiOjE0LjAsXCJCb3JkZXJTdHlsZVwiOntcIiRpZFwiOlwiMzUxXCIsXCJMaW5lU3R5bGVcIjp7XCIkaWRcIjpcIjM1MlwiLFwiTGluZUNvbG9yXCI6e1wiJGlkXCI6XCIzNTNcIixcIkNvbG9yXCI6e1wiJGlkXCI6XCIzNTRcIixcIkFcIjoyNTUsXCJSXCI6MjM0LFwiR1wiOjIyLFwiQlwiOjMwfX0sXCJMaW5lV2VpZ2h0XCI6Mi4wLFwiTGluZVR5cGVcIjowfSxcIklzVmlzaWJsZVwiOmZhbHNlfX0sXCJUaXRsZVN0eWxlXCI6e1wiJGlkXCI6XCIzNTVcIixcIkZvbnRTZXR0aW5nc1wiOntcIiRpZFwiOlwiMzU2XCIsXCJGb250U2l6ZVwiOjExLFwiRm9udE5hbWVcIjpcIkNhbGlicmlcIixcIklzQm9sZFwiOmZhbHNlLFwiSXNJdGFsaWNcIjpmYWxzZSxcIklzVW5kZXJsaW5lZFwiOmZhbHNlfSxcIkZvcmVncm91bmRcIjp7XCIkaWRcIjpcIjM1N1wiLFwiQ29sb3JcIjp7XCIkaWRcIjpcIjM1OFwiLFwiQVwiOjI1NSxcIlJcIjowLFwiR1wiOjAsXCJCXCI6MH19LFwiSG9yaXpvbnRhbEFsaWdubWVudFwiOjIsXCJJc1Zpc2libGVcIjp0cnVlfSxcIkRhdGVTdHlsZVwiOntcIiRpZFwiOlwiMzU5XCIsXCJGb250U2V0dGluZ3NcIjp7XCIkaWRcIjpcIjM2MFwiLFwiRm9udFNpemVcIjoxMCxcIkZvbnROYW1lXCI6XCJDYWxpYnJpXCIsXCJJc0JvbGRcIjpmYWxzZSxcIklzSXRhbGljXCI6ZmFsc2UsXCJJc1VuZGVybGluZWRcIjpmYWxzZX0sXCJGb3JlZ3JvdW5kXCI6e1wiJGlkXCI6XCIzNjFcIixcIkNvbG9yXCI6e1wiJGlkXCI6XCIzNjJcIixcIkFcIjoyNTUsXCJSXCI6MTQsXCJHXCI6NDAsXCJCXCI6NjV9fSxcIkhvcml6b250YWxBbGlnbm1lbnRcIjowLFwiSXNWaXNpYmxlXCI6dHJ1ZX0sXCJEYXRlRm9ybWF0XCI6e1wiJGlkXCI6XCIzNjN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zY0XCIsXCJGb3JtYXRcIjowLFwiSXNWaXNpYmxlXCI6ZmFsc2UsXCJMYXN0S25vd25WaXNpYmlsaXR5U3RhdGVcIjpmYWxzZX0sXCJWYXJpYW5jZVN0eWxlXCI6e1wiJGlkXCI6XCIzNjVcIixcIlZhcmlhbmNlVGV4dFN0eWxlXCI6e1wiJGlkXCI6XCIzNjZcIixcIkZvbnRTZXR0aW5nc1wiOntcIiRpZFwiOlwiMzY3XCIsXCJGb250U2l6ZVwiOjEwLFwiRm9udE5hbWVcIjpcIkNhbGlicmlcIixcIklzQm9sZFwiOmZhbHNlLFwiSXNJdGFsaWNcIjpmYWxzZSxcIklzVW5kZXJsaW5lZFwiOmZhbHNlfSxcIkZvcmVncm91bmRcIjp7XCIkaWRcIjpcIjM2OFwiLFwiQ29sb3JcIjp7XCIkaWRcIjpcIjM2OVwiLFwiQVwiOjI1NSxcIlJcIjowLFwiR1wiOjAsXCJCXCI6MH19LFwiSG9yaXpvbnRhbEFsaWdubWVudFwiOjAsXCJJc1Zpc2libGVcIjp0cnVlfX19LFwiRGVmYXVsdFN3aW1sYW5lVGFza1N0eWxlXCI6e1wiJGlkXCI6XCIzNzBcIixcIlNoYXBlXCI6MSxcIlNoYXBlVGhpY2tuZXNzXCI6MCxcIkR1cmF0aW9uRm9ybWF0XCI6MCxcIlBlcmNlbnRhZ2VDb21wbGV0ZVRleHRTdHlsZVwiOntcIiRpZFwiOlwiMzcxXCIsXCJGb250U2V0dGluZ3NcIjp7XCIkaWRcIjpcIjM3MlwiLFwiRm9udFNpemVcIjoxMCxcIkZvbnROYW1lXCI6XCJDYWxpYnJpXCIsXCJJc0JvbGRcIjpmYWxzZSxcIklzSXRhbGljXCI6ZmFsc2UsXCJJc1VuZGVybGluZWRcIjpmYWxzZX0sXCJGb3JlZ3JvdW5kXCI6e1wiJGlkXCI6XCIzNzNcIixcIkNvbG9yXCI6e1wiJGlkXCI6XCIzNzRcIixcIkFcIjoyNTUsXCJSXCI6MjMyLFwiR1wiOjIzMixcIkJcIjoyMzJ9fSxcIkhvcml6b250YWxBbGlnbm1lbnRcIjoxLFwiSXNWaXNpYmxlXCI6dHJ1ZX0sXCJQZXJjZW50YWdlQ29tcGxldGVIaWdobGlnaHRTdHlsZVwiOntcIiRpZFwiOlwiMzc1XCIsXCJCYWNrZ3JvdW5kXCI6e1wiJGlkXCI6XCIzNzZcIixcIkNvbG9yXCI6e1wiJGlkXCI6XCIzNzdcIixcIkFcIjo4OSxcIlJcIjowLFwiR1wiOjAsXCJCXCI6MH19fSxcIkR1cmF0aW9uU3R5bGVcIjp7XCIkaWRcIjpcIjM3OFwiLFwiRm9udFNldHRpbmdzXCI6e1wiJGlkXCI6XCIzNzlcIixcIkZvbnRTaXplXCI6MTAsXCJGb250TmFtZVwiOlwiQ2FsaWJyaVwiLFwiSXNCb2xkXCI6ZmFsc2UsXCJJc0l0YWxpY1wiOmZhbHNlLFwiSXNVbmRlcmxpbmVkXCI6ZmFsc2V9LFwiRm9yZWdyb3VuZFwiOntcIiRpZFwiOlwiMzgwXCIsXCJDb2xvclwiOntcIiRpZFwiOlwiMzgxXCIsXCJBXCI6MjU1LFwiUlwiOjIzNyxcIkdcIjoxMjUsXCJCXCI6NDl9fSxcIkhvcml6b250YWxBbGlnbm1lbnRcIjowLFwiSXNWaXNpYmxlXCI6ZmFsc2V9LFwiTWFyZ2luXCI6e1wiJGlkXCI6XCIzODJcIixcIlRvcFwiOjAuMCxcIkxlZnRcIjowLjAsXCJSaWdodFwiOjAuMCxcIkJvdHRvbVwiOjAuMH0sXCJTdGFydERhdGVQb3NpdGlvblwiOjMsXCJFbmREYXRlUG9zaXRpb25cIjozLFwiVGl0bGVQb3NpdGlvblwiOjQsXCJEdXJhdGlvblBvc2l0aW9uXCI6MCxcIlBlcmNlbnRhZ2VDb21wbGV0ZWRQb3NpdGlvblwiOjIsXCJWYXJpYW5jZVBvc2l0aW9uXCI6MixcIlNwYWNpbmdcIjozLFwiQmFzZWxpbmVTdHlsZVwiOntcIiRpZFwiOlwiMzgzXCIsXCJCYXNlbGluZVNoYXBlU3R5bGVcIjp7XCIkaWRcIjpcIjM4NFwiLFwiTWFyZ2luXCI6e1wiJGlkXCI6XCIzODVcIixcIlRvcFwiOjAuMCxcIkxlZnRcIjowLjAsXCJSaWdodFwiOjAuMCxcIkJvdHRvbVwiOjAuMH0sXCJQYWRkaW5nXCI6e1wiJGlkXCI6XCIzODZcIixcIlRvcFwiOjAuMCxcIkxlZnRcIjowLjAsXCJSaWdodFwiOjAuMCxcIkJvdHRvbVwiOjAuMH0sXCJCYWNrZ3JvdW5kXCI6e1wiJGlkXCI6XCIzODdcIixcIkNvbG9yXCI6e1wiJGlkXCI6XCIzODhcIixcIkFcIjoxNTMsXCJSXCI6MCxcIkdcIjowLFwiQlwiOjB9fSxcIklzVmlzaWJsZVwiOmZhbHNlLFwiV2lkdGhcIjowLjAsXCJIZWlnaHRcIjowLjAsXCJCb3JkZXJTdHlsZVwiOntcIiRpZFwiOlwiMzg5XCIsXCJMaW5lU3R5bGVcIjp7XCIkaWRcIjpcIjM5MFwiLFwiTGluZUNvbG9yXCI6e1wiJGlkXCI6XCIzOTFcIixcIkNvbG9yXCI6e1wiJGlkXCI6XCIzOTJcIixcIkFcIjoyNTUsXCJSXCI6MjU1LFwiR1wiOjAsXCJCXCI6MH19LFwiTGluZVdlaWdodFwiOjIuMCxcIkxpbmVUeXBlXCI6MH0sXCJJc1Zpc2libGVcIjpmYWxzZX19fSxcIlNoYXBlU3R5bGVcIjp7XCIkaWRcIjpcIjM5M1wiLFwiTWFyZ2luXCI6e1wiJGlkXCI6XCIzOTRcIixcIlRvcFwiOjAuMCxcIkxlZnRcIjo0LjAsXCJSaWdodFwiOjQuMCxcIkJvdHRvbVwiOjAuMH0sXCJQYWRkaW5nXCI6e1wiJGlkXCI6XCIzOTVcIixcIlRvcFwiOjAuMCxcIkxlZnRcIjowLjAsXCJSaWdodFwiOjAuMCxcIkJvdHRvbVwiOjAuMH0sXCJCYWNrZ3JvdW5kXCI6e1wiJGlkXCI6XCIzOTZcIixcIkNvbG9yXCI6e1wiJGlkXCI6XCIzOTdcIixcIkFcIjoyNTUsXCJSXCI6MjMzLFwiR1wiOjExMyxcIkJcIjo1MH19LFwiSXNWaXNpYmxlXCI6dHJ1ZSxcIldpZHRoXCI6MC4wLFwiSGVpZ2h0XCI6MTAuMCxcIkJvcmRlclN0eWxlXCI6e1wiJGlkXCI6XCIzOThcIixcIkxpbmVTdHlsZVwiOntcIiRpZFwiOlwiMzk5XCIsXCJMaW5lQ29sb3JcIjp7XCIkaWRcIjpcIjQwMFwiLFwiQ29sb3JcIjp7XCIkaWRcIjpcIjQwMVwiLFwiQVwiOjI1NSxcIlJcIjoyMzQsXCJHXCI6MjIsXCJCXCI6MzB9fSxcIkxpbmVXZWlnaHRcIjoyLjAsXCJMaW5lVHlwZVwiOjB9LFwiSXNWaXNpYmxlXCI6ZmFsc2V9fSxcIlRpdGxlU3R5bGVcIjp7XCIkaWRcIjpcIjQwMlwiLFwiRm9udFNldHRpbmdzXCI6e1wiJGlkXCI6XCI0MDNcIixcIkZvbnRTaXplXCI6MTEsXCJGb250TmFtZVwiOlwiQ2FsaWJyaVwiLFwiSXNCb2xkXCI6ZmFsc2UsXCJJc0l0YWxpY1wiOmZhbHNlLFwiSXNVbmRlcmxpbmVkXCI6ZmFsc2V9LFwiRm9yZWdyb3VuZFwiOntcIiRpZFwiOlwiNDA0XCIsXCJDb2xvclwiOntcIiRpZFwiOlwiNDA1XCIsXCJBXCI6MjU1LFwiUlwiOjAsXCJHXCI6MCxcIkJcIjowfX0sXCJIb3Jpem9udGFsQWxpZ25tZW50XCI6MCxcIklzVmlzaWJsZVwiOnRydWV9LFwiRGF0ZVN0eWxlXCI6e1wiJGlkXCI6XCI0MDZcIixcIkZvbnRTZXR0aW5nc1wiOntcIiRpZFwiOlwiNDA3XCIsXCJGb250U2l6ZVwiOjEwLFwiRm9udE5hbWVcIjpcIkNhbGlicmlcIixcIklzQm9sZFwiOmZhbHNlLFwiSXNJdGFsaWNcIjpmYWxzZSxcIklzVW5kZXJsaW5lZFwiOmZhbHNlfSxcIkZvcmVncm91bmRcIjp7XCIkaWRcIjpcIjQwOFwiLFwiQ29sb3JcIjp7XCIkaWRcIjpcIjQwOVwiLFwiQVwiOjI1NSxcIlJcIjoxNCxcIkdcIjo0MCxcIkJcIjo2NX19LFwiSG9yaXpvbnRhbEFsaWdubWVudFwiOjIsXCJJc1Zpc2libGVcIjp0cnVlfSxcIkRhdGVGb3JtYXRcIjp7XCIkaWRcIjpcIjQxM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MTFcIixcIkZvcm1hdFwiOjAsXCJJc1Zpc2libGVcIjpmYWxzZSxcIkxhc3RLbm93blZpc2liaWxpdHlTdGF0ZVwiOmZhbHNlfSxcIlZhcmlhbmNlU3R5bGVcIjp7XCIkaWRcIjpcIjQxMlwiLFwiVmFyaWFuY2VUZXh0U3R5bGVcIjp7XCIkaWRcIjpcIjQxM1wiLFwiRm9udFNldHRpbmdzXCI6e1wiJGlkXCI6XCI0MTRcIixcIkZvbnRTaXplXCI6MTAsXCJGb250TmFtZVwiOlwiQ2FsaWJyaVwiLFwiSXNCb2xkXCI6ZmFsc2UsXCJJc0l0YWxpY1wiOmZhbHNlLFwiSXNVbmRlcmxpbmVkXCI6ZmFsc2V9LFwiRm9yZWdyb3VuZFwiOntcIiRpZFwiOlwiNDE1XCIsXCJDb2xvclwiOntcIiRpZFwiOlwiNDE2XCIsXCJBXCI6MjU1LFwiUlwiOjAsXCJHXCI6MCxcIkJcIjowfX0sXCJIb3Jpem9udGFsQWxpZ25tZW50XCI6MCxcIklzVmlzaWJsZVwiOnRydWV9fX0sXCJEZWZhdWx0U3dpbWxhbmVNb3RTdHlsZVwiOntcIiRpZFwiOlwiNDE3XCIsXCJTaGFwZVwiOjEsXCJTaGFwZVNpemVcIjowLFwiRGV0YWlsc1NwYWNpbmdcIjowLjAsXCJQYWRkaW5nXCI6e1wiJGlkXCI6XCI0MThcIixcIlRvcFwiOjUuMCxcIkxlZnRcIjozLjAsXCJSaWdodFwiOjAuMCxcIkJvdHRvbVwiOjIuMH0sXCJQb3NpdGlvbk9uVGFza1wiOjEsXCJTaGFwZVN0eWxlXCI6e1wiJGlkXCI6XCI0MTlcIixcIk1hcmdpblwiOntcIiRpZFwiOlwiNDIwXCIsXCJUb3BcIjowLjAsXCJMZWZ0XCI6MC4wLFwiUmlnaHRcIjowLjAsXCJCb3R0b21cIjowLjB9LFwiUGFkZGluZ1wiOntcIiRpZFwiOlwiNDIxXCIsXCJUb3BcIjowLjAsXCJMZWZ0XCI6MC4wLFwiUmlnaHRcIjowLjAsXCJCb3R0b21cIjowLjB9LFwiQmFja2dyb3VuZFwiOntcIiRpZFwiOlwiNDIyXCIsXCJDb2xvclwiOntcIiRpZFwiOlwiNDIzXCIsXCJBXCI6MjU1LFwiUlwiOjEyOCxcIkdcIjo1MyxcIkJcIjoxNH19LFwiSXNWaXNpYmxlXCI6dHJ1ZSxcIldpZHRoXCI6MTIuMCxcIkhlaWdodFwiOjE0LjAsXCJCb3JkZXJTdHlsZVwiOntcIiRpZFwiOlwiNDI0XCIsXCJMaW5lU3R5bGVcIjp7XCIkaWRcIjpcIjQyNVwiLFwiTGluZUNvbG9yXCI6e1wiJGlkXCI6XCI0MjZcIixcIkNvbG9yXCI6e1wiJGlkXCI6XCI0MjdcIixcIkFcIjoyNTUsXCJSXCI6MjU1LFwiR1wiOjI1NSxcIkJcIjoyNTV9fSxcIkxpbmVXZWlnaHRcIjowLjAsXCJMaW5lVHlwZVwiOjB9LFwiSXNWaXNpYmxlXCI6ZmFsc2V9fSxcIlRpdGxlU3R5bGVcIjp7XCIkaWRcIjpcIjQyOFwiLFwiRm9udFNldHRpbmdzXCI6e1wiJGlkXCI6XCI0MjlcIixcIkZvbnRTaXplXCI6MTEsXCJGb250TmFtZVwiOlwiQ2FsaWJyaVwiLFwiSXNCb2xkXCI6ZmFsc2UsXCJJc0l0YWxpY1wiOmZhbHNlLFwiSXNVbmRlcmxpbmVkXCI6ZmFsc2V9LFwiRm9yZWdyb3VuZFwiOntcIiRpZFwiOlwiNDMwXCIsXCJDb2xvclwiOntcIiRpZFwiOlwiNDMxXCIsXCJBXCI6MjU1LFwiUlwiOjAsXCJHXCI6MCxcIkJcIjowfX0sXCJIb3Jpem9udGFsQWxpZ25tZW50XCI6MSxcIklzVmlzaWJsZVwiOnRydWV9LFwiRGF0ZVN0eWxlXCI6e1wiJGlkXCI6XCI0MzJcIixcIkZvbnRTZXR0aW5nc1wiOntcIiRpZFwiOlwiNDMzXCIsXCJGb250U2l6ZVwiOjEwLFwiRm9udE5hbWVcIjpcIkNhbGlicmlcIixcIklzQm9sZFwiOmZhbHNlLFwiSXNJdGFsaWNcIjpmYWxzZSxcIklzVW5kZXJsaW5lZFwiOmZhbHNlfSxcIkZvcmVncm91bmRcIjp7XCIkaWRcIjpcIjQzNFwiLFwiQ29sb3JcIjp7XCIkaWRcIjpcIjQzNVwiLFwiQVwiOjI1NSxcIlJcIjoxNCxcIkdcIjo0MCxcIkJcIjo2NX19LFwiSG9yaXpvbnRhbEFsaWdubWVudFwiOjEsXCJJc1Zpc2libGVcIjp0cnVlfSxcIkRhdGVGb3JtYXRcIjp7XCIkaWRcIjpcIjQzN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MzdcIixcIkZvcm1hdFwiOjAsXCJJc1Zpc2libGVcIjpmYWxzZSxcIkxhc3RLbm93blZpc2liaWxpdHlTdGF0ZVwiOmZhbHNlfSxcIlZhcmlhbmNlU3R5bGVcIjp7XCIkaWRcIjpcIjQzOFwiLFwiVmFyaWFuY2VUZXh0U3R5bGVcIjp7XCIkaWRcIjpcIjQzOVwiLFwiRm9udFNldHRpbmdzXCI6e1wiJGlkXCI6XCI0NDBcIixcIkZvbnRTaXplXCI6MTAsXCJGb250TmFtZVwiOlwiQ2FsaWJyaVwiLFwiSXNCb2xkXCI6ZmFsc2UsXCJJc0l0YWxpY1wiOmZhbHNlLFwiSXNVbmRlcmxpbmVkXCI6ZmFsc2V9LFwiRm9yZWdyb3VuZFwiOntcIiRpZFwiOlwiNDQxXCIsXCJDb2xvclwiOntcIiRpZFwiOlwiNDQyXCIsXCJBXCI6MjU1LFwiUlwiOjAsXCJHXCI6MCxcIkJcIjowfX0sXCJIb3Jpem9udGFsQWxpZ25tZW50XCI6MCxcIklzVmlzaWJsZVwiOnRydWV9fX19LHtcIiRpZFwiOlwiNDQzXCIsXCJTdHlsZUlkXCI6XCJiMjRmODA0NS1mNjliLTRhNDMtODI5Zi1hNTY1MDNmZGNkNjlcIixcIk5hbWVcIjpcIlN3aW1sYW5lIFN0eWxlIDNcIixcIkhlYWRlclN0eWxlXCI6e1wiJGlkXCI6XCI0NDRcIixcIlRleHRTdHlsZVwiOntcIiRpZFwiOlwiNDQ1XCIsXCJGb250U2V0dGluZ3NcIjp7XCIkaWRcIjpcIjQ0NlwiLFwiRm9udFNpemVcIjoxMSxcIkZvbnROYW1lXCI6XCJDYWxpYnJpXCIsXCJJc0JvbGRcIjpmYWxzZSxcIklzSXRhbGljXCI6ZmFsc2UsXCJJc1VuZGVybGluZWRcIjpmYWxzZX0sXCJGb3JlZ3JvdW5kXCI6e1wiJGlkXCI6XCI0NDdcIixcIkNvbG9yXCI6e1wiJGlkXCI6XCI0NDhcIixcIkFcIjoyNTUsXCJSXCI6MjU1LFwiR1wiOjI1NSxcIkJcIjoyNTV9fSxcIkhvcml6b250YWxBbGlnbm1lbnRcIjoxLFwiSXNWaXNpYmxlXCI6dHJ1ZX0sXCJSZWN0YW5nbGVTdHlsZVwiOntcIiRpZFwiOlwiNDQ5XCIsXCJNYXJnaW5cIjp7XCIkaWRcIjpcIjQ1MFwiLFwiVG9wXCI6MC4wLFwiTGVmdFwiOjAuMCxcIlJpZ2h0XCI6MC4wLFwiQm90dG9tXCI6MC4wfSxcIlBhZGRpbmdcIjp7XCIkaWRcIjpcIjQ1MVwiLFwiVG9wXCI6MC4wLFwiTGVmdFwiOjAuMCxcIlJpZ2h0XCI6MC4wLFwiQm90dG9tXCI6MC4wfSxcIkJhY2tncm91bmRcIjp7XCIkaWRcIjpcIjQ1MlwiLFwiQ29sb3JcIjp7XCIkaWRcIjpcIjQ1M1wiLFwiQVwiOjI1NSxcIlJcIjoyNSxcIkdcIjoxMDcsXCJCXCI6MzZ9fSxcIklzVmlzaWJsZVwiOnRydWUsXCJXaWR0aFwiOjAuMCxcIkhlaWdodFwiOjAuMCxcIkJvcmRlclN0eWxlXCI6e1wiJGlkXCI6XCI0NTRcIixcIkxpbmVTdHlsZVwiOntcIiRpZFwiOlwiNDU1XCIsXCJMaW5lQ29sb3JcIjp7XCIkaWRcIjpcIjQ1NlwiLFwiQ29sb3JcIjp7XCIkaWRcIjpcIjQ1N1wiLFwiQVwiOjI1NSxcIlJcIjoyNTUsXCJHXCI6MjU1LFwiQlwiOjI1NX19LFwiTGluZVdlaWdodFwiOjAuMCxcIkxpbmVUeXBlXCI6MH0sXCJJc1Zpc2libGVcIjpmYWxzZX19fSxcIkJhY2tncm91bmRTdHlsZVwiOntcIiRpZFwiOlwiNDU4XCIsXCJNYXJnaW5cIjp7XCIkaWRcIjpcIjQ1OVwiLFwiVG9wXCI6MC4wLFwiTGVmdFwiOjAuMCxcIlJpZ2h0XCI6MC4wLFwiQm90dG9tXCI6MC4wfSxcIlBhZGRpbmdcIjp7XCIkaWRcIjpcIjQ2MFwiLFwiVG9wXCI6MC4wLFwiTGVmdFwiOjAuMCxcIlJpZ2h0XCI6MC4wLFwiQm90dG9tXCI6MC4wfSxcIkJhY2tncm91bmRcIjp7XCIkaWRcIjpcIjQ2MVwiLFwiQ29sb3JcIjp7XCIkaWRcIjpcIjQ2MlwiLFwiQVwiOjUxLFwiUlwiOjIwMCxcIkdcIjoyMDAsXCJCXCI6MjAwfX0sXCJJc1Zpc2libGVcIjp0cnVlLFwiV2lkdGhcIjowLjAsXCJIZWlnaHRcIjowLjAsXCJCb3JkZXJTdHlsZVwiOntcIiRpZFwiOlwiNDYzXCIsXCJMaW5lU3R5bGVcIjp7XCIkaWRcIjpcIjQ2NFwiLFwiTGluZUNvbG9yXCI6e1wiJGlkXCI6XCI0NjVcIixcIkNvbG9yXCI6e1wiJGlkXCI6XCI0NjZcIixcIkFcIjoyNTUsXCJSXCI6MjM0LFwiR1wiOjIyLFwiQlwiOjMwfX0sXCJMaW5lV2VpZ2h0XCI6Mi4wLFwiTGluZVR5cGVcIjowfSxcIklzVmlzaWJsZVwiOmZhbHNlfX0sXCJJc0Fib3ZlVGltZWJhbmRcIjpmYWxzZSxcIlNwYWNpbmdcIjozLFwiRGVmYXVsdFN3aW1sYW5lQWN0aXZpdHlTdHlsZVwiOntcIiRpZFwiOlwiNDY3XCIsXCJIZWFkZXJTdHlsZVwiOntcIiRpZFwiOlwiNDY4XCIsXCJUZXh0U3R5bGVcIjp7XCIkaWRcIjpcIjQ2OVwiLFwiRm9udFNldHRpbmdzXCI6e1wiJGlkXCI6XCI0NzBcIixcIkZvbnRTaXplXCI6MTEsXCJGb250TmFtZVwiOlwiQ2FsaWJyaVwiLFwiSXNCb2xkXCI6ZmFsc2UsXCJJc0l0YWxpY1wiOmZhbHNlLFwiSXNVbmRlcmxpbmVkXCI6ZmFsc2V9LFwiRm9yZWdyb3VuZFwiOntcIiRpZFwiOlwiNDcxXCIsXCJDb2xvclwiOntcIiRpZFwiOlwiNDcyXCIsXCJBXCI6MjU1LFwiUlwiOjAsXCJHXCI6MCxcIkJcIjowfX0sXCJIb3Jpem9udGFsQWxpZ25tZW50XCI6MCxcIklzVmlzaWJsZVwiOnRydWV9LFwiUmVjdGFuZ2xlU3R5bGVcIjp7XCIkaWRcIjpcIjQ3M1wiLFwiTWFyZ2luXCI6e1wiJGlkXCI6XCI0NzRcIixcIlRvcFwiOjAuMCxcIkxlZnRcIjowLjAsXCJSaWdodFwiOjAuMCxcIkJvdHRvbVwiOjAuMH0sXCJQYWRkaW5nXCI6e1wiJGlkXCI6XCI0NzVcIixcIlRvcFwiOjAuMCxcIkxlZnRcIjowLjAsXCJSaWdodFwiOjAuMCxcIkJvdHRvbVwiOjAuMH0sXCJCYWNrZ3JvdW5kXCI6e1wiJGlkXCI6XCI0NzZcIixcIkNvbG9yXCI6e1wiJGlkXCI6XCI0NzdcIixcIkFcIjo2MyxcIlJcIjoyNSxcIkdcIjoxMDcsXCJCXCI6MzZ9fSxcIklzVmlzaWJsZVwiOnRydWUsXCJXaWR0aFwiOjAuMCxcIkhlaWdodFwiOjAuMCxcIkJvcmRlclN0eWxlXCI6e1wiJGlkXCI6XCI0NzhcIixcIkxpbmVTdHlsZVwiOntcIiRpZFwiOlwiNDc5XCIsXCJMaW5lQ29sb3JcIjp7XCIkaWRcIjpcIjQ4MFwiLFwiQ29sb3JcIjp7XCIkaWRcIjpcIjQ4MVwiLFwiQVwiOjI1NSxcIlJcIjoyNTUsXCJHXCI6MjU1LFwiQlwiOjI1NX19LFwiTGluZVdlaWdodFwiOjAuMCxcIkxpbmVUeXBlXCI6MH0sXCJJc1Zpc2libGVcIjpmYWxzZX19fSxcIkJhY2tncm91bmRTdHlsZVwiOntcIiRpZFwiOlwiNDgyXCIsXCJNYXJnaW5cIjp7XCIkaWRcIjpcIjQ4M1wiLFwiVG9wXCI6MC4wLFwiTGVmdFwiOjAuMCxcIlJpZ2h0XCI6MC4wLFwiQm90dG9tXCI6MC4wfSxcIlBhZGRpbmdcIjp7XCIkaWRcIjpcIjQ4NFwiLFwiVG9wXCI6MC4wLFwiTGVmdFwiOjAuMCxcIlJpZ2h0XCI6MC4wLFwiQm90dG9tXCI6MC4wfSxcIkJhY2tncm91bmRcIjp7XCIkaWRcIjpcIjQ4NVwiLFwiQ29sb3JcIjp7XCIkaWRcIjpcIjQ4NlwiLFwiQVwiOjUxLFwiUlwiOjIwMCxcIkdcIjoyMDAsXCJCXCI6MjAwfX0sXCJJc1Zpc2libGVcIjp0cnVlLFwiV2lkdGhcIjowLjAsXCJIZWlnaHRcIjowLjAsXCJCb3JkZXJTdHlsZVwiOntcIiRpZFwiOlwiNDg3XCIsXCJMaW5lU3R5bGVcIjp7XCIkaWRcIjpcIjQ4OFwiLFwiTGluZUNvbG9yXCI6e1wiJGlkXCI6XCI0ODlcIixcIkNvbG9yXCI6e1wiJGlkXCI6XCI0OTBcIixcIkFcIjoyNTUsXCJSXCI6MjM0LFwiR1wiOjIyLFwiQlwiOjMwfX0sXCJMaW5lV2VpZ2h0XCI6Mi4wLFwiTGluZVR5cGVcIjowfSxcIklzVmlzaWJsZVwiOmZhbHNlfX19LFwiRGVmYXVsdFN3aW1sYW5lTWlsZXN0b25lU3R5bGVcIjp7XCIkaWRcIjpcIjQ5MVwiLFwiVGl0bGVQb3NpdGlvblwiOjAsXCJEYXRlUG9zaXRpb25cIjoyLFwiVmFyaWFuY2VQb3NpdGlvblwiOjIsXCJTaGFwZVR5cGVcIjoxLFwiU2hhcGVTaXplXCI6MCxcIlNwYWNpbmdcIjo1LFwiU2hhcGVTdHlsZVwiOntcIiRpZFwiOlwiNDkyXCIsXCJNYXJnaW5cIjp7XCIkaWRcIjpcIjQ5M1wiLFwiVG9wXCI6MC4wLFwiTGVmdFwiOjAuMCxcIlJpZ2h0XCI6MC4wLFwiQm90dG9tXCI6MC4wfSxcIlBhZGRpbmdcIjp7XCIkaWRcIjpcIjQ5NFwiLFwiVG9wXCI6MC4wLFwiTGVmdFwiOjAuMCxcIlJpZ2h0XCI6MC4wLFwiQm90dG9tXCI6MC4wfSxcIkJhY2tncm91bmRcIjp7XCIkaWRcIjpcIjQ5NVwiLFwiQ29sb3JcIjp7XCIkaWRcIjpcIjQ5NlwiLFwiQVwiOjI1NSxcIlJcIjoyNSxcIkdcIjoxMDcsXCJCXCI6MzZ9fSxcIklzVmlzaWJsZVwiOnRydWUsXCJXaWR0aFwiOjEyLjAsXCJIZWlnaHRcIjoxNC4wLFwiQm9yZGVyU3R5bGVcIjp7XCIkaWRcIjpcIjQ5N1wiLFwiTGluZVN0eWxlXCI6e1wiJGlkXCI6XCI0OThcIixcIkxpbmVDb2xvclwiOntcIiRpZFwiOlwiNDk5XCIsXCJDb2xvclwiOntcIiRpZFwiOlwiNTAwXCIsXCJBXCI6MjU1LFwiUlwiOjIzNCxcIkdcIjoyMixcIkJcIjozMH19LFwiTGluZVdlaWdodFwiOjIuMCxcIkxpbmVUeXBlXCI6MH0sXCJJc1Zpc2libGVcIjpmYWxzZX19LFwiVGl0bGVTdHlsZVwiOntcIiRpZFwiOlwiNTAxXCIsXCJGb250U2V0dGluZ3NcIjp7XCIkaWRcIjpcIjUwMlwiLFwiRm9udFNpemVcIjoxMSxcIkZvbnROYW1lXCI6XCJDYWxpYnJpXCIsXCJJc0JvbGRcIjpmYWxzZSxcIklzSXRhbGljXCI6ZmFsc2UsXCJJc1VuZGVybGluZWRcIjpmYWxzZX0sXCJGb3JlZ3JvdW5kXCI6e1wiJGlkXCI6XCI1MDNcIixcIkNvbG9yXCI6e1wiJGlkXCI6XCI1MDRcIixcIkFcIjoyNTUsXCJSXCI6MCxcIkdcIjowLFwiQlwiOjB9fSxcIkhvcml6b250YWxBbGlnbm1lbnRcIjoyLFwiSXNWaXNpYmxlXCI6dHJ1ZX0sXCJEYXRlU3R5bGVcIjp7XCIkaWRcIjpcIjUwNVwiLFwiRm9udFNldHRpbmdzXCI6e1wiJGlkXCI6XCI1MDZcIixcIkZvbnRTaXplXCI6MTAsXCJGb250TmFtZVwiOlwiQ2FsaWJyaVwiLFwiSXNCb2xkXCI6ZmFsc2UsXCJJc0l0YWxpY1wiOmZhbHNlLFwiSXNVbmRlcmxpbmVkXCI6ZmFsc2V9LFwiRm9yZWdyb3VuZFwiOntcIiRpZFwiOlwiNTA3XCIsXCJDb2xvclwiOntcIiRpZFwiOlwiNTA4XCIsXCJBXCI6MjU1LFwiUlwiOjE0LFwiR1wiOjQwLFwiQlwiOjY1fX0sXCJIb3Jpem9udGFsQWxpZ25tZW50XCI6MCxcIklzVmlzaWJsZVwiOnRydWV9LFwiRGF0ZUZvcm1hdFwiOntcIiRpZFwiOlwiNTA5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xMFwiLFwiRm9ybWF0XCI6MCxcIklzVmlzaWJsZVwiOmZhbHNlLFwiTGFzdEtub3duVmlzaWJpbGl0eVN0YXRlXCI6ZmFsc2V9LFwiVmFyaWFuY2VTdHlsZVwiOntcIiRpZFwiOlwiNTExXCIsXCJWYXJpYW5jZVRleHRTdHlsZVwiOntcIiRpZFwiOlwiNTEyXCIsXCJGb250U2V0dGluZ3NcIjp7XCIkaWRcIjpcIjUxM1wiLFwiRm9udFNpemVcIjoxMCxcIkZvbnROYW1lXCI6XCJDYWxpYnJpXCIsXCJJc0JvbGRcIjpmYWxzZSxcIklzSXRhbGljXCI6ZmFsc2UsXCJJc1VuZGVybGluZWRcIjpmYWxzZX0sXCJGb3JlZ3JvdW5kXCI6e1wiJGlkXCI6XCI1MTRcIixcIkNvbG9yXCI6e1wiJGlkXCI6XCI1MTVcIixcIkFcIjoyNTUsXCJSXCI6MCxcIkdcIjowLFwiQlwiOjB9fSxcIkhvcml6b250YWxBbGlnbm1lbnRcIjowLFwiSXNWaXNpYmxlXCI6dHJ1ZX19fSxcIkRlZmF1bHRTd2ltbGFuZVRhc2tTdHlsZVwiOntcIiRpZFwiOlwiNTE2XCIsXCJTaGFwZVwiOjEsXCJTaGFwZVRoaWNrbmVzc1wiOjAsXCJEdXJhdGlvbkZvcm1hdFwiOjAsXCJQZXJjZW50YWdlQ29tcGxldGVUZXh0U3R5bGVcIjp7XCIkaWRcIjpcIjUxN1wiLFwiRm9udFNldHRpbmdzXCI6e1wiJGlkXCI6XCI1MThcIixcIkZvbnRTaXplXCI6MTAsXCJGb250TmFtZVwiOlwiQ2FsaWJyaVwiLFwiSXNCb2xkXCI6ZmFsc2UsXCJJc0l0YWxpY1wiOmZhbHNlLFwiSXNVbmRlcmxpbmVkXCI6ZmFsc2V9LFwiRm9yZWdyb3VuZFwiOntcIiRpZFwiOlwiNTE5XCIsXCJDb2xvclwiOntcIiRpZFwiOlwiNTIwXCIsXCJBXCI6MjU1LFwiUlwiOjIzMixcIkdcIjoyMzIsXCJCXCI6MjMyfX0sXCJIb3Jpem9udGFsQWxpZ25tZW50XCI6MSxcIklzVmlzaWJsZVwiOnRydWV9LFwiUGVyY2VudGFnZUNvbXBsZXRlSGlnaGxpZ2h0U3R5bGVcIjp7XCIkaWRcIjpcIjUyMVwiLFwiQmFja2dyb3VuZFwiOntcIiRpZFwiOlwiNTIyXCIsXCJDb2xvclwiOntcIiRpZFwiOlwiNTIzXCIsXCJBXCI6ODksXCJSXCI6MCxcIkdcIjowLFwiQlwiOjB9fX0sXCJEdXJhdGlvblN0eWxlXCI6e1wiJGlkXCI6XCI1MjRcIixcIkZvbnRTZXR0aW5nc1wiOntcIiRpZFwiOlwiNTI1XCIsXCJGb250U2l6ZVwiOjEwLFwiRm9udE5hbWVcIjpcIkNhbGlicmlcIixcIklzQm9sZFwiOmZhbHNlLFwiSXNJdGFsaWNcIjpmYWxzZSxcIklzVW5kZXJsaW5lZFwiOmZhbHNlfSxcIkZvcmVncm91bmRcIjp7XCIkaWRcIjpcIjUyNlwiLFwiQ29sb3JcIjp7XCIkaWRcIjpcIjUyN1wiLFwiQVwiOjI1NSxcIlJcIjoyMzcsXCJHXCI6MTI1LFwiQlwiOjQ5fX0sXCJIb3Jpem9udGFsQWxpZ25tZW50XCI6MCxcIklzVmlzaWJsZVwiOmZhbHNlfSxcIk1hcmdpblwiOntcIiRpZFwiOlwiNTI4XCIsXCJUb3BcIjowLjAsXCJMZWZ0XCI6MC4wLFwiUmlnaHRcIjowLjAsXCJCb3R0b21cIjowLjB9LFwiU3RhcnREYXRlUG9zaXRpb25cIjozLFwiRW5kRGF0ZVBvc2l0aW9uXCI6MyxcIlRpdGxlUG9zaXRpb25cIjo0LFwiRHVyYXRpb25Qb3NpdGlvblwiOjAsXCJQZXJjZW50YWdlQ29tcGxldGVkUG9zaXRpb25cIjoyLFwiVmFyaWFuY2VQb3NpdGlvblwiOjIsXCJTcGFjaW5nXCI6MyxcIkJhc2VsaW5lU3R5bGVcIjp7XCIkaWRcIjpcIjUyOVwiLFwiQmFzZWxpbmVTaGFwZVN0eWxlXCI6e1wiJGlkXCI6XCI1MzBcIixcIk1hcmdpblwiOntcIiRpZFwiOlwiNTMxXCIsXCJUb3BcIjowLjAsXCJMZWZ0XCI6MC4wLFwiUmlnaHRcIjowLjAsXCJCb3R0b21cIjowLjB9LFwiUGFkZGluZ1wiOntcIiRpZFwiOlwiNTMyXCIsXCJUb3BcIjowLjAsXCJMZWZ0XCI6MC4wLFwiUmlnaHRcIjowLjAsXCJCb3R0b21cIjowLjB9LFwiQmFja2dyb3VuZFwiOntcIiRpZFwiOlwiNTMzXCIsXCJDb2xvclwiOntcIiRpZFwiOlwiNTM0XCIsXCJBXCI6MTUzLFwiUlwiOjAsXCJHXCI6MCxcIkJcIjowfX0sXCJJc1Zpc2libGVcIjpmYWxzZSxcIldpZHRoXCI6MC4wLFwiSGVpZ2h0XCI6MC4wLFwiQm9yZGVyU3R5bGVcIjp7XCIkaWRcIjpcIjUzNVwiLFwiTGluZVN0eWxlXCI6e1wiJGlkXCI6XCI1MzZcIixcIkxpbmVDb2xvclwiOntcIiRpZFwiOlwiNTM3XCIsXCJDb2xvclwiOntcIiRpZFwiOlwiNTM4XCIsXCJBXCI6MjU1LFwiUlwiOjI1NSxcIkdcIjowLFwiQlwiOjB9fSxcIkxpbmVXZWlnaHRcIjoyLjAsXCJMaW5lVHlwZVwiOjB9LFwiSXNWaXNpYmxlXCI6ZmFsc2V9fX0sXCJTaGFwZVN0eWxlXCI6e1wiJGlkXCI6XCI1MzlcIixcIk1hcmdpblwiOntcIiRpZFwiOlwiNTQwXCIsXCJUb3BcIjowLjAsXCJMZWZ0XCI6NC4wLFwiUmlnaHRcIjo0LjAsXCJCb3R0b21cIjowLjB9LFwiUGFkZGluZ1wiOntcIiRpZFwiOlwiNTQxXCIsXCJUb3BcIjowLjAsXCJMZWZ0XCI6MC4wLFwiUmlnaHRcIjowLjAsXCJCb3R0b21cIjowLjB9LFwiQmFja2dyb3VuZFwiOntcIiRpZFwiOlwiNTQyXCIsXCJDb2xvclwiOntcIiRpZFwiOlwiNTQzXCIsXCJBXCI6MjU1LFwiUlwiOjI1LFwiR1wiOjEwNyxcIkJcIjozNn19LFwiSXNWaXNpYmxlXCI6dHJ1ZSxcIldpZHRoXCI6MC4wLFwiSGVpZ2h0XCI6MTAuMCxcIkJvcmRlclN0eWxlXCI6e1wiJGlkXCI6XCI1NDRcIixcIkxpbmVTdHlsZVwiOntcIiRpZFwiOlwiNTQ1XCIsXCJMaW5lQ29sb3JcIjp7XCIkaWRcIjpcIjU0NlwiLFwiQ29sb3JcIjp7XCIkaWRcIjpcIjU0N1wiLFwiQVwiOjI1NSxcIlJcIjoyMzQsXCJHXCI6MjIsXCJCXCI6MzB9fSxcIkxpbmVXZWlnaHRcIjoyLjAsXCJMaW5lVHlwZVwiOjB9LFwiSXNWaXNpYmxlXCI6ZmFsc2V9fSxcIlRpdGxlU3R5bGVcIjp7XCIkaWRcIjpcIjU0OFwiLFwiRm9udFNldHRpbmdzXCI6e1wiJGlkXCI6XCI1NDlcIixcIkZvbnRTaXplXCI6MTEsXCJGb250TmFtZVwiOlwiQ2FsaWJyaVwiLFwiSXNCb2xkXCI6ZmFsc2UsXCJJc0l0YWxpY1wiOmZhbHNlLFwiSXNVbmRlcmxpbmVkXCI6ZmFsc2V9LFwiRm9yZWdyb3VuZFwiOntcIiRpZFwiOlwiNTUwXCIsXCJDb2xvclwiOntcIiRpZFwiOlwiNTUxXCIsXCJBXCI6MjU1LFwiUlwiOjAsXCJHXCI6MCxcIkJcIjowfX0sXCJIb3Jpem9udGFsQWxpZ25tZW50XCI6MCxcIklzVmlzaWJsZVwiOnRydWV9LFwiRGF0ZVN0eWxlXCI6e1wiJGlkXCI6XCI1NTJcIixcIkZvbnRTZXR0aW5nc1wiOntcIiRpZFwiOlwiNTUzXCIsXCJGb250U2l6ZVwiOjEwLFwiRm9udE5hbWVcIjpcIkNhbGlicmlcIixcIklzQm9sZFwiOmZhbHNlLFwiSXNJdGFsaWNcIjpmYWxzZSxcIklzVW5kZXJsaW5lZFwiOmZhbHNlfSxcIkZvcmVncm91bmRcIjp7XCIkaWRcIjpcIjU1NFwiLFwiQ29sb3JcIjp7XCIkaWRcIjpcIjU1NVwiLFwiQVwiOjI1NSxcIlJcIjoxNCxcIkdcIjo0MCxcIkJcIjo2NX19LFwiSG9yaXpvbnRhbEFsaWdubWVudFwiOjIsXCJJc1Zpc2libGVcIjp0cnVlfSxcIkRhdGVGb3JtYXRcIjp7XCIkaWRcIjpcIjU1N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NTdcIixcIkZvcm1hdFwiOjAsXCJJc1Zpc2libGVcIjpmYWxzZSxcIkxhc3RLbm93blZpc2liaWxpdHlTdGF0ZVwiOmZhbHNlfSxcIlZhcmlhbmNlU3R5bGVcIjp7XCIkaWRcIjpcIjU1OFwiLFwiVmFyaWFuY2VUZXh0U3R5bGVcIjp7XCIkaWRcIjpcIjU1OVwiLFwiRm9udFNldHRpbmdzXCI6e1wiJGlkXCI6XCI1NjBcIixcIkZvbnRTaXplXCI6MTAsXCJGb250TmFtZVwiOlwiQ2FsaWJyaVwiLFwiSXNCb2xkXCI6ZmFsc2UsXCJJc0l0YWxpY1wiOmZhbHNlLFwiSXNVbmRlcmxpbmVkXCI6ZmFsc2V9LFwiRm9yZWdyb3VuZFwiOntcIiRpZFwiOlwiNTYxXCIsXCJDb2xvclwiOntcIiRpZFwiOlwiNTYyXCIsXCJBXCI6MjU1LFwiUlwiOjAsXCJHXCI6MCxcIkJcIjowfX0sXCJIb3Jpem9udGFsQWxpZ25tZW50XCI6MCxcIklzVmlzaWJsZVwiOnRydWV9fX0sXCJEZWZhdWx0U3dpbWxhbmVNb3RTdHlsZVwiOntcIiRpZFwiOlwiNTYzXCIsXCJTaGFwZVwiOjEsXCJTaGFwZVNpemVcIjowLFwiRGV0YWlsc1NwYWNpbmdcIjowLjAsXCJQYWRkaW5nXCI6e1wiJGlkXCI6XCI1NjRcIixcIlRvcFwiOjUuMCxcIkxlZnRcIjozLjAsXCJSaWdodFwiOjAuMCxcIkJvdHRvbVwiOjIuMH0sXCJQb3NpdGlvbk9uVGFza1wiOjEsXCJTaGFwZVN0eWxlXCI6e1wiJGlkXCI6XCI1NjVcIixcIk1hcmdpblwiOntcIiRpZFwiOlwiNTY2XCIsXCJUb3BcIjowLjAsXCJMZWZ0XCI6MC4wLFwiUmlnaHRcIjowLjAsXCJCb3R0b21cIjowLjB9LFwiUGFkZGluZ1wiOntcIiRpZFwiOlwiNTY3XCIsXCJUb3BcIjowLjAsXCJMZWZ0XCI6MC4wLFwiUmlnaHRcIjowLjAsXCJCb3R0b21cIjowLjB9LFwiQmFja2dyb3VuZFwiOntcIiRpZFwiOlwiNTY4XCIsXCJDb2xvclwiOntcIiRpZFwiOlwiNTY5XCIsXCJBXCI6MjU1LFwiUlwiOjEzLFwiR1wiOjUzLFwiQlwiOjE4fX0sXCJJc1Zpc2libGVcIjp0cnVlLFwiV2lkdGhcIjoxMi4wLFwiSGVpZ2h0XCI6MTQuMCxcIkJvcmRlclN0eWxlXCI6e1wiJGlkXCI6XCI1NzBcIixcIkxpbmVTdHlsZVwiOntcIiRpZFwiOlwiNTcxXCIsXCJMaW5lQ29sb3JcIjp7XCIkaWRcIjpcIjU3MlwiLFwiQ29sb3JcIjp7XCIkaWRcIjpcIjU3M1wiLFwiQVwiOjI1NSxcIlJcIjoyNTUsXCJHXCI6MjU1LFwiQlwiOjI1NX19LFwiTGluZVdlaWdodFwiOjAuMCxcIkxpbmVUeXBlXCI6MH0sXCJJc1Zpc2libGVcIjpmYWxzZX19LFwiVGl0bGVTdHlsZVwiOntcIiRpZFwiOlwiNTc0XCIsXCJGb250U2V0dGluZ3NcIjp7XCIkaWRcIjpcIjU3NVwiLFwiRm9udFNpemVcIjoxMSxcIkZvbnROYW1lXCI6XCJDYWxpYnJpXCIsXCJJc0JvbGRcIjpmYWxzZSxcIklzSXRhbGljXCI6ZmFsc2UsXCJJc1VuZGVybGluZWRcIjpmYWxzZX0sXCJGb3JlZ3JvdW5kXCI6e1wiJGlkXCI6XCI1NzZcIixcIkNvbG9yXCI6e1wiJGlkXCI6XCI1NzdcIixcIkFcIjoyNTUsXCJSXCI6MCxcIkdcIjowLFwiQlwiOjB9fSxcIkhvcml6b250YWxBbGlnbm1lbnRcIjoxLFwiSXNWaXNpYmxlXCI6dHJ1ZX0sXCJEYXRlU3R5bGVcIjp7XCIkaWRcIjpcIjU3OFwiLFwiRm9udFNldHRpbmdzXCI6e1wiJGlkXCI6XCI1NzlcIixcIkZvbnRTaXplXCI6MTAsXCJGb250TmFtZVwiOlwiQ2FsaWJyaVwiLFwiSXNCb2xkXCI6ZmFsc2UsXCJJc0l0YWxpY1wiOmZhbHNlLFwiSXNVbmRlcmxpbmVkXCI6ZmFsc2V9LFwiRm9yZWdyb3VuZFwiOntcIiRpZFwiOlwiNTgwXCIsXCJDb2xvclwiOntcIiRpZFwiOlwiNTgxXCIsXCJBXCI6MjU1LFwiUlwiOjE0LFwiR1wiOjQwLFwiQlwiOjY1fX0sXCJIb3Jpem9udGFsQWxpZ25tZW50XCI6MSxcIklzVmlzaWJsZVwiOnRydWV9LFwiRGF0ZUZvcm1hdFwiOntcIiRpZFwiOlwiNTg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4M1wiLFwiRm9ybWF0XCI6MCxcIklzVmlzaWJsZVwiOmZhbHNlLFwiTGFzdEtub3duVmlzaWJpbGl0eVN0YXRlXCI6ZmFsc2V9LFwiVmFyaWFuY2VTdHlsZVwiOntcIiRpZFwiOlwiNTg0XCIsXCJWYXJpYW5jZVRleHRTdHlsZVwiOntcIiRpZFwiOlwiNTg1XCIsXCJGb250U2V0dGluZ3NcIjp7XCIkaWRcIjpcIjU4NlwiLFwiRm9udFNpemVcIjoxMCxcIkZvbnROYW1lXCI6XCJDYWxpYnJpXCIsXCJJc0JvbGRcIjpmYWxzZSxcIklzSXRhbGljXCI6ZmFsc2UsXCJJc1VuZGVybGluZWRcIjpmYWxzZX0sXCJGb3JlZ3JvdW5kXCI6e1wiJGlkXCI6XCI1ODdcIixcIkNvbG9yXCI6e1wiJGlkXCI6XCI1ODhcIixcIkFcIjoyNTUsXCJSXCI6MCxcIkdcIjowLFwiQlwiOjB9fSxcIkhvcml6b250YWxBbGlnbm1lbnRcIjowLFwiSXNWaXNpYmxlXCI6dHJ1ZX19fX0se1wiJGlkXCI6XCI1ODlcIixcIlN0eWxlSWRcIjpcIjA3MDJkZWE4LWMxMTQtNGQ3MS1iZTQwLWNkMzA2MmM0Njk3MFwiLFwiTmFtZVwiOlwiU3dpbWxhbmUgU3R5bGUgNFwiLFwiSGVhZGVyU3R5bGVcIjp7XCIkaWRcIjpcIjU5MFwiLFwiVGV4dFN0eWxlXCI6e1wiJGlkXCI6XCI1OTFcIixcIkZvbnRTZXR0aW5nc1wiOntcIiRpZFwiOlwiNTkyXCIsXCJGb250U2l6ZVwiOjExLFwiRm9udE5hbWVcIjpcIkNhbGlicmlcIixcIklzQm9sZFwiOmZhbHNlLFwiSXNJdGFsaWNcIjpmYWxzZSxcIklzVW5kZXJsaW5lZFwiOmZhbHNlfSxcIkZvcmVncm91bmRcIjp7XCIkaWRcIjpcIjU5M1wiLFwiQ29sb3JcIjp7XCIkaWRcIjpcIjU5NFwiLFwiQVwiOjI1NSxcIlJcIjoyNTUsXCJHXCI6MjU1LFwiQlwiOjI1NX19LFwiSG9yaXpvbnRhbEFsaWdubWVudFwiOjAsXCJJc1Zpc2libGVcIjp0cnVlfSxcIlJlY3RhbmdsZVN0eWxlXCI6e1wiJGlkXCI6XCI1OTVcIixcIk1hcmdpblwiOntcIiRpZFwiOlwiNTk2XCIsXCJUb3BcIjowLjAsXCJMZWZ0XCI6MC4wLFwiUmlnaHRcIjowLjAsXCJCb3R0b21cIjowLjB9LFwiUGFkZGluZ1wiOntcIiRpZFwiOlwiNTk3XCIsXCJUb3BcIjowLjAsXCJMZWZ0XCI6MC4wLFwiUmlnaHRcIjowLjAsXCJCb3R0b21cIjowLjB9LFwiQmFja2dyb3VuZFwiOntcIiRpZFwiOlwiNTk4XCIsXCJDb2xvclwiOntcIiRpZFwiOlwiNTk5XCIsXCJBXCI6MjU1LFwiUlwiOjE1LFwiR1wiOjE1OCxcIkJcIjoyMTN9fSxcIklzVmlzaWJsZVwiOnRydWUsXCJXaWR0aFwiOjAuMCxcIkhlaWdodFwiOjAuMCxcIkJvcmRlclN0eWxlXCI6e1wiJGlkXCI6XCI2MDBcIixcIkxpbmVTdHlsZVwiOntcIiRpZFwiOlwiNjAxXCIsXCJMaW5lQ29sb3JcIjp7XCIkaWRcIjpcIjYwMlwiLFwiQ29sb3JcIjp7XCIkaWRcIjpcIjYwM1wiLFwiQVwiOjI1NSxcIlJcIjoyNTUsXCJHXCI6MjU1LFwiQlwiOjI1NX19LFwiTGluZVdlaWdodFwiOjAuMCxcIkxpbmVUeXBlXCI6MH0sXCJJc1Zpc2libGVcIjpmYWxzZX19fSxcIkJhY2tncm91bmRTdHlsZVwiOntcIiRpZFwiOlwiNjA0XCIsXCJNYXJnaW5cIjp7XCIkaWRcIjpcIjYwNVwiLFwiVG9wXCI6MC4wLFwiTGVmdFwiOjAuMCxcIlJpZ2h0XCI6MC4wLFwiQm90dG9tXCI6MC4wfSxcIlBhZGRpbmdcIjp7XCIkaWRcIjpcIjYwNlwiLFwiVG9wXCI6MC4wLFwiTGVmdFwiOjAuMCxcIlJpZ2h0XCI6MC4wLFwiQm90dG9tXCI6MC4wfSxcIkJhY2tncm91bmRcIjp7XCIkaWRcIjpcIjYwN1wiLFwiQ29sb3JcIjp7XCIkaWRcIjpcIjYwOFwiLFwiQVwiOjUxLFwiUlwiOjIwMCxcIkdcIjoyMDAsXCJCXCI6MjAwfX0sXCJJc1Zpc2libGVcIjp0cnVlLFwiV2lkdGhcIjowLjAsXCJIZWlnaHRcIjowLjAsXCJCb3JkZXJTdHlsZVwiOntcIiRpZFwiOlwiNjA5XCIsXCJMaW5lU3R5bGVcIjp7XCIkaWRcIjpcIjYxMFwiLFwiTGluZUNvbG9yXCI6e1wiJGlkXCI6XCI2MTFcIixcIkNvbG9yXCI6e1wiJGlkXCI6XCI2MTJcIixcIkFcIjoyNTUsXCJSXCI6MjM0LFwiR1wiOjIyLFwiQlwiOjMwfX0sXCJMaW5lV2VpZ2h0XCI6Mi4wLFwiTGluZVR5cGVcIjowfSxcIklzVmlzaWJsZVwiOmZhbHNlfX0sXCJJc0Fib3ZlVGltZWJhbmRcIjpmYWxzZSxcIlNwYWNpbmdcIjozLFwiRGVmYXVsdFN3aW1sYW5lQWN0aXZpdHlTdHlsZVwiOntcIiRpZFwiOlwiNjEzXCIsXCJIZWFkZXJTdHlsZVwiOntcIiRpZFwiOlwiNjE0XCIsXCJUZXh0U3R5bGVcIjp7XCIkaWRcIjpcIjYxNVwiLFwiRm9udFNldHRpbmdzXCI6e1wiJGlkXCI6XCI2MTZcIixcIkZvbnRTaXplXCI6MTEsXCJGb250TmFtZVwiOlwiQ2FsaWJyaVwiLFwiSXNCb2xkXCI6ZmFsc2UsXCJJc0l0YWxpY1wiOmZhbHNlLFwiSXNVbmRlcmxpbmVkXCI6ZmFsc2V9LFwiRm9yZWdyb3VuZFwiOntcIiRpZFwiOlwiNjE3XCIsXCJDb2xvclwiOntcIiRpZFwiOlwiNjE4XCIsXCJBXCI6MjU1LFwiUlwiOjAsXCJHXCI6MCxcIkJcIjowfX0sXCJIb3Jpem9udGFsQWxpZ25tZW50XCI6MCxcIklzVmlzaWJsZVwiOnRydWV9LFwiUmVjdGFuZ2xlU3R5bGVcIjp7XCIkaWRcIjpcIjYxOVwiLFwiTWFyZ2luXCI6e1wiJGlkXCI6XCI2MjBcIixcIlRvcFwiOjAuMCxcIkxlZnRcIjowLjAsXCJSaWdodFwiOjAuMCxcIkJvdHRvbVwiOjAuMH0sXCJQYWRkaW5nXCI6e1wiJGlkXCI6XCI2MjFcIixcIlRvcFwiOjAuMCxcIkxlZnRcIjowLjAsXCJSaWdodFwiOjAuMCxcIkJvdHRvbVwiOjAuMH0sXCJCYWNrZ3JvdW5kXCI6e1wiJGlkXCI6XCI2MjJcIixcIkNvbG9yXCI6e1wiJGlkXCI6XCI2MjNcIixcIkFcIjoxMjcsXCJSXCI6MTUsXCJHXCI6MTU4LFwiQlwiOjIxM319LFwiSXNWaXNpYmxlXCI6dHJ1ZSxcIldpZHRoXCI6MC4wLFwiSGVpZ2h0XCI6MC4wLFwiQm9yZGVyU3R5bGVcIjp7XCIkaWRcIjpcIjYyNFwiLFwiTGluZVN0eWxlXCI6e1wiJGlkXCI6XCI2MjVcIixcIkxpbmVDb2xvclwiOntcIiRpZFwiOlwiNjI2XCIsXCJDb2xvclwiOntcIiRpZFwiOlwiNjI3XCIsXCJBXCI6MjU1LFwiUlwiOjI1NSxcIkdcIjowLFwiQlwiOjB9fSxcIkxpbmVXZWlnaHRcIjowLjAsXCJMaW5lVHlwZVwiOjB9LFwiSXNWaXNpYmxlXCI6ZmFsc2V9fX0sXCJCYWNrZ3JvdW5kU3R5bGVcIjp7XCIkaWRcIjpcIjYyOFwiLFwiTWFyZ2luXCI6e1wiJGlkXCI6XCI2MjlcIixcIlRvcFwiOjAuMCxcIkxlZnRcIjowLjAsXCJSaWdodFwiOjAuMCxcIkJvdHRvbVwiOjAuMH0sXCJQYWRkaW5nXCI6e1wiJGlkXCI6XCI2MzBcIixcIlRvcFwiOjAuMCxcIkxlZnRcIjowLjAsXCJSaWdodFwiOjAuMCxcIkJvdHRvbVwiOjAuMH0sXCJCYWNrZ3JvdW5kXCI6e1wiJGlkXCI6XCI2MzFcIixcIkNvbG9yXCI6e1wiJGlkXCI6XCI2MzJcIixcIkFcIjo1MSxcIlJcIjoyMDAsXCJHXCI6MjAwLFwiQlwiOjIwMH19LFwiSXNWaXNpYmxlXCI6dHJ1ZSxcIldpZHRoXCI6MC4wLFwiSGVpZ2h0XCI6MC4wLFwiQm9yZGVyU3R5bGVcIjp7XCIkaWRcIjpcIjYzM1wiLFwiTGluZVN0eWxlXCI6e1wiJGlkXCI6XCI2MzRcIixcIkxpbmVDb2xvclwiOntcIiRpZFwiOlwiNjM1XCIsXCJDb2xvclwiOntcIiRpZFwiOlwiNjM2XCIsXCJBXCI6MjU1LFwiUlwiOjIzNCxcIkdcIjoyMixcIkJcIjozMH19LFwiTGluZVdlaWdodFwiOjIuMCxcIkxpbmVUeXBlXCI6MH0sXCJJc1Zpc2libGVcIjpmYWxzZX19fSxcIkRlZmF1bHRTd2ltbGFuZU1pbGVzdG9uZVN0eWxlXCI6e1wiJGlkXCI6XCI2MzdcIixcIlRpdGxlUG9zaXRpb25cIjowLFwiRGF0ZVBvc2l0aW9uXCI6MixcIlZhcmlhbmNlUG9zaXRpb25cIjoyLFwiU2hhcGVUeXBlXCI6MSxcIlNoYXBlU2l6ZVwiOjAsXCJTcGFjaW5nXCI6NSxcIlNoYXBlU3R5bGVcIjp7XCIkaWRcIjpcIjYzOFwiLFwiTWFyZ2luXCI6e1wiJGlkXCI6XCI2MzlcIixcIlRvcFwiOjAuMCxcIkxlZnRcIjowLjAsXCJSaWdodFwiOjAuMCxcIkJvdHRvbVwiOjAuMH0sXCJQYWRkaW5nXCI6e1wiJGlkXCI6XCI2NDBcIixcIlRvcFwiOjAuMCxcIkxlZnRcIjowLjAsXCJSaWdodFwiOjAuMCxcIkJvdHRvbVwiOjAuMH0sXCJCYWNrZ3JvdW5kXCI6e1wiJGlkXCI6XCI2NDFcIixcIkNvbG9yXCI6e1wiJGlkXCI6XCI2NDJcIixcIkFcIjoyNTUsXCJSXCI6MTUsXCJHXCI6MTU4LFwiQlwiOjIxM319LFwiSXNWaXNpYmxlXCI6dHJ1ZSxcIldpZHRoXCI6MTIuMCxcIkhlaWdodFwiOjE0LjAsXCJCb3JkZXJTdHlsZVwiOntcIiRpZFwiOlwiNjQzXCIsXCJMaW5lU3R5bGVcIjp7XCIkaWRcIjpcIjY0NFwiLFwiTGluZUNvbG9yXCI6e1wiJGlkXCI6XCI2NDVcIixcIkNvbG9yXCI6e1wiJGlkXCI6XCI2NDZcIixcIkFcIjoyNTUsXCJSXCI6MjM0LFwiR1wiOjIyLFwiQlwiOjMwfX0sXCJMaW5lV2VpZ2h0XCI6Mi4wLFwiTGluZVR5cGVcIjowfSxcIklzVmlzaWJsZVwiOmZhbHNlfX0sXCJUaXRsZVN0eWxlXCI6e1wiJGlkXCI6XCI2NDdcIixcIkZvbnRTZXR0aW5nc1wiOntcIiRpZFwiOlwiNjQ4XCIsXCJGb250U2l6ZVwiOjExLFwiRm9udE5hbWVcIjpcIkNhbGlicmlcIixcIklzQm9sZFwiOmZhbHNlLFwiSXNJdGFsaWNcIjpmYWxzZSxcIklzVW5kZXJsaW5lZFwiOmZhbHNlfSxcIkZvcmVncm91bmRcIjp7XCIkaWRcIjpcIjY0OVwiLFwiQ29sb3JcIjp7XCIkaWRcIjpcIjY1MFwiLFwiQVwiOjI1NSxcIlJcIjowLFwiR1wiOjAsXCJCXCI6MH19LFwiSG9yaXpvbnRhbEFsaWdubWVudFwiOjIsXCJJc1Zpc2libGVcIjp0cnVlfSxcIkRhdGVTdHlsZVwiOntcIiRpZFwiOlwiNjUxXCIsXCJGb250U2V0dGluZ3NcIjp7XCIkaWRcIjpcIjY1MlwiLFwiRm9udFNpemVcIjoxMCxcIkZvbnROYW1lXCI6XCJDYWxpYnJpXCIsXCJJc0JvbGRcIjpmYWxzZSxcIklzSXRhbGljXCI6ZmFsc2UsXCJJc1VuZGVybGluZWRcIjpmYWxzZX0sXCJGb3JlZ3JvdW5kXCI6e1wiJGlkXCI6XCI2NTNcIixcIkNvbG9yXCI6e1wiJGlkXCI6XCI2NTRcIixcIkFcIjoyNTUsXCJSXCI6MTQsXCJHXCI6NDAsXCJCXCI6NjV9fSxcIkhvcml6b250YWxBbGlnbm1lbnRcIjowLFwiSXNWaXNpYmxlXCI6dHJ1ZX0sXCJEYXRlRm9ybWF0XCI6e1wiJGlkXCI6XCI2NTV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jU2XCIsXCJGb3JtYXRcIjowLFwiSXNWaXNpYmxlXCI6ZmFsc2UsXCJMYXN0S25vd25WaXNpYmlsaXR5U3RhdGVcIjpmYWxzZX0sXCJWYXJpYW5jZVN0eWxlXCI6e1wiJGlkXCI6XCI2NTdcIixcIlZhcmlhbmNlVGV4dFN0eWxlXCI6e1wiJGlkXCI6XCI2NThcIixcIkZvbnRTZXR0aW5nc1wiOntcIiRpZFwiOlwiNjU5XCIsXCJGb250U2l6ZVwiOjEwLFwiRm9udE5hbWVcIjpcIkNhbGlicmlcIixcIklzQm9sZFwiOmZhbHNlLFwiSXNJdGFsaWNcIjpmYWxzZSxcIklzVW5kZXJsaW5lZFwiOmZhbHNlfSxcIkZvcmVncm91bmRcIjp7XCIkaWRcIjpcIjY2MFwiLFwiQ29sb3JcIjp7XCIkaWRcIjpcIjY2MVwiLFwiQVwiOjI1NSxcIlJcIjowLFwiR1wiOjAsXCJCXCI6MH19LFwiSG9yaXpvbnRhbEFsaWdubWVudFwiOjAsXCJJc1Zpc2libGVcIjp0cnVlfX19LFwiRGVmYXVsdFN3aW1sYW5lVGFza1N0eWxlXCI6e1wiJGlkXCI6XCI2NjJcIixcIlNoYXBlXCI6MSxcIlNoYXBlVGhpY2tuZXNzXCI6MCxcIkR1cmF0aW9uRm9ybWF0XCI6MCxcIlBlcmNlbnRhZ2VDb21wbGV0ZVRleHRTdHlsZVwiOntcIiRpZFwiOlwiNjYzXCIsXCJGb250U2V0dGluZ3NcIjp7XCIkaWRcIjpcIjY2NFwiLFwiRm9udFNpemVcIjoxMCxcIkZvbnROYW1lXCI6XCJDYWxpYnJpXCIsXCJJc0JvbGRcIjpmYWxzZSxcIklzSXRhbGljXCI6ZmFsc2UsXCJJc1VuZGVybGluZWRcIjpmYWxzZX0sXCJGb3JlZ3JvdW5kXCI6e1wiJGlkXCI6XCI2NjVcIixcIkNvbG9yXCI6e1wiJGlkXCI6XCI2NjZcIixcIkFcIjoyNTUsXCJSXCI6MjMyLFwiR1wiOjIzMixcIkJcIjoyMzJ9fSxcIkhvcml6b250YWxBbGlnbm1lbnRcIjoxLFwiSXNWaXNpYmxlXCI6dHJ1ZX0sXCJQZXJjZW50YWdlQ29tcGxldGVIaWdobGlnaHRTdHlsZVwiOntcIiRpZFwiOlwiNjY3XCIsXCJCYWNrZ3JvdW5kXCI6e1wiJGlkXCI6XCI2NjhcIixcIkNvbG9yXCI6e1wiJGlkXCI6XCI2NjlcIixcIkFcIjo4OSxcIlJcIjowLFwiR1wiOjAsXCJCXCI6MH19fSxcIkR1cmF0aW9uU3R5bGVcIjp7XCIkaWRcIjpcIjY3MFwiLFwiRm9udFNldHRpbmdzXCI6e1wiJGlkXCI6XCI2NzFcIixcIkZvbnRTaXplXCI6MTAsXCJGb250TmFtZVwiOlwiQ2FsaWJyaVwiLFwiSXNCb2xkXCI6ZmFsc2UsXCJJc0l0YWxpY1wiOmZhbHNlLFwiSXNVbmRlcmxpbmVkXCI6ZmFsc2V9LFwiRm9yZWdyb3VuZFwiOntcIiRpZFwiOlwiNjcyXCIsXCJDb2xvclwiOntcIiRpZFwiOlwiNjczXCIsXCJBXCI6MjU1LFwiUlwiOjIzNyxcIkdcIjoxMjUsXCJCXCI6NDl9fSxcIkhvcml6b250YWxBbGlnbm1lbnRcIjowLFwiSXNWaXNpYmxlXCI6ZmFsc2V9LFwiTWFyZ2luXCI6e1wiJGlkXCI6XCI2NzRcIixcIlRvcFwiOjAuMCxcIkxlZnRcIjowLjAsXCJSaWdodFwiOjAuMCxcIkJvdHRvbVwiOjAuMH0sXCJTdGFydERhdGVQb3NpdGlvblwiOjMsXCJFbmREYXRlUG9zaXRpb25cIjozLFwiVGl0bGVQb3NpdGlvblwiOjQsXCJEdXJhdGlvblBvc2l0aW9uXCI6MCxcIlBlcmNlbnRhZ2VDb21wbGV0ZWRQb3NpdGlvblwiOjIsXCJWYXJpYW5jZVBvc2l0aW9uXCI6MixcIlNwYWNpbmdcIjozLFwiQmFzZWxpbmVTdHlsZVwiOntcIiRpZFwiOlwiNjc1XCIsXCJCYXNlbGluZVNoYXBlU3R5bGVcIjp7XCIkaWRcIjpcIjY3NlwiLFwiTWFyZ2luXCI6e1wiJGlkXCI6XCI2NzdcIixcIlRvcFwiOjAuMCxcIkxlZnRcIjowLjAsXCJSaWdodFwiOjAuMCxcIkJvdHRvbVwiOjAuMH0sXCJQYWRkaW5nXCI6e1wiJGlkXCI6XCI2NzhcIixcIlRvcFwiOjAuMCxcIkxlZnRcIjowLjAsXCJSaWdodFwiOjAuMCxcIkJvdHRvbVwiOjAuMH0sXCJCYWNrZ3JvdW5kXCI6e1wiJGlkXCI6XCI2NzlcIixcIkNvbG9yXCI6e1wiJGlkXCI6XCI2ODBcIixcIkFcIjoxNTMsXCJSXCI6MCxcIkdcIjowLFwiQlwiOjB9fSxcIklzVmlzaWJsZVwiOmZhbHNlLFwiV2lkdGhcIjowLjAsXCJIZWlnaHRcIjowLjAsXCJCb3JkZXJTdHlsZVwiOntcIiRpZFwiOlwiNjgxXCIsXCJMaW5lU3R5bGVcIjp7XCIkaWRcIjpcIjY4MlwiLFwiTGluZUNvbG9yXCI6e1wiJGlkXCI6XCI2ODNcIixcIkNvbG9yXCI6e1wiJGlkXCI6XCI2ODRcIixcIkFcIjoyNTUsXCJSXCI6MjU1LFwiR1wiOjAsXCJCXCI6MH19LFwiTGluZVdlaWdodFwiOjIuMCxcIkxpbmVUeXBlXCI6MH0sXCJJc1Zpc2libGVcIjpmYWxzZX19fSxcIlNoYXBlU3R5bGVcIjp7XCIkaWRcIjpcIjY4NVwiLFwiTWFyZ2luXCI6e1wiJGlkXCI6XCI2ODZcIixcIlRvcFwiOjAuMCxcIkxlZnRcIjo0LjAsXCJSaWdodFwiOjQuMCxcIkJvdHRvbVwiOjAuMH0sXCJQYWRkaW5nXCI6e1wiJGlkXCI6XCI2ODdcIixcIlRvcFwiOjAuMCxcIkxlZnRcIjowLjAsXCJSaWdodFwiOjAuMCxcIkJvdHRvbVwiOjAuMH0sXCJCYWNrZ3JvdW5kXCI6e1wiJGlkXCI6XCI2ODhcIixcIkNvbG9yXCI6e1wiJGlkXCI6XCI2ODlcIixcIkFcIjoyNTUsXCJSXCI6MTUsXCJHXCI6MTU4LFwiQlwiOjIxM319LFwiSXNWaXNpYmxlXCI6dHJ1ZSxcIldpZHRoXCI6MC4wLFwiSGVpZ2h0XCI6MTAuMCxcIkJvcmRlclN0eWxlXCI6e1wiJGlkXCI6XCI2OTBcIixcIkxpbmVTdHlsZVwiOntcIiRpZFwiOlwiNjkxXCIsXCJMaW5lQ29sb3JcIjp7XCIkaWRcIjpcIjY5MlwiLFwiQ29sb3JcIjp7XCIkaWRcIjpcIjY5M1wiLFwiQVwiOjI1NSxcIlJcIjoyMzQsXCJHXCI6MjIsXCJCXCI6MzB9fSxcIkxpbmVXZWlnaHRcIjoyLjAsXCJMaW5lVHlwZVwiOjB9LFwiSXNWaXNpYmxlXCI6ZmFsc2V9fSxcIlRpdGxlU3R5bGVcIjp7XCIkaWRcIjpcIjY5NFwiLFwiRm9udFNldHRpbmdzXCI6e1wiJGlkXCI6XCI2OTVcIixcIkZvbnRTaXplXCI6MTEsXCJGb250TmFtZVwiOlwiQ2FsaWJyaVwiLFwiSXNCb2xkXCI6ZmFsc2UsXCJJc0l0YWxpY1wiOmZhbHNlLFwiSXNVbmRlcmxpbmVkXCI6ZmFsc2V9LFwiRm9yZWdyb3VuZFwiOntcIiRpZFwiOlwiNjk2XCIsXCJDb2xvclwiOntcIiRpZFwiOlwiNjk3XCIsXCJBXCI6MjU1LFwiUlwiOjAsXCJHXCI6MCxcIkJcIjowfX0sXCJIb3Jpem9udGFsQWxpZ25tZW50XCI6MCxcIklzVmlzaWJsZVwiOnRydWV9LFwiRGF0ZVN0eWxlXCI6e1wiJGlkXCI6XCI2OThcIixcIkZvbnRTZXR0aW5nc1wiOntcIiRpZFwiOlwiNjk5XCIsXCJGb250U2l6ZVwiOjEwLFwiRm9udE5hbWVcIjpcIkNhbGlicmlcIixcIklzQm9sZFwiOmZhbHNlLFwiSXNJdGFsaWNcIjpmYWxzZSxcIklzVW5kZXJsaW5lZFwiOmZhbHNlfSxcIkZvcmVncm91bmRcIjp7XCIkaWRcIjpcIjcwMFwiLFwiQ29sb3JcIjp7XCIkaWRcIjpcIjcwMVwiLFwiQVwiOjI1NSxcIlJcIjoxNCxcIkdcIjo0MCxcIkJcIjo2NX19LFwiSG9yaXpvbnRhbEFsaWdubWVudFwiOjIsXCJJc1Zpc2libGVcIjp0cnVlfSxcIkRhdGVGb3JtYXRcIjp7XCIkaWRcIjpcIjcw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DNcIixcIkZvcm1hdFwiOjAsXCJJc1Zpc2libGVcIjpmYWxzZSxcIkxhc3RLbm93blZpc2liaWxpdHlTdGF0ZVwiOmZhbHNlfSxcIlZhcmlhbmNlU3R5bGVcIjp7XCIkaWRcIjpcIjcwNFwiLFwiVmFyaWFuY2VUZXh0U3R5bGVcIjp7XCIkaWRcIjpcIjcwNVwiLFwiRm9udFNldHRpbmdzXCI6e1wiJGlkXCI6XCI3MDZcIixcIkZvbnRTaXplXCI6MTAsXCJGb250TmFtZVwiOlwiQ2FsaWJyaVwiLFwiSXNCb2xkXCI6ZmFsc2UsXCJJc0l0YWxpY1wiOmZhbHNlLFwiSXNVbmRlcmxpbmVkXCI6ZmFsc2V9LFwiRm9yZWdyb3VuZFwiOntcIiRpZFwiOlwiNzA3XCIsXCJDb2xvclwiOntcIiRpZFwiOlwiNzA4XCIsXCJBXCI6MjU1LFwiUlwiOjAsXCJHXCI6MCxcIkJcIjowfX0sXCJIb3Jpem9udGFsQWxpZ25tZW50XCI6MCxcIklzVmlzaWJsZVwiOnRydWV9fX0sXCJEZWZhdWx0U3dpbWxhbmVNb3RTdHlsZVwiOntcIiRpZFwiOlwiNzA5XCIsXCJTaGFwZVwiOjEsXCJTaGFwZVNpemVcIjowLFwiRGV0YWlsc1NwYWNpbmdcIjowLjAsXCJQYWRkaW5nXCI6e1wiJGlkXCI6XCI3MTBcIixcIlRvcFwiOjUuMCxcIkxlZnRcIjozLjAsXCJSaWdodFwiOjAuMCxcIkJvdHRvbVwiOjIuMH0sXCJQb3NpdGlvbk9uVGFza1wiOjEsXCJTaGFwZVN0eWxlXCI6e1wiJGlkXCI6XCI3MTFcIixcIk1hcmdpblwiOntcIiRpZFwiOlwiNzEyXCIsXCJUb3BcIjowLjAsXCJMZWZ0XCI6MC4wLFwiUmlnaHRcIjowLjAsXCJCb3R0b21cIjowLjB9LFwiUGFkZGluZ1wiOntcIiRpZFwiOlwiNzEzXCIsXCJUb3BcIjowLjAsXCJMZWZ0XCI6MC4wLFwiUmlnaHRcIjowLjAsXCJCb3R0b21cIjowLjB9LFwiQmFja2dyb3VuZFwiOntcIiRpZFwiOlwiNzE0XCIsXCJDb2xvclwiOntcIiRpZFwiOlwiNzE1XCIsXCJBXCI6MjU1LFwiUlwiOjExLFwiR1wiOjExOCxcIkJcIjoxNTl9fSxcIklzVmlzaWJsZVwiOnRydWUsXCJXaWR0aFwiOjEyLjAsXCJIZWlnaHRcIjoxNC4wLFwiQm9yZGVyU3R5bGVcIjp7XCIkaWRcIjpcIjcxNlwiLFwiTGluZVN0eWxlXCI6e1wiJGlkXCI6XCI3MTdcIixcIkxpbmVDb2xvclwiOntcIiRpZFwiOlwiNzE4XCIsXCJDb2xvclwiOntcIiRpZFwiOlwiNzE5XCIsXCJBXCI6MjU1LFwiUlwiOjI1NSxcIkdcIjowLFwiQlwiOjB9fSxcIkxpbmVXZWlnaHRcIjowLjAsXCJMaW5lVHlwZVwiOjB9LFwiSXNWaXNpYmxlXCI6ZmFsc2V9fSxcIlRpdGxlU3R5bGVcIjp7XCIkaWRcIjpcIjcyMFwiLFwiRm9udFNldHRpbmdzXCI6e1wiJGlkXCI6XCI3MjFcIixcIkZvbnRTaXplXCI6MTEsXCJGb250TmFtZVwiOlwiQ2FsaWJyaVwiLFwiSXNCb2xkXCI6ZmFsc2UsXCJJc0l0YWxpY1wiOmZhbHNlLFwiSXNVbmRlcmxpbmVkXCI6ZmFsc2V9LFwiRm9yZWdyb3VuZFwiOntcIiRpZFwiOlwiNzIyXCIsXCJDb2xvclwiOntcIiRpZFwiOlwiNzIzXCIsXCJBXCI6MjU1LFwiUlwiOjAsXCJHXCI6MCxcIkJcIjowfX0sXCJIb3Jpem9udGFsQWxpZ25tZW50XCI6MSxcIklzVmlzaWJsZVwiOnRydWV9LFwiRGF0ZVN0eWxlXCI6e1wiJGlkXCI6XCI3MjRcIixcIkZvbnRTZXR0aW5nc1wiOntcIiRpZFwiOlwiNzI1XCIsXCJGb250U2l6ZVwiOjEwLFwiRm9udE5hbWVcIjpcIkNhbGlicmlcIixcIklzQm9sZFwiOmZhbHNlLFwiSXNJdGFsaWNcIjpmYWxzZSxcIklzVW5kZXJsaW5lZFwiOmZhbHNlfSxcIkZvcmVncm91bmRcIjp7XCIkaWRcIjpcIjcyNlwiLFwiQ29sb3JcIjp7XCIkaWRcIjpcIjcyN1wiLFwiQVwiOjI1NSxcIlJcIjoxNCxcIkdcIjo0MCxcIkJcIjo2NX19LFwiSG9yaXpvbnRhbEFsaWdubWVudFwiOjEsXCJJc1Zpc2libGVcIjp0cnVlfSxcIkRhdGVGb3JtYXRcIjp7XCIkaWRcIjpcIjcyO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jlcIixcIkZvcm1hdFwiOjAsXCJJc1Zpc2libGVcIjpmYWxzZSxcIkxhc3RLbm93blZpc2liaWxpdHlTdGF0ZVwiOmZhbHNlfSxcIlZhcmlhbmNlU3R5bGVcIjp7XCIkaWRcIjpcIjczMFwiLFwiVmFyaWFuY2VUZXh0U3R5bGVcIjp7XCIkaWRcIjpcIjczMVwiLFwiRm9udFNldHRpbmdzXCI6e1wiJGlkXCI6XCI3MzJcIixcIkZvbnRTaXplXCI6MTAsXCJGb250TmFtZVwiOlwiQ2FsaWJyaVwiLFwiSXNCb2xkXCI6ZmFsc2UsXCJJc0l0YWxpY1wiOmZhbHNlLFwiSXNVbmRlcmxpbmVkXCI6ZmFsc2V9LFwiRm9yZWdyb3VuZFwiOntcIiRpZFwiOlwiNzMzXCIsXCJDb2xvclwiOntcIiRpZFwiOlwiNzM0XCIsXCJBXCI6MjU1LFwiUlwiOjAsXCJHXCI6MCxcIkJcIjowfX0sXCJIb3Jpem9udGFsQWxpZ25tZW50XCI6MCxcIklzVmlzaWJsZVwiOnRydWV9fX19XSxcIkdyaWRsaW5lUGFuZWxTdHlsZVwiOntcIiRpZFwiOlwiNzM1XCIsXCJHcmlkbGluZVN0eWxlXCI6e1wiJGlkXCI6XCI3MzZcIixcIkxpbmVDb2xvclwiOntcIiRpZFwiOlwiNzM3XCIsXCJDb2xvclwiOntcIiRpZFwiOlwiNzM4XCIsXCJBXCI6MzgsXCJSXCI6OTEsXCJHXCI6MTU1LFwiQlwiOjIxM319LFwiTGluZVdlaWdodFwiOjEuMCxcIkxpbmVUeXBlXCI6MH0sXCJJc1Zpc2libGVcIjp0cnVlfSxcIkFjdGl2aXR5TGluZVBhbmVsU3R5bGVcIjp7XCIkaWRcIjpcIjczOVwiLFwiQWN0aXZpdHlMaW5lU3R5bGVcIjp7XCIkaWRcIjpcIjc0MFwiLFwiTGluZUNvbG9yXCI6e1wiJGlkXCI6XCI3NDFcIixcIkNvbG9yXCI6e1wiJGlkXCI6XCI3NDJcIixcIkFcIjozOCxcIlJcIjo2OCxcIkdcIjoxMTQsXCJCXCI6MTk2fX0sXCJMaW5lV2VpZ2h0XCI6MS4wLFwiTGluZVR5cGVcIjowfSxcIklzVmlzaWJsZVwiOnRydWV9LFwiRGVmYXVsdERlcGVuZGVuY3lTdHlsZVwiOntcIiRpZFwiOlwiNzQzXCIsXCJMaW5lU3R5bGVcIjp7XCIkaWRcIjpcIjc0NFwiLFwiTGluZUNvbG9yXCI6e1wiJGlkXCI6XCI3NDVcIixcIkNvbG9yXCI6e1wiJGlkXCI6XCI3NDZcIixcIkFcIjoyNTUsXCJSXCI6MCxcIkdcIjowLFwiQlwiOjB9fSxcIkxpbmVXZWlnaHRcIjoxLjAsXCJMaW5lVHlwZVwiOjB9LFwiRW5kQXJyb3doZWFkTGluZVN0eWxlXCI6e1wiJGlkXCI6XCI3NDdcIixcIktpbmRcIjoxLFwiV2lkdGhcIjoxLFwiTGVuZ3RoXCI6MH0sXCJCcmluZ1RvRnJvbnRcIjpmYWxzZSxcIlJhZGl1c1wiOjMuMH0sXCJDcml0aWNhbFBhdGhTdHlsZVwiOntcIiRpZFwiOlwiNzQ4XCIsXCJDcml0aWNhbFBhdGhTdHlsZU9wdGlvbnNcIjozMCxcIkxpbmVTdHlsZVwiOntcIiRpZFwiOlwiNzQ5XCIsXCJMaW5lQ29sb3JcIjp7XCIkaWRcIjpcIjc1MFwiLFwiQ29sb3JcIjp7XCIkaWRcIjpcIjc1MVwiLFwiQVwiOjI1NSxcIlJcIjoyMjIsXCJHXCI6NTAsXCJCXCI6NTB9fSxcIkxpbmVXZWlnaHRcIjoxLjAsXCJMaW5lVHlwZVwiOjB9LFwiVGl0bGVGb3JlZ3JvdW5kXCI6e1wiJGlkXCI6XCI3NTJcIixcIkNvbG9yXCI6e1wiJGlkXCI6XCI3NTNcIixcIkFcIjoyNTUsXCJSXCI6MTc2LFwiR1wiOjE5LFwiQlwiOjI1fX0sXCJTaGFwZXNCYWNrZ3JvdW5kXCI6e1wiJGlkXCI6XCI3NTRcIixcIkNvbG9yXCI6e1wiJGlkXCI6XCI3NTVcIixcIkFcIjoyNTUsXCJSXCI6MjUzLFwiR1wiOjIwMyxcIkJcIjoyMDh9fSxcIlNoYXBlc0JvcmRlclN0eWxlXCI6e1wiJGlkXCI6XCI3NTZcIixcIkxpbmVDb2xvclwiOntcIiRpZFwiOlwiNzU3XCIsXCJDb2xvclwiOntcIiRpZFwiOlwiNzU4XCIsXCJBXCI6MjU1LFwiUlwiOjIzNCxcIkdcIjoyMixcIkJcIjozMH19LFwiTGluZVdlaWdodFwiOjIuMCxcIkxpbmVUeXBlXCI6MH19LFwiUGFuZWxzU3BhY2luZ0RlZmluaXRpb25cIjp7XCIkaWRcIjpcIjc1OVwiLFwiU3BhY2luZ0Fib3ZlVGltZWJhbmRcIjozLFwiU3BhY2luZ0JlbG93VGltZWJhbmRcIjozLFwiU3BhY2luZ0Fib3ZlQmV0d2VlblN3aW1sYW5lc0FuZFRhc2tzXCI6NSxcIlNwYWNpbmdCZWxvd0JldHdlZW5Td2ltbGFuZXNBbmRUYXNrc1wiOjV9LFwiQ29uZGl0aW9uYWxGb3JtYXR0aW5nXCI6e1wiJGlkXCI6XCI3NjBcIixcIlB2QUZvcm1hdHRpbmdcIjp7XCIkaWRcIjpcIjc2MVwiLFwiRGVsYXlUYXNrU3R5bGVcIjp7XCIkaWRcIjpcIjc2MlwiLFwiU3R5bGVPcHRpb25zXCI6MjQsXCJUaXRsZUZvcmVncm91bmRcIjp7XCIkaWRcIjpcIjc2M1wiLFwiQ29sb3JcIjp7XCIkaWRcIjpcIjc2NFwiLFwiQVwiOjI1NSxcIlJcIjoxNzUsXCJHXCI6MCxcIkJcIjowfX0sXCJBY3R1YWxTaGFwZXNCYWNrZ3JvdW5kXCI6e1wiJGlkXCI6XCI3NjVcIixcIkNvbG9yXCI6e1wiJGlkXCI6XCI3NjZcIixcIkFcIjo2MixcIlJcIjoyNTUsXCJHXCI6MCxcIkJcIjowfX0sXCJBY3R1YWxTaGFwZXNCb3JkZXJTdHlsZVwiOntcIiRpZFwiOlwiNzY3XCIsXCJMaW5lQ29sb3JcIjp7XCIkaWRcIjpcIjc2OFwiLFwiQ29sb3JcIjp7XCIkaWRcIjpcIjc2OVwiLFwiQVwiOjE2MyxcIlJcIjoyNTUsXCJHXCI6MCxcIkJcIjowfX0sXCJMaW5lV2VpZ2h0XCI6My4wLFwiTGluZVR5cGVcIjowfSxcIkJhc2VsaW5lU2hhcGVzQmFja2dyb3VuZFwiOntcIiRpZFwiOlwiNzcwXCIsXCJDb2xvclwiOntcIiRpZFwiOlwiNzcxXCIsXCJBXCI6MTg0LFwiUlwiOjI1NSxcIkdcIjowLFwiQlwiOjB9fSxcIlZhcmlhbmNlRm9yZWdyb3VuZFwiOntcIiRpZFwiOlwiNzcyXCIsXCJDb2xvclwiOntcIiRpZFwiOlwiNzczXCIsXCJBXCI6MjU1LFwiUlwiOjE3NSxcIkdcIjowLFwiQlwiOjB9fX0sXCJEZWxheU1pbGVzdG9uZVN0eWxlXCI6e1wiJGlkXCI6XCI3NzRcIixcIlN0eWxlT3B0aW9uc1wiOjE4LFwiVGl0bGVGb3JlZ3JvdW5kXCI6e1wiJGlkXCI6XCI3NzVcIixcIkNvbG9yXCI6e1wiJGlkXCI6XCI3NzZcIixcIkFcIjoyNTUsXCJSXCI6MTc1LFwiR1wiOjAsXCJCXCI6MH19LFwiQWN0dWFsU2hhcGVzQmFja2dyb3VuZFwiOntcIiRpZFwiOlwiNzc3XCIsXCJDb2xvclwiOntcIiRpZFwiOlwiNzc4XCIsXCJBXCI6MjU1LFwiUlwiOjIyMixcIkdcIjo4MCxcIkJcIjo1MH19LFwiQWN0dWFsU2hhcGVzQm9yZGVyU3R5bGVcIjp7XCIkaWRcIjpcIjc3OVwiLFwiTGluZUNvbG9yXCI6e1wiJGlkXCI6XCI3ODBcIixcIkNvbG9yXCI6e1wiJGlkXCI6XCI3ODFcIixcIkFcIjoxNjMsXCJSXCI6MjU1LFwiR1wiOjAsXCJCXCI6MH19LFwiTGluZVdlaWdodFwiOjMuMCxcIkxpbmVUeXBlXCI6MH0sXCJCYXNlbGluZVNoYXBlc0JhY2tncm91bmRcIjp7XCIkaWRcIjpcIjc4MlwiLFwiQ29sb3JcIjp7XCIkaWRcIjpcIjc4M1wiLFwiQVwiOjE4NCxcIlJcIjoyNTUsXCJHXCI6MCxcIkJcIjowfX0sXCJWYXJpYW5jZUZvcmVncm91bmRcIjp7XCIkaWRcIjpcIjc4NFwiLFwiQ29sb3JcIjp7XCIkaWRcIjpcIjc4NVwiLFwiQVwiOjI1NSxcIlJcIjoxNzUsXCJHXCI6MCxcIkJcIjowfX19LFwiQWR2YW5jZVRhc2tTdHlsZVwiOntcIiRpZFwiOlwiNzg2XCIsXCJTdHlsZU9wdGlvbnNcIjoyNCxcIlRpdGxlRm9yZWdyb3VuZFwiOntcIiRpZFwiOlwiNzg3XCIsXCJDb2xvclwiOntcIiRpZFwiOlwiNzg4XCIsXCJBXCI6MjU1LFwiUlwiOjAsXCJHXCI6MTEwLFwiQlwiOjB9fSxcIkFjdHVhbFNoYXBlc0JhY2tncm91bmRcIjp7XCIkaWRcIjpcIjc4OVwiLFwiQ29sb3JcIjp7XCIkaWRcIjpcIjc5MFwiLFwiQVwiOjYxLFwiUlwiOjAsXCJHXCI6MTI4LFwiQlwiOjB9fSxcIkFjdHVhbFNoYXBlc0JvcmRlclN0eWxlXCI6e1wiJGlkXCI6XCI3OTFcIixcIkxpbmVDb2xvclwiOntcIiRpZFwiOlwiNzkyXCIsXCJDb2xvclwiOntcIiRpZFwiOlwiNzkzXCIsXCJBXCI6MTYzLFwiUlwiOjAsXCJHXCI6MTI4LFwiQlwiOjB9fSxcIkxpbmVXZWlnaHRcIjozLjAsXCJMaW5lVHlwZVwiOjB9LFwiQmFzZWxpbmVTaGFwZXNCYWNrZ3JvdW5kXCI6e1wiJGlkXCI6XCI3OTRcIixcIkNvbG9yXCI6e1wiJGlkXCI6XCI3OTVcIixcIkFcIjoxODQsXCJSXCI6MCxcIkdcIjoxMjgsXCJCXCI6MH19LFwiVmFyaWFuY2VGb3JlZ3JvdW5kXCI6e1wiJGlkXCI6XCI3OTZcIixcIkNvbG9yXCI6e1wiJGlkXCI6XCI3OTdcIixcIkFcIjoyNTUsXCJSXCI6MCxcIkdcIjoxMTAsXCJCXCI6MH19fSxcIkFkdmFuY2VNaWxlc3RvbmVTdHlsZVwiOntcIiRpZFwiOlwiNzk4XCIsXCJTdHlsZU9wdGlvbnNcIjoxOCxcIlRpdGxlRm9yZWdyb3VuZFwiOntcIiRpZFwiOlwiNzk5XCIsXCJDb2xvclwiOntcIiRpZFwiOlwiODAwXCIsXCJBXCI6MjU1LFwiUlwiOjAsXCJHXCI6MTEwLFwiQlwiOjB9fSxcIkFjdHVhbFNoYXBlc0JhY2tncm91bmRcIjp7XCIkaWRcIjpcIjgwMVwiLFwiQ29sb3JcIjp7XCIkaWRcIjpcIjgwMlwiLFwiQVwiOjI1NSxcIlJcIjoyMCxcIkdcIjoxMDAsXCJCXCI6MH19LFwiQWN0dWFsU2hhcGVzQm9yZGVyU3R5bGVcIjp7XCIkaWRcIjpcIjgwM1wiLFwiTGluZUNvbG9yXCI6e1wiJGlkXCI6XCI4MDRcIixcIkNvbG9yXCI6e1wiJGlkXCI6XCI4MDVcIixcIkFcIjoxNjMsXCJSXCI6MCxcIkdcIjoxMjgsXCJCXCI6MH19LFwiTGluZVdlaWdodFwiOjMuMCxcIkxpbmVUeXBlXCI6MH0sXCJCYXNlbGluZVNoYXBlc0JhY2tncm91bmRcIjp7XCIkaWRcIjpcIjgwNlwiLFwiQ29sb3JcIjp7XCIkaWRcIjpcIjgwN1wiLFwiQVwiOjE4NCxcIlJcIjowLFwiR1wiOjEyOCxcIkJcIjowfX0sXCJWYXJpYW5jZUZvcmVncm91bmRcIjp7XCIkaWRcIjpcIjgwOFwiLFwiQ29sb3JcIjp7XCIkaWRcIjpcIjgwOVwiLFwiQVwiOjI1NSxcIlJcIjowLFwiR1wiOjExMCxcIkJcIjowfX19fX0sXCJfc2VsZWN0ZWRUaGVtZVByZXNldENvbG9yc1wiOntcIiRpZFwiOlwiODEwXCIsXCJUZXh0TGlnaHRcIjp7XCIkaWRcIjpcIjgxMVwiLFwiQVwiOjI1NSxcIlJcIjoyNTUsXCJHXCI6MjU1LFwiQlwiOjI1NX0sXCJUZXh0RGFya1wiOntcIiRpZFwiOlwiODEyXCIsXCJBXCI6MjU1LFwiUlwiOjAsXCJHXCI6MCxcIkJcIjowfSxcIkFjY2VudDFcIjp7XCIkaWRcIjpcIjgxM1wiLFwiQVwiOjI1NSxcIlJcIjoyMzIsXCJHXCI6MjMyLFwiQlwiOjIzMn0sXCJBY2NlbnQyXCI6e1wiJGlkXCI6XCI4MTRcIixcIkFcIjoyNTUsXCJSXCI6MTQsXCJHXCI6NDAsXCJCXCI6NjV9LFwiQWNjZW50M1wiOntcIiRpZFwiOlwiODE1XCIsXCJBXCI6MjU1LFwiUlwiOjIxLFwiR1wiOjk2LFwiQlwiOjEzMH0sXCJBY2NlbnQ0XCI6e1wiJGlkXCI6XCI4MTZcIixcIkFcIjoyNTUsXCJSXCI6MjMzLFwiR1wiOjExMyxcIkJcIjo1MH0sXCJBY2NlbnQ1XCI6e1wiJGlkXCI6XCI4MTdcIixcIkFcIjoyNTUsXCJSXCI6MjUsXCJHXCI6MTA3LFwiQlwiOjM2fSxcIkFjY2VudDZcIjp7XCIkaWRcIjpcIjgxOFwiLFwiQVwiOjI1NSxcIlJcIjoxNSxcIkdcIjoxNTgsXCJCXCI6MjEzfSxcIkFjY2VudDdcIjp7XCIkaWRcIjpcIjgxOVwiLFwiQVwiOjI1NSxcIlJcIjoxNjAsXCJHXCI6NDMsXCJCXCI6MTQ3fSxcIkFjY2VudDhcIjp7XCIkaWRcIjpcIjgyMFwiLFwiQVwiOjI1NSxcIlJcIjo3OCxcIkdcIjoxNjcsXCJCXCI6NDZ9fSxcIl9jdXN0b21QcmVzZXRDb2xvcnNcIjp7XCIkaWRcIjpcIjgyMVwifX19IiwiUmVjZW50Q29sb3JzQ29sbGVjdGlvbiI6IltcIiNGRjRFQTcyRVwiLFwiI0ZGRkVCQTBBXCIsXCIjRkYwRjlFRDVcIl0ifSwiU2V0dGluZ3MiOnsiJGlkIjoiMTk5NiIsIkltcGFPcHRpb25zIjp7IiRpZCI6IjE5OTciLCJMZWZ0VG9SaWdodCI6ZmFsc2UsIlBheWxvYWRPcHRpb25zIjoy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ZmFsc2UsIkltcG9ydFR5cGUiOjAsIkZpbGVQYXRoIjpudWxsLCJUaW1lQ29uZmlndXJhdGlvbiI6eyIkaWQiOiIxOTk4IiwiVXNlVGltZSI6ZmFsc2UsIldvcmtEYXlTdGFydCI6IjAwOjAwOjAwIiwiV29ya0RheUVuZCI6IjIzOjU5OjAwIn0sIkxhc3RVc2VkVGVtcGxhdGVJZCI6IjAwMDAwMDAwLTAwMDAtMDAwMC0wMDAwLTAwMDAwMDAwMDAwMCIsIkxhc3RVc2VkVGhlbWVEZXRhaWxzIjp7IiRpZCI6IjE5OTkiLCJJZCI6IjA0ODcxNWIwLWQ1NzgtNGMyZi1hMzI2LTg4MThiZTI0NzI0OSIsIlRpdGxlIjoiQmFzZWxpbmUiLCJDYXRlZ29yeSI6MX0sIkZpcnN0V2Vla09mWWVhciI6MCwiUGxhY2VNaWxlc3RvbmVBdFRoZUJlZ2lubmluZ09mVGhlRGF5IjpmYWxzZSwiRGVwZW5kZW5jeVNjaGVkdWxpbmdTZXR0aW5ncyI6eyIkaWQiOiIyMDAwIiwiRGVwZW5kZW5jaWVzU2NoZWR1bGluZ01vZGVTZXR0aW5nIjoiRmxleGlibGUiLCJEZXBlbmRlbmNpZXNQcmV2aW91c1NjaGVkdWxpbmdNb2RlIjoiRmxleGlibGUiLCJPbkJyZWFraW5nRmxleGlibGVTY2hlZHVsaW5nTW9kZVNldHRpbmciOiJBc2tFdmVyeXRpbWUiLCJPbkJyZWFraW5nU3RyaWN0U2NoZWR1bGluZ01vZGVTZXR0aW5nIjoiQXNrRXZlcnl0aW1lIn0sIkRlcGVuZGVuY3lNb2R1bGVFbmFibGVkIjp0cnVlLCJQbGFubmVkTW9kdWxlRW5hYmxlZCI6ZmFsc2UsIk9sZEZpeGVkSW50ZXJ2YWxzUmVuZGVyaW5nU3RyYXRlZ3lVc2VkQmVmb3JlIjpmYWxzZSwiRGVwZW5kZW5jaWVzIjp7Il9kZXBlbmRlbmNpZXMiOltdfX0="/>
  <p:tag name="__MASTER" val="__part_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XSwiSGFzQmFzZWxpbmVzIjpmYWxzZSwiQ3VsdHVyZUluZm9OYW1lIjoiZW4tVVMiLCJTdHlsZU5hbWUiOm51bGwsIlZlcnNpb24iOnsiJGlkIjoiMiIsIlZlcnNpb24iOiI1LjYuMCIsIk9yaWdpbmFsQXNzZW1ibHlWZXJzaW9uIjpudWxsLCJFZGl0aW9uIjpudWxsLCJMYXN0U2F2ZWRFZGl0aW9uIjowLCJJc1BsdXNFZGl0aW9uIjpmYWxzZSwiSXNQcm9FZGl0aW9uIjpmYWxzZX0sIkVmZmVjdCI6MCwiU3R5bGUiOnsiJGlkIjoiMyIsIkRlZmF1bHREZXBlbmRlbmN5U3R5bGUiOnsiJGlkIjoiNCIsIkxpbmVTdHlsZSI6eyIkaWQiOiI1IiwiTGluZUNvbG9yIjp7IiRpZCI6IjYiLCIkdHlwZSI6Ik5MUkUuQ29tbW9uLkRvbS5Tb2xpZENvbG9yQnJ1c2gsIE5MUkUuQ29tbW9uIiwiQ29sb3IiOnsiJGlkIjoiNyIsIkEiOjI1NSwiUiI6MCwiRyI6MCwiQiI6MH19LCJMaW5lV2VpZ2h0IjoxLjAsIkxpbmVUeXBlIjowLCJQYXJlbnRTdHlsZSI6bnVsbH0sIkVuZEFycm93aGVhZExpbmVTdHlsZSI6eyIkaWQiOiI4IiwiS2luZCI6MSwiV2lkdGgiOjEsIkxlbmd0aCI6MCwiUGFyZW50U3R5bGUiOm51bGx9LCJCcmluZ1RvRnJvbnQiOmZhbHNlLCJFbGJvd1JhZGl1cyI6My4wLCJNYXJnaW4iOnsiJGlkIjoiOSIsIlRvcCI6MC4wLCJMZWZ0IjowLjAsIlJpZ2h0IjowLjAsIkJvdHRvbSI6MC4wfSwiUGFkZGluZyI6eyIkaWQiOiIxMCIsIlRvcCI6MC4wLCJMZWZ0IjowLjAsIlJpZ2h0IjowLjAsIkJvdHRvbSI6MC4wfSwiQmFja2dyb3VuZCI6bnVsbCwiSXNWaXNpYmxlIjp0cnVlLCJXaWR0aCI6MC4wLCJIZWlnaHQiOjAuMCwiQm9yZGVyU3R5bGUiOm51bGwsIlBhcmVudFN0eWxlIjpudWxsfSwiQ3JpdGljYWxQYXRoU3R5bGUiOnsiJGlkIjoiMTEiLCJDcml0aWNhbFBhdGhTdHlsZU9wdGlvbnMiOjMwLCJMaW5lU3R5bGUiOnsiJGlkIjoiMTIiLCJMaW5lQ29sb3IiOnsiJGlkIjoiMTMiLCIkdHlwZSI6Ik5MUkUuQ29tbW9uLkRvbS5Tb2xpZENvbG9yQnJ1c2gsIE5MUkUuQ29tbW9uIiwiQ29sb3IiOnsiJGlkIjoiMTQiLCJBIjoyNTUsIlIiOjIyMiwiRyI6NTAsIkIiOjUwfX0sIkxpbmVXZWlnaHQiOjEuMCwiTGluZVR5cGUiOjAsIlBhcmVudFN0eWxlIjpudWxsfSwiVGl0bGVGb3JlZ3JvdW5kIjp7IiRpZCI6IjE1IiwiQ29sb3IiOnsiJGlkIjoiMTYiLCJBIjoyNTUsIlIiOjE3NiwiRyI6MTksIkIiOjI1fX0sIlNoYXBlc0JhY2tncm91bmQiOnsiJGlkIjoiMTciLCJDb2xvciI6eyIkaWQiOiIxOCIsIkEiOjI1NSwiUiI6MjUzLCJHIjoyMDMsIkIiOjIwOH19LCJTaGFwZXNCb3JkZXJTdHlsZSI6eyIkaWQiOiIxOSIsIkxpbmVDb2xvciI6eyIkaWQiOiIyMCIsIiR0eXBlIjoiTkxSRS5Db21tb24uRG9tLlNvbGlkQ29sb3JCcnVzaCwgTkxSRS5Db21tb24iLCJDb2xvciI6eyIkaWQiOiIyMSIsIkEiOjI1NSwiUiI6MjM0LCJHIjoyMiwiQiI6MzB9fSwiTGluZVdlaWdodCI6Mi4wLCJMaW5lVHlwZSI6MCwiUGFyZW50U3R5bGUiOm51bGx9LCJNYXJnaW4iOnsiJGlkIjoiMjIiLCJUb3AiOjAuMCwiTGVmdCI6MC4wLCJSaWdodCI6MC4wLCJCb3R0b20iOjAuMH0sIlBhZGRpbmciOnsiJGlkIjoiMjMiLCJUb3AiOjAuMCwiTGVmdCI6MC4wLCJSaWdodCI6MC4wLCJCb3R0b20iOjAuMH0sIkJhY2tncm91bmQiOm51bGwsIklzVmlzaWJsZSI6ZmFsc2UsIldpZHRoIjowLjAsIkhlaWdodCI6MC4wLCJCb3JkZXJTdHlsZSI6eyIkaWQiOiIyNCIsIkxpbmVDb2xvciI6bnVsbCwiTGluZVdlaWdodCI6MC4wLCJMaW5lVHlwZSI6MCwiUGFyZW50U3R5bGUiOm51bGx9LCJQYXJlbnRTdHlsZSI6bnVsbH0sIlBhbmVsc1NwYWNpbmdEZWZpbml0aW9uIjp7IiRpZCI6IjI1IiwiU3BhY2luZ0Fib3ZlVGltZWJhbmQiOjMsIlNwYWNpbmdCZWxvd1RpbWViYW5kIjozLCJTcGFjaW5nQWJvdmVCZXR3ZWVuU3dpbWxhbmVzQW5kVGFza3MiOjUsIlNwYWNpbmdCZWxvd0JldHdlZW5Td2ltbGFuZXNBbmRUYXNrcyI6NX0sIlRpbWViYW5kU3R5bGUiOnsiJGlkIjoiMjYiLCJTY2FsZU1hcmtpbmciOjAsIlNoYXBlIjowLCJTaGFwZVN0eWxlIjp7IiRpZCI6IjI3IiwiTWFyZ2luIjp7IiRpZCI6IjI4IiwiVG9wIjowLjAsIkxlZnQiOjEwLjAsIlJpZ2h0IjoxMC4wLCJCb3R0b20iOjAuMH0sIlBhZGRpbmciOnsiJGlkIjoiMjkiLCJUb3AiOjAuMCwiTGVmdCI6MC4wLCJSaWdodCI6MC4wLCJCb3R0b20iOjAuMH0sIkJhY2tncm91bmQiOnsiJGlkIjoiMzAiLCJDb2xvciI6eyIkaWQiOiIzMSIsIkEiOjI1NSwiUiI6MTQsIkciOjQwLCJCIjo2NX19LCJJc1Zpc2libGUiOnRydWUsIldpZHRoIjowLjAsIkhlaWdodCI6MjAuMCwiQm9yZGVyU3R5bGUiOnsiJGlkIjoiMzIiLCJMaW5lQ29sb3IiOnsiJGlkIjoiMzMiLCIkdHlwZSI6Ik5MUkUuQ29tbW9uLkRvbS5Tb2xpZENvbG9yQnJ1c2gsIE5MUkUuQ29tbW9uIiwiQ29sb3IiOnsiJGlkIjoiMzQiLCJBIjoyNTUsIlIiOjI1NSwiRyI6MCwiQiI6MH19LCJMaW5lV2VpZ2h0IjowLjAsIkxpbmVUeXBlIjowLCJQYXJlbnRTdHlsZSI6bnVsbH0sIlBhcmVudFN0eWxlIjpudWxsfSwiTWlkZGxlVGllclNoYXBlU3R5bGUiOnsiJGlkIjoiMzUiLCJNYXJnaW4iOnsiJGlkIjoiMzYiLCJUb3AiOjAuMCwiTGVmdCI6MTAuMCwiUmlnaHQiOjEwLjAsIkJvdHRvbSI6MC4wfSwiUGFkZGluZyI6eyIkaWQiOiIzNyIsIlRvcCI6MC4wLCJMZWZ0IjowLjAsIlJpZ2h0IjowLjAsIkJvdHRvbSI6MC4wfSwiQmFja2dyb3VuZCI6eyIkaWQiOiIzOCIsIkNvbG9yIjp7IiRpZCI6IjM5IiwiQSI6MjU1LCJSIjoxNCwiRyI6NDAsIkIiOjY1fX0sIklzVmlzaWJsZSI6dHJ1ZSwiV2lkdGgiOjAuMCwiSGVpZ2h0IjoyMC4wLCJCb3JkZXJTdHlsZSI6eyIkaWQiOiI0MCIsIkxpbmVDb2xvciI6eyIkcmVmIjoiMzMifSwiTGluZVdlaWdodCI6MC4wLCJMaW5lVHlwZSI6MCwiUGFyZW50U3R5bGUiOm51bGx9LCJQYXJlbnRTdHlsZSI6bnVsbH0sIkJvdHRvbVRpZXJTaGFwZVN0eWxlIjp7IiRpZCI6IjQxIiwiTWFyZ2luIjp7IiRpZCI6IjQyIiwiVG9wIjowLjAsIkxlZnQiOjEwLjAsIlJpZ2h0IjoxMC4wLCJCb3R0b20iOjAuMH0sIlBhZGRpbmciOnsiJGlkIjoiNDMiLCJUb3AiOjAuMCwiTGVmdCI6MC4wLCJSaWdodCI6MC4wLCJCb3R0b20iOjAuMH0sIkJhY2tncm91bmQiOnsiJGlkIjoiNDQiLCJDb2xvciI6eyIkaWQiOiI0NSIsIkEiOjI1NSwiUiI6MTQsIkciOjQwLCJCIjo2NX19LCJJc1Zpc2libGUiOnRydWUsIldpZHRoIjowLjAsIkhlaWdodCI6MjAuMCwiQm9yZGVyU3R5bGUiOnsiJGlkIjoiNDYiLCJMaW5lQ29sb3IiOnsiJHJlZiI6IjMzIn0sIkxpbmVXZWlnaHQiOjAuMCwiTGluZVR5cGUiOjAsIlBhcmVudFN0eWxlIjpudWxsfSwiUGFyZW50U3R5bGUiOm51bGx9LCJSaWdodEVuZENhcHNTdHlsZSI6eyIkaWQiOiI0NyIsIkZvbnRTZXR0aW5ncyI6eyIkaWQiOiI0OCIsIkZvbnRTaXplIjoxOCwiRm9udE5hbWUiOiJDYWxpYnJpIiwiSXNCb2xkIjp0cnVlLCJJc0l0YWxpYyI6ZmFsc2UsIklzVW5kZXJsaW5lZCI6ZmFsc2UsIlBhcmVudFN0eWxlIjpudWxsfSwiQXV0b1NpemUiOjAsIkZvcmVncm91bmQiOnsiJGlkIjoiNDkiLCJDb2xvciI6eyIkaWQiOiI1MCIsIkEiOjI1NSwiUiI6MjMzLCJHIjoxMTMsIkIiOjUwfX0sIk1heFdpZHRoIjoyMDAuMCwiTWF4SGVpZ2h0IjoiSW5maW5pdHkiLCJTbWFydEZvcmVncm91bmRJc0FjdGl2ZSI6ZmFsc2UsIkhvcml6b250YWxBbGlnbm1lbnQiOjAsIlZlcnRpY2FsQWxpZ25tZW50IjoxLCJTbWFydEZvcmVncm91bmQiOm51bGwsIkJhY2tncm91bmRGaWxsVHlwZSI6MCwiTWFyZ2luIjp7IiRpZCI6IjUxIiwiVG9wIjowLjAsIkxlZnQiOjAuMCwiUmlnaHQiOjIwLjAsIkJvdHRvbSI6MC4wfSwiUGFkZGluZyI6eyIkaWQiOiI1MiIsIlRvcCI6MC4wLCJMZWZ0IjowLjAsIlJpZ2h0IjowLjAsIkJvdHRvbSI6MC4wfSwiQmFja2dyb3VuZCI6eyIkaWQiOiI1MyIsIkNvbG9yIjp7IiRpZCI6IjU0IiwiQSI6MjU1LCJSIjoyMzMsIkciOjExMywiQiI6NTB9fSwiSXNWaXNpYmxlIjpmYWxzZSwiV2lkdGgiOjAuMCwiSGVpZ2h0IjowLjAsIkJvcmRlclN0eWxlIjp7IiRpZCI6IjU1IiwiTGluZUNvbG9yIjpudWxsLCJMaW5lV2VpZ2h0IjowLjAsIkxpbmVUeXBlIjowLCJQYXJlbnRTdHlsZSI6bnVsbH0sIlBhcmVudFN0eWxlIjpudWxsfSwiTGVmdEVuZENhcHNTdHlsZSI6eyIkaWQiOiI1NiIsIkZvbnRTZXR0aW5ncyI6eyIkaWQiOiI1NyIsIkZvbnRTaXplIjoxOCwiRm9udE5hbWUiOiJDYWxpYnJpIiwiSXNCb2xkIjp0cnVlLCJJc0l0YWxpYyI6ZmFsc2UsIklzVW5kZXJsaW5lZCI6ZmFsc2UsIlBhcmVudFN0eWxlIjpudWxsfSwiQXV0b1NpemUiOjAsIkZvcmVncm91bmQiOnsiJGlkIjoiNTgiLCJDb2xvciI6eyIkaWQiOiI1OS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YwIiwiVG9wIjowLjAsIkxlZnQiOjIwLjAsIlJpZ2h0IjowLjAsIkJvdHRvbSI6MC4wfSwiUGFkZGluZyI6eyIkaWQiOiI2MSIsIlRvcCI6MC4wLCJMZWZ0IjowLjAsIlJpZ2h0IjowLjAsIkJvdHRvbSI6MC4wfSwiQmFja2dyb3VuZCI6eyIkaWQiOiI2MiIsIkNvbG9yIjp7IiRpZCI6IjYzIiwiQSI6MjU1LCJSIjoyMzcsIkciOjEyNSwiQiI6NDl9fSwiSXNWaXNpYmxlIjpmYWxzZSwiV2lkdGgiOjAuMCwiSGVpZ2h0IjowLjAsIkJvcmRlclN0eWxlIjp7IiRpZCI6IjY0IiwiTGluZUNvbG9yIjpudWxsLCJMaW5lV2VpZ2h0IjowLjAsIkxpbmVUeXBlIjowLCJQYXJlbnRTdHlsZSI6bnVsbH0sIlBhcmVudFN0eWxlIjpudWxsfSwiVG9kYXlUZXh0U3R5bGUiOnsiJGlkIjoiNjUiLCJGb250U2V0dGluZ3MiOnsiJGlkIjoiNjYiLCJGb250U2l6ZSI6MTIsIkZvbnROYW1lIjoiQ2FsaWJyaSIsIklzQm9sZCI6ZmFsc2UsIklzSXRhbGljIjpmYWxzZSwiSXNVbmRlcmxpbmVkIjpmYWxzZSwiUGFyZW50U3R5bGUiOm51bGx9LCJBdXRvU2l6ZSI6MCwiRm9yZWdyb3VuZCI6eyIkaWQiOiI2NyIsIkNvbG9yIjp7IiRpZCI6IjY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5IiwiVG9wIjowLjAsIkxlZnQiOjAuMCwiUmlnaHQiOjAuMCwiQm90dG9tIjowLjB9LCJQYWRkaW5nIjp7IiRpZCI6IjcwIiwiVG9wIjowLjAsIkxlZnQiOjAuMCwiUmlnaHQiOjAuMCwiQm90dG9tIjowLjB9LCJCYWNrZ3JvdW5kIjp7IiRpZCI6IjcxIiwiQ29sb3IiOnsiJGlkIjoiNzIiLCJBIjoyNTUsIlIiOjAsIkciOjAsIkIiOjB9fSwiSXNWaXNpYmxlIjpmYWxzZSwiV2lkdGgiOjAuMCwiSGVpZ2h0IjowLjAsIkJvcmRlclN0eWxlIjp7IiRpZCI6IjczIiwiTGluZUNvbG9yIjpudWxsLCJMaW5lV2VpZ2h0IjowLjAsIkxpbmVUeXBlIjowLCJQYXJlbnRTdHlsZSI6bnVsbH0sIlBhcmVudFN0eWxlIjpudWxsfSwiVG9kYXlNYXJrZXJTdHlsZSI6eyIkaWQiOiI3NCIsIk1hcmdpbiI6eyIkaWQiOiI3NSIsIlRvcCI6MC4wLCJMZWZ0IjowLjAsIlJpZ2h0IjowLjAsIkJvdHRvbSI6MC4wfSwiUGFkZGluZyI6eyIkaWQiOiI3NiIsIlRvcCI6MC4wLCJMZWZ0IjowLjAsIlJpZ2h0IjowLjAsIkJvdHRvbSI6MC4wfSwiQmFja2dyb3VuZCI6eyIkaWQiOiI3NyIsIkNvbG9yIjp7IiRpZCI6Ijc4IiwiQSI6MjU1LCJSIjoyNTUsIkciOjAsIkIiOjB9fSwiSXNWaXNpYmxlIjp0cnVlLCJXaWR0aCI6MC4wLCJIZWlnaHQiOjAuMCwiQm9yZGVyU3R5bGUiOm51bGwsIlBhcmVudFN0eWxlIjpudWxsfSwiU2NhbGVTdHlsZSI6eyIkaWQiOiI3OSIsIlNoYXBlIjozLCJTaG93U2VnbWVudFNlcGFyYXRvcnMiOnRydWUsIlNlZ21lbnRTZXBhcmF0b3JPcGFjaXR5IjozMCwiSGFzQmVlblZpc2libGVCZWZvcmUiOmZhbHNlLCJGb250U2V0dGluZ3MiOnsiJGlkIjoiODAiLCJGb250U2l6ZSI6MTIsIkZvbnROYW1lIjoiQ2FsaWJyaSIsIklzQm9sZCI6ZmFsc2UsIklzSXRhbGljIjpmYWxzZSwiSXNVbmRlcmxpbmVkIjpmYWxzZSwiUGFyZW50U3R5bGUiOm51bGx9LCJBdXRvU2l6ZSI6MCwiRm9yZWdyb3VuZCI6eyIkaWQiOiI4MSIsIkNvbG9yIjp7IiRpZCI6IjgyIiwiQSI6MjU1LCJSIjoyMzIsIkciOjIzMiwiQiI6MjMyfX0sIk1heFdpZHRoIjoyMDAuMCwiTWF4SGVpZ2h0IjoiSW5maW5pdHkiLCJTbWFydEZvcmVncm91bmRJc0FjdGl2ZSI6ZmFsc2UsIkhvcml6b250YWxBbGlnbm1lbnQiOjAsIlZlcnRpY2FsQWxpZ25tZW50IjoxLCJTbWFydEZvcmVncm91bmQiOm51bGwsIkJhY2tncm91bmRGaWxsVHlwZSI6MCwiTWFyZ2luIjp7IiRpZCI6IjgzIiwiVG9wIjowLjAsIkxlZnQiOjQuMCwiUmlnaHQiOjQuMCwiQm90dG9tIjowLjB9LCJQYWRkaW5nIjp7IiRpZCI6Ijg0IiwiVG9wIjowLjAsIkxlZnQiOjAuMCwiUmlnaHQiOjAuMCwiQm90dG9tIjowLjB9LCJCYWNrZ3JvdW5kIjp7IiRpZCI6Ijg1IiwiQ29sb3IiOnsiJGlkIjoiODYiLCJBIjoyNTUsIlIiOjE0LCJHIjo0MCwiQiI6NjV9fSwiSXNWaXNpYmxlIjp0cnVlLCJXaWR0aCI6MC4wLCJIZWlnaHQiOjAuMCwiQm9yZGVyU3R5bGUiOnsiJGlkIjoiODciLCJMaW5lQ29sb3IiOm51bGwsIkxpbmVXZWlnaHQiOjAuMCwiTGluZVR5cGUiOjAsIlBhcmVudFN0eWxlIjpudWxsfSwiUGFyZW50U3R5bGUiOm51bGx9LCJTaW5nbGVTY2FsZVNoYXBlU3R5bGUiOnsiJGlkIjoiODgiLCJTaGFwZSI6MCwiSGVpZ2h0IjowLjB9LCJNaWRkbGVUaWVyU2NhbGVTdHlsZSI6eyIkaWQiOiI4OSIsIlNoYXBlIjozLCJTaG93U2VnbWVudFNlcGFyYXRvcnMiOnRydWUsIlNlZ21lbnRTZXBhcmF0b3JPcGFjaXR5IjozMCwiSGFzQmVlblZpc2libGVCZWZvcmUiOmZhbHNlLCJGb250U2V0dGluZ3MiOnsiJGlkIjoiOTAiLCJGb250U2l6ZSI6MTIsIkZvbnROYW1lIjoiQ2FsaWJyaSIsIklzQm9sZCI6ZmFsc2UsIklzSXRhbGljIjpmYWxzZSwiSXNVbmRlcmxpbmVkIjpmYWxzZSwiUGFyZW50U3R5bGUiOm51bGx9LCJBdXRvU2l6ZSI6MCwiRm9yZWdyb3VuZCI6eyIkaWQiOiI5MSIsIkNvbG9yIjp7IiRpZCI6IjkyIiwiQSI6MjU1LCJSIjoyMzIsIkciOjIzMiwiQiI6MjMyfX0sIk1heFdpZHRoIjoyMDAuMCwiTWF4SGVpZ2h0IjoiSW5maW5pdHkiLCJTbWFydEZvcmVncm91bmRJc0FjdGl2ZSI6ZmFsc2UsIkhvcml6b250YWxBbGlnbm1lbnQiOjAsIlZlcnRpY2FsQWxpZ25tZW50IjoxLCJTbWFydEZvcmVncm91bmQiOm51bGwsIkJhY2tncm91bmRGaWxsVHlwZSI6MCwiTWFyZ2luIjp7IiRpZCI6IjkzIiwiVG9wIjowLjAsIkxlZnQiOjQuMCwiUmlnaHQiOjQuMCwiQm90dG9tIjowLjB9LCJQYWRkaW5nIjp7IiRpZCI6Ijk0IiwiVG9wIjowLjAsIkxlZnQiOjAuMCwiUmlnaHQiOjAuMCwiQm90dG9tIjowLjB9LCJCYWNrZ3JvdW5kIjp7IiRpZCI6Ijk1IiwiQ29sb3IiOnsiJGlkIjoiOTYiLCJBIjoyNTUsIlIiOjE0LCJHIjo0MCwiQiI6NjV9fSwiSXNWaXNpYmxlIjpmYWxzZSwiV2lkdGgiOjAuMCwiSGVpZ2h0IjowLjAsIkJvcmRlclN0eWxlIjp7IiRpZCI6Ijk3IiwiTGluZUNvbG9yIjpudWxsLCJMaW5lV2VpZ2h0IjowLjAsIkxpbmVUeXBlIjowLCJQYXJlbnRTdHlsZSI6bnVsbH0sIlBhcmVudFN0eWxlIjpudWxsfSwiQm90dG9tVGllclNjYWxlU3R5bGUiOnsiJGlkIjoiOTgiLCJTaGFwZSI6MywiU2hvd1NlZ21lbnRTZXBhcmF0b3JzIjp0cnVlLCJTZWdtZW50U2VwYXJhdG9yT3BhY2l0eSI6MzAsIkhhc0JlZW5WaXNpYmxlQmVmb3JlIjpmYWxzZSwiRm9udFNldHRpbmdzIjp7IiRpZCI6Ijk5IiwiRm9udFNpemUiOjEyLCJGb250TmFtZSI6IkNhbGlicmkiLCJJc0JvbGQiOmZhbHNlLCJJc0l0YWxpYyI6ZmFsc2UsIklzVW5kZXJsaW5lZCI6ZmFsc2UsIlBhcmVudFN0eWxlIjpudWxsfSwiQXV0b1NpemUiOjAsIkZvcmVncm91bmQiOnsiJGlkIjoiMTAwIiwiQ29sb3IiOnsiJGlkIjoiMTAxIiwiQSI6MjU1LCJSIjoyMzIsIkciOjIzMiwiQiI6MjMyfX0sIk1heFdpZHRoIjoyMDAuMCwiTWF4SGVpZ2h0IjoiSW5maW5pdHkiLCJTbWFydEZvcmVncm91bmRJc0FjdGl2ZSI6ZmFsc2UsIkhvcml6b250YWxBbGlnbm1lbnQiOjAsIlZlcnRpY2FsQWxpZ25tZW50IjoxLCJTbWFydEZvcmVncm91bmQiOm51bGwsIkJhY2tncm91bmRGaWxsVHlwZSI6MCwiTWFyZ2luIjp7IiRpZCI6IjEwMiIsIlRvcCI6MC4wLCJMZWZ0Ijo0LjAsIlJpZ2h0Ijo0LjAsIkJvdHRvbSI6MC4wfSwiUGFkZGluZyI6eyIkaWQiOiIxMDMiLCJUb3AiOjAuMCwiTGVmdCI6MC4wLCJSaWdodCI6MC4wLCJCb3R0b20iOjAuMH0sIkJhY2tncm91bmQiOnsiJGlkIjoiMTA0IiwiQ29sb3IiOnsiJGlkIjoiMTA1IiwiQSI6MjU1LCJSIjoxNCwiRyI6NDAsIkIiOjY1fX0sIklzVmlzaWJsZSI6ZmFsc2UsIldpZHRoIjowLjAsIkhlaWdodCI6MC4wLCJCb3JkZXJTdHlsZSI6eyIkaWQiOiIxMDYiLCJMaW5lQ29sb3IiOm51bGwsIkxpbmVXZWlnaHQiOjAuMCwiTGluZVR5cGUiOjAsIlBhcmVudFN0eWxlIjpudWxsfSwiUGFyZW50U3R5bGUiOm51bGx9LCJFbGFwc2VkVGltZUJhY2tncm91bmQiOnsiJGlkIjoiMTA3IiwiQ29sb3IiOnsiJGlkIjoiMTA4IiwiQSI6MTkxLCJSIjoyNTUsIkciOjAsIkIiOjB9fSwiQXBwZW5kWWVhck9uWWVhckNoYW5nZSI6ZmFsc2UsIkVsYXBzZWRUaW1lRm9ybWF0IjowLCJUb2RheU1hcmtlclBvc2l0aW9uIjowLCJRdWlja1Bvc2l0aW9uIjozLCJBYnNvbHV0ZVBvc2l0aW9uIjoxMzUuMCwiTWFyZ2luIjp7IiRpZCI6IjEwOSIsIlRvcCI6MC4wLCJMZWZ0IjoxMC4wLCJSaWdodCI6MTAuMCwiQm90dG9tIjowLjB9LCJQYWRkaW5nIjp7IiRpZCI6IjExMCIsIlRvcCI6MC4wLCJMZWZ0IjowLjAsIlJpZ2h0IjowLjAsIkJvdHRvbSI6MC4wfSwiQmFja2dyb3VuZCI6eyIkaWQiOiIxMTEiLCJDb2xvciI6eyIkaWQiOiIxMTIiLCJBIjoyNTUsIlIiOjQ3LCJHIjo1NCwiQiI6MTUzfX0sIklzVmlzaWJsZSI6ZmFsc2UsIldpZHRoIjowLjAsIkhlaWdodCI6MC4wLCJCb3JkZXJTdHlsZSI6bnVsbCwiUGFyZW50U3R5bGUiOm51bGx9LCJEZWZhdWx0TWlsZXN0b25lU3R5bGUiOnsiJGlkIjoiMTEzIiwiU2hhcGUiOjIsIkNvbm5lY3Rvck1hcmdpbiI6eyIkaWQiOiIxMTQiLCJUb3AiOjAuMCwiTGVmdCI6Mi4wLCJSaWdodCI6Mi4wLCJCb3R0b20iOjAuMH0sIkNvbm5lY3RvclN0eWxlIjp7IiRpZCI6IjExNSIsIkxpbmVDb2xvciI6eyIkaWQiOiIxMTYiLCIkdHlwZSI6Ik5MUkUuQ29tbW9uLkRvbS5Tb2xpZENvbG9yQnJ1c2gsIE5MUkUuQ29tbW9uIiwiQ29sb3IiOnsiJGlkIjoiMTE3IiwiQSI6MTI3LCJSIjoyMzMsIkciOjExMywiQiI6NTB9fSwiTGluZVdlaWdodCI6MS4wLCJMaW5lVHlwZSI6MCwiUGFyZW50U3R5bGUiOm51bGx9LCJJc0JlbG93VGltZWJhbmQiOmZhbHNlLCJQb3NpdGlvbk9uVGFzayI6MCwiSGlkZURhdGUiOmZhbHNlLCJTaGFwZVNpemUiOjEsIlNwYWNpbmciOjAuMCwiUGFkZGluZyI6eyIkaWQiOiIxMTgiLCJUb3AiOjUuMCwiTGVmdCI6My4wLCJSaWdodCI6MC4wLCJCb3R0b20iOjIuMH0sIlNoYXBlU3R5bGUiOnsiJGlkIjoiMTE5IiwiTWFyZ2luIjp7IiRpZCI6IjEyMCIsIlRvcCI6MC4wLCJMZWZ0IjowLjAsIlJpZ2h0IjowLjAsIkJvdHRvbSI6MC4wfSwiUGFkZGluZyI6eyIkaWQiOiIxMjEiLCJUb3AiOjAuMCwiTGVmdCI6MC4wLCJSaWdodCI6MC4wLCJCb3R0b20iOjAuMH0sIkJhY2tncm91bmQiOnsiJGlkIjoiMTIyIiwiQ29sb3IiOnsiJGlkIjoiMTIzIiwiQSI6MjU1LCJSIjoyMzMsIkciOjExMywiQiI6NTB9fSwiSXNWaXNpYmxlIjp0cnVlLCJXaWR0aCI6MTguMCwiSGVpZ2h0IjoyMC4wLCJCb3JkZXJTdHlsZSI6eyIkaWQiOiIxMjQiLCJMaW5lQ29sb3IiOnsiJGlkIjoiMTI1IiwiJHR5cGUiOiJOTFJFLkNvbW1vbi5Eb20uU29saWRDb2xvckJydXNoLCBOTFJFLkNvbW1vbiIsIkNvbG9yIjp7IiRpZCI6IjEyNiIsIkEiOjI1NSwiUiI6MjM0LCJHIjoyMiwiQiI6MzB9fSwiTGluZVdlaWdodCI6MC4wLCJMaW5lVHlwZSI6MCwiUGFyZW50U3R5bGUiOm51bGx9LCJQYXJlbnRTdHlsZSI6bnVsbH0sIlRpdGxlU3R5bGUiOnsiJGlkIjoiMTI3IiwiRm9udFNldHRpbmdzIjp7IiRpZCI6IjEyOCIsIkZvbnRTaXplIjoxMSwiRm9udE5hbWUiOiJDYWxpYnJpIiwiSXNCb2xkIjp0cnVlLCJJc0l0YWxpYyI6ZmFsc2UsIklzVW5kZXJsaW5lZCI6ZmFsc2UsIlBhcmVudFN0eWxlIjpudWxsfSwiQXV0b1NpemUiOjAsIkZvcmVncm91bmQiOnsiJGlkIjoiMTI5IiwiQ29sb3IiOnsiJGlkIjoiMTM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zMSIsIlRvcCI6MC4wLCJMZWZ0IjowLjAsIlJpZ2h0IjowLjAsIkJvdHRvbSI6MC4wfSwiUGFkZGluZyI6eyIkaWQiOiIxMzIiLCJUb3AiOjAuMCwiTGVmdCI6MC4wLCJSaWdodCI6MC4wLCJCb3R0b20iOjAuMH0sIkJhY2tncm91bmQiOnsiJGlkIjoiMTMzIiwiQ29sb3IiOnsiJGlkIjoiMTM0IiwiQSI6MjU1LCJSIjowLCJHIjowLCJCIjowfX0sIklzVmlzaWJsZSI6dHJ1ZSwiV2lkdGgiOjAuMCwiSGVpZ2h0IjowLjAsIkJvcmRlclN0eWxlIjp7IiRpZCI6IjEzNSIsIkxpbmVDb2xvciI6bnVsbCwiTGluZVdlaWdodCI6MC4wLCJMaW5lVHlwZSI6MCwiUGFyZW50U3R5bGUiOm51bGx9LCJQYXJlbnRTdHlsZSI6bnVsbH0sIkRhdGVTdHlsZSI6eyIkaWQiOiIxMzYiLCJGb250U2V0dGluZ3MiOnsiJGlkIjoiMTM3IiwiRm9udFNpemUiOjEwLCJGb250TmFtZSI6IkNhbGlicmkiLCJJc0JvbGQiOmZhbHNlLCJJc0l0YWxpYyI6ZmFsc2UsIklzVW5kZXJsaW5lZCI6ZmFsc2UsIlBhcmVudFN0eWxlIjpudWxsfSwiQXV0b1NpemUiOjAsIkZvcmVncm91bmQiOnsiJGlkIjoiMTM4IiwiQ29sb3IiOnsiJGlkIjoiMTM5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0MCIsIlRvcCI6MC4wLCJMZWZ0IjowLjAsIlJpZ2h0IjowLjAsIkJvdHRvbSI6MC4wfSwiUGFkZGluZyI6eyIkaWQiOiIxNDEiLCJUb3AiOjAuMCwiTGVmdCI6MC4wLCJSaWdodCI6MC4wLCJCb3R0b20iOjAuMH0sIkJhY2tncm91bmQiOnsiJGlkIjoiMTQyIiwiQ29sb3IiOnsiJGlkIjoiMTQzIiwiQSI6MjU1LCJSIjoxNCwiRyI6NDAsIkIiOjY1fX0sIklzVmlzaWJsZSI6dHJ1ZSwiV2lkdGgiOjAuMCwiSGVpZ2h0IjowLjAsIkJvcmRlclN0eWxlIjp7IiRpZCI6IjE0NCIsIkxpbmVDb2xvciI6bnVsbCwiTGluZVdlaWdodCI6MC4wLCJMaW5lVHlwZSI6MCwiUGFyZW50U3R5bGUiOm51bGx9LCJQYXJlbnRTdHlsZSI6bnVsbH0sIkRhdGVGb3JtYXQiOnsiJGlkIjoiMTQ1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0NiIsIkZvcm1hdCI6MCwiSXNWaXNpYmxlIjpmYWxzZSwiTGFzdEtub3duVmlzaWJpbGl0eVN0YXRlIjpmYWxzZX0sIklzVmlzaWJsZSI6dHJ1ZSwiVmFyaWFuY2VTdHlsZSI6eyIkaWQiOiIxNDciLCJUZXh0U3R5bGUiOnsiJGlkIjoiMTQ4IiwiRm9udFNldHRpbmdzIjp7IiRpZCI6IjE0OSIsIkZvbnRTaXplIjoxMCwiRm9udE5hbWUiOiJDYWxpYnJpIiwiSXNCb2xkIjpmYWxzZSwiSXNJdGFsaWMiOmZhbHNlLCJJc1VuZGVybGluZWQiOmZhbHNlLCJQYXJlbnRTdHlsZSI6bnVsbH0sIkF1dG9TaXplIjowLCJGb3JlZ3JvdW5kIjp7IiRpZCI6IjE1MCIsIkNvbG9yIjp7IiRpZCI6IjE1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TIiLCJUb3AiOjAuMCwiTGVmdCI6MC4wLCJSaWdodCI6MC4wLCJCb3R0b20iOjAuMH0sIlBhZGRpbmciOnsiJGlkIjoiMTUzIiwiVG9wIjowLjAsIkxlZnQiOjAuMCwiUmlnaHQiOjAuMCwiQm90dG9tIjowLjB9LCJCYWNrZ3JvdW5kIjp7IiRpZCI6IjE1NCIsIkNvbG9yIjp7IiRpZCI6IjE1NSIsIkEiOjI1NSwiUiI6MCwiRyI6MCwiQiI6MH19LCJJc1Zpc2libGUiOnRydWUsIldpZHRoIjowLjAsIkhlaWdodCI6MC4wLCJCb3JkZXJTdHlsZSI6eyIkaWQiOiIxNTYiLCJMaW5lQ29sb3IiOm51bGwsIkxpbmVXZWlnaHQiOjAuMCwiTGluZVR5cGUiOjAsIlBhcmVudFN0eWxlIjpudWxsfSwiUGFyZW50U3R5bGUiOm51bGx9LCJQYXJlbnRTdHlsZSI6bnVsbH0sIlBhcmVudFN0eWxlIjpudWxsfSwiRGVmYXVsdE1vdFN0eWxlIjp7IiRpZCI6IjE1NyIsIlNoYXBlIjoyLCJDb25uZWN0b3JNYXJnaW4iOnsiJGlkIjoiMTU4IiwiVG9wIjowLjAsIkxlZnQiOjIuMCwiUmlnaHQiOjIuMCwiQm90dG9tIjowLjB9LCJDb25uZWN0b3JTdHlsZSI6eyIkaWQiOiIxNTkiLCJMaW5lQ29sb3IiOnsiJGlkIjoiMTYwIiwiJHR5cGUiOiJOTFJFLkNvbW1vbi5Eb20uU29saWRDb2xvckJydXNoLCBOTFJFLkNvbW1vbiIsIkNvbG9yIjp7IiRpZCI6IjE2MSIsIkEiOjEyNywiUiI6MjMzLCJHIjoxMTMsIkIiOjUwfX0sIkxpbmVXZWlnaHQiOjEuMCwiTGluZVR5cGUiOjAsIlBhcmVudFN0eWxlIjpudWxsfSwiSXNCZWxvd1RpbWViYW5kIjpmYWxzZSwiUG9zaXRpb25PblRhc2siOjEsIkhpZGVEYXRlIjpmYWxzZSwiU2hhcGVTaXplIjoxLCJTcGFjaW5nIjowLjAsIlBhZGRpbmciOnsiJGlkIjoiMTYyIiwiVG9wIjo1LjAsIkxlZnQiOjMuMCwiUmlnaHQiOjAuMCwiQm90dG9tIjoyLjB9LCJTaGFwZVN0eWxlIjp7IiRpZCI6IjE2MyIsIk1hcmdpbiI6eyIkaWQiOiIxNjQiLCJUb3AiOjAuMCwiTGVmdCI6MC4wLCJSaWdodCI6MC4wLCJCb3R0b20iOjAuMH0sIlBhZGRpbmciOnsiJGlkIjoiMTY1IiwiVG9wIjowLjAsIkxlZnQiOjAuMCwiUmlnaHQiOjAuMCwiQm90dG9tIjowLjB9LCJCYWNrZ3JvdW5kIjp7IiRpZCI6IjE2NiIsIkNvbG9yIjp7IiRpZCI6IjE2NyIsIkEiOjI1NSwiUiI6MjMzLCJHIjoxMTMsIkIiOjUwfX0sIklzVmlzaWJsZSI6dHJ1ZSwiV2lkdGgiOjEzLjAsIkhlaWdodCI6MTMuMCwiQm9yZGVyU3R5bGUiOnsiJGlkIjoiMTY4IiwiTGluZUNvbG9yIjp7IiRpZCI6IjE2OSIsIiR0eXBlIjoiTkxSRS5Db21tb24uRG9tLlNvbGlkQ29sb3JCcnVzaCwgTkxSRS5Db21tb24iLCJDb2xvciI6eyIkaWQiOiIxNzAiLCJBIjoyNTUsIlIiOjIzNCwiRyI6MjIsIkIiOjMwfX0sIkxpbmVXZWlnaHQiOjAuMCwiTGluZVR5cGUiOjAsIlBhcmVudFN0eWxlIjpudWxsfSwiUGFyZW50U3R5bGUiOm51bGx9LCJUaXRsZVN0eWxlIjp7IiRpZCI6IjE3MSIsIkZvbnRTZXR0aW5ncyI6eyIkaWQiOiIxNzIiLCJGb250U2l6ZSI6MTEsIkZvbnROYW1lIjoiQ2FsaWJyaSIsIklzQm9sZCI6dHJ1ZSwiSXNJdGFsaWMiOmZhbHNlLCJJc1VuZGVybGluZWQiOmZhbHNlLCJQYXJlbnRTdHlsZSI6bnVsbH0sIkF1dG9TaXplIjowLCJGb3JlZ3JvdW5kIjp7IiRpZCI6IjE3MyIsIkNvbG9yIjp7IiRpZCI6IjE3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zUiLCJUb3AiOjAuMCwiTGVmdCI6MC4wLCJSaWdodCI6MC4wLCJCb3R0b20iOjAuMH0sIlBhZGRpbmciOnsiJGlkIjoiMTc2IiwiVG9wIjowLjAsIkxlZnQiOjAuMCwiUmlnaHQiOjAuMCwiQm90dG9tIjowLjB9LCJCYWNrZ3JvdW5kIjp7IiRpZCI6IjE3NyIsIkNvbG9yIjp7IiRpZCI6IjE3OCIsIkEiOjI1NSwiUiI6MCwiRyI6MCwiQiI6MH19LCJJc1Zpc2libGUiOnRydWUsIldpZHRoIjowLjAsIkhlaWdodCI6MC4wLCJCb3JkZXJTdHlsZSI6eyIkaWQiOiIxNzkiLCJMaW5lQ29sb3IiOm51bGwsIkxpbmVXZWlnaHQiOjAuMCwiTGluZVR5cGUiOjAsIlBhcmVudFN0eWxlIjpudWxsfSwiUGFyZW50U3R5bGUiOm51bGx9LCJEYXRlU3R5bGUiOnsiJGlkIjoiMTgwIiwiRm9udFNldHRpbmdzIjp7IiRpZCI6IjE4MSIsIkZvbnRTaXplIjoxMCwiRm9udE5hbWUiOiJDYWxpYnJpIiwiSXNCb2xkIjpmYWxzZSwiSXNJdGFsaWMiOmZhbHNlLCJJc1VuZGVybGluZWQiOmZhbHNlLCJQYXJlbnRTdHlsZSI6bnVsbH0sIkF1dG9TaXplIjowLCJGb3JlZ3JvdW5kIjp7IiRpZCI6IjE4MiIsIkNvbG9yIjp7IiRpZCI6IjE4My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xODQiLCJUb3AiOjAuMCwiTGVmdCI6MC4wLCJSaWdodCI6MC4wLCJCb3R0b20iOjAuMH0sIlBhZGRpbmciOnsiJGlkIjoiMTg1IiwiVG9wIjowLjAsIkxlZnQiOjAuMCwiUmlnaHQiOjAuMCwiQm90dG9tIjowLjB9LCJCYWNrZ3JvdW5kIjp7IiRpZCI6IjE4NiIsIkNvbG9yIjp7IiRpZCI6IjE4NyIsIkEiOjI1NSwiUiI6MTQsIkciOjQwLCJCIjo2NX19LCJJc1Zpc2libGUiOnRydWUsIldpZHRoIjowLjAsIkhlaWdodCI6MC4wLCJCb3JkZXJTdHlsZSI6eyIkaWQiOiIxODgiLCJMaW5lQ29sb3IiOm51bGwsIkxpbmVXZWlnaHQiOjAuMCwiTGluZVR5cGUiOjAsIlBhcmVudFN0eWxlIjpudWxsfSwiUGFyZW50U3R5bGUiOm51bGx9LCJEYXRlRm9ybWF0Ijp7IiRpZCI6IjE4O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TAiLCJGb3JtYXQiOjAsIklzVmlzaWJsZSI6ZmFsc2UsIkxhc3RLbm93blZpc2liaWxpdHlTdGF0ZSI6ZmFsc2V9LCJJc1Zpc2libGUiOnRydWUsIlZhcmlhbmNlU3R5bGUiOnsiJGlkIjoiMTkxIiwiVGV4dFN0eWxlIjp7IiRpZCI6IjE5MiIsIkZvbnRTZXR0aW5ncyI6eyIkaWQiOiIxOTMiLCJGb250U2l6ZSI6MTAsIkZvbnROYW1lIjoiQ2FsaWJyaSIsIklzQm9sZCI6ZmFsc2UsIklzSXRhbGljIjpmYWxzZSwiSXNVbmRlcmxpbmVkIjpmYWxzZSwiUGFyZW50U3R5bGUiOm51bGx9LCJBdXRvU2l6ZSI6MCwiRm9yZWdyb3VuZCI6eyIkaWQiOiIxOTQiLCJDb2xvciI6eyIkaWQiOiIxOT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k2IiwiVG9wIjowLjAsIkxlZnQiOjAuMCwiUmlnaHQiOjAuMCwiQm90dG9tIjowLjB9LCJQYWRkaW5nIjp7IiRpZCI6IjE5NyIsIlRvcCI6MC4wLCJMZWZ0IjowLjAsIlJpZ2h0IjowLjAsIkJvdHRvbSI6MC4wfSwiQmFja2dyb3VuZCI6eyIkaWQiOiIxOTgiLCJDb2xvciI6eyIkaWQiOiIxOTkiLCJBIjoyNTUsIlIiOjAsIkciOjAsIkIiOjB9fSwiSXNWaXNpYmxlIjp0cnVlLCJXaWR0aCI6MC4wLCJIZWlnaHQiOjAuMCwiQm9yZGVyU3R5bGUiOnsiJGlkIjoiMjAwIiwiTGluZUNvbG9yIjpudWxsLCJMaW5lV2VpZ2h0IjowLjAsIkxpbmVUeXBlIjowLCJQYXJlbnRTdHlsZSI6bnVsbH0sIlBhcmVudFN0eWxlIjpudWxsfSwiUGFyZW50U3R5bGUiOm51bGx9LCJQYXJlbnRTdHlsZSI6bnVsbH0sIkRlZmF1bHRUYXNrU3R5bGUiOnsiJGlkIjoiMjAxIiwiU2hhcGUiOjMsIlNoYXBlVGhpY2tuZXNzIjowLCJEdXJhdGlvbkZvcm1hdCI6MCwiSW5jbHVkZU5vbldvcmtpbmdEYXlzSW5EdXJhdGlvbiI6ZmFsc2UsIlBlcmNlbnRhZ2VDb21wbGV0ZVN0eWxlIjp7IiRpZCI6IjIwMiIsIkZvbnRTZXR0aW5ncyI6eyIkaWQiOiIyMDMiLCJGb250U2l6ZSI6MTAsIkZvbnROYW1lIjoiQ2FsaWJyaSIsIklzQm9sZCI6ZmFsc2UsIklzSXRhbGljIjpmYWxzZSwiSXNVbmRlcmxpbmVkIjpmYWxzZSwiUGFyZW50U3R5bGUiOm51bGx9LCJBdXRvU2l6ZSI6MCwiRm9yZWdyb3VuZCI6eyIkaWQiOiIyMDQiLCJDb2xvciI6eyIkaWQiOiIyMDU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jA2IiwiVG9wIjowLjAsIkxlZnQiOjAuMCwiUmlnaHQiOjAuMCwiQm90dG9tIjowLjB9LCJQYWRkaW5nIjp7IiRpZCI6IjIwNyIsIlRvcCI6MC4wLCJMZWZ0IjowLjAsIlJpZ2h0IjowLjAsIkJvdHRvbSI6MC4wfSwiQmFja2dyb3VuZCI6eyIkaWQiOiIyMDgiLCJDb2xvciI6eyIkaWQiOiIyMDkiLCJBIjo4OSwiUiI6MCwiRyI6MCwiQiI6MH19LCJJc1Zpc2libGUiOnRydWUsIldpZHRoIjowLjAsIkhlaWdodCI6MC4wLCJCb3JkZXJTdHlsZSI6eyIkaWQiOiIyMTAiLCJMaW5lQ29sb3IiOm51bGwsIkxpbmVXZWlnaHQiOjAuMCwiTGluZVR5cGUiOjAsIlBhcmVudFN0eWxlIjpudWxsfSwiUGFyZW50U3R5bGUiOm51bGx9LCJEdXJhdGlvblN0eWxlIjp7IiRpZCI6IjIxMSIsIkZvbnRTZXR0aW5ncyI6eyIkaWQiOiIyMTIiLCJGb250U2l6ZSI6MTAsIkZvbnROYW1lIjoiQ2FsaWJyaSIsIklzQm9sZCI6ZmFsc2UsIklzSXRhbGljIjpmYWxzZSwiSXNVbmRlcmxpbmVkIjpmYWxzZSwiUGFyZW50U3R5bGUiOm51bGx9LCJBdXRvU2l6ZSI6MCwiRm9yZWdyb3VuZCI6eyIkaWQiOiIyMTMiLCJDb2xvciI6eyIkaWQiOiIyMTQ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yMTUiLCJUb3AiOjAuMCwiTGVmdCI6MC4wLCJSaWdodCI6MC4wLCJCb3R0b20iOjAuMH0sIlBhZGRpbmciOnsiJGlkIjoiMjE2IiwiVG9wIjowLjAsIkxlZnQiOjAuMCwiUmlnaHQiOjAuMCwiQm90dG9tIjowLjB9LCJCYWNrZ3JvdW5kIjp7IiRpZCI6IjIxNyIsIkNvbG9yIjp7IiRpZCI6IjIxOCIsIkEiOjI1NSwiUiI6MjM3LCJHIjoxMjUsIkIiOjQ5fX0sIklzVmlzaWJsZSI6dHJ1ZSwiV2lkdGgiOjAuMCwiSGVpZ2h0IjowLjAsIkJvcmRlclN0eWxlIjp7IiRpZCI6IjIxOSIsIkxpbmVDb2xvciI6bnVsbCwiTGluZVdlaWdodCI6MC4wLCJMaW5lVHlwZSI6MCwiUGFyZW50U3R5bGUiOm51bGx9LCJQYXJlbnRTdHlsZSI6bnVsbH0sIkhvcml6b250YWxDb25uZWN0b3JTdHlsZSI6eyIkaWQiOiIyMjAiLCJMaW5lQ29sb3IiOnsiJGlkIjoiMjIxIiwiJHR5cGUiOiJOTFJFLkNvbW1vbi5Eb20uU29saWRDb2xvckJydXNoLCBOTFJFLkNvbW1vbiIsIkNvbG9yIjp7IiRpZCI6IjIyMiIsIkEiOjUxLCJSIjoyMSwiRyI6OTYsIkIiOjEzMH19LCJMaW5lV2VpZ2h0IjoxLjAsIkxpbmVUeXBlIjowLCJQYXJlbnRTdHlsZSI6bnVsbH0sIlZlcnRpY2FsQ29ubmVjdG9yU3R5bGUiOnsiJGlkIjoiMjIzIiwiTGluZUNvbG9yIjp7IiRpZCI6IjIyNCIsIiR0eXBlIjoiTkxSRS5Db21tb24uRG9tLlNvbGlkQ29sb3JCcnVzaCwgTkxSRS5Db21tb24iLCJDb2xvciI6eyIkaWQiOiIyMjU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MiwiU3BhY2luZyI6MywiSXNCZWxvd1RpbWViYW5kIjpmYWxzZSwiUGVyY2VudGFnZUNvbXBsZXRlU2hhcGVPcGFjaXR5IjozNSwiQmFzZWxpbmVTdHlsZSI6eyIkaWQiOiIyMjYiLCJTaGFwZVN0eWxlIjp7IiRpZCI6IjIyNyIsIk1hcmdpbiI6eyIkaWQiOiIyMjgiLCJUb3AiOjAuMCwiTGVmdCI6MC4wLCJSaWdodCI6MC4wLCJCb3R0b20iOjAuMH0sIlBhZGRpbmciOnsiJGlkIjoiMjI5IiwiVG9wIjowLjAsIkxlZnQiOjAuMCwiUmlnaHQiOjAuMCwiQm90dG9tIjowLjB9LCJCYWNrZ3JvdW5kIjp7IiRpZCI6IjIzMCIsIkNvbG9yIjp7IiRpZCI6IjIzMSIsIkEiOjE1MywiUiI6MCwiRyI6MCwiQiI6MH19LCJJc1Zpc2libGUiOnRydWUsIldpZHRoIjowLjAsIkhlaWdodCI6MC4wLCJCb3JkZXJTdHlsZSI6eyIkaWQiOiIyMzIiLCJMaW5lQ29sb3IiOnsiJGlkIjoiMjMzIiwiJHR5cGUiOiJOTFJFLkNvbW1vbi5Eb20uU29saWRDb2xvckJydXNoLCBOTFJFLkNvbW1vbiIsIkNvbG9yIjp7IiRpZCI6IjIzNCIsIkEiOjI1NSwiUiI6MjU1LCJHIjowLCJCIjowfX0sIkxpbmVXZWlnaHQiOjAuMCwiTGluZVR5cGUiOjAsIlBhcmVudFN0eWxlIjpudWxsfSwiUGFyZW50U3R5bGUiOm51bGx9LCJNYXJnaW4iOnsiJGlkIjoiMjM1IiwiVG9wIjowLjAsIkxlZnQiOjAuMCwiUmlnaHQiOjAuMCwiQm90dG9tIjowLjB9LCJQYWRkaW5nIjp7IiRpZCI6IjIzNiIsIlRvcCI6MC4wLCJMZWZ0IjowLjAsIlJpZ2h0IjowLjAsIkJvdHRvbSI6MC4wfSwiQmFja2dyb3VuZCI6bnVsbCwiSXNWaXNpYmxlIjp0cnVlLCJXaWR0aCI6MC4wLCJIZWlnaHQiOjAuMCwiQm9yZGVyU3R5bGUiOm51bGwsIlBhcmVudFN0eWxlIjpudWxsfSwiU2hhcGVTdHlsZSI6eyIkaWQiOiIyMzciLCJNYXJnaW4iOnsiJGlkIjoiMjM4IiwiVG9wIjowLjAsIkxlZnQiOjQuMCwiUmlnaHQiOjQuMCwiQm90dG9tIjowLjB9LCJQYWRkaW5nIjp7IiRpZCI6IjIzOSIsIlRvcCI6MC4wLCJMZWZ0IjowLjAsIlJpZ2h0IjowLjAsIkJvdHRvbSI6MC4wfSwiQmFja2dyb3VuZCI6eyIkaWQiOiIyNDAiLCJDb2xvciI6eyIkaWQiOiIyNDEiLCJBIjoyNTUsIlIiOjIxLCJHIjo5NiwiQiI6MTMwfX0sIklzVmlzaWJsZSI6dHJ1ZSwiV2lkdGgiOjAuMCwiSGVpZ2h0IjoxMC4wLCJCb3JkZXJTdHlsZSI6eyIkaWQiOiIyNDIiLCJMaW5lQ29sb3IiOnsiJGlkIjoiMjQzIiwiJHR5cGUiOiJOTFJFLkNvbW1vbi5Eb20uU29saWRDb2xvckJydXNoLCBOTFJFLkNvbW1vbiIsIkNvbG9yIjp7IiRpZCI6IjI0NCIsIkEiOjI1NSwiUiI6MjM0LCJHIjoyMiwiQiI6MzB9fSwiTGluZVdlaWdodCI6MC4wLCJMaW5lVHlwZSI6MCwiUGFyZW50U3R5bGUiOm51bGx9LCJQYXJlbnRTdHlsZSI6bnVsbH0sIlRpdGxlU3R5bGUiOnsiJGlkIjoiMjQ1IiwiRm9udFNldHRpbmdzIjp7IiRpZCI6IjI0NiIsIkZvbnRTaXplIjoxMSwiRm9udE5hbWUiOiJDYWxpYnJpIiwiSXNCb2xkIjpmYWxzZSwiSXNJdGFsaWMiOmZhbHNlLCJJc1VuZGVybGluZWQiOmZhbHNlLCJQYXJlbnRTdHlsZSI6bnVsbH0sIkF1dG9TaXplIjowLCJGb3JlZ3JvdW5kIjp7IiRpZCI6IjI0NyIsIkNvbG9yIjp7IiRpZCI6IjI0OC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yNDkiLCJUb3AiOjAuMCwiTGVmdCI6MC4wLCJSaWdodCI6MC4wLCJCb3R0b20iOjAuMH0sIlBhZGRpbmciOnsiJGlkIjoiMjUwIiwiVG9wIjowLjAsIkxlZnQiOjAuMCwiUmlnaHQiOjAuMCwiQm90dG9tIjowLjB9LCJCYWNrZ3JvdW5kIjp7IiRpZCI6IjI1MSIsIkNvbG9yIjp7IiRpZCI6IjI1MiIsIkEiOjI1NSwiUiI6MCwiRyI6MCwiQiI6MH19LCJJc1Zpc2libGUiOnRydWUsIldpZHRoIjowLjAsIkhlaWdodCI6MC4wLCJCb3JkZXJTdHlsZSI6eyIkaWQiOiIyNTMiLCJMaW5lQ29sb3IiOm51bGwsIkxpbmVXZWlnaHQiOjAuMCwiTGluZVR5cGUiOjAsIlBhcmVudFN0eWxlIjpudWxsfSwiUGFyZW50U3R5bGUiOm51bGx9LCJEYXRlU3R5bGUiOnsiJGlkIjoiMjU0IiwiRm9udFNldHRpbmdzIjp7IiRpZCI6IjI1NSIsIkZvbnRTaXplIjoxMCwiRm9udE5hbWUiOiJDYWxpYnJpIiwiSXNCb2xkIjpmYWxzZSwiSXNJdGFsaWMiOmZhbHNlLCJJc1VuZGVybGluZWQiOmZhbHNlLCJQYXJlbnRTdHlsZSI6bnVsbH0sIkF1dG9TaXplIjowLCJGb3JlZ3JvdW5kIjp7IiRpZCI6IjI1NiIsIkNvbG9yIjp7IiRpZCI6IjI1Ny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yNTgiLCJUb3AiOjAuMCwiTGVmdCI6MC4wLCJSaWdodCI6MC4wLCJCb3R0b20iOjAuMH0sIlBhZGRpbmciOnsiJGlkIjoiMjU5IiwiVG9wIjowLjAsIkxlZnQiOjAuMCwiUmlnaHQiOjAuMCwiQm90dG9tIjowLjB9LCJCYWNrZ3JvdW5kIjp7IiRpZCI6IjI2MCIsIkNvbG9yIjp7IiRpZCI6IjI2MSIsIkEiOjI1NSwiUiI6MTQsIkciOjQwLCJCIjo2NX19LCJJc1Zpc2libGUiOnRydWUsIldpZHRoIjowLjAsIkhlaWdodCI6MC4wLCJCb3JkZXJTdHlsZSI6eyIkaWQiOiIyNjIiLCJMaW5lQ29sb3IiOm51bGwsIkxpbmVXZWlnaHQiOjAuMCwiTGluZVR5cGUiOjAsIlBhcmVudFN0eWxlIjpudWxsfSwiUGFyZW50U3R5bGUiOm51bGx9LCJEYXRlRm9ybWF0Ijp7IiRpZCI6IjI2M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NjQiLCJGb3JtYXQiOjAsIklzVmlzaWJsZSI6ZmFsc2UsIkxhc3RLbm93blZpc2liaWxpdHlTdGF0ZSI6ZmFsc2V9LCJJc1Zpc2libGUiOnRydWUsIlZhcmlhbmNlU3R5bGUiOnsiJGlkIjoiMjY1IiwiVGV4dFN0eWxlIjp7IiRpZCI6IjI2NiIsIkZvbnRTZXR0aW5ncyI6eyIkaWQiOiIyNjciLCJGb250U2l6ZSI6MTAsIkZvbnROYW1lIjoiQ2FsaWJyaSIsIklzQm9sZCI6ZmFsc2UsIklzSXRhbGljIjpmYWxzZSwiSXNVbmRlcmxpbmVkIjpmYWxzZSwiUGFyZW50U3R5bGUiOm51bGx9LCJBdXRvU2l6ZSI6MCwiRm9yZWdyb3VuZCI6eyIkaWQiOiIyNjgiLCJDb2xvciI6eyIkaWQiOiIyNj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cwIiwiVG9wIjowLjAsIkxlZnQiOjAuMCwiUmlnaHQiOjAuMCwiQm90dG9tIjowLjB9LCJQYWRkaW5nIjp7IiRpZCI6IjI3MSIsIlRvcCI6MC4wLCJMZWZ0IjowLjAsIlJpZ2h0IjowLjAsIkJvdHRvbSI6MC4wfSwiQmFja2dyb3VuZCI6eyIkaWQiOiIyNzIiLCJDb2xvciI6eyIkaWQiOiIyNzMiLCJBIjoyNTUsIlIiOjAsIkciOjAsIkIiOjB9fSwiSXNWaXNpYmxlIjp0cnVlLCJXaWR0aCI6MC4wLCJIZWlnaHQiOjAuMCwiQm9yZGVyU3R5bGUiOnsiJGlkIjoiMjc0IiwiTGluZUNvbG9yIjpudWxsLCJMaW5lV2VpZ2h0IjowLjAsIkxpbmVUeXBlIjowLCJQYXJlbnRTdHlsZSI6bnVsbH0sIlBhcmVudFN0eWxlIjpudWxsfSwiUGFyZW50U3R5bGUiOm51bGx9LCJQYXJlbnRTdHlsZSI6bnVsbCwiX2V4cGxpY2l0bHlTZXQiOnsiJGlkIjoiMjc1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lsZXN0b25lU3R5bGUiOm51bGwsIkdyaWRsaW5lUGFuZWxTdHlsZSI6eyIkaWQiOiIyNzYiLCJHcmlkbGluZVN0eWxlIjp7IiRpZCI6IjI3NyIsIkxpbmVDb2xvciI6eyIkaWQiOiIyNzgiLCIkdHlwZSI6Ik5MUkUuQ29tbW9uLkRvbS5Tb2xpZENvbG9yQnJ1c2gsIE5MUkUuQ29tbW9uIiwiQ29sb3IiOnsiJGlkIjoiMjc5IiwiQSI6MzgsIlIiOjkxLCJHIjoxNTUsIkIiOjIxM319LCJMaW5lV2VpZ2h0IjoxLjAsIkxpbmVUeXBlIjowLCJQYXJlbnRTdHlsZSI6bnVsbH0sIk1hcmdpbiI6eyIkaWQiOiIyODAiLCJUb3AiOjAuMCwiTGVmdCI6MC4wLCJSaWdodCI6MC4wLCJCb3R0b20iOjAuMH0sIlBhZGRpbmciOnsiJGlkIjoiMjgxIiwiVG9wIjowLjAsIkxlZnQiOjAuMCwiUmlnaHQiOjAuMCwiQm90dG9tIjowLjB9LCJCYWNrZ3JvdW5kIjpudWxsLCJJc1Zpc2libGUiOnRydWUsIldpZHRoIjowLjAsIkhlaWdodCI6MC4wLCJCb3JkZXJTdHlsZSI6eyIkaWQiOiIyODIiLCJMaW5lQ29sb3IiOm51bGwsIkxpbmVXZWlnaHQiOjAuMCwiTGluZVR5cGUiOjAsIlBhcmVudFN0eWxlIjpudWxsfSwiUGFyZW50U3R5bGUiOm51bGx9LCJBY3Rpdml0eUxpbmVQYW5lbFN0eWxlIjp7IiRpZCI6IjI4MyIsIkFjdGl2aXR5TGluZVN0eWxlIjp7IiRpZCI6IjI4NCIsIkxpbmVDb2xvciI6eyIkaWQiOiIyODUiLCIkdHlwZSI6Ik5MUkUuQ29tbW9uLkRvbS5Tb2xpZENvbG9yQnJ1c2gsIE5MUkUuQ29tbW9uIiwiQ29sb3IiOnsiJGlkIjoiMjg2IiwiQSI6MzgsIlIiOjY4LCJHIjoxMTQsIkIiOjE5Nn19LCJMaW5lV2VpZ2h0IjoxLjAsIkxpbmVUeXBlIjowLCJQYXJlbnRTdHlsZSI6bnVsbH0sIk1hcmdpbiI6eyIkaWQiOiIyODciLCJUb3AiOjAuMCwiTGVmdCI6MC4wLCJSaWdodCI6MC4wLCJCb3R0b20iOjAuMH0sIlBhZGRpbmciOnsiJGlkIjoiMjg4IiwiVG9wIjowLjAsIkxlZnQiOjAuMCwiUmlnaHQiOjAuMCwiQm90dG9tIjowLjB9LCJCYWNrZ3JvdW5kIjpudWxsLCJJc1Zpc2libGUiOnRydWUsIldpZHRoIjowLjAsIkhlaWdodCI6MC4wLCJCb3JkZXJTdHlsZSI6eyIkaWQiOiIyODkiLCJMaW5lQ29sb3IiOm51bGwsIkxpbmVXZWlnaHQiOjAuMCwiTGluZVR5cGUiOjAsIlBhcmVudFN0eWxlIjpudWxsfSwiUGFyZW50U3R5bGUiOm51bGx9LCJfc2VsZWN0ZWRUaGVtZVByZXNldENvbG9ycyI6eyIkaWQiOiIyOTAiLCJUZXh0TGlnaHQiOnsiJGlkIjoiMjkxIiwiQSI6MjU1LCJSIjoyNTUsIkciOjI1NSwiQiI6MjU1fSwiVGV4dERhcmsiOnsiJGlkIjoiMjkyIiwiQSI6MjU1LCJSIjowLCJHIjowLCJCIjowfSwiQWNjZW50MSI6eyIkaWQiOiIyOTMiLCJBIjoyNTUsIlIiOjIzMiwiRyI6MjMyLCJCIjoyMzJ9LCJBY2NlbnQyIjp7IiRpZCI6IjI5NCIsIkEiOjI1NSwiUiI6MTQsIkciOjQwLCJCIjo2NX0sIkFjY2VudDMiOnsiJGlkIjoiMjk1IiwiQSI6MjU1LCJSIjoyMSwiRyI6OTYsIkIiOjEzMH0sIkFjY2VudDQiOnsiJGlkIjoiMjk2IiwiQSI6MjU1LCJSIjoyMzMsIkciOjExMywiQiI6NTB9LCJBY2NlbnQ1Ijp7IiRpZCI6IjI5NyIsIkEiOjI1NSwiUiI6MjUsIkciOjEwNywiQiI6MzZ9LCJBY2NlbnQ2Ijp7IiRpZCI6IjI5OCIsIkEiOjI1NSwiUiI6MTUsIkciOjE1OCwiQiI6MjEzfSwiQWNjZW50NyI6eyIkaWQiOiIyOTkiLCJBIjoyNTUsIlIiOjE2MCwiRyI6NDMsIkIiOjE0N30sIkFjY2VudDgiOnsiJGlkIjoiMzAwIiwiQSI6MjU1LCJSIjo3OCwiRyI6MTY3LCJCIjo0Nn19LCJTaG93RWxhcHNlZFRpbWVHcmFkaWVudFN0eWxlIjpmYWxzZSwiVGltZWJhbmRSZXNlcnZlZExlZnRBcmVhU3R5bGUiOnsiJGlkIjoiMzAxIiwiQWN0aXZpdHlIZWFkZXJXaWR0aCI6MC4wLCJJc1NldCI6ZmFsc2V9LCJEZWZhdWx0U3dpbWxhbmVTdHlsZSI6bnVsbCwiRGVmYXVsdFN3aW1sYW5lVjJTdHlsZSI6eyIkaWQiOiIzMDIiLCJTdHlsZUlkIjoiMzMyY2ZiMTMtYjQwMS00ZWMzLWI2NTUtNzM5NjhkMDRkNzQ5IiwiSGVhZGVyU3R5bGUiOnsiJGlkIjoiMzAzIiwiVGV4dElzVmVydGljYWwiOmZhbHNlLCJUZXh0U3R5bGUiOnsiJGlkIjoiMzA0IiwiRm9udFNldHRpbmdzIjp7IiRpZCI6IjMwNSIsIkZvbnRTaXplIjoxMSwiRm9udE5hbWUiOiJDYWxpYnJpIiwiSXNCb2xkIjpmYWxzZSwiSXNJdGFsaWMiOmZhbHNlLCJJc1VuZGVybGluZWQiOmZhbHNlLCJQYXJlbnRTdHlsZSI6bnVsbH0sIkF1dG9TaXplIjoyLCJGb3JlZ3JvdW5kIjp7IiRpZCI6IjMwNiIsIkNvbG9yIjp7IiRpZCI6IjMwNy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MwOCIsIlRvcCI6MC4wLCJMZWZ0IjowLjAsIlJpZ2h0IjowLjAsIkJvdHRvbSI6MC4wfSwiUGFkZGluZyI6eyIkaWQiOiIzMDkiLCJUb3AiOjAuMCwiTGVmdCI6MC4wLCJSaWdodCI6MC4wLCJCb3R0b20iOjAuMH0sIkJhY2tncm91bmQiOnsiJGlkIjoiMzEwIiwiQ29sb3IiOnsiJGlkIjoiMzExIiwiQSI6MjU1LCJSIjoyNTUsIkciOjI1NSwiQiI6MjU1fX0sIklzVmlzaWJsZSI6dHJ1ZSwiV2lkdGgiOjAuMCwiSGVpZ2h0IjowLjAsIkJvcmRlclN0eWxlIjpudWxsLCJQYXJlbnRTdHlsZSI6bnVsbH0sIlJlY3RhbmdsZVN0eWxlIjp7IiRpZCI6IjMxMiIsIk1hcmdpbiI6eyIkaWQiOiIzMTMiLCJUb3AiOjAuMCwiTGVmdCI6MC4wLCJSaWdodCI6MC4wLCJCb3R0b20iOjAuMH0sIlBhZGRpbmciOnsiJGlkIjoiMzE0IiwiVG9wIjowLjAsIkxlZnQiOjAuMCwiUmlnaHQiOjAuMCwiQm90dG9tIjowLjB9LCJCYWNrZ3JvdW5kIjp7IiRpZCI6IjMxNSIsIkNvbG9yIjp7IiRpZCI6IjMxNiIsIkEiOjI1NSwiUiI6MjEsIkciOjk2LCJCIjoxMzB9fSwiSXNWaXNpYmxlIjp0cnVlLCJXaWR0aCI6MC4wLCJIZWlnaHQiOjAuMCwiQm9yZGVyU3R5bGUiOnsiJGlkIjoiMzE3IiwiTGluZUNvbG9yIjp7IiRpZCI6IjMxOCIsIiR0eXBlIjoiTkxSRS5Db21tb24uRG9tLlNvbGlkQ29sb3JCcnVzaCwgTkxSRS5Db21tb24iLCJDb2xvciI6eyIkaWQiOiIzMTkiLCJBIjoyNTUsIlIiOjI1NSwiRyI6MjU1LCJCIjoyNTV9fSwiTGluZVdlaWdodCI6MC4wLCJMaW5lVHlwZSI6MCwiUGFyZW50U3R5bGUiOm51bGx9LCJQYXJlbnRTdHlsZSI6bnVsbH0sIk1hcmdpbiI6eyIkaWQiOiIzMjAiLCJUb3AiOjAuMCwiTGVmdCI6MC4wLCJSaWdodCI6MC4wLCJCb3R0b20iOjAuMH0sIlBhZGRpbmciOnsiJGlkIjoiMzIxIiwiVG9wIjowLjAsIkxlZnQiOjAuMCwiUmlnaHQiOjAuMCwiQm90dG9tIjowLjB9LCJCYWNrZ3JvdW5kIjpudWxsLCJJc1Zpc2libGUiOnRydWUsIldpZHRoIjowLjAsIkhlaWdodCI6MC4wLCJCb3JkZXJTdHlsZSI6bnVsbCwiUGFyZW50U3R5bGUiOm51bGx9LCJCYWNrZ3JvdW5kU3R5bGUiOnsiJGlkIjoiMzIyIiwiTWFyZ2luIjp7IiRpZCI6IjMyMyIsIlRvcCI6MC4wLCJMZWZ0IjowLjAsIlJpZ2h0IjowLjAsIkJvdHRvbSI6MC4wfSwiUGFkZGluZyI6eyIkaWQiOiIzMjQiLCJUb3AiOjAuMCwiTGVmdCI6MC4wLCJSaWdodCI6MC4wLCJCb3R0b20iOjAuMH0sIkJhY2tncm91bmQiOnsiJGlkIjoiMzI1IiwiQ29sb3IiOnsiJGlkIjoiMzI2IiwiQSI6NTEsIlIiOjIwMCwiRyI6MjAwLCJCIjoyMDB9fSwiSXNWaXNpYmxlIjp0cnVlLCJXaWR0aCI6MC4wLCJIZWlnaHQiOjAuMCwiQm9yZGVyU3R5bGUiOnsiJGlkIjoiMzI3IiwiTGluZUNvbG9yIjp7IiRpZCI6IjMyOCIsIiR0eXBlIjoiTkxSRS5Db21tb24uRG9tLlNvbGlkQ29sb3JCcnVzaCwgTkxSRS5Db21tb24iLCJDb2xvciI6eyIkaWQiOiIzMjkiLCJBIjoyNTUsIlIiOjIzNCwiRyI6MjIsIkIiOjMwfX0sIkxpbmVXZWlnaHQiOjAuMCwiTGluZVR5cGUiOjAsIlBhcmVudFN0eWxlIjpudWxsfSwiUGFyZW50U3R5bGUiOm51bGx9LCJJc0Fib3ZlVGltZWJhbmQiOmZhbHNlLCJTcGFjaW5nIjozLCJEZWZhdWx0U3dpbWxhbmVUYXNrU3R5bGUiOnsiJGlkIjoiMzMwIiwiJHR5cGUiOiJOTFJFLkNvbW1vbi5Eb20uU3R5bGVzLkV4cGxpY2l0U2V0YWJsZVRhc2tTdHlsZSwgTkxSRS5Db21tb24iLCJTaGFwZSI6MSwiU2hhcGVUaGlja25lc3MiOjAsIkR1cmF0aW9uRm9ybWF0IjowLCJJbmNsdWRlTm9uV29ya2luZ0RheXNJbkR1cmF0aW9uIjpmYWxzZSwiUGVyY2VudGFnZUNvbXBsZXRlU3R5bGUiOnsiJGlkIjoiMzMxIiwiRm9udFNldHRpbmdzIjp7IiRpZCI6IjMzMiIsIkZvbnRTaXplIjoxMCwiRm9udE5hbWUiOiJDYWxpYnJpIiwiSXNCb2xkIjpmYWxzZSwiSXNJdGFsaWMiOmZhbHNlLCJJc1VuZGVybGluZWQiOmZhbHNlLCJQYXJlbnRTdHlsZSI6bnVsbH0sIkF1dG9TaXplIjowLCJGb3JlZ3JvdW5kIjp7IiRpZCI6IjMzMyIsIkNvbG9yIjp7IiRpZCI6IjMzNC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zMzUiLCJUb3AiOjAuMCwiTGVmdCI6MC4wLCJSaWdodCI6MC4wLCJCb3R0b20iOjAuMH0sIlBhZGRpbmciOnsiJGlkIjoiMzM2IiwiVG9wIjowLjAsIkxlZnQiOjAuMCwiUmlnaHQiOjAuMCwiQm90dG9tIjowLjB9LCJCYWNrZ3JvdW5kIjp7IiRpZCI6IjMzNyIsIkNvbG9yIjp7IiRpZCI6IjMzOCIsIkEiOjg5LCJSIjowLCJHIjowLCJCIjowfX0sIklzVmlzaWJsZSI6dHJ1ZSwiV2lkdGgiOjAuMCwiSGVpZ2h0IjowLjAsIkJvcmRlclN0eWxlIjp7IiRpZCI6IjMzOSIsIkxpbmVDb2xvciI6bnVsbCwiTGluZVdlaWdodCI6MC4wLCJMaW5lVHlwZSI6MCwiUGFyZW50U3R5bGUiOm51bGx9LCJQYXJlbnRTdHlsZSI6bnVsbH0sIkR1cmF0aW9uU3R5bGUiOnsiJGlkIjoiMzQwIiwiRm9udFNldHRpbmdzIjp7IiRpZCI6IjM0MSIsIkZvbnRTaXplIjoxMCwiRm9udE5hbWUiOiJDYWxpYnJpIiwiSXNCb2xkIjpmYWxzZSwiSXNJdGFsaWMiOmZhbHNlLCJJc1VuZGVybGluZWQiOmZhbHNlLCJQYXJlbnRTdHlsZSI6bnVsbH0sIkF1dG9TaXplIjowLCJGb3JlZ3JvdW5kIjp7IiRpZCI6IjM0MiIsIkNvbG9yIjp7IiRpZCI6IjM0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M0NCIsIlRvcCI6MC4wLCJMZWZ0IjowLjAsIlJpZ2h0IjowLjAsIkJvdHRvbSI6MC4wfSwiUGFkZGluZyI6eyIkaWQiOiIzNDUiLCJUb3AiOjAuMCwiTGVmdCI6MC4wLCJSaWdodCI6MC4wLCJCb3R0b20iOjAuMH0sIkJhY2tncm91bmQiOnsiJGlkIjoiMzQ2IiwiQ29sb3IiOnsiJGlkIjoiMzQ3IiwiQSI6MjU1LCJSIjoyMzcsIkciOjEyNSwiQiI6NDl9fSwiSXNWaXNpYmxlIjp0cnVlLCJXaWR0aCI6MC4wLCJIZWlnaHQiOjAuMCwiQm9yZGVyU3R5bGUiOnsiJGlkIjoiMzQ4IiwiTGluZUNvbG9yIjpudWxsLCJMaW5lV2VpZ2h0IjowLjAsIkxpbmVUeXBlIjowLCJQYXJlbnRTdHlsZSI6bnVsbH0sIlBhcmVudFN0eWxlIjpudWxsfSwiSG9yaXpvbnRhbENvbm5lY3RvclN0eWxlIjp7IiRpZCI6IjM0OSIsIkxpbmVDb2xvciI6eyIkaWQiOiIzNTAiLCIkdHlwZSI6Ik5MUkUuQ29tbW9uLkRvbS5Tb2xpZENvbG9yQnJ1c2gsIE5MUkUuQ29tbW9uIiwiQ29sb3IiOnsiJGlkIjoiMzUxIiwiQSI6MjU1LCJSIjowLCJHIjowLCJCIjowfX0sIkxpbmVXZWlnaHQiOjAuMCwiTGluZVR5cGUiOjAsIlBhcmVudFN0eWxlIjpudWxsfSwiVmVydGljYWxDb25uZWN0b3JTdHlsZSI6eyIkaWQiOiIzNTIiLCJMaW5lQ29sb3IiOnsiJGlkIjoiMzUzIiwiJHR5cGUiOiJOTFJFLkNvbW1vbi5Eb20uU29saWRDb2xvckJydXNoLCBOTFJFLkNvbW1vbiIsIkNvbG9yIjp7IiRpZCI6IjM1NC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yLCJTcGFjaW5nIjozLCJJc0JlbG93VGltZWJhbmQiOmZhbHNlLCJQZXJjZW50YWdlQ29tcGxldGVTaGFwZU9wYWNpdHkiOjM1LCJCYXNlbGluZVN0eWxlIjp7IiRpZCI6IjM1NSIsIlNoYXBlU3R5bGUiOnsiJGlkIjoiMzU2IiwiTWFyZ2luIjp7IiRpZCI6IjM1NyIsIlRvcCI6MC4wLCJMZWZ0IjowLjAsIlJpZ2h0IjowLjAsIkJvdHRvbSI6MC4wfSwiUGFkZGluZyI6eyIkaWQiOiIzNTgiLCJUb3AiOjAuMCwiTGVmdCI6MC4wLCJSaWdodCI6MC4wLCJCb3R0b20iOjAuMH0sIkJhY2tncm91bmQiOnsiJGlkIjoiMzU5IiwiQ29sb3IiOnsiJGlkIjoiMzYwIiwiQSI6MTUzLCJSIjowLCJHIjowLCJCIjowfX0sIklzVmlzaWJsZSI6dHJ1ZSwiV2lkdGgiOjAuMCwiSGVpZ2h0IjowLjAsIkJvcmRlclN0eWxlIjp7IiRpZCI6IjM2MSIsIkxpbmVDb2xvciI6eyIkaWQiOiIzNjIiLCIkdHlwZSI6Ik5MUkUuQ29tbW9uLkRvbS5Tb2xpZENvbG9yQnJ1c2gsIE5MUkUuQ29tbW9uIiwiQ29sb3IiOnsiJGlkIjoiMzYzIiwiQSI6MjU1LCJSIjoyNTUsIkciOjAsIkIiOjB9fSwiTGluZVdlaWdodCI6MC4wLCJMaW5lVHlwZSI6MCwiUGFyZW50U3R5bGUiOm51bGx9LCJQYXJlbnRTdHlsZSI6bnVsbH0sIk1hcmdpbiI6eyIkaWQiOiIzNjQiLCJUb3AiOjAuMCwiTGVmdCI6MC4wLCJSaWdodCI6MC4wLCJCb3R0b20iOjAuMH0sIlBhZGRpbmciOnsiJGlkIjoiMzY1IiwiVG9wIjowLjAsIkxlZnQiOjAuMCwiUmlnaHQiOjAuMCwiQm90dG9tIjowLjB9LCJCYWNrZ3JvdW5kIjpudWxsLCJJc1Zpc2libGUiOnRydWUsIldpZHRoIjowLjAsIkhlaWdodCI6MC4wLCJCb3JkZXJTdHlsZSI6bnVsbCwiUGFyZW50U3R5bGUiOm51bGx9LCJTaGFwZVN0eWxlIjp7IiRpZCI6IjM2NiIsIk1hcmdpbiI6eyIkaWQiOiIzNjciLCJUb3AiOjAuMCwiTGVmdCI6NC4wLCJSaWdodCI6NC4wLCJCb3R0b20iOjAuMH0sIlBhZGRpbmciOnsiJGlkIjoiMzY4IiwiVG9wIjowLjAsIkxlZnQiOjAuMCwiUmlnaHQiOjAuMCwiQm90dG9tIjowLjB9LCJCYWNrZ3JvdW5kIjp7IiRpZCI6IjM2OSIsIkNvbG9yIjp7IiRpZCI6IjM3MCIsIkEiOjI1NSwiUiI6MjEsIkciOjk2LCJCIjoxMzB9fSwiSXNWaXNpYmxlIjp0cnVlLCJXaWR0aCI6MC4wLCJIZWlnaHQiOjEwLjAsIkJvcmRlclN0eWxlIjp7IiRpZCI6IjM3MSIsIkxpbmVDb2xvciI6eyIkaWQiOiIzNzIiLCIkdHlwZSI6Ik5MUkUuQ29tbW9uLkRvbS5Tb2xpZENvbG9yQnJ1c2gsIE5MUkUuQ29tbW9uIiwiQ29sb3IiOnsiJGlkIjoiMzczIiwiQSI6MjU1LCJSIjoyMzQsIkciOjIyLCJCIjozMH19LCJMaW5lV2VpZ2h0IjowLjAsIkxpbmVUeXBlIjowLCJQYXJlbnRTdHlsZSI6bnVsbH0sIlBhcmVudFN0eWxlIjpudWxsfSwiVGl0bGVTdHlsZSI6eyIkaWQiOiIzNzQiLCJGb250U2V0dGluZ3MiOnsiJGlkIjoiMzc1IiwiRm9udFNpemUiOjExLCJGb250TmFtZSI6IkNhbGlicmkiLCJJc0JvbGQiOmZhbHNlLCJJc0l0YWxpYyI6ZmFsc2UsIklzVW5kZXJsaW5lZCI6ZmFsc2UsIlBhcmVudFN0eWxlIjpudWxsfSwiQXV0b1NpemUiOjAsIkZvcmVncm91bmQiOnsiJGlkIjoiMzc2IiwiQ29sb3IiOnsiJGlkIjoiMzc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3OCIsIlRvcCI6MC4wLCJMZWZ0IjowLjAsIlJpZ2h0IjowLjAsIkJvdHRvbSI6MC4wfSwiUGFkZGluZyI6eyIkaWQiOiIzNzkiLCJUb3AiOjAuMCwiTGVmdCI6MC4wLCJSaWdodCI6MC4wLCJCb3R0b20iOjAuMH0sIkJhY2tncm91bmQiOnsiJGlkIjoiMzgwIiwiQ29sb3IiOnsiJGlkIjoiMzgxIiwiQSI6MjU1LCJSIjowLCJHIjowLCJCIjowfX0sIklzVmlzaWJsZSI6dHJ1ZSwiV2lkdGgiOjAuMCwiSGVpZ2h0IjowLjAsIkJvcmRlclN0eWxlIjp7IiRpZCI6IjM4MiIsIkxpbmVDb2xvciI6bnVsbCwiTGluZVdlaWdodCI6MC4wLCJMaW5lVHlwZSI6MCwiUGFyZW50U3R5bGUiOm51bGx9LCJQYXJlbnRTdHlsZSI6bnVsbH0sIkRhdGVTdHlsZSI6eyIkaWQiOiIzODMiLCJGb250U2V0dGluZ3MiOnsiJGlkIjoiMzg0IiwiRm9udFNpemUiOjEwLCJGb250TmFtZSI6IkNhbGlicmkiLCJJc0JvbGQiOmZhbHNlLCJJc0l0YWxpYyI6ZmFsc2UsIklzVW5kZXJsaW5lZCI6ZmFsc2UsIlBhcmVudFN0eWxlIjpudWxsfSwiQXV0b1NpemUiOjAsIkZvcmVncm91bmQiOnsiJGlkIjoiMzg1IiwiQ29sb3IiOnsiJGlkIjoiMzg2IiwiQSI6MjU1LCJSIjoxNCwiRyI6NDAsIkIiOjY1fX0sIk1heFdpZHRoIjoyMDAuMCwiTWF4SGVpZ2h0IjoiSW5maW5pdHkiLCJTbWFydEZvcmVncm91bmRJc0FjdGl2ZSI6ZmFsc2UsIkhvcml6b250YWxBbGlnbm1lbnQiOjIsIlZlcnRpY2FsQWxpZ25tZW50IjoxLCJTbWFydEZvcmVncm91bmQiOm51bGwsIkJhY2tncm91bmRGaWxsVHlwZSI6MCwiTWFyZ2luIjp7IiRpZCI6IjM4NyIsIlRvcCI6MC4wLCJMZWZ0IjowLjAsIlJpZ2h0IjowLjAsIkJvdHRvbSI6MC4wfSwiUGFkZGluZyI6eyIkaWQiOiIzODgiLCJUb3AiOjAuMCwiTGVmdCI6MC4wLCJSaWdodCI6MC4wLCJCb3R0b20iOjAuMH0sIkJhY2tncm91bmQiOnsiJGlkIjoiMzg5IiwiQ29sb3IiOnsiJGlkIjoiMzkwIiwiQSI6MjU1LCJSIjoxNCwiRyI6NDAsIkIiOjY1fX0sIklzVmlzaWJsZSI6dHJ1ZSwiV2lkdGgiOjAuMCwiSGVpZ2h0IjowLjAsIkJvcmRlclN0eWxlIjp7IiRpZCI6IjM5MSIsIkxpbmVDb2xvciI6bnVsbCwiTGluZVdlaWdodCI6MC4wLCJMaW5lVHlwZSI6MCwiUGFyZW50U3R5bGUiOm51bGx9LCJQYXJlbnRTdHlsZSI6bnVsbH0sIkRhdGVGb3JtYXQiOnsiJGlkIjoiMzk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5MyIsIkZvcm1hdCI6MCwiSXNWaXNpYmxlIjpmYWxzZSwiTGFzdEtub3duVmlzaWJpbGl0eVN0YXRlIjpmYWxzZX0sIklzVmlzaWJsZSI6dHJ1ZSwiVmFyaWFuY2VTdHlsZSI6eyIkaWQiOiIzOTQiLCJUZXh0U3R5bGUiOnsiJGlkIjoiMzk1IiwiRm9udFNldHRpbmdzIjp7IiRpZCI6IjM5NiIsIkZvbnRTaXplIjoxMCwiRm9udE5hbWUiOiJDYWxpYnJpIiwiSXNCb2xkIjpmYWxzZSwiSXNJdGFsaWMiOmZhbHNlLCJJc1VuZGVybGluZWQiOmZhbHNlLCJQYXJlbnRTdHlsZSI6bnVsbH0sIkF1dG9TaXplIjowLCJGb3JlZ3JvdW5kIjp7IiRpZCI6IjM5NyIsIkNvbG9yIjp7IiRpZCI6IjM5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OTkiLCJUb3AiOjAuMCwiTGVmdCI6MC4wLCJSaWdodCI6MC4wLCJCb3R0b20iOjAuMH0sIlBhZGRpbmciOnsiJGlkIjoiNDAwIiwiVG9wIjowLjAsIkxlZnQiOjAuMCwiUmlnaHQiOjAuMCwiQm90dG9tIjowLjB9LCJCYWNrZ3JvdW5kIjp7IiRpZCI6IjQwMSIsIkNvbG9yIjp7IiRpZCI6IjQwMiIsIkEiOjI1NSwiUiI6MCwiRyI6MCwiQiI6MH19LCJJc1Zpc2libGUiOnRydWUsIldpZHRoIjowLjAsIkhlaWdodCI6MC4wLCJCb3JkZXJTdHlsZSI6eyIkaWQiOiI0MDMiLCJMaW5lQ29sb3IiOm51bGwsIkxpbmVXZWlnaHQiOjAuMCwiTGluZVR5cGUiOjAsIlBhcmVudFN0eWxlIjpudWxsfSwiUGFyZW50U3R5bGUiOm51bGx9LCJQYXJlbnRTdHlsZSI6bnVsbH0sIlBhcmVudFN0eWxlIjpudWxsLCJfZXhwbGljaXRseVNldCI6eyIkaWQiOiI0MDQ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0MDUiLCJTaGFwZSI6MSwiQ29ubmVjdG9yTWFyZ2luIjp7IiRpZCI6IjQwNiIsIlRvcCI6MC4wLCJMZWZ0IjoyLjAsIlJpZ2h0IjoyLjAsIkJvdHRvbSI6MC4wfSwiQ29ubmVjdG9yU3R5bGUiOnsiJGlkIjoiNDA3IiwiTGluZUNvbG9yIjp7IiRpZCI6IjQwOCIsIiR0eXBlIjoiTkxSRS5Db21tb24uRG9tLlNvbGlkQ29sb3JCcnVzaCwgTkxSRS5Db21tb24iLCJDb2xvciI6eyIkaWQiOiI0MDkiLCJBIjoxMjcsIlIiOjExLCJHIjo0OCwiQiI6NjV9fSwiTGluZVdlaWdodCI6MS4wLCJMaW5lVHlwZSI6MCwiUGFyZW50U3R5bGUiOm51bGx9LCJJc0JlbG93VGltZWJhbmQiOmZhbHNlLCJQb3NpdGlvbk9uVGFzayI6MSwiSGlkZURhdGUiOmZhbHNlLCJTaGFwZVNpemUiOjAsIlNwYWNpbmciOjAuMCwiUGFkZGluZyI6eyIkaWQiOiI0MTAiLCJUb3AiOjUuMCwiTGVmdCI6My4wLCJSaWdodCI6MC4wLCJCb3R0b20iOjIuMH0sIlNoYXBlU3R5bGUiOnsiJGlkIjoiNDExIiwiTWFyZ2luIjp7IiRpZCI6IjQxMiIsIlRvcCI6MC4wLCJMZWZ0IjowLjAsIlJpZ2h0IjowLjAsIkJvdHRvbSI6MC4wfSwiUGFkZGluZyI6eyIkaWQiOiI0MTMiLCJUb3AiOjAuMCwiTGVmdCI6MC4wLCJSaWdodCI6MC4wLCJCb3R0b20iOjAuMH0sIkJhY2tncm91bmQiOnsiJGlkIjoiNDE0IiwiQ29sb3IiOnsiJGlkIjoiNDE1IiwiQSI6MjU1LCJSIjoxMSwiRyI6NDgsIkIiOjY1fX0sIklzVmlzaWJsZSI6dHJ1ZSwiV2lkdGgiOjEyLjAsIkhlaWdodCI6MTQuMCwiQm9yZGVyU3R5bGUiOnsiJGlkIjoiNDE2IiwiTGluZUNvbG9yIjp7IiRpZCI6IjQxNyIsIiR0eXBlIjoiTkxSRS5Db21tb24uRG9tLlNvbGlkQ29sb3JCcnVzaCwgTkxSRS5Db21tb24iLCJDb2xvciI6eyIkaWQiOiI0MTgiLCJBIjoyNTUsIlIiOjI1NSwiRyI6MCwiQiI6MH19LCJMaW5lV2VpZ2h0IjowLjAsIkxpbmVUeXBlIjowLCJQYXJlbnRTdHlsZSI6bnVsbH0sIlBhcmVudFN0eWxlIjpudWxsfSwiVGl0bGVTdHlsZSI6eyIkaWQiOiI0MTkiLCJGb250U2V0dGluZ3MiOnsiJGlkIjoiNDIwIiwiRm9udFNpemUiOjExLCJGb250TmFtZSI6IkNhbGlicmkiLCJJc0JvbGQiOmZhbHNlLCJJc0l0YWxpYyI6ZmFsc2UsIklzVW5kZXJsaW5lZCI6ZmFsc2UsIlBhcmVudFN0eWxlIjpudWxsfSwiQXV0b1NpemUiOjAsIkZvcmVncm91bmQiOnsiJGlkIjoiNDIxIiwiQ29sb3IiOnsiJGlkIjoiNDI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QyMyIsIlRvcCI6MC4wLCJMZWZ0IjowLjAsIlJpZ2h0IjowLjAsIkJvdHRvbSI6MC4wfSwiUGFkZGluZyI6eyIkaWQiOiI0MjQiLCJUb3AiOjAuMCwiTGVmdCI6MC4wLCJSaWdodCI6MC4wLCJCb3R0b20iOjAuMH0sIkJhY2tncm91bmQiOnsiJGlkIjoiNDI1IiwiQ29sb3IiOnsiJGlkIjoiNDI2IiwiQSI6MjU1LCJSIjowLCJHIjowLCJCIjowfX0sIklzVmlzaWJsZSI6dHJ1ZSwiV2lkdGgiOjAuMCwiSGVpZ2h0IjowLjAsIkJvcmRlclN0eWxlIjp7IiRpZCI6IjQyNyIsIkxpbmVDb2xvciI6bnVsbCwiTGluZVdlaWdodCI6MC4wLCJMaW5lVHlwZSI6MCwiUGFyZW50U3R5bGUiOm51bGx9LCJQYXJlbnRTdHlsZSI6bnVsbH0sIkRhdGVTdHlsZSI6eyIkaWQiOiI0MjgiLCJGb250U2V0dGluZ3MiOnsiJGlkIjoiNDI5IiwiRm9udFNpemUiOjEwLCJGb250TmFtZSI6IkNhbGlicmkiLCJJc0JvbGQiOmZhbHNlLCJJc0l0YWxpYyI6ZmFsc2UsIklzVW5kZXJsaW5lZCI6ZmFsc2UsIlBhcmVudFN0eWxlIjpudWxsfSwiQXV0b1NpemUiOjAsIkZvcmVncm91bmQiOnsiJGlkIjoiNDMwIiwiQ29sb3IiOnsiJGlkIjoiNDM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QzMiIsIlRvcCI6MC4wLCJMZWZ0IjowLjAsIlJpZ2h0IjowLjAsIkJvdHRvbSI6MC4wfSwiUGFkZGluZyI6eyIkaWQiOiI0MzMiLCJUb3AiOjAuMCwiTGVmdCI6MC4wLCJSaWdodCI6MC4wLCJCb3R0b20iOjAuMH0sIkJhY2tncm91bmQiOnsiJGlkIjoiNDM0IiwiQ29sb3IiOnsiJGlkIjoiNDM1IiwiQSI6MjU1LCJSIjoxNCwiRyI6NDAsIkIiOjY1fX0sIklzVmlzaWJsZSI6dHJ1ZSwiV2lkdGgiOjAuMCwiSGVpZ2h0IjowLjAsIkJvcmRlclN0eWxlIjp7IiRpZCI6IjQzNiIsIkxpbmVDb2xvciI6bnVsbCwiTGluZVdlaWdodCI6MC4wLCJMaW5lVHlwZSI6MCwiUGFyZW50U3R5bGUiOm51bGx9LCJQYXJlbnRTdHlsZSI6bnVsbH0sIkRhdGVGb3JtYXQiOnsiJGlkIjoiNDM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zOCIsIkZvcm1hdCI6MCwiSXNWaXNpYmxlIjpmYWxzZSwiTGFzdEtub3duVmlzaWJpbGl0eVN0YXRlIjpmYWxzZX0sIklzVmlzaWJsZSI6dHJ1ZSwiVmFyaWFuY2VTdHlsZSI6eyIkaWQiOiI0MzkiLCJUZXh0U3R5bGUiOnsiJGlkIjoiNDQwIiwiRm9udFNldHRpbmdzIjp7IiRpZCI6IjQ0MSIsIkZvbnRTaXplIjoxMCwiRm9udE5hbWUiOiJDYWxpYnJpIiwiSXNCb2xkIjpmYWxzZSwiSXNJdGFsaWMiOmZhbHNlLCJJc1VuZGVybGluZWQiOmZhbHNlLCJQYXJlbnRTdHlsZSI6bnVsbH0sIkF1dG9TaXplIjowLCJGb3JlZ3JvdW5kIjp7IiRpZCI6IjQ0MiIsIkNvbG9yIjp7IiRpZCI6IjQ0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DQiLCJUb3AiOjAuMCwiTGVmdCI6MC4wLCJSaWdodCI6MC4wLCJCb3R0b20iOjAuMH0sIlBhZGRpbmciOnsiJGlkIjoiNDQ1IiwiVG9wIjowLjAsIkxlZnQiOjAuMCwiUmlnaHQiOjAuMCwiQm90dG9tIjowLjB9LCJCYWNrZ3JvdW5kIjp7IiRpZCI6IjQ0NiIsIkNvbG9yIjp7IiRpZCI6IjQ0NyIsIkEiOjI1NSwiUiI6MCwiRyI6MCwiQiI6MH19LCJJc1Zpc2libGUiOnRydWUsIldpZHRoIjowLjAsIkhlaWdodCI6MC4wLCJCb3JkZXJTdHlsZSI6eyIkaWQiOiI0NDgiLCJMaW5lQ29sb3IiOm51bGwsIkxpbmVXZWlnaHQiOjAuMCwiTGluZVR5cGUiOjAsIlBhcmVudFN0eWxlIjpudWxsfSwiUGFyZW50U3R5bGUiOm51bGx9LCJQYXJlbnRTdHlsZSI6bnVsbH0sIlBhcmVudFN0eWxlIjpudWxsfSwiRGVmYXVsdFN3aW1sYW5lTWlsZXN0b25lU3R5bGUiOnsiJGlkIjoiNDQ5IiwiVGl0bGVQb3NpdGlvbiI6IkxlZnQiLCJEYXRlUG9zaXRpb24iOiJSaWdodCIsIlZhcmlhbmNlUG9zaXRpb24iOiJSaWdodCIsIlNoYXBlVHlwZSI6MSwiU2hhcGVTaXplIjowLCJTcGFjaW5nIjo1LCJTaGFwZVN0eWxlIjp7IiRpZCI6IjQ1MCIsIk1hcmdpbiI6eyIkaWQiOiI0NTEiLCJUb3AiOjAuMCwiTGVmdCI6MC4wLCJSaWdodCI6MC4wLCJCb3R0b20iOjAuMH0sIlBhZGRpbmciOnsiJGlkIjoiNDUyIiwiVG9wIjowLjAsIkxlZnQiOjAuMCwiUmlnaHQiOjAuMCwiQm90dG9tIjowLjB9LCJCYWNrZ3JvdW5kIjp7IiRpZCI6IjQ1MyIsIkNvbG9yIjp7IiRpZCI6IjQ1NCIsIkEiOjI1NSwiUiI6MjEsIkciOjk2LCJCIjoxMzB9fSwiSXNWaXNpYmxlIjp0cnVlLCJXaWR0aCI6MTIuMCwiSGVpZ2h0IjoxNC4wLCJCb3JkZXJTdHlsZSI6eyIkaWQiOiI0NTUiLCJMaW5lQ29sb3IiOnsiJGlkIjoiNDU2IiwiJHR5cGUiOiJOTFJFLkNvbW1vbi5Eb20uU29saWRDb2xvckJydXNoLCBOTFJFLkNvbW1vbiIsIkNvbG9yIjp7IiRpZCI6IjQ1NyIsIkEiOjI1NSwiUiI6MjM0LCJHIjoyMiwiQiI6MzB9fSwiTGluZVdlaWdodCI6MC4wLCJMaW5lVHlwZSI6MCwiUGFyZW50U3R5bGUiOm51bGx9LCJQYXJlbnRTdHlsZSI6bnVsbH0sIlRpdGxlU3R5bGUiOnsiJGlkIjoiNDU4IiwiRm9udFNldHRpbmdzIjp7IiRpZCI6IjQ1OSIsIkZvbnRTaXplIjoxMSwiRm9udE5hbWUiOiJDYWxpYnJpIiwiSXNCb2xkIjpmYWxzZSwiSXNJdGFsaWMiOmZhbHNlLCJJc1VuZGVybGluZWQiOmZhbHNlLCJQYXJlbnRTdHlsZSI6bnVsbH0sIkF1dG9TaXplIjowLCJGb3JlZ3JvdW5kIjp7IiRpZCI6IjQ2MCIsIkNvbG9yIjp7IiRpZCI6IjQ2MS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0NjIiLCJUb3AiOjAuMCwiTGVmdCI6MC4wLCJSaWdodCI6MC4wLCJCb3R0b20iOjAuMH0sIlBhZGRpbmciOnsiJGlkIjoiNDYzIiwiVG9wIjowLjAsIkxlZnQiOjAuMCwiUmlnaHQiOjAuMCwiQm90dG9tIjowLjB9LCJCYWNrZ3JvdW5kIjp7IiRpZCI6IjQ2NCIsIkNvbG9yIjp7IiRpZCI6IjQ2NSIsIkEiOjI1NSwiUiI6MCwiRyI6MCwiQiI6MH19LCJJc1Zpc2libGUiOnRydWUsIldpZHRoIjowLjAsIkhlaWdodCI6MC4wLCJCb3JkZXJTdHlsZSI6eyIkaWQiOiI0NjYiLCJMaW5lQ29sb3IiOm51bGwsIkxpbmVXZWlnaHQiOjAuMCwiTGluZVR5cGUiOjAsIlBhcmVudFN0eWxlIjpudWxsfSwiUGFyZW50U3R5bGUiOm51bGx9LCJEYXRlU3R5bGUiOnsiJGlkIjoiNDY3IiwiRm9udFNldHRpbmdzIjp7IiRpZCI6IjQ2OCIsIkZvbnRTaXplIjoxMCwiRm9udE5hbWUiOiJDYWxpYnJpIiwiSXNCb2xkIjpmYWxzZSwiSXNJdGFsaWMiOmZhbHNlLCJJc1VuZGVybGluZWQiOmZhbHNlLCJQYXJlbnRTdHlsZSI6bnVsbH0sIkF1dG9TaXplIjowLCJGb3JlZ3JvdW5kIjp7IiRpZCI6IjQ2OSIsIkNvbG9yIjp7IiRpZCI6IjQ3MC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0NzEiLCJUb3AiOjAuMCwiTGVmdCI6MC4wLCJSaWdodCI6MC4wLCJCb3R0b20iOjAuMH0sIlBhZGRpbmciOnsiJGlkIjoiNDcyIiwiVG9wIjowLjAsIkxlZnQiOjAuMCwiUmlnaHQiOjAuMCwiQm90dG9tIjowLjB9LCJCYWNrZ3JvdW5kIjp7IiRpZCI6IjQ3MyIsIkNvbG9yIjp7IiRpZCI6IjQ3NCIsIkEiOjI1NSwiUiI6MTQsIkciOjQwLCJCIjo2NX19LCJJc1Zpc2libGUiOnRydWUsIldpZHRoIjowLjAsIkhlaWdodCI6MC4wLCJCb3JkZXJTdHlsZSI6eyIkaWQiOiI0NzUiLCJMaW5lQ29sb3IiOm51bGwsIkxpbmVXZWlnaHQiOjAuMCwiTGluZVR5cGUiOjAsIlBhcmVudFN0eWxlIjpudWxsfSwiUGFyZW50U3R5bGUiOm51bGx9LCJEYXRlRm9ybWF0Ijp7IiRpZCI6IjQ3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NzciLCJGb3JtYXQiOjAsIklzVmlzaWJsZSI6ZmFsc2UsIkxhc3RLbm93blZpc2liaWxpdHlTdGF0ZSI6ZmFsc2V9LCJJc1Zpc2libGUiOnRydWUsIlZhcmlhbmNlU3R5bGUiOnsiJGlkIjoiNDc4IiwiVGV4dFN0eWxlIjp7IiRpZCI6IjQ3OSIsIkZvbnRTZXR0aW5ncyI6eyIkaWQiOiI0ODAiLCJGb250U2l6ZSI6MTAsIkZvbnROYW1lIjoiQ2FsaWJyaSIsIklzQm9sZCI6ZmFsc2UsIklzSXRhbGljIjpmYWxzZSwiSXNVbmRlcmxpbmVkIjpmYWxzZSwiUGFyZW50U3R5bGUiOm51bGx9LCJBdXRvU2l6ZSI6MCwiRm9yZWdyb3VuZCI6eyIkaWQiOiI0ODEiLCJDb2xvciI6eyIkaWQiOiI0OD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gzIiwiVG9wIjowLjAsIkxlZnQiOjAuMCwiUmlnaHQiOjAuMCwiQm90dG9tIjowLjB9LCJQYWRkaW5nIjp7IiRpZCI6IjQ4NCIsIlRvcCI6MC4wLCJMZWZ0IjowLjAsIlJpZ2h0IjowLjAsIkJvdHRvbSI6MC4wfSwiQmFja2dyb3VuZCI6eyIkaWQiOiI0ODUiLCJDb2xvciI6eyIkaWQiOiI0ODYiLCJBIjoyNTUsIlIiOjAsIkciOjAsIkIiOjB9fSwiSXNWaXNpYmxlIjp0cnVlLCJXaWR0aCI6MC4wLCJIZWlnaHQiOjAuMCwiQm9yZGVyU3R5bGUiOnsiJGlkIjoiNDg3IiwiTGluZUNvbG9yIjpudWxsLCJMaW5lV2VpZ2h0IjowLjAsIkxpbmVUeXBlIjowLCJQYXJlbnRTdHlsZSI6bnVsbH0sIlBhcmVudFN0eWxlIjpudWxsfSwiUGFyZW50U3R5bGUiOm51bGx9LCJQYXJlbnRTdHlsZSI6bnVsbH0sIkRlZmF1bHRTd2ltbGFuZUFjdGl2aXR5U3R5bGUiOnsiJGlkIjoiNDg4IiwiSGVhZGVyU3R5bGUiOnsiJGlkIjoiNDg5IiwiVGV4dFN0eWxlIjp7IiRpZCI6IjQ5MCIsIkZvbnRTZXR0aW5ncyI6eyIkaWQiOiI0OTEiLCJGb250U2l6ZSI6MTEsIkZvbnROYW1lIjoiQ2FsaWJyaSIsIklzQm9sZCI6ZmFsc2UsIklzSXRhbGljIjpmYWxzZSwiSXNVbmRlcmxpbmVkIjpmYWxzZSwiUGFyZW50U3R5bGUiOm51bGx9LCJBdXRvU2l6ZSI6MiwiRm9yZWdyb3VuZCI6eyIkaWQiOiI0OTIiLCJDb2xvciI6eyIkaWQiOiI0OTMiLCJBIjoyNTUsIlIiOjAsIkciOjAsIkIiOjB9fSwiTWF4V2lkdGgiOiJJbmZpbml0eSIsIk1heEhlaWdodCI6IkluZmluaXR5IiwiU21hcnRGb3JlZ3JvdW5kSXNBY3RpdmUiOmZhbHNlLCJIb3Jpem9udGFsQWxpZ25tZW50IjowLCJWZXJ0aWNhbEFsaWdubWVudCI6MCwiU21hcnRGb3JlZ3JvdW5kIjpudWxsLCJCYWNrZ3JvdW5kRmlsbFR5cGUiOjAsIk1hcmdpbiI6eyIkaWQiOiI0OTQiLCJUb3AiOjAuMCwiTGVmdCI6MC4wLCJSaWdodCI6MC4wLCJCb3R0b20iOjAuMH0sIlBhZGRpbmciOnsiJGlkIjoiNDk1IiwiVG9wIjowLjAsIkxlZnQiOjAuMCwiUmlnaHQiOjAuMCwiQm90dG9tIjowLjB9LCJCYWNrZ3JvdW5kIjp7IiRpZCI6IjQ5NiIsIkNvbG9yIjp7IiRpZCI6IjQ5NyIsIkEiOjI1NSwiUiI6MCwiRyI6MCwiQiI6MH19LCJJc1Zpc2libGUiOnRydWUsIldpZHRoIjowLjAsIkhlaWdodCI6MC4wLCJCb3JkZXJTdHlsZSI6bnVsbCwiUGFyZW50U3R5bGUiOm51bGx9LCJSZWN0YW5nbGVTdHlsZSI6eyIkaWQiOiI0OTgiLCJNYXJnaW4iOnsiJGlkIjoiNDk5IiwiVG9wIjowLjAsIkxlZnQiOjAuMCwiUmlnaHQiOjAuMCwiQm90dG9tIjowLjB9LCJQYWRkaW5nIjp7IiRpZCI6IjUwMCIsIlRvcCI6MC4wLCJMZWZ0IjowLjAsIlJpZ2h0IjowLjAsIkJvdHRvbSI6MC4wfSwiQmFja2dyb3VuZCI6eyIkaWQiOiI1MDEiLCJDb2xvciI6eyIkaWQiOiI1MDIiLCJBIjo2MywiUiI6MjEsIkciOjk2LCJCIjoxMzB9fSwiSXNWaXNpYmxlIjp0cnVlLCJXaWR0aCI6MC4wLCJIZWlnaHQiOjAuMCwiQm9yZGVyU3R5bGUiOnsiJGlkIjoiNTAzIiwiTGluZUNvbG9yIjp7IiRpZCI6IjUwNCIsIiR0eXBlIjoiTkxSRS5Db21tb24uRG9tLlNvbGlkQ29sb3JCcnVzaCwgTkxSRS5Db21tb24iLCJDb2xvciI6eyIkaWQiOiI1MDUiLCJBIjoyNTUsIlIiOjI1NSwiRyI6MCwiQiI6MH19LCJMaW5lV2VpZ2h0IjowLjAsIkxpbmVUeXBlIjowLCJQYXJlbnRTdHlsZSI6bnVsbH0sIlBhcmVudFN0eWxlIjpudWxsfSwiTWFyZ2luIjp7IiRpZCI6IjUwNiIsIlRvcCI6MC4wLCJMZWZ0IjowLjAsIlJpZ2h0IjowLjAsIkJvdHRvbSI6MC4wfSwiUGFkZGluZyI6eyIkaWQiOiI1MDciLCJUb3AiOjAuMCwiTGVmdCI6MC4wLCJSaWdodCI6MC4wLCJCb3R0b20iOjAuMH0sIkJhY2tncm91bmQiOm51bGwsIklzVmlzaWJsZSI6dHJ1ZSwiV2lkdGgiOjAuMCwiSGVpZ2h0IjowLjAsIkJvcmRlclN0eWxlIjpudWxsLCJQYXJlbnRTdHlsZSI6bnVsbH0sIkJhY2tncm91bmRTdHlsZSI6eyIkaWQiOiI1MDgiLCJNYXJnaW4iOnsiJGlkIjoiNTA5IiwiVG9wIjowLjAsIkxlZnQiOjAuMCwiUmlnaHQiOjAuMCwiQm90dG9tIjowLjB9LCJQYWRkaW5nIjp7IiRpZCI6IjUxMCIsIlRvcCI6MC4wLCJMZWZ0IjowLjAsIlJpZ2h0IjowLjAsIkJvdHRvbSI6MC4wfSwiQmFja2dyb3VuZCI6eyIkaWQiOiI1MTEiLCJDb2xvciI6eyIkaWQiOiI1MTIiLCJBIjo1MSwiUiI6MjAwLCJHIjoyMDAsIkIiOjIwMH19LCJJc1Zpc2libGUiOnRydWUsIldpZHRoIjowLjAsIkhlaWdodCI6MC4wLCJCb3JkZXJTdHlsZSI6eyIkaWQiOiI1MTMiLCJMaW5lQ29sb3IiOnsiJGlkIjoiNTE0IiwiJHR5cGUiOiJOTFJFLkNvbW1vbi5Eb20uU29saWRDb2xvckJydXNoLCBOTFJFLkNvbW1vbiIsIkNvbG9yIjp7IiRpZCI6IjUxNSIsIkEiOjI1NSwiUiI6MjM0LCJHIjoyMiwiQiI6MzB9fSwiTGluZVdlaWdodCI6MC4wLCJMaW5lVHlwZSI6MCwiUGFyZW50U3R5bGUiOm51bGx9LCJQYXJlbnRTdHlsZSI6bnVsbH0sIk1hcmdpbiI6eyIkaWQiOiI1MTYiLCJUb3AiOjAuMCwiTGVmdCI6MC4wLCJSaWdodCI6MC4wLCJCb3R0b20iOjAuMH0sIlBhZGRpbmciOnsiJGlkIjoiNTE3IiwiVG9wIjowLjAsIkxlZnQiOjAuMCwiUmlnaHQiOjAuMCwiQm90dG9tIjowLjB9LCJJc1Zpc2libGUiOnRydWUsIldpZHRoIjowLjAsIkhlaWdodCI6MC4wLCJCb3JkZXJTdHlsZSI6eyIkaWQiOiI1MTgiLCJMaW5lQ29sb3IiOm51bGwsIkxpbmVXZWlnaHQiOjAuMCwiTGluZVR5cGUiOjAsIlBhcmVudFN0eWxlIjpudWxsfSwiUGFyZW50U3R5bGUiOm51bGx9LCJNYXJnaW4iOnsiJGlkIjoiNTE5IiwiVG9wIjowLjAsIkxlZnQiOjAuMCwiUmlnaHQiOjAuMCwiQm90dG9tIjowLjB9LCJQYWRkaW5nIjp7IiRpZCI6IjUyMCIsIlRvcCI6MC4wLCJMZWZ0IjowLjAsIlJpZ2h0IjowLjAsIkJvdHRvbSI6MC4wfSwiSXNWaXNpYmxlIjp0cnVlLCJXaWR0aCI6MC4wLCJIZWlnaHQiOjAuMCwiQm9yZGVyU3R5bGUiOnsiJGlkIjoiNTIxIiwiTGluZUNvbG9yIjpudWxsLCJMaW5lV2VpZ2h0IjowLjAsIkxpbmVUeXBlIjowLCJQYXJlbnRTdHlsZSI6bnVsbH0sIlBhcmVudFN0eWxlIjpudWxsfSwiX2FkZGl0aW9uYWxTd2ltbGFuZVYyU3R5bGVzIjpbeyIkaWQiOiI1MjIiLCJTdHlsZUlkIjoiOTg1MTNlMTAtNTUxYy00ZjMwLWFjMTEtYTA2OTBlOTAzMTM0IiwiSGVhZGVyU3R5bGUiOnsiJGlkIjoiNTIzIiwiVGV4dElzVmVydGljYWwiOmZhbHNlLCJUZXh0U3R5bGUiOnsiJGlkIjoiNTI0IiwiRm9udFNldHRpbmdzIjp7IiRpZCI6IjUyNSIsIkZvbnRTaXplIjoxMSwiRm9udE5hbWUiOiJDYWxpYnJpIiwiSXNCb2xkIjpmYWxzZSwiSXNJdGFsaWMiOmZhbHNlLCJJc1VuZGVybGluZWQiOmZhbHNlLCJQYXJlbnRTdHlsZSI6bnVsbH0sIkF1dG9TaXplIjoyLCJGb3JlZ3JvdW5kIjp7IiRpZCI6IjUyNiIsIkNvbG9yIjp7IiRpZCI6IjUyNyIsIkEiOjI1NSwiUiI6MjU1LCJHIjoyNTUsIkIiOjI1NX19LCJNYXhXaWR0aCI6IkluZmluaXR5IiwiTWF4SGVpZ2h0IjoiSW5maW5pdHkiLCJTbWFydEZvcmVncm91bmRJc0FjdGl2ZSI6ZmFsc2UsIkhvcml6b250YWxBbGlnbm1lbnQiOjEsIlZlcnRpY2FsQWxpZ25tZW50IjowLCJTbWFydEZvcmVncm91bmQiOm51bGwsIkJhY2tncm91bmRGaWxsVHlwZSI6MCwiTWFyZ2luIjp7IiRpZCI6IjUyOCIsIlRvcCI6MC4wLCJMZWZ0IjowLjAsIlJpZ2h0IjowLjAsIkJvdHRvbSI6MC4wfSwiUGFkZGluZyI6eyIkaWQiOiI1MjkiLCJUb3AiOjAuMCwiTGVmdCI6MC4wLCJSaWdodCI6MC4wLCJCb3R0b20iOjAuMH0sIkJhY2tncm91bmQiOnsiJGlkIjoiNTMwIiwiQ29sb3IiOnsiJGlkIjoiNTMxIiwiQSI6MjU1LCJSIjoyNTUsIkciOjI1NSwiQiI6MjU1fX0sIklzVmlzaWJsZSI6dHJ1ZSwiV2lkdGgiOjAuMCwiSGVpZ2h0IjowLjAsIkJvcmRlclN0eWxlIjpudWxsLCJQYXJlbnRTdHlsZSI6bnVsbH0sIlJlY3RhbmdsZVN0eWxlIjp7IiRpZCI6IjUzMiIsIk1hcmdpbiI6eyIkaWQiOiI1MzMiLCJUb3AiOjAuMCwiTGVmdCI6MC4wLCJSaWdodCI6MC4wLCJCb3R0b20iOjAuMH0sIlBhZGRpbmciOnsiJGlkIjoiNTM0IiwiVG9wIjowLjAsIkxlZnQiOjAuMCwiUmlnaHQiOjAuMCwiQm90dG9tIjowLjB9LCJCYWNrZ3JvdW5kIjp7IiRpZCI6IjUzNSIsIkNvbG9yIjp7IiRpZCI6IjUzNiIsIkEiOjI1NSwiUiI6MjMzLCJHIjoxMTMsIkIiOjUwfX0sIklzVmlzaWJsZSI6dHJ1ZSwiV2lkdGgiOjAuMCwiSGVpZ2h0IjowLjAsIkJvcmRlclN0eWxlIjp7IiRpZCI6IjUzNyIsIkxpbmVDb2xvciI6eyIkaWQiOiI1MzgiLCIkdHlwZSI6Ik5MUkUuQ29tbW9uLkRvbS5Tb2xpZENvbG9yQnJ1c2gsIE5MUkUuQ29tbW9uIiwiQ29sb3IiOnsiJGlkIjoiNTM5IiwiQSI6MjU1LCJSIjoyNTUsIkciOjI1NSwiQiI6MjU1fX0sIkxpbmVXZWlnaHQiOjAuMCwiTGluZVR5cGUiOjAsIlBhcmVudFN0eWxlIjpudWxsfSwiUGFyZW50U3R5bGUiOm51bGx9LCJNYXJnaW4iOnsiJGlkIjoiNTQwIiwiVG9wIjowLjAsIkxlZnQiOjAuMCwiUmlnaHQiOjAuMCwiQm90dG9tIjowLjB9LCJQYWRkaW5nIjp7IiRpZCI6IjU0MSIsIlRvcCI6MC4wLCJMZWZ0IjowLjAsIlJpZ2h0IjowLjAsIkJvdHRvbSI6MC4wfSwiQmFja2dyb3VuZCI6bnVsbCwiSXNWaXNpYmxlIjp0cnVlLCJXaWR0aCI6MC4wLCJIZWlnaHQiOjAuMCwiQm9yZGVyU3R5bGUiOm51bGwsIlBhcmVudFN0eWxlIjpudWxsfSwiQmFja2dyb3VuZFN0eWxlIjp7IiRpZCI6IjU0MiIsIk1hcmdpbiI6eyIkaWQiOiI1NDMiLCJUb3AiOjAuMCwiTGVmdCI6MC4wLCJSaWdodCI6MC4wLCJCb3R0b20iOjAuMH0sIlBhZGRpbmciOnsiJGlkIjoiNTQ0IiwiVG9wIjowLjAsIkxlZnQiOjAuMCwiUmlnaHQiOjAuMCwiQm90dG9tIjowLjB9LCJCYWNrZ3JvdW5kIjp7IiRpZCI6IjU0NSIsIkNvbG9yIjp7IiRpZCI6IjU0NiIsIkEiOjUxLCJSIjoyMDAsIkciOjIwMCwiQiI6MjAwfX0sIklzVmlzaWJsZSI6dHJ1ZSwiV2lkdGgiOjAuMCwiSGVpZ2h0IjowLjAsIkJvcmRlclN0eWxlIjp7IiRpZCI6IjU0NyIsIkxpbmVDb2xvciI6eyIkaWQiOiI1NDgiLCIkdHlwZSI6Ik5MUkUuQ29tbW9uLkRvbS5Tb2xpZENvbG9yQnJ1c2gsIE5MUkUuQ29tbW9uIiwiQ29sb3IiOnsiJGlkIjoiNTQ5IiwiQSI6MjU1LCJSIjoyMzQsIkciOjIyLCJCIjozMH19LCJMaW5lV2VpZ2h0IjowLjAsIkxpbmVUeXBlIjowLCJQYXJlbnRTdHlsZSI6bnVsbH0sIlBhcmVudFN0eWxlIjpudWxsfSwiSXNBYm92ZVRpbWViYW5kIjpmYWxzZSwiU3BhY2luZyI6MywiRGVmYXVsdFN3aW1sYW5lVGFza1N0eWxlIjp7IiRpZCI6IjU1MCIsIiR0eXBlIjoiTkxSRS5Db21tb24uRG9tLlN0eWxlcy5FeHBsaWNpdFNldGFibGVUYXNrU3R5bGUsIE5MUkUuQ29tbW9uIiwiU2hhcGUiOjEsIlNoYXBlVGhpY2tuZXNzIjowLCJEdXJhdGlvbkZvcm1hdCI6MCwiSW5jbHVkZU5vbldvcmtpbmdEYXlzSW5EdXJhdGlvbiI6ZmFsc2UsIlBlcmNlbnRhZ2VDb21wbGV0ZVN0eWxlIjp7IiRpZCI6IjU1MSIsIkZvbnRTZXR0aW5ncyI6eyIkaWQiOiI1NTIiLCJGb250U2l6ZSI6MTAsIkZvbnROYW1lIjoiQ2FsaWJyaSIsIklzQm9sZCI6ZmFsc2UsIklzSXRhbGljIjpmYWxzZSwiSXNVbmRlcmxpbmVkIjpmYWxzZSwiUGFyZW50U3R5bGUiOm51bGx9LCJBdXRvU2l6ZSI6MCwiRm9yZWdyb3VuZCI6eyIkaWQiOiI1NTMiLCJDb2xvciI6eyIkaWQiOiI1NT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TU1IiwiVG9wIjowLjAsIkxlZnQiOjAuMCwiUmlnaHQiOjAuMCwiQm90dG9tIjowLjB9LCJQYWRkaW5nIjp7IiRpZCI6IjU1NiIsIlRvcCI6MC4wLCJMZWZ0IjowLjAsIlJpZ2h0IjowLjAsIkJvdHRvbSI6MC4wfSwiQmFja2dyb3VuZCI6eyIkaWQiOiI1NTciLCJDb2xvciI6eyIkaWQiOiI1NTgiLCJBIjo4OSwiUiI6MCwiRyI6MCwiQiI6MH19LCJJc1Zpc2libGUiOnRydWUsIldpZHRoIjowLjAsIkhlaWdodCI6MC4wLCJCb3JkZXJTdHlsZSI6eyIkaWQiOiI1NTkiLCJMaW5lQ29sb3IiOm51bGwsIkxpbmVXZWlnaHQiOjAuMCwiTGluZVR5cGUiOjAsIlBhcmVudFN0eWxlIjpudWxsfSwiUGFyZW50U3R5bGUiOm51bGx9LCJEdXJhdGlvblN0eWxlIjp7IiRpZCI6IjU2MCIsIkZvbnRTZXR0aW5ncyI6eyIkaWQiOiI1NjEiLCJGb250U2l6ZSI6MTAsIkZvbnROYW1lIjoiQ2FsaWJyaSIsIklzQm9sZCI6ZmFsc2UsIklzSXRhbGljIjpmYWxzZSwiSXNVbmRlcmxpbmVkIjpmYWxzZSwiUGFyZW50U3R5bGUiOm51bGx9LCJBdXRvU2l6ZSI6MCwiRm9yZWdyb3VuZCI6eyIkaWQiOiI1NjIiLCJDb2xvciI6eyIkaWQiOiI1Nj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1NjQiLCJUb3AiOjAuMCwiTGVmdCI6MC4wLCJSaWdodCI6MC4wLCJCb3R0b20iOjAuMH0sIlBhZGRpbmciOnsiJGlkIjoiNTY1IiwiVG9wIjowLjAsIkxlZnQiOjAuMCwiUmlnaHQiOjAuMCwiQm90dG9tIjowLjB9LCJCYWNrZ3JvdW5kIjp7IiRpZCI6IjU2NiIsIkNvbG9yIjp7IiRpZCI6IjU2NyIsIkEiOjI1NSwiUiI6MjM3LCJHIjoxMjUsIkIiOjQ5fX0sIklzVmlzaWJsZSI6dHJ1ZSwiV2lkdGgiOjAuMCwiSGVpZ2h0IjowLjAsIkJvcmRlclN0eWxlIjp7IiRpZCI6IjU2OCIsIkxpbmVDb2xvciI6bnVsbCwiTGluZVdlaWdodCI6MC4wLCJMaW5lVHlwZSI6MCwiUGFyZW50U3R5bGUiOm51bGx9LCJQYXJlbnRTdHlsZSI6bnVsbH0sIkhvcml6b250YWxDb25uZWN0b3JTdHlsZSI6eyIkaWQiOiI1NjkiLCJMaW5lQ29sb3IiOnsiJGlkIjoiNTcwIiwiJHR5cGUiOiJOTFJFLkNvbW1vbi5Eb20uU29saWRDb2xvckJydXNoLCBOTFJFLkNvbW1vbiIsIkNvbG9yIjp7IiRpZCI6IjU3MSIsIkEiOjI1NSwiUiI6MCwiRyI6MCwiQiI6MH19LCJMaW5lV2VpZ2h0IjowLjAsIkxpbmVUeXBlIjowLCJQYXJlbnRTdHlsZSI6bnVsbH0sIlZlcnRpY2FsQ29ubmVjdG9yU3R5bGUiOnsiJGlkIjoiNTcyIiwiTGluZUNvbG9yIjp7IiRpZCI6IjU3MyIsIiR0eXBlIjoiTkxSRS5Db21tb24uRG9tLlNvbGlkQ29sb3JCcnVzaCwgTkxSRS5Db21tb24iLCJDb2xvciI6eyIkaWQiOiI1NzQ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1NzUiLCJTaGFwZVN0eWxlIjp7IiRpZCI6IjU3NiIsIk1hcmdpbiI6eyIkaWQiOiI1NzciLCJUb3AiOjAuMCwiTGVmdCI6MC4wLCJSaWdodCI6MC4wLCJCb3R0b20iOjAuMH0sIlBhZGRpbmciOnsiJGlkIjoiNTc4IiwiVG9wIjowLjAsIkxlZnQiOjAuMCwiUmlnaHQiOjAuMCwiQm90dG9tIjowLjB9LCJCYWNrZ3JvdW5kIjp7IiRpZCI6IjU3OSIsIkNvbG9yIjp7IiRpZCI6IjU4MCIsIkEiOjE1MywiUiI6MCwiRyI6MCwiQiI6MH19LCJJc1Zpc2libGUiOnRydWUsIldpZHRoIjowLjAsIkhlaWdodCI6MC4wLCJCb3JkZXJTdHlsZSI6eyIkaWQiOiI1ODEiLCJMaW5lQ29sb3IiOnsiJGlkIjoiNTgyIiwiJHR5cGUiOiJOTFJFLkNvbW1vbi5Eb20uU29saWRDb2xvckJydXNoLCBOTFJFLkNvbW1vbiIsIkNvbG9yIjp7IiRpZCI6IjU4MyIsIkEiOjI1NSwiUiI6MjU1LCJHIjowLCJCIjowfX0sIkxpbmVXZWlnaHQiOjAuMCwiTGluZVR5cGUiOjAsIlBhcmVudFN0eWxlIjpudWxsfSwiUGFyZW50U3R5bGUiOm51bGx9LCJNYXJnaW4iOnsiJGlkIjoiNTg0IiwiVG9wIjowLjAsIkxlZnQiOjAuMCwiUmlnaHQiOjAuMCwiQm90dG9tIjowLjB9LCJQYWRkaW5nIjp7IiRpZCI6IjU4NSIsIlRvcCI6MC4wLCJMZWZ0IjowLjAsIlJpZ2h0IjowLjAsIkJvdHRvbSI6MC4wfSwiQmFja2dyb3VuZCI6bnVsbCwiSXNWaXNpYmxlIjp0cnVlLCJXaWR0aCI6MC4wLCJIZWlnaHQiOjAuMCwiQm9yZGVyU3R5bGUiOm51bGwsIlBhcmVudFN0eWxlIjpudWxsfSwiU2hhcGVTdHlsZSI6eyIkaWQiOiI1ODYiLCJNYXJnaW4iOnsiJGlkIjoiNTg3IiwiVG9wIjowLjAsIkxlZnQiOjQuMCwiUmlnaHQiOjQuMCwiQm90dG9tIjowLjB9LCJQYWRkaW5nIjp7IiRpZCI6IjU4OCIsIlRvcCI6MC4wLCJMZWZ0IjowLjAsIlJpZ2h0IjowLjAsIkJvdHRvbSI6MC4wfSwiQmFja2dyb3VuZCI6eyIkaWQiOiI1ODkiLCJDb2xvciI6eyIkaWQiOiI1OTAiLCJBIjoyNTUsIlIiOjIzMywiRyI6MTEzLCJCIjo1MH19LCJJc1Zpc2libGUiOnRydWUsIldpZHRoIjowLjAsIkhlaWdodCI6MTAuMCwiQm9yZGVyU3R5bGUiOnsiJGlkIjoiNTkxIiwiTGluZUNvbG9yIjp7IiRpZCI6IjU5MiIsIiR0eXBlIjoiTkxSRS5Db21tb24uRG9tLlNvbGlkQ29sb3JCcnVzaCwgTkxSRS5Db21tb24iLCJDb2xvciI6eyIkaWQiOiI1OTMiLCJBIjoyNTUsIlIiOjIzNCwiRyI6MjIsIkIiOjMwfX0sIkxpbmVXZWlnaHQiOjAuMCwiTGluZVR5cGUiOjAsIlBhcmVudFN0eWxlIjpudWxsfSwiUGFyZW50U3R5bGUiOm51bGx9LCJUaXRsZVN0eWxlIjp7IiRpZCI6IjU5NCIsIkZvbnRTZXR0aW5ncyI6eyIkaWQiOiI1OTUiLCJGb250U2l6ZSI6MTEsIkZvbnROYW1lIjoiQ2FsaWJyaSIsIklzQm9sZCI6ZmFsc2UsIklzSXRhbGljIjpmYWxzZSwiSXNVbmRlcmxpbmVkIjpmYWxzZSwiUGFyZW50U3R5bGUiOm51bGx9LCJBdXRvU2l6ZSI6MCwiRm9yZWdyb3VuZCI6eyIkaWQiOiI1OTYiLCJDb2xvciI6eyIkaWQiOiI1OT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k4IiwiVG9wIjowLjAsIkxlZnQiOjAuMCwiUmlnaHQiOjAuMCwiQm90dG9tIjowLjB9LCJQYWRkaW5nIjp7IiRpZCI6IjU5OSIsIlRvcCI6MC4wLCJMZWZ0IjowLjAsIlJpZ2h0IjowLjAsIkJvdHRvbSI6MC4wfSwiQmFja2dyb3VuZCI6eyIkaWQiOiI2MDAiLCJDb2xvciI6eyIkaWQiOiI2MDEiLCJBIjoyNTUsIlIiOjAsIkciOjAsIkIiOjB9fSwiSXNWaXNpYmxlIjp0cnVlLCJXaWR0aCI6MC4wLCJIZWlnaHQiOjAuMCwiQm9yZGVyU3R5bGUiOnsiJGlkIjoiNjAyIiwiTGluZUNvbG9yIjpudWxsLCJMaW5lV2VpZ2h0IjowLjAsIkxpbmVUeXBlIjowLCJQYXJlbnRTdHlsZSI6bnVsbH0sIlBhcmVudFN0eWxlIjpudWxsfSwiRGF0ZVN0eWxlIjp7IiRpZCI6IjYwMyIsIkZvbnRTZXR0aW5ncyI6eyIkaWQiOiI2MDQiLCJGb250U2l6ZSI6MTAsIkZvbnROYW1lIjoiQ2FsaWJyaSIsIklzQm9sZCI6ZmFsc2UsIklzSXRhbGljIjpmYWxzZSwiSXNVbmRlcmxpbmVkIjpmYWxzZSwiUGFyZW50U3R5bGUiOm51bGx9LCJBdXRvU2l6ZSI6MCwiRm9yZWdyb3VuZCI6eyIkaWQiOiI2MDUiLCJDb2xvciI6eyIkaWQiOiI2MD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NjA3IiwiVG9wIjowLjAsIkxlZnQiOjAuMCwiUmlnaHQiOjAuMCwiQm90dG9tIjowLjB9LCJQYWRkaW5nIjp7IiRpZCI6IjYwOCIsIlRvcCI6MC4wLCJMZWZ0IjowLjAsIlJpZ2h0IjowLjAsIkJvdHRvbSI6MC4wfSwiQmFja2dyb3VuZCI6eyIkaWQiOiI2MDkiLCJDb2xvciI6eyIkaWQiOiI2MTAiLCJBIjoyNTUsIlIiOjE0LCJHIjo0MCwiQiI6NjV9fSwiSXNWaXNpYmxlIjp0cnVlLCJXaWR0aCI6MC4wLCJIZWlnaHQiOjAuMCwiQm9yZGVyU3R5bGUiOnsiJGlkIjoiNjExIiwiTGluZUNvbG9yIjpudWxsLCJMaW5lV2VpZ2h0IjowLjAsIkxpbmVUeXBlIjowLCJQYXJlbnRTdHlsZSI6bnVsbH0sIlBhcmVudFN0eWxlIjpudWxsfSwiRGF0ZUZvcm1hdCI6eyIkaWQiOiI2MT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EzIiwiRm9ybWF0IjowLCJJc1Zpc2libGUiOmZhbHNlLCJMYXN0S25vd25WaXNpYmlsaXR5U3RhdGUiOmZhbHNlfSwiSXNWaXNpYmxlIjp0cnVlLCJWYXJpYW5jZVN0eWxlIjp7IiRpZCI6IjYxNCIsIlRleHRTdHlsZSI6eyIkaWQiOiI2MTUiLCJGb250U2V0dGluZ3MiOnsiJGlkIjoiNjE2IiwiRm9udFNpemUiOjEwLCJGb250TmFtZSI6IkNhbGlicmkiLCJJc0JvbGQiOmZhbHNlLCJJc0l0YWxpYyI6ZmFsc2UsIklzVW5kZXJsaW5lZCI6ZmFsc2UsIlBhcmVudFN0eWxlIjpudWxsfSwiQXV0b1NpemUiOjAsIkZvcmVncm91bmQiOnsiJGlkIjoiNjE3IiwiQ29sb3IiOnsiJGlkIjoiNjE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xOSIsIlRvcCI6MC4wLCJMZWZ0IjowLjAsIlJpZ2h0IjowLjAsIkJvdHRvbSI6MC4wfSwiUGFkZGluZyI6eyIkaWQiOiI2MjAiLCJUb3AiOjAuMCwiTGVmdCI6MC4wLCJSaWdodCI6MC4wLCJCb3R0b20iOjAuMH0sIkJhY2tncm91bmQiOnsiJGlkIjoiNjIxIiwiQ29sb3IiOnsiJGlkIjoiNjIyIiwiQSI6MjU1LCJSIjowLCJHIjowLCJCIjowfX0sIklzVmlzaWJsZSI6dHJ1ZSwiV2lkdGgiOjAuMCwiSGVpZ2h0IjowLjAsIkJvcmRlclN0eWxlIjp7IiRpZCI6IjYyMyIsIkxpbmVDb2xvciI6bnVsbCwiTGluZVdlaWdodCI6MC4wLCJMaW5lVHlwZSI6MCwiUGFyZW50U3R5bGUiOm51bGx9LCJQYXJlbnRTdHlsZSI6bnVsbH0sIlBhcmVudFN0eWxlIjpudWxsfSwiUGFyZW50U3R5bGUiOm51bGwsIl9leHBsaWNpdGx5U2V0Ijp7IiRpZCI6IjYy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YyNSIsIlNoYXBlIjoxLCJDb25uZWN0b3JNYXJnaW4iOnsiJGlkIjoiNjI2IiwiVG9wIjowLjAsIkxlZnQiOjIuMCwiUmlnaHQiOjIuMCwiQm90dG9tIjowLjB9LCJDb25uZWN0b3JTdHlsZSI6eyIkaWQiOiI2MjciLCJMaW5lQ29sb3IiOnsiJGlkIjoiNjI4IiwiJHR5cGUiOiJOTFJFLkNvbW1vbi5Eb20uU29saWRDb2xvckJydXNoLCBOTFJFLkNvbW1vbiIsIkNvbG9yIjp7IiRpZCI6IjYyOSIsIkEiOjEyNywiUiI6MTI4LCJHIjo1MywiQiI6MTR9fSwiTGluZVdlaWdodCI6MS4wLCJMaW5lVHlwZSI6MCwiUGFyZW50U3R5bGUiOm51bGx9LCJJc0JlbG93VGltZWJhbmQiOmZhbHNlLCJQb3NpdGlvbk9uVGFzayI6MSwiSGlkZURhdGUiOmZhbHNlLCJTaGFwZVNpemUiOjAsIlNwYWNpbmciOjAuMCwiUGFkZGluZyI6eyIkaWQiOiI2MzAiLCJUb3AiOjUuMCwiTGVmdCI6My4wLCJSaWdodCI6MC4wLCJCb3R0b20iOjIuMH0sIlNoYXBlU3R5bGUiOnsiJGlkIjoiNjMxIiwiTWFyZ2luIjp7IiRpZCI6IjYzMiIsIlRvcCI6MC4wLCJMZWZ0IjowLjAsIlJpZ2h0IjowLjAsIkJvdHRvbSI6MC4wfSwiUGFkZGluZyI6eyIkaWQiOiI2MzMiLCJUb3AiOjAuMCwiTGVmdCI6MC4wLCJSaWdodCI6MC4wLCJCb3R0b20iOjAuMH0sIkJhY2tncm91bmQiOnsiJGlkIjoiNjM0IiwiQ29sb3IiOnsiJGlkIjoiNjM1IiwiQSI6MjU1LCJSIjoxMjgsIkciOjUzLCJCIjoxNH19LCJJc1Zpc2libGUiOnRydWUsIldpZHRoIjoxMi4wLCJIZWlnaHQiOjE0LjAsIkJvcmRlclN0eWxlIjp7IiRpZCI6IjYzNiIsIkxpbmVDb2xvciI6eyIkaWQiOiI2MzciLCIkdHlwZSI6Ik5MUkUuQ29tbW9uLkRvbS5Tb2xpZENvbG9yQnJ1c2gsIE5MUkUuQ29tbW9uIiwiQ29sb3IiOnsiJGlkIjoiNjM4IiwiQSI6MjU1LCJSIjoyNTUsIkciOjI1NSwiQiI6MjU1fX0sIkxpbmVXZWlnaHQiOjAuMCwiTGluZVR5cGUiOjAsIlBhcmVudFN0eWxlIjpudWxsfSwiUGFyZW50U3R5bGUiOm51bGx9LCJUaXRsZVN0eWxlIjp7IiRpZCI6IjYzOSIsIkZvbnRTZXR0aW5ncyI6eyIkaWQiOiI2NDAiLCJGb250U2l6ZSI6MTEsIkZvbnROYW1lIjoiQ2FsaWJyaSIsIklzQm9sZCI6ZmFsc2UsIklzSXRhbGljIjpmYWxzZSwiSXNVbmRlcmxpbmVkIjpmYWxzZSwiUGFyZW50U3R5bGUiOm51bGx9LCJBdXRvU2l6ZSI6MCwiRm9yZWdyb3VuZCI6eyIkaWQiOiI2NDEiLCJDb2xvciI6eyIkaWQiOiI2NDI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NjQzIiwiVG9wIjowLjAsIkxlZnQiOjAuMCwiUmlnaHQiOjAuMCwiQm90dG9tIjowLjB9LCJQYWRkaW5nIjp7IiRpZCI6IjY0NCIsIlRvcCI6MC4wLCJMZWZ0IjowLjAsIlJpZ2h0IjowLjAsIkJvdHRvbSI6MC4wfSwiQmFja2dyb3VuZCI6eyIkaWQiOiI2NDUiLCJDb2xvciI6eyIkaWQiOiI2NDYiLCJBIjoyNTUsIlIiOjAsIkciOjAsIkIiOjB9fSwiSXNWaXNpYmxlIjp0cnVlLCJXaWR0aCI6MC4wLCJIZWlnaHQiOjAuMCwiQm9yZGVyU3R5bGUiOnsiJGlkIjoiNjQ3IiwiTGluZUNvbG9yIjpudWxsLCJMaW5lV2VpZ2h0IjowLjAsIkxpbmVUeXBlIjowLCJQYXJlbnRTdHlsZSI6bnVsbH0sIlBhcmVudFN0eWxlIjpudWxsfSwiRGF0ZVN0eWxlIjp7IiRpZCI6IjY0OCIsIkZvbnRTZXR0aW5ncyI6eyIkaWQiOiI2NDkiLCJGb250U2l6ZSI6MTAsIkZvbnROYW1lIjoiQ2FsaWJyaSIsIklzQm9sZCI6ZmFsc2UsIklzSXRhbGljIjpmYWxzZSwiSXNVbmRlcmxpbmVkIjpmYWxzZSwiUGFyZW50U3R5bGUiOm51bGx9LCJBdXRvU2l6ZSI6MCwiRm9yZWdyb3VuZCI6eyIkaWQiOiI2NTAiLCJDb2xvciI6eyIkaWQiOiI2NTEiLCJBIjoyNTUsIlIiOjE0LCJHIjo0MCwiQiI6NjV9fSwiTWF4V2lkdGgiOjIwMC4wLCJNYXhIZWlnaHQiOiJJbmZpbml0eSIsIlNtYXJ0Rm9yZWdyb3VuZElzQWN0aXZlIjpmYWxzZSwiSG9yaXpvbnRhbEFsaWdubWVudCI6MSwiVmVydGljYWxBbGlnbm1lbnQiOjEsIlNtYXJ0Rm9yZWdyb3VuZCI6bnVsbCwiQmFja2dyb3VuZEZpbGxUeXBlIjowLCJNYXJnaW4iOnsiJGlkIjoiNjUyIiwiVG9wIjowLjAsIkxlZnQiOjAuMCwiUmlnaHQiOjAuMCwiQm90dG9tIjowLjB9LCJQYWRkaW5nIjp7IiRpZCI6IjY1MyIsIlRvcCI6MC4wLCJMZWZ0IjowLjAsIlJpZ2h0IjowLjAsIkJvdHRvbSI6MC4wfSwiQmFja2dyb3VuZCI6eyIkaWQiOiI2NTQiLCJDb2xvciI6eyIkaWQiOiI2NTUiLCJBIjoyNTUsIlIiOjE0LCJHIjo0MCwiQiI6NjV9fSwiSXNWaXNpYmxlIjp0cnVlLCJXaWR0aCI6MC4wLCJIZWlnaHQiOjAuMCwiQm9yZGVyU3R5bGUiOnsiJGlkIjoiNjU2IiwiTGluZUNvbG9yIjpudWxsLCJMaW5lV2VpZ2h0IjowLjAsIkxpbmVUeXBlIjowLCJQYXJlbnRTdHlsZSI6bnVsbH0sIlBhcmVudFN0eWxlIjpudWxsfSwiRGF0ZUZvcm1hdCI6eyIkaWQiOiI2NT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U4IiwiRm9ybWF0IjowLCJJc1Zpc2libGUiOmZhbHNlLCJMYXN0S25vd25WaXNpYmlsaXR5U3RhdGUiOmZhbHNlfSwiSXNWaXNpYmxlIjpmYWxzZSwiVmFyaWFuY2VTdHlsZSI6eyIkaWQiOiI2NTkiLCJUZXh0U3R5bGUiOnsiJGlkIjoiNjYwIiwiRm9udFNldHRpbmdzIjp7IiRpZCI6IjY2MSIsIkZvbnRTaXplIjoxMCwiRm9udE5hbWUiOiJDYWxpYnJpIiwiSXNCb2xkIjpmYWxzZSwiSXNJdGFsaWMiOmZhbHNlLCJJc1VuZGVybGluZWQiOmZhbHNlLCJQYXJlbnRTdHlsZSI6bnVsbH0sIkF1dG9TaXplIjowLCJGb3JlZ3JvdW5kIjp7IiRpZCI6IjY2MiIsIkNvbG9yIjp7IiRpZCI6IjY2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2NjQiLCJUb3AiOjAuMCwiTGVmdCI6MC4wLCJSaWdodCI6MC4wLCJCb3R0b20iOjAuMH0sIlBhZGRpbmciOnsiJGlkIjoiNjY1IiwiVG9wIjowLjAsIkxlZnQiOjAuMCwiUmlnaHQiOjAuMCwiQm90dG9tIjowLjB9LCJCYWNrZ3JvdW5kIjp7IiRpZCI6IjY2NiIsIkNvbG9yIjp7IiRpZCI6IjY2NyIsIkEiOjI1NSwiUiI6MCwiRyI6MCwiQiI6MH19LCJJc1Zpc2libGUiOnRydWUsIldpZHRoIjowLjAsIkhlaWdodCI6MC4wLCJCb3JkZXJTdHlsZSI6eyIkaWQiOiI2NjgiLCJMaW5lQ29sb3IiOm51bGwsIkxpbmVXZWlnaHQiOjAuMCwiTGluZVR5cGUiOjAsIlBhcmVudFN0eWxlIjpudWxsfSwiUGFyZW50U3R5bGUiOm51bGx9LCJQYXJlbnRTdHlsZSI6bnVsbH0sIlBhcmVudFN0eWxlIjpudWxsfSwiRGVmYXVsdFN3aW1sYW5lTWlsZXN0b25lU3R5bGUiOnsiJGlkIjoiNjY5IiwiVGl0bGVQb3NpdGlvbiI6IkxlZnQiLCJEYXRlUG9zaXRpb24iOiJSaWdodCIsIlZhcmlhbmNlUG9zaXRpb24iOiJSaWdodCIsIlNoYXBlVHlwZSI6MSwiU2hhcGVTaXplIjowLCJTcGFjaW5nIjo1LCJTaGFwZVN0eWxlIjp7IiRpZCI6IjY3MCIsIk1hcmdpbiI6eyIkaWQiOiI2NzEiLCJUb3AiOjAuMCwiTGVmdCI6MC4wLCJSaWdodCI6MC4wLCJCb3R0b20iOjAuMH0sIlBhZGRpbmciOnsiJGlkIjoiNjcyIiwiVG9wIjowLjAsIkxlZnQiOjAuMCwiUmlnaHQiOjAuMCwiQm90dG9tIjowLjB9LCJCYWNrZ3JvdW5kIjp7IiRpZCI6IjY3MyIsIkNvbG9yIjp7IiRpZCI6IjY3NCIsIkEiOjI1NSwiUiI6MjMzLCJHIjoxMTMsIkIiOjUwfX0sIklzVmlzaWJsZSI6dHJ1ZSwiV2lkdGgiOjEyLjAsIkhlaWdodCI6MTQuMCwiQm9yZGVyU3R5bGUiOnsiJGlkIjoiNjc1IiwiTGluZUNvbG9yIjp7IiRpZCI6IjY3NiIsIiR0eXBlIjoiTkxSRS5Db21tb24uRG9tLlNvbGlkQ29sb3JCcnVzaCwgTkxSRS5Db21tb24iLCJDb2xvciI6eyIkaWQiOiI2NzciLCJBIjoyNTUsIlIiOjIzNCwiRyI6MjIsIkIiOjMwfX0sIkxpbmVXZWlnaHQiOjAuMCwiTGluZVR5cGUiOjAsIlBhcmVudFN0eWxlIjpudWxsfSwiUGFyZW50U3R5bGUiOm51bGx9LCJUaXRsZVN0eWxlIjp7IiRpZCI6IjY3OCIsIkZvbnRTZXR0aW5ncyI6eyIkaWQiOiI2NzkiLCJGb250U2l6ZSI6MTEsIkZvbnROYW1lIjoiQ2FsaWJyaSIsIklzQm9sZCI6ZmFsc2UsIklzSXRhbGljIjpmYWxzZSwiSXNVbmRlcmxpbmVkIjpmYWxzZSwiUGFyZW50U3R5bGUiOm51bGx9LCJBdXRvU2l6ZSI6MCwiRm9yZWdyb3VuZCI6eyIkaWQiOiI2ODAiLCJDb2xvciI6eyIkaWQiOiI2ODE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NjgyIiwiVG9wIjowLjAsIkxlZnQiOjAuMCwiUmlnaHQiOjAuMCwiQm90dG9tIjowLjB9LCJQYWRkaW5nIjp7IiRpZCI6IjY4MyIsIlRvcCI6MC4wLCJMZWZ0IjowLjAsIlJpZ2h0IjowLjAsIkJvdHRvbSI6MC4wfSwiQmFja2dyb3VuZCI6eyIkaWQiOiI2ODQiLCJDb2xvciI6eyIkaWQiOiI2ODUiLCJBIjoyNTUsIlIiOjAsIkciOjAsIkIiOjB9fSwiSXNWaXNpYmxlIjp0cnVlLCJXaWR0aCI6MC4wLCJIZWlnaHQiOjAuMCwiQm9yZGVyU3R5bGUiOnsiJGlkIjoiNjg2IiwiTGluZUNvbG9yIjpudWxsLCJMaW5lV2VpZ2h0IjowLjAsIkxpbmVUeXBlIjowLCJQYXJlbnRTdHlsZSI6bnVsbH0sIlBhcmVudFN0eWxlIjpudWxsfSwiRGF0ZVN0eWxlIjp7IiRpZCI6IjY4NyIsIkZvbnRTZXR0aW5ncyI6eyIkaWQiOiI2ODgiLCJGb250U2l6ZSI6MTAsIkZvbnROYW1lIjoiQ2FsaWJyaSIsIklzQm9sZCI6ZmFsc2UsIklzSXRhbGljIjpmYWxzZSwiSXNVbmRlcmxpbmVkIjpmYWxzZSwiUGFyZW50U3R5bGUiOm51bGx9LCJBdXRvU2l6ZSI6MCwiRm9yZWdyb3VuZCI6eyIkaWQiOiI2ODkiLCJDb2xvciI6eyIkaWQiOiI2OTA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NjkxIiwiVG9wIjowLjAsIkxlZnQiOjAuMCwiUmlnaHQiOjAuMCwiQm90dG9tIjowLjB9LCJQYWRkaW5nIjp7IiRpZCI6IjY5MiIsIlRvcCI6MC4wLCJMZWZ0IjowLjAsIlJpZ2h0IjowLjAsIkJvdHRvbSI6MC4wfSwiQmFja2dyb3VuZCI6eyIkaWQiOiI2OTMiLCJDb2xvciI6eyIkaWQiOiI2OTQiLCJBIjoyNTUsIlIiOjE0LCJHIjo0MCwiQiI6NjV9fSwiSXNWaXNpYmxlIjp0cnVlLCJXaWR0aCI6MC4wLCJIZWlnaHQiOjAuMCwiQm9yZGVyU3R5bGUiOnsiJGlkIjoiNjk1IiwiTGluZUNvbG9yIjpudWxsLCJMaW5lV2VpZ2h0IjowLjAsIkxpbmVUeXBlIjowLCJQYXJlbnRTdHlsZSI6bnVsbH0sIlBhcmVudFN0eWxlIjpudWxsfSwiRGF0ZUZvcm1hdCI6eyIkaWQiOiI2O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k3IiwiRm9ybWF0IjowLCJJc1Zpc2libGUiOmZhbHNlLCJMYXN0S25vd25WaXNpYmlsaXR5U3RhdGUiOmZhbHNlfSwiSXNWaXNpYmxlIjp0cnVlLCJWYXJpYW5jZVN0eWxlIjp7IiRpZCI6IjY5OCIsIlRleHRTdHlsZSI6eyIkaWQiOiI2OTkiLCJGb250U2V0dGluZ3MiOnsiJGlkIjoiNzAwIiwiRm9udFNpemUiOjEwLCJGb250TmFtZSI6IkNhbGlicmkiLCJJc0JvbGQiOmZhbHNlLCJJc0l0YWxpYyI6ZmFsc2UsIklzVW5kZXJsaW5lZCI6ZmFsc2UsIlBhcmVudFN0eWxlIjpudWxsfSwiQXV0b1NpemUiOjAsIkZvcmVncm91bmQiOnsiJGlkIjoiNzAxIiwiQ29sb3IiOnsiJGlkIjoiNzA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cwMyIsIlRvcCI6MC4wLCJMZWZ0IjowLjAsIlJpZ2h0IjowLjAsIkJvdHRvbSI6MC4wfSwiUGFkZGluZyI6eyIkaWQiOiI3MDQiLCJUb3AiOjAuMCwiTGVmdCI6MC4wLCJSaWdodCI6MC4wLCJCb3R0b20iOjAuMH0sIkJhY2tncm91bmQiOnsiJGlkIjoiNzA1IiwiQ29sb3IiOnsiJGlkIjoiNzA2IiwiQSI6MjU1LCJSIjowLCJHIjowLCJCIjowfX0sIklzVmlzaWJsZSI6dHJ1ZSwiV2lkdGgiOjAuMCwiSGVpZ2h0IjowLjAsIkJvcmRlclN0eWxlIjp7IiRpZCI6IjcwNyIsIkxpbmVDb2xvciI6bnVsbCwiTGluZVdlaWdodCI6MC4wLCJMaW5lVHlwZSI6MCwiUGFyZW50U3R5bGUiOm51bGx9LCJQYXJlbnRTdHlsZSI6bnVsbH0sIlBhcmVudFN0eWxlIjpudWxsfSwiUGFyZW50U3R5bGUiOm51bGx9LCJEZWZhdWx0U3dpbWxhbmVBY3Rpdml0eVN0eWxlIjp7IiRpZCI6IjcwOCIsIkhlYWRlclN0eWxlIjp7IiRpZCI6IjcwOSIsIlRleHRTdHlsZSI6eyIkaWQiOiI3MTAiLCJGb250U2V0dGluZ3MiOnsiJGlkIjoiNzExIiwiRm9udFNpemUiOjExLCJGb250TmFtZSI6IkNhbGlicmkiLCJJc0JvbGQiOmZhbHNlLCJJc0l0YWxpYyI6ZmFsc2UsIklzVW5kZXJsaW5lZCI6ZmFsc2UsIlBhcmVudFN0eWxlIjpudWxsfSwiQXV0b1NpemUiOjIsIkZvcmVncm91bmQiOnsiJGlkIjoiNzEyIiwiQ29sb3IiOnsiJGlkIjoiNzE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NzE0IiwiVG9wIjowLjAsIkxlZnQiOjAuMCwiUmlnaHQiOjAuMCwiQm90dG9tIjowLjB9LCJQYWRkaW5nIjp7IiRpZCI6IjcxNSIsIlRvcCI6MC4wLCJMZWZ0IjowLjAsIlJpZ2h0IjowLjAsIkJvdHRvbSI6MC4wfSwiQmFja2dyb3VuZCI6eyIkaWQiOiI3MTYiLCJDb2xvciI6eyIkaWQiOiI3MTciLCJBIjoyNTUsIlIiOjAsIkciOjAsIkIiOjB9fSwiSXNWaXNpYmxlIjp0cnVlLCJXaWR0aCI6MC4wLCJIZWlnaHQiOjAuMCwiQm9yZGVyU3R5bGUiOm51bGwsIlBhcmVudFN0eWxlIjpudWxsfSwiUmVjdGFuZ2xlU3R5bGUiOnsiJGlkIjoiNzE4IiwiTWFyZ2luIjp7IiRpZCI6IjcxOSIsIlRvcCI6MC4wLCJMZWZ0IjowLjAsIlJpZ2h0IjowLjAsIkJvdHRvbSI6MC4wfSwiUGFkZGluZyI6eyIkaWQiOiI3MjAiLCJUb3AiOjAuMCwiTGVmdCI6MC4wLCJSaWdodCI6MC4wLCJCb3R0b20iOjAuMH0sIkJhY2tncm91bmQiOnsiJGlkIjoiNzIxIiwiQ29sb3IiOnsiJGlkIjoiNzIyIiwiQSI6NjMsIlIiOjIzMywiRyI6MTEzLCJCIjo1MH19LCJJc1Zpc2libGUiOnRydWUsIldpZHRoIjowLjAsIkhlaWdodCI6MC4wLCJCb3JkZXJTdHlsZSI6eyIkaWQiOiI3MjMiLCJMaW5lQ29sb3IiOnsiJGlkIjoiNzI0IiwiJHR5cGUiOiJOTFJFLkNvbW1vbi5Eb20uU29saWRDb2xvckJydXNoLCBOTFJFLkNvbW1vbiIsIkNvbG9yIjp7IiRpZCI6IjcyNSIsIkEiOjI1NSwiUiI6MjU1LCJHIjoyNTUsIkIiOjI1NX19LCJMaW5lV2VpZ2h0IjowLjAsIkxpbmVUeXBlIjowLCJQYXJlbnRTdHlsZSI6bnVsbH0sIlBhcmVudFN0eWxlIjpudWxsfSwiTWFyZ2luIjp7IiRpZCI6IjcyNiIsIlRvcCI6MC4wLCJMZWZ0IjowLjAsIlJpZ2h0IjowLjAsIkJvdHRvbSI6MC4wfSwiUGFkZGluZyI6eyIkaWQiOiI3MjciLCJUb3AiOjAuMCwiTGVmdCI6MC4wLCJSaWdodCI6MC4wLCJCb3R0b20iOjAuMH0sIkJhY2tncm91bmQiOm51bGwsIklzVmlzaWJsZSI6dHJ1ZSwiV2lkdGgiOjAuMCwiSGVpZ2h0IjowLjAsIkJvcmRlclN0eWxlIjpudWxsLCJQYXJlbnRTdHlsZSI6bnVsbH0sIkJhY2tncm91bmRTdHlsZSI6eyIkaWQiOiI3MjgiLCJNYXJnaW4iOnsiJGlkIjoiNzI5IiwiVG9wIjowLjAsIkxlZnQiOjAuMCwiUmlnaHQiOjAuMCwiQm90dG9tIjowLjB9LCJQYWRkaW5nIjp7IiRpZCI6IjczMCIsIlRvcCI6MC4wLCJMZWZ0IjowLjAsIlJpZ2h0IjowLjAsIkJvdHRvbSI6MC4wfSwiQmFja2dyb3VuZCI6eyIkaWQiOiI3MzEiLCJDb2xvciI6eyIkaWQiOiI3MzIiLCJBIjo1MSwiUiI6MjAwLCJHIjoyMDAsIkIiOjIwMH19LCJJc1Zpc2libGUiOnRydWUsIldpZHRoIjowLjAsIkhlaWdodCI6MC4wLCJCb3JkZXJTdHlsZSI6eyIkaWQiOiI3MzMiLCJMaW5lQ29sb3IiOnsiJGlkIjoiNzM0IiwiJHR5cGUiOiJOTFJFLkNvbW1vbi5Eb20uU29saWRDb2xvckJydXNoLCBOTFJFLkNvbW1vbiIsIkNvbG9yIjp7IiRpZCI6IjczNSIsIkEiOjI1NSwiUiI6MjM0LCJHIjoyMiwiQiI6MzB9fSwiTGluZVdlaWdodCI6MC4wLCJMaW5lVHlwZSI6MCwiUGFyZW50U3R5bGUiOm51bGx9LCJQYXJlbnRTdHlsZSI6bnVsbH0sIk1hcmdpbiI6eyIkaWQiOiI3MzYiLCJUb3AiOjAuMCwiTGVmdCI6MC4wLCJSaWdodCI6MC4wLCJCb3R0b20iOjAuMH0sIlBhZGRpbmciOnsiJGlkIjoiNzM3IiwiVG9wIjowLjAsIkxlZnQiOjAuMCwiUmlnaHQiOjAuMCwiQm90dG9tIjowLjB9LCJJc1Zpc2libGUiOnRydWUsIldpZHRoIjowLjAsIkhlaWdodCI6MC4wLCJCb3JkZXJTdHlsZSI6eyIkaWQiOiI3MzgiLCJMaW5lQ29sb3IiOm51bGwsIkxpbmVXZWlnaHQiOjAuMCwiTGluZVR5cGUiOjAsIlBhcmVudFN0eWxlIjpudWxsfSwiUGFyZW50U3R5bGUiOm51bGx9LCJNYXJnaW4iOnsiJGlkIjoiNzM5IiwiVG9wIjowLjAsIkxlZnQiOjAuMCwiUmlnaHQiOjAuMCwiQm90dG9tIjowLjB9LCJQYWRkaW5nIjp7IiRpZCI6Ijc0MCIsIlRvcCI6MC4wLCJMZWZ0IjowLjAsIlJpZ2h0IjowLjAsIkJvdHRvbSI6MC4wfSwiSXNWaXNpYmxlIjp0cnVlLCJXaWR0aCI6MC4wLCJIZWlnaHQiOjAuMCwiQm9yZGVyU3R5bGUiOnsiJGlkIjoiNzQxIiwiTGluZUNvbG9yIjpudWxsLCJMaW5lV2VpZ2h0IjowLjAsIkxpbmVUeXBlIjowLCJQYXJlbnRTdHlsZSI6bnVsbH0sIlBhcmVudFN0eWxlIjpudWxsfSx7IiRpZCI6Ijc0MiIsIlN0eWxlSWQiOiJiMjRmODA0NS1mNjliLTRhNDMtODI5Zi1hNTY1MDNmZGNkNjkiLCJIZWFkZXJTdHlsZSI6eyIkaWQiOiI3NDMiLCJUZXh0SXNWZXJ0aWNhbCI6ZmFsc2UsIlRleHRTdHlsZSI6eyIkaWQiOiI3NDQiLCJGb250U2V0dGluZ3MiOnsiJGlkIjoiNzQ1IiwiRm9udFNpemUiOjExLCJGb250TmFtZSI6IkNhbGlicmkiLCJJc0JvbGQiOmZhbHNlLCJJc0l0YWxpYyI6ZmFsc2UsIklzVW5kZXJsaW5lZCI6ZmFsc2UsIlBhcmVudFN0eWxlIjpudWxsfSwiQXV0b1NpemUiOjIsIkZvcmVncm91bmQiOnsiJGlkIjoiNzQ2IiwiQ29sb3IiOnsiJGlkIjoiNzQ3IiwiQSI6MjU1LCJSIjoyNTUsIkciOjI1NSwiQiI6MjU1fX0sIk1heFdpZHRoIjoiSW5maW5pdHkiLCJNYXhIZWlnaHQiOiJJbmZpbml0eSIsIlNtYXJ0Rm9yZWdyb3VuZElzQWN0aXZlIjpmYWxzZSwiSG9yaXpvbnRhbEFsaWdubWVudCI6MSwiVmVydGljYWxBbGlnbm1lbnQiOjAsIlNtYXJ0Rm9yZWdyb3VuZCI6bnVsbCwiQmFja2dyb3VuZEZpbGxUeXBlIjowLCJNYXJnaW4iOnsiJGlkIjoiNzQ4IiwiVG9wIjowLjAsIkxlZnQiOjAuMCwiUmlnaHQiOjAuMCwiQm90dG9tIjowLjB9LCJQYWRkaW5nIjp7IiRpZCI6Ijc0OSIsIlRvcCI6MC4wLCJMZWZ0IjowLjAsIlJpZ2h0IjowLjAsIkJvdHRvbSI6MC4wfSwiQmFja2dyb3VuZCI6eyIkaWQiOiI3NTAiLCJDb2xvciI6eyIkaWQiOiI3NTEiLCJBIjoyNTUsIlIiOjI1NSwiRyI6MjU1LCJCIjoyNTV9fSwiSXNWaXNpYmxlIjp0cnVlLCJXaWR0aCI6MC4wLCJIZWlnaHQiOjAuMCwiQm9yZGVyU3R5bGUiOm51bGwsIlBhcmVudFN0eWxlIjpudWxsfSwiUmVjdGFuZ2xlU3R5bGUiOnsiJGlkIjoiNzUyIiwiTWFyZ2luIjp7IiRpZCI6Ijc1MyIsIlRvcCI6MC4wLCJMZWZ0IjowLjAsIlJpZ2h0IjowLjAsIkJvdHRvbSI6MC4wfSwiUGFkZGluZyI6eyIkaWQiOiI3NTQiLCJUb3AiOjAuMCwiTGVmdCI6MC4wLCJSaWdodCI6MC4wLCJCb3R0b20iOjAuMH0sIkJhY2tncm91bmQiOnsiJGlkIjoiNzU1IiwiQ29sb3IiOnsiJGlkIjoiNzU2IiwiQSI6MjU1LCJSIjoyNSwiRyI6MTA3LCJCIjozNn19LCJJc1Zpc2libGUiOnRydWUsIldpZHRoIjowLjAsIkhlaWdodCI6MC4wLCJCb3JkZXJTdHlsZSI6eyIkaWQiOiI3NTciLCJMaW5lQ29sb3IiOnsiJGlkIjoiNzU4IiwiJHR5cGUiOiJOTFJFLkNvbW1vbi5Eb20uU29saWRDb2xvckJydXNoLCBOTFJFLkNvbW1vbiIsIkNvbG9yIjp7IiRpZCI6Ijc1OSIsIkEiOjI1NSwiUiI6MjU1LCJHIjoyNTUsIkIiOjI1NX19LCJMaW5lV2VpZ2h0IjowLjAsIkxpbmVUeXBlIjowLCJQYXJlbnRTdHlsZSI6bnVsbH0sIlBhcmVudFN0eWxlIjpudWxsfSwiTWFyZ2luIjp7IiRpZCI6Ijc2MCIsIlRvcCI6MC4wLCJMZWZ0IjowLjAsIlJpZ2h0IjowLjAsIkJvdHRvbSI6MC4wfSwiUGFkZGluZyI6eyIkaWQiOiI3NjEiLCJUb3AiOjAuMCwiTGVmdCI6MC4wLCJSaWdodCI6MC4wLCJCb3R0b20iOjAuMH0sIkJhY2tncm91bmQiOm51bGwsIklzVmlzaWJsZSI6dHJ1ZSwiV2lkdGgiOjAuMCwiSGVpZ2h0IjowLjAsIkJvcmRlclN0eWxlIjpudWxsLCJQYXJlbnRTdHlsZSI6bnVsbH0sIkJhY2tncm91bmRTdHlsZSI6eyIkaWQiOiI3NjIiLCJNYXJnaW4iOnsiJGlkIjoiNzYzIiwiVG9wIjowLjAsIkxlZnQiOjAuMCwiUmlnaHQiOjAuMCwiQm90dG9tIjowLjB9LCJQYWRkaW5nIjp7IiRpZCI6Ijc2NCIsIlRvcCI6MC4wLCJMZWZ0IjowLjAsIlJpZ2h0IjowLjAsIkJvdHRvbSI6MC4wfSwiQmFja2dyb3VuZCI6eyIkaWQiOiI3NjUiLCJDb2xvciI6eyIkaWQiOiI3NjYiLCJBIjo1MSwiUiI6MjAwLCJHIjoyMDAsIkIiOjIwMH19LCJJc1Zpc2libGUiOnRydWUsIldpZHRoIjowLjAsIkhlaWdodCI6MC4wLCJCb3JkZXJTdHlsZSI6eyIkaWQiOiI3NjciLCJMaW5lQ29sb3IiOnsiJGlkIjoiNzY4IiwiJHR5cGUiOiJOTFJFLkNvbW1vbi5Eb20uU29saWRDb2xvckJydXNoLCBOTFJFLkNvbW1vbiIsIkNvbG9yIjp7IiRpZCI6Ijc2OSIsIkEiOjI1NSwiUiI6MjM0LCJHIjoyMiwiQiI6MzB9fSwiTGluZVdlaWdodCI6MC4wLCJMaW5lVHlwZSI6MCwiUGFyZW50U3R5bGUiOm51bGx9LCJQYXJlbnRTdHlsZSI6bnVsbH0sIklzQWJvdmVUaW1lYmFuZCI6ZmFsc2UsIlNwYWNpbmciOjMsIkRlZmF1bHRTd2ltbGFuZVRhc2tTdHlsZSI6eyIkaWQiOiI3NzAiLCIkdHlwZSI6Ik5MUkUuQ29tbW9uLkRvbS5TdHlsZXMuRXhwbGljaXRTZXRhYmxlVGFza1N0eWxlLCBOTFJFLkNvbW1vbiIsIlNoYXBlIjoxLCJTaGFwZVRoaWNrbmVzcyI6MCwiRHVyYXRpb25Gb3JtYXQiOjAsIkluY2x1ZGVOb25Xb3JraW5nRGF5c0luRHVyYXRpb24iOmZhbHNlLCJQZXJjZW50YWdlQ29tcGxldGVTdHlsZSI6eyIkaWQiOiI3NzEiLCJGb250U2V0dGluZ3MiOnsiJGlkIjoiNzcyIiwiRm9udFNpemUiOjEwLCJGb250TmFtZSI6IkNhbGlicmkiLCJJc0JvbGQiOmZhbHNlLCJJc0l0YWxpYyI6ZmFsc2UsIklzVW5kZXJsaW5lZCI6ZmFsc2UsIlBhcmVudFN0eWxlIjpudWxsfSwiQXV0b1NpemUiOjAsIkZvcmVncm91bmQiOnsiJGlkIjoiNzczIiwiQ29sb3IiOnsiJGlkIjoiNzc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c3NSIsIlRvcCI6MC4wLCJMZWZ0IjowLjAsIlJpZ2h0IjowLjAsIkJvdHRvbSI6MC4wfSwiUGFkZGluZyI6eyIkaWQiOiI3NzYiLCJUb3AiOjAuMCwiTGVmdCI6MC4wLCJSaWdodCI6MC4wLCJCb3R0b20iOjAuMH0sIkJhY2tncm91bmQiOnsiJGlkIjoiNzc3IiwiQ29sb3IiOnsiJGlkIjoiNzc4IiwiQSI6ODksIlIiOjAsIkciOjAsIkIiOjB9fSwiSXNWaXNpYmxlIjp0cnVlLCJXaWR0aCI6MC4wLCJIZWlnaHQiOjAuMCwiQm9yZGVyU3R5bGUiOnsiJGlkIjoiNzc5IiwiTGluZUNvbG9yIjpudWxsLCJMaW5lV2VpZ2h0IjowLjAsIkxpbmVUeXBlIjowLCJQYXJlbnRTdHlsZSI6bnVsbH0sIlBhcmVudFN0eWxlIjpudWxsfSwiRHVyYXRpb25TdHlsZSI6eyIkaWQiOiI3ODAiLCJGb250U2V0dGluZ3MiOnsiJGlkIjoiNzgxIiwiRm9udFNpemUiOjEwLCJGb250TmFtZSI6IkNhbGlicmkiLCJJc0JvbGQiOmZhbHNlLCJJc0l0YWxpYyI6ZmFsc2UsIklzVW5kZXJsaW5lZCI6ZmFsc2UsIlBhcmVudFN0eWxlIjpudWxsfSwiQXV0b1NpemUiOjAsIkZvcmVncm91bmQiOnsiJGlkIjoiNzgyIiwiQ29sb3IiOnsiJGlkIjoiNzgz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Nzg0IiwiVG9wIjowLjAsIkxlZnQiOjAuMCwiUmlnaHQiOjAuMCwiQm90dG9tIjowLjB9LCJQYWRkaW5nIjp7IiRpZCI6Ijc4NSIsIlRvcCI6MC4wLCJMZWZ0IjowLjAsIlJpZ2h0IjowLjAsIkJvdHRvbSI6MC4wfSwiQmFja2dyb3VuZCI6eyIkaWQiOiI3ODYiLCJDb2xvciI6eyIkaWQiOiI3ODciLCJBIjoyNTUsIlIiOjIzNywiRyI6MTI1LCJCIjo0OX19LCJJc1Zpc2libGUiOnRydWUsIldpZHRoIjowLjAsIkhlaWdodCI6MC4wLCJCb3JkZXJTdHlsZSI6eyIkaWQiOiI3ODgiLCJMaW5lQ29sb3IiOm51bGwsIkxpbmVXZWlnaHQiOjAuMCwiTGluZVR5cGUiOjAsIlBhcmVudFN0eWxlIjpudWxsfSwiUGFyZW50U3R5bGUiOm51bGx9LCJIb3Jpem9udGFsQ29ubmVjdG9yU3R5bGUiOnsiJGlkIjoiNzg5IiwiTGluZUNvbG9yIjp7IiRpZCI6Ijc5MCIsIiR0eXBlIjoiTkxSRS5Db21tb24uRG9tLlNvbGlkQ29sb3JCcnVzaCwgTkxSRS5Db21tb24iLCJDb2xvciI6eyIkaWQiOiI3OTEiLCJBIjoyNTUsIlIiOjAsIkciOjAsIkIiOjB9fSwiTGluZVdlaWdodCI6MC4wLCJMaW5lVHlwZSI6MCwiUGFyZW50U3R5bGUiOm51bGx9LCJWZXJ0aWNhbENvbm5lY3RvclN0eWxlIjp7IiRpZCI6Ijc5MiIsIkxpbmVDb2xvciI6eyIkaWQiOiI3OTMiLCIkdHlwZSI6Ik5MUkUuQ29tbW9uLkRvbS5Tb2xpZENvbG9yQnJ1c2gsIE5MUkUuQ29tbW9uIiwiQ29sb3IiOnsiJGlkIjoiNzk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Nzk1IiwiU2hhcGVTdHlsZSI6eyIkaWQiOiI3OTYiLCJNYXJnaW4iOnsiJGlkIjoiNzk3IiwiVG9wIjowLjAsIkxlZnQiOjAuMCwiUmlnaHQiOjAuMCwiQm90dG9tIjowLjB9LCJQYWRkaW5nIjp7IiRpZCI6Ijc5OCIsIlRvcCI6MC4wLCJMZWZ0IjowLjAsIlJpZ2h0IjowLjAsIkJvdHRvbSI6MC4wfSwiQmFja2dyb3VuZCI6eyIkaWQiOiI3OTkiLCJDb2xvciI6eyIkaWQiOiI4MDAiLCJBIjoxNTMsIlIiOjAsIkciOjAsIkIiOjB9fSwiSXNWaXNpYmxlIjp0cnVlLCJXaWR0aCI6MC4wLCJIZWlnaHQiOjAuMCwiQm9yZGVyU3R5bGUiOnsiJGlkIjoiODAxIiwiTGluZUNvbG9yIjp7IiRpZCI6IjgwMiIsIiR0eXBlIjoiTkxSRS5Db21tb24uRG9tLlNvbGlkQ29sb3JCcnVzaCwgTkxSRS5Db21tb24iLCJDb2xvciI6eyIkaWQiOiI4MDMiLCJBIjoyNTUsIlIiOjI1NSwiRyI6MCwiQiI6MH19LCJMaW5lV2VpZ2h0IjowLjAsIkxpbmVUeXBlIjowLCJQYXJlbnRTdHlsZSI6bnVsbH0sIlBhcmVudFN0eWxlIjpudWxsfSwiTWFyZ2luIjp7IiRpZCI6IjgwNCIsIlRvcCI6MC4wLCJMZWZ0IjowLjAsIlJpZ2h0IjowLjAsIkJvdHRvbSI6MC4wfSwiUGFkZGluZyI6eyIkaWQiOiI4MDUiLCJUb3AiOjAuMCwiTGVmdCI6MC4wLCJSaWdodCI6MC4wLCJCb3R0b20iOjAuMH0sIkJhY2tncm91bmQiOm51bGwsIklzVmlzaWJsZSI6dHJ1ZSwiV2lkdGgiOjAuMCwiSGVpZ2h0IjowLjAsIkJvcmRlclN0eWxlIjpudWxsLCJQYXJlbnRTdHlsZSI6bnVsbH0sIlNoYXBlU3R5bGUiOnsiJGlkIjoiODA2IiwiTWFyZ2luIjp7IiRpZCI6IjgwNyIsIlRvcCI6MC4wLCJMZWZ0Ijo0LjAsIlJpZ2h0Ijo0LjAsIkJvdHRvbSI6MC4wfSwiUGFkZGluZyI6eyIkaWQiOiI4MDgiLCJUb3AiOjAuMCwiTGVmdCI6MC4wLCJSaWdodCI6MC4wLCJCb3R0b20iOjAuMH0sIkJhY2tncm91bmQiOnsiJGlkIjoiODA5IiwiQ29sb3IiOnsiJGlkIjoiODEwIiwiQSI6MjU1LCJSIjoyNSwiRyI6MTA3LCJCIjozNn19LCJJc1Zpc2libGUiOnRydWUsIldpZHRoIjowLjAsIkhlaWdodCI6MTAuMCwiQm9yZGVyU3R5bGUiOnsiJGlkIjoiODExIiwiTGluZUNvbG9yIjp7IiRpZCI6IjgxMiIsIiR0eXBlIjoiTkxSRS5Db21tb24uRG9tLlNvbGlkQ29sb3JCcnVzaCwgTkxSRS5Db21tb24iLCJDb2xvciI6eyIkaWQiOiI4MTMiLCJBIjoyNTUsIlIiOjIzNCwiRyI6MjIsIkIiOjMwfX0sIkxpbmVXZWlnaHQiOjAuMCwiTGluZVR5cGUiOjAsIlBhcmVudFN0eWxlIjpudWxsfSwiUGFyZW50U3R5bGUiOm51bGx9LCJUaXRsZVN0eWxlIjp7IiRpZCI6IjgxNCIsIkZvbnRTZXR0aW5ncyI6eyIkaWQiOiI4MTUiLCJGb250U2l6ZSI6MTEsIkZvbnROYW1lIjoiQ2FsaWJyaSIsIklzQm9sZCI6ZmFsc2UsIklzSXRhbGljIjpmYWxzZSwiSXNVbmRlcmxpbmVkIjpmYWxzZSwiUGFyZW50U3R5bGUiOm51bGx9LCJBdXRvU2l6ZSI6MCwiRm9yZWdyb3VuZCI6eyIkaWQiOiI4MTYiLCJDb2xvciI6eyIkaWQiOiI4MT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DE4IiwiVG9wIjowLjAsIkxlZnQiOjAuMCwiUmlnaHQiOjAuMCwiQm90dG9tIjowLjB9LCJQYWRkaW5nIjp7IiRpZCI6IjgxOSIsIlRvcCI6MC4wLCJMZWZ0IjowLjAsIlJpZ2h0IjowLjAsIkJvdHRvbSI6MC4wfSwiQmFja2dyb3VuZCI6eyIkaWQiOiI4MjAiLCJDb2xvciI6eyIkaWQiOiI4MjEiLCJBIjoyNTUsIlIiOjAsIkciOjAsIkIiOjB9fSwiSXNWaXNpYmxlIjp0cnVlLCJXaWR0aCI6MC4wLCJIZWlnaHQiOjAuMCwiQm9yZGVyU3R5bGUiOnsiJGlkIjoiODIyIiwiTGluZUNvbG9yIjpudWxsLCJMaW5lV2VpZ2h0IjowLjAsIkxpbmVUeXBlIjowLCJQYXJlbnRTdHlsZSI6bnVsbH0sIlBhcmVudFN0eWxlIjpudWxsfSwiRGF0ZVN0eWxlIjp7IiRpZCI6IjgyMyIsIkZvbnRTZXR0aW5ncyI6eyIkaWQiOiI4MjQiLCJGb250U2l6ZSI6MTAsIkZvbnROYW1lIjoiQ2FsaWJyaSIsIklzQm9sZCI6ZmFsc2UsIklzSXRhbGljIjpmYWxzZSwiSXNVbmRlcmxpbmVkIjpmYWxzZSwiUGFyZW50U3R5bGUiOm51bGx9LCJBdXRvU2l6ZSI6MCwiRm9yZWdyb3VuZCI6eyIkaWQiOiI4MjUiLCJDb2xvciI6eyIkaWQiOiI4Mj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ODI3IiwiVG9wIjowLjAsIkxlZnQiOjAuMCwiUmlnaHQiOjAuMCwiQm90dG9tIjowLjB9LCJQYWRkaW5nIjp7IiRpZCI6IjgyOCIsIlRvcCI6MC4wLCJMZWZ0IjowLjAsIlJpZ2h0IjowLjAsIkJvdHRvbSI6MC4wfSwiQmFja2dyb3VuZCI6eyIkaWQiOiI4MjkiLCJDb2xvciI6eyIkaWQiOiI4MzAiLCJBIjoyNTUsIlIiOjE0LCJHIjo0MCwiQiI6NjV9fSwiSXNWaXNpYmxlIjp0cnVlLCJXaWR0aCI6MC4wLCJIZWlnaHQiOjAuMCwiQm9yZGVyU3R5bGUiOnsiJGlkIjoiODMxIiwiTGluZUNvbG9yIjpudWxsLCJMaW5lV2VpZ2h0IjowLjAsIkxpbmVUeXBlIjowLCJQYXJlbnRTdHlsZSI6bnVsbH0sIlBhcmVudFN0eWxlIjpudWxsfSwiRGF0ZUZvcm1hdCI6eyIkaWQiOiI4Mz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DMzIiwiRm9ybWF0IjowLCJJc1Zpc2libGUiOmZhbHNlLCJMYXN0S25vd25WaXNpYmlsaXR5U3RhdGUiOmZhbHNlfSwiSXNWaXNpYmxlIjp0cnVlLCJWYXJpYW5jZVN0eWxlIjp7IiRpZCI6IjgzNCIsIlRleHRTdHlsZSI6eyIkaWQiOiI4MzUiLCJGb250U2V0dGluZ3MiOnsiJGlkIjoiODM2IiwiRm9udFNpemUiOjEwLCJGb250TmFtZSI6IkNhbGlicmkiLCJJc0JvbGQiOmZhbHNlLCJJc0l0YWxpYyI6ZmFsc2UsIklzVW5kZXJsaW5lZCI6ZmFsc2UsIlBhcmVudFN0eWxlIjpudWxsfSwiQXV0b1NpemUiOjAsIkZvcmVncm91bmQiOnsiJGlkIjoiODM3IiwiQ29sb3IiOnsiJGlkIjoiODM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gzOSIsIlRvcCI6MC4wLCJMZWZ0IjowLjAsIlJpZ2h0IjowLjAsIkJvdHRvbSI6MC4wfSwiUGFkZGluZyI6eyIkaWQiOiI4NDAiLCJUb3AiOjAuMCwiTGVmdCI6MC4wLCJSaWdodCI6MC4wLCJCb3R0b20iOjAuMH0sIkJhY2tncm91bmQiOnsiJGlkIjoiODQxIiwiQ29sb3IiOnsiJGlkIjoiODQyIiwiQSI6MjU1LCJSIjowLCJHIjowLCJCIjowfX0sIklzVmlzaWJsZSI6dHJ1ZSwiV2lkdGgiOjAuMCwiSGVpZ2h0IjowLjAsIkJvcmRlclN0eWxlIjp7IiRpZCI6Ijg0MyIsIkxpbmVDb2xvciI6bnVsbCwiTGluZVdlaWdodCI6MC4wLCJMaW5lVHlwZSI6MCwiUGFyZW50U3R5bGUiOm51bGx9LCJQYXJlbnRTdHlsZSI6bnVsbH0sIlBhcmVudFN0eWxlIjpudWxsfSwiUGFyZW50U3R5bGUiOm51bGwsIl9leHBsaWNpdGx5U2V0Ijp7IiRpZCI6Ijg0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g0NSIsIlNoYXBlIjoxLCJDb25uZWN0b3JNYXJnaW4iOnsiJGlkIjoiODQ2IiwiVG9wIjowLjAsIkxlZnQiOjIuMCwiUmlnaHQiOjIuMCwiQm90dG9tIjowLjB9LCJDb25uZWN0b3JTdHlsZSI6eyIkaWQiOiI4NDciLCJMaW5lQ29sb3IiOnsiJGlkIjoiODQ4IiwiJHR5cGUiOiJOTFJFLkNvbW1vbi5Eb20uU29saWRDb2xvckJydXNoLCBOTFJFLkNvbW1vbiIsIkNvbG9yIjp7IiRpZCI6Ijg0OSIsIkEiOjEyNywiUiI6MTMsIkciOjUzLCJCIjoxOH19LCJMaW5lV2VpZ2h0IjoxLjAsIkxpbmVUeXBlIjowLCJQYXJlbnRTdHlsZSI6bnVsbH0sIklzQmVsb3dUaW1lYmFuZCI6ZmFsc2UsIlBvc2l0aW9uT25UYXNrIjoxLCJIaWRlRGF0ZSI6ZmFsc2UsIlNoYXBlU2l6ZSI6MCwiU3BhY2luZyI6MC4wLCJQYWRkaW5nIjp7IiRpZCI6Ijg1MCIsIlRvcCI6NS4wLCJMZWZ0IjozLjAsIlJpZ2h0IjowLjAsIkJvdHRvbSI6Mi4wfSwiU2hhcGVTdHlsZSI6eyIkaWQiOiI4NTEiLCJNYXJnaW4iOnsiJGlkIjoiODUyIiwiVG9wIjowLjAsIkxlZnQiOjAuMCwiUmlnaHQiOjAuMCwiQm90dG9tIjowLjB9LCJQYWRkaW5nIjp7IiRpZCI6Ijg1MyIsIlRvcCI6MC4wLCJMZWZ0IjowLjAsIlJpZ2h0IjowLjAsIkJvdHRvbSI6MC4wfSwiQmFja2dyb3VuZCI6eyIkaWQiOiI4NTQiLCJDb2xvciI6eyIkaWQiOiI4NTUiLCJBIjoyNTUsIlIiOjEzLCJHIjo1MywiQiI6MTh9fSwiSXNWaXNpYmxlIjp0cnVlLCJXaWR0aCI6MTIuMCwiSGVpZ2h0IjoxNC4wLCJCb3JkZXJTdHlsZSI6eyIkaWQiOiI4NTYiLCJMaW5lQ29sb3IiOnsiJGlkIjoiODU3IiwiJHR5cGUiOiJOTFJFLkNvbW1vbi5Eb20uU29saWRDb2xvckJydXNoLCBOTFJFLkNvbW1vbiIsIkNvbG9yIjp7IiRpZCI6Ijg1OCIsIkEiOjI1NSwiUiI6MjU1LCJHIjoyNTUsIkIiOjI1NX19LCJMaW5lV2VpZ2h0IjowLjAsIkxpbmVUeXBlIjowLCJQYXJlbnRTdHlsZSI6bnVsbH0sIlBhcmVudFN0eWxlIjpudWxsfSwiVGl0bGVTdHlsZSI6eyIkaWQiOiI4NTkiLCJGb250U2V0dGluZ3MiOnsiJGlkIjoiODYwIiwiRm9udFNpemUiOjExLCJGb250TmFtZSI6IkNhbGlicmkiLCJJc0JvbGQiOmZhbHNlLCJJc0l0YWxpYyI6ZmFsc2UsIklzVW5kZXJsaW5lZCI6ZmFsc2UsIlBhcmVudFN0eWxlIjpudWxsfSwiQXV0b1NpemUiOjAsIkZvcmVncm91bmQiOnsiJGlkIjoiODYxIiwiQ29sb3IiOnsiJGlkIjoiODY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g2MyIsIlRvcCI6MC4wLCJMZWZ0IjowLjAsIlJpZ2h0IjowLjAsIkJvdHRvbSI6MC4wfSwiUGFkZGluZyI6eyIkaWQiOiI4NjQiLCJUb3AiOjAuMCwiTGVmdCI6MC4wLCJSaWdodCI6MC4wLCJCb3R0b20iOjAuMH0sIkJhY2tncm91bmQiOnsiJGlkIjoiODY1IiwiQ29sb3IiOnsiJGlkIjoiODY2IiwiQSI6MjU1LCJSIjowLCJHIjowLCJCIjowfX0sIklzVmlzaWJsZSI6dHJ1ZSwiV2lkdGgiOjAuMCwiSGVpZ2h0IjowLjAsIkJvcmRlclN0eWxlIjp7IiRpZCI6Ijg2NyIsIkxpbmVDb2xvciI6bnVsbCwiTGluZVdlaWdodCI6MC4wLCJMaW5lVHlwZSI6MCwiUGFyZW50U3R5bGUiOm51bGx9LCJQYXJlbnRTdHlsZSI6bnVsbH0sIkRhdGVTdHlsZSI6eyIkaWQiOiI4NjgiLCJGb250U2V0dGluZ3MiOnsiJGlkIjoiODY5IiwiRm9udFNpemUiOjEwLCJGb250TmFtZSI6IkNhbGlicmkiLCJJc0JvbGQiOmZhbHNlLCJJc0l0YWxpYyI6ZmFsc2UsIklzVW5kZXJsaW5lZCI6ZmFsc2UsIlBhcmVudFN0eWxlIjpudWxsfSwiQXV0b1NpemUiOjAsIkZvcmVncm91bmQiOnsiJGlkIjoiODcwIiwiQ29sb3IiOnsiJGlkIjoiODc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g3MiIsIlRvcCI6MC4wLCJMZWZ0IjowLjAsIlJpZ2h0IjowLjAsIkJvdHRvbSI6MC4wfSwiUGFkZGluZyI6eyIkaWQiOiI4NzMiLCJUb3AiOjAuMCwiTGVmdCI6MC4wLCJSaWdodCI6MC4wLCJCb3R0b20iOjAuMH0sIkJhY2tncm91bmQiOnsiJGlkIjoiODc0IiwiQ29sb3IiOnsiJGlkIjoiODc1IiwiQSI6MjU1LCJSIjoxNCwiRyI6NDAsIkIiOjY1fX0sIklzVmlzaWJsZSI6dHJ1ZSwiV2lkdGgiOjAuMCwiSGVpZ2h0IjowLjAsIkJvcmRlclN0eWxlIjp7IiRpZCI6Ijg3NiIsIkxpbmVDb2xvciI6bnVsbCwiTGluZVdlaWdodCI6MC4wLCJMaW5lVHlwZSI6MCwiUGFyZW50U3R5bGUiOm51bGx9LCJQYXJlbnRTdHlsZSI6bnVsbH0sIkRhdGVGb3JtYXQiOnsiJGlkIjoiODc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g3OCIsIkZvcm1hdCI6MCwiSXNWaXNpYmxlIjpmYWxzZSwiTGFzdEtub3duVmlzaWJpbGl0eVN0YXRlIjpmYWxzZX0sIklzVmlzaWJsZSI6ZmFsc2UsIlZhcmlhbmNlU3R5bGUiOnsiJGlkIjoiODc5IiwiVGV4dFN0eWxlIjp7IiRpZCI6Ijg4MCIsIkZvbnRTZXR0aW5ncyI6eyIkaWQiOiI4ODEiLCJGb250U2l6ZSI6MTAsIkZvbnROYW1lIjoiQ2FsaWJyaSIsIklzQm9sZCI6ZmFsc2UsIklzSXRhbGljIjpmYWxzZSwiSXNVbmRlcmxpbmVkIjpmYWxzZSwiUGFyZW50U3R5bGUiOm51bGx9LCJBdXRvU2l6ZSI6MCwiRm9yZWdyb3VuZCI6eyIkaWQiOiI4ODIiLCJDb2xvciI6eyIkaWQiOiI4OD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Dg0IiwiVG9wIjowLjAsIkxlZnQiOjAuMCwiUmlnaHQiOjAuMCwiQm90dG9tIjowLjB9LCJQYWRkaW5nIjp7IiRpZCI6Ijg4NSIsIlRvcCI6MC4wLCJMZWZ0IjowLjAsIlJpZ2h0IjowLjAsIkJvdHRvbSI6MC4wfSwiQmFja2dyb3VuZCI6eyIkaWQiOiI4ODYiLCJDb2xvciI6eyIkaWQiOiI4ODciLCJBIjoyNTUsIlIiOjAsIkciOjAsIkIiOjB9fSwiSXNWaXNpYmxlIjp0cnVlLCJXaWR0aCI6MC4wLCJIZWlnaHQiOjAuMCwiQm9yZGVyU3R5bGUiOnsiJGlkIjoiODg4IiwiTGluZUNvbG9yIjpudWxsLCJMaW5lV2VpZ2h0IjowLjAsIkxpbmVUeXBlIjowLCJQYXJlbnRTdHlsZSI6bnVsbH0sIlBhcmVudFN0eWxlIjpudWxsfSwiUGFyZW50U3R5bGUiOm51bGx9LCJQYXJlbnRTdHlsZSI6bnVsbH0sIkRlZmF1bHRTd2ltbGFuZU1pbGVzdG9uZVN0eWxlIjp7IiRpZCI6Ijg4OSIsIlRpdGxlUG9zaXRpb24iOiJMZWZ0IiwiRGF0ZVBvc2l0aW9uIjoiUmlnaHQiLCJWYXJpYW5jZVBvc2l0aW9uIjoiUmlnaHQiLCJTaGFwZVR5cGUiOjEsIlNoYXBlU2l6ZSI6MCwiU3BhY2luZyI6NSwiU2hhcGVTdHlsZSI6eyIkaWQiOiI4OTAiLCJNYXJnaW4iOnsiJGlkIjoiODkxIiwiVG9wIjowLjAsIkxlZnQiOjAuMCwiUmlnaHQiOjAuMCwiQm90dG9tIjowLjB9LCJQYWRkaW5nIjp7IiRpZCI6Ijg5MiIsIlRvcCI6MC4wLCJMZWZ0IjowLjAsIlJpZ2h0IjowLjAsIkJvdHRvbSI6MC4wfSwiQmFja2dyb3VuZCI6eyIkaWQiOiI4OTMiLCJDb2xvciI6eyIkaWQiOiI4OTQiLCJBIjoyNTUsIlIiOjI1LCJHIjoxMDcsIkIiOjM2fX0sIklzVmlzaWJsZSI6dHJ1ZSwiV2lkdGgiOjEyLjAsIkhlaWdodCI6MTQuMCwiQm9yZGVyU3R5bGUiOnsiJGlkIjoiODk1IiwiTGluZUNvbG9yIjp7IiRpZCI6Ijg5NiIsIiR0eXBlIjoiTkxSRS5Db21tb24uRG9tLlNvbGlkQ29sb3JCcnVzaCwgTkxSRS5Db21tb24iLCJDb2xvciI6eyIkaWQiOiI4OTciLCJBIjoyNTUsIlIiOjIzNCwiRyI6MjIsIkIiOjMwfX0sIkxpbmVXZWlnaHQiOjAuMCwiTGluZVR5cGUiOjAsIlBhcmVudFN0eWxlIjpudWxsfSwiUGFyZW50U3R5bGUiOm51bGx9LCJUaXRsZVN0eWxlIjp7IiRpZCI6Ijg5OCIsIkZvbnRTZXR0aW5ncyI6eyIkaWQiOiI4OTkiLCJGb250U2l6ZSI6MTEsIkZvbnROYW1lIjoiQ2FsaWJyaSIsIklzQm9sZCI6ZmFsc2UsIklzSXRhbGljIjpmYWxzZSwiSXNVbmRlcmxpbmVkIjpmYWxzZSwiUGFyZW50U3R5bGUiOm51bGx9LCJBdXRvU2l6ZSI6MCwiRm9yZWdyb3VuZCI6eyIkaWQiOiI5MDAiLCJDb2xvciI6eyIkaWQiOiI5MDE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OTAyIiwiVG9wIjowLjAsIkxlZnQiOjAuMCwiUmlnaHQiOjAuMCwiQm90dG9tIjowLjB9LCJQYWRkaW5nIjp7IiRpZCI6IjkwMyIsIlRvcCI6MC4wLCJMZWZ0IjowLjAsIlJpZ2h0IjowLjAsIkJvdHRvbSI6MC4wfSwiQmFja2dyb3VuZCI6eyIkaWQiOiI5MDQiLCJDb2xvciI6eyIkaWQiOiI5MDUiLCJBIjoyNTUsIlIiOjAsIkciOjAsIkIiOjB9fSwiSXNWaXNpYmxlIjp0cnVlLCJXaWR0aCI6MC4wLCJIZWlnaHQiOjAuMCwiQm9yZGVyU3R5bGUiOnsiJGlkIjoiOTA2IiwiTGluZUNvbG9yIjpudWxsLCJMaW5lV2VpZ2h0IjowLjAsIkxpbmVUeXBlIjowLCJQYXJlbnRTdHlsZSI6bnVsbH0sIlBhcmVudFN0eWxlIjpudWxsfSwiRGF0ZVN0eWxlIjp7IiRpZCI6IjkwNyIsIkZvbnRTZXR0aW5ncyI6eyIkaWQiOiI5MDgiLCJGb250U2l6ZSI6MTAsIkZvbnROYW1lIjoiQ2FsaWJyaSIsIklzQm9sZCI6ZmFsc2UsIklzSXRhbGljIjpmYWxzZSwiSXNVbmRlcmxpbmVkIjpmYWxzZSwiUGFyZW50U3R5bGUiOm51bGx9LCJBdXRvU2l6ZSI6MCwiRm9yZWdyb3VuZCI6eyIkaWQiOiI5MDkiLCJDb2xvciI6eyIkaWQiOiI5MTA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OTExIiwiVG9wIjowLjAsIkxlZnQiOjAuMCwiUmlnaHQiOjAuMCwiQm90dG9tIjowLjB9LCJQYWRkaW5nIjp7IiRpZCI6IjkxMiIsIlRvcCI6MC4wLCJMZWZ0IjowLjAsIlJpZ2h0IjowLjAsIkJvdHRvbSI6MC4wfSwiQmFja2dyb3VuZCI6eyIkaWQiOiI5MTMiLCJDb2xvciI6eyIkaWQiOiI5MTQiLCJBIjoyNTUsIlIiOjE0LCJHIjo0MCwiQiI6NjV9fSwiSXNWaXNpYmxlIjp0cnVlLCJXaWR0aCI6MC4wLCJIZWlnaHQiOjAuMCwiQm9yZGVyU3R5bGUiOnsiJGlkIjoiOTE1IiwiTGluZUNvbG9yIjpudWxsLCJMaW5lV2VpZ2h0IjowLjAsIkxpbmVUeXBlIjowLCJQYXJlbnRTdHlsZSI6bnVsbH0sIlBhcmVudFN0eWxlIjpudWxsfSwiRGF0ZUZvcm1hdCI6eyIkaWQiOiI5M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E3IiwiRm9ybWF0IjowLCJJc1Zpc2libGUiOmZhbHNlLCJMYXN0S25vd25WaXNpYmlsaXR5U3RhdGUiOmZhbHNlfSwiSXNWaXNpYmxlIjp0cnVlLCJWYXJpYW5jZVN0eWxlIjp7IiRpZCI6IjkxOCIsIlRleHRTdHlsZSI6eyIkaWQiOiI5MTkiLCJGb250U2V0dGluZ3MiOnsiJGlkIjoiOTIwIiwiRm9udFNpemUiOjEwLCJGb250TmFtZSI6IkNhbGlicmkiLCJJc0JvbGQiOmZhbHNlLCJJc0l0YWxpYyI6ZmFsc2UsIklzVW5kZXJsaW5lZCI6ZmFsc2UsIlBhcmVudFN0eWxlIjpudWxsfSwiQXV0b1NpemUiOjAsIkZvcmVncm91bmQiOnsiJGlkIjoiOTIxIiwiQ29sb3IiOnsiJGlkIjoiOTI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kyMyIsIlRvcCI6MC4wLCJMZWZ0IjowLjAsIlJpZ2h0IjowLjAsIkJvdHRvbSI6MC4wfSwiUGFkZGluZyI6eyIkaWQiOiI5MjQiLCJUb3AiOjAuMCwiTGVmdCI6MC4wLCJSaWdodCI6MC4wLCJCb3R0b20iOjAuMH0sIkJhY2tncm91bmQiOnsiJGlkIjoiOTI1IiwiQ29sb3IiOnsiJGlkIjoiOTI2IiwiQSI6MjU1LCJSIjowLCJHIjowLCJCIjowfX0sIklzVmlzaWJsZSI6dHJ1ZSwiV2lkdGgiOjAuMCwiSGVpZ2h0IjowLjAsIkJvcmRlclN0eWxlIjp7IiRpZCI6IjkyNyIsIkxpbmVDb2xvciI6bnVsbCwiTGluZVdlaWdodCI6MC4wLCJMaW5lVHlwZSI6MCwiUGFyZW50U3R5bGUiOm51bGx9LCJQYXJlbnRTdHlsZSI6bnVsbH0sIlBhcmVudFN0eWxlIjpudWxsfSwiUGFyZW50U3R5bGUiOm51bGx9LCJEZWZhdWx0U3dpbWxhbmVBY3Rpdml0eVN0eWxlIjp7IiRpZCI6IjkyOCIsIkhlYWRlclN0eWxlIjp7IiRpZCI6IjkyOSIsIlRleHRTdHlsZSI6eyIkaWQiOiI5MzAiLCJGb250U2V0dGluZ3MiOnsiJGlkIjoiOTMxIiwiRm9udFNpemUiOjExLCJGb250TmFtZSI6IkNhbGlicmkiLCJJc0JvbGQiOmZhbHNlLCJJc0l0YWxpYyI6ZmFsc2UsIklzVW5kZXJsaW5lZCI6ZmFsc2UsIlBhcmVudFN0eWxlIjpudWxsfSwiQXV0b1NpemUiOjIsIkZvcmVncm91bmQiOnsiJGlkIjoiOTMyIiwiQ29sb3IiOnsiJGlkIjoiOTM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OTM0IiwiVG9wIjowLjAsIkxlZnQiOjAuMCwiUmlnaHQiOjAuMCwiQm90dG9tIjowLjB9LCJQYWRkaW5nIjp7IiRpZCI6IjkzNSIsIlRvcCI6MC4wLCJMZWZ0IjowLjAsIlJpZ2h0IjowLjAsIkJvdHRvbSI6MC4wfSwiQmFja2dyb3VuZCI6eyIkaWQiOiI5MzYiLCJDb2xvciI6eyIkaWQiOiI5MzciLCJBIjoyNTUsIlIiOjAsIkciOjAsIkIiOjB9fSwiSXNWaXNpYmxlIjp0cnVlLCJXaWR0aCI6MC4wLCJIZWlnaHQiOjAuMCwiQm9yZGVyU3R5bGUiOm51bGwsIlBhcmVudFN0eWxlIjpudWxsfSwiUmVjdGFuZ2xlU3R5bGUiOnsiJGlkIjoiOTM4IiwiTWFyZ2luIjp7IiRpZCI6IjkzOSIsIlRvcCI6MC4wLCJMZWZ0IjowLjAsIlJpZ2h0IjowLjAsIkJvdHRvbSI6MC4wfSwiUGFkZGluZyI6eyIkaWQiOiI5NDAiLCJUb3AiOjAuMCwiTGVmdCI6MC4wLCJSaWdodCI6MC4wLCJCb3R0b20iOjAuMH0sIkJhY2tncm91bmQiOnsiJGlkIjoiOTQxIiwiQ29sb3IiOnsiJGlkIjoiOTQyIiwiQSI6NjMsIlIiOjI1LCJHIjoxMDcsIkIiOjM2fX0sIklzVmlzaWJsZSI6dHJ1ZSwiV2lkdGgiOjAuMCwiSGVpZ2h0IjowLjAsIkJvcmRlclN0eWxlIjp7IiRpZCI6Ijk0MyIsIkxpbmVDb2xvciI6eyIkaWQiOiI5NDQiLCIkdHlwZSI6Ik5MUkUuQ29tbW9uLkRvbS5Tb2xpZENvbG9yQnJ1c2gsIE5MUkUuQ29tbW9uIiwiQ29sb3IiOnsiJGlkIjoiOTQ1IiwiQSI6MjU1LCJSIjoyNTUsIkciOjI1NSwiQiI6MjU1fX0sIkxpbmVXZWlnaHQiOjAuMCwiTGluZVR5cGUiOjAsIlBhcmVudFN0eWxlIjpudWxsfSwiUGFyZW50U3R5bGUiOm51bGx9LCJNYXJnaW4iOnsiJGlkIjoiOTQ2IiwiVG9wIjowLjAsIkxlZnQiOjAuMCwiUmlnaHQiOjAuMCwiQm90dG9tIjowLjB9LCJQYWRkaW5nIjp7IiRpZCI6Ijk0NyIsIlRvcCI6MC4wLCJMZWZ0IjowLjAsIlJpZ2h0IjowLjAsIkJvdHRvbSI6MC4wfSwiQmFja2dyb3VuZCI6bnVsbCwiSXNWaXNpYmxlIjp0cnVlLCJXaWR0aCI6MC4wLCJIZWlnaHQiOjAuMCwiQm9yZGVyU3R5bGUiOm51bGwsIlBhcmVudFN0eWxlIjpudWxsfSwiQmFja2dyb3VuZFN0eWxlIjp7IiRpZCI6Ijk0OCIsIk1hcmdpbiI6eyIkaWQiOiI5NDkiLCJUb3AiOjAuMCwiTGVmdCI6MC4wLCJSaWdodCI6MC4wLCJCb3R0b20iOjAuMH0sIlBhZGRpbmciOnsiJGlkIjoiOTUwIiwiVG9wIjowLjAsIkxlZnQiOjAuMCwiUmlnaHQiOjAuMCwiQm90dG9tIjowLjB9LCJCYWNrZ3JvdW5kIjp7IiRpZCI6Ijk1MSIsIkNvbG9yIjp7IiRpZCI6Ijk1MiIsIkEiOjUxLCJSIjoyMDAsIkciOjIwMCwiQiI6MjAwfX0sIklzVmlzaWJsZSI6dHJ1ZSwiV2lkdGgiOjAuMCwiSGVpZ2h0IjowLjAsIkJvcmRlclN0eWxlIjp7IiRpZCI6Ijk1MyIsIkxpbmVDb2xvciI6eyIkaWQiOiI5NTQiLCIkdHlwZSI6Ik5MUkUuQ29tbW9uLkRvbS5Tb2xpZENvbG9yQnJ1c2gsIE5MUkUuQ29tbW9uIiwiQ29sb3IiOnsiJGlkIjoiOTU1IiwiQSI6MjU1LCJSIjoyMzQsIkciOjIyLCJCIjozMH19LCJMaW5lV2VpZ2h0IjowLjAsIkxpbmVUeXBlIjowLCJQYXJlbnRTdHlsZSI6bnVsbH0sIlBhcmVudFN0eWxlIjpudWxsfSwiTWFyZ2luIjp7IiRpZCI6Ijk1NiIsIlRvcCI6MC4wLCJMZWZ0IjowLjAsIlJpZ2h0IjowLjAsIkJvdHRvbSI6MC4wfSwiUGFkZGluZyI6eyIkaWQiOiI5NTciLCJUb3AiOjAuMCwiTGVmdCI6MC4wLCJSaWdodCI6MC4wLCJCb3R0b20iOjAuMH0sIklzVmlzaWJsZSI6dHJ1ZSwiV2lkdGgiOjAuMCwiSGVpZ2h0IjowLjAsIkJvcmRlclN0eWxlIjp7IiRpZCI6Ijk1OCIsIkxpbmVDb2xvciI6bnVsbCwiTGluZVdlaWdodCI6MC4wLCJMaW5lVHlwZSI6MCwiUGFyZW50U3R5bGUiOm51bGx9LCJQYXJlbnRTdHlsZSI6bnVsbH0sIk1hcmdpbiI6eyIkaWQiOiI5NTkiLCJUb3AiOjAuMCwiTGVmdCI6MC4wLCJSaWdodCI6MC4wLCJCb3R0b20iOjAuMH0sIlBhZGRpbmciOnsiJGlkIjoiOTYwIiwiVG9wIjowLjAsIkxlZnQiOjAuMCwiUmlnaHQiOjAuMCwiQm90dG9tIjowLjB9LCJJc1Zpc2libGUiOnRydWUsIldpZHRoIjowLjAsIkhlaWdodCI6MC4wLCJCb3JkZXJTdHlsZSI6eyIkaWQiOiI5NjEiLCJMaW5lQ29sb3IiOm51bGwsIkxpbmVXZWlnaHQiOjAuMCwiTGluZVR5cGUiOjAsIlBhcmVudFN0eWxlIjpudWxsfSwiUGFyZW50U3R5bGUiOm51bGx9LHsiJGlkIjoiOTYyIiwiU3R5bGVJZCI6IjA3MDJkZWE4LWMxMTQtNGQ3MS1iZTQwLWNkMzA2MmM0Njk3MCIsIkhlYWRlclN0eWxlIjp7IiRpZCI6Ijk2MyIsIlRleHRJc1ZlcnRpY2FsIjpmYWxzZSwiVGV4dFN0eWxlIjp7IiRpZCI6Ijk2NCIsIkZvbnRTZXR0aW5ncyI6eyIkaWQiOiI5NjUiLCJGb250U2l6ZSI6MTEsIkZvbnROYW1lIjoiQ2FsaWJyaSIsIklzQm9sZCI6ZmFsc2UsIklzSXRhbGljIjpmYWxzZSwiSXNVbmRlcmxpbmVkIjpmYWxzZSwiUGFyZW50U3R5bGUiOm51bGx9LCJBdXRvU2l6ZSI6MiwiRm9yZWdyb3VuZCI6eyIkaWQiOiI5NjYiLCJDb2xvciI6eyIkaWQiOiI5Njc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5NjgiLCJUb3AiOjAuMCwiTGVmdCI6MC4wLCJSaWdodCI6MC4wLCJCb3R0b20iOjAuMH0sIlBhZGRpbmciOnsiJGlkIjoiOTY5IiwiVG9wIjowLjAsIkxlZnQiOjAuMCwiUmlnaHQiOjAuMCwiQm90dG9tIjowLjB9LCJCYWNrZ3JvdW5kIjp7IiRpZCI6Ijk3MCIsIkNvbG9yIjp7IiRpZCI6Ijk3MSIsIkEiOjI1NSwiUiI6MjU1LCJHIjoyNTUsIkIiOjI1NX19LCJJc1Zpc2libGUiOnRydWUsIldpZHRoIjowLjAsIkhlaWdodCI6MC4wLCJCb3JkZXJTdHlsZSI6bnVsbCwiUGFyZW50U3R5bGUiOm51bGx9LCJSZWN0YW5nbGVTdHlsZSI6eyIkaWQiOiI5NzIiLCJNYXJnaW4iOnsiJGlkIjoiOTczIiwiVG9wIjowLjAsIkxlZnQiOjAuMCwiUmlnaHQiOjAuMCwiQm90dG9tIjowLjB9LCJQYWRkaW5nIjp7IiRpZCI6Ijk3NCIsIlRvcCI6MC4wLCJMZWZ0IjowLjAsIlJpZ2h0IjowLjAsIkJvdHRvbSI6MC4wfSwiQmFja2dyb3VuZCI6eyIkaWQiOiI5NzUiLCJDb2xvciI6eyIkaWQiOiI5NzYiLCJBIjoyNTUsIlIiOjE1LCJHIjoxNTgsIkIiOjIxM319LCJJc1Zpc2libGUiOnRydWUsIldpZHRoIjowLjAsIkhlaWdodCI6MC4wLCJCb3JkZXJTdHlsZSI6eyIkaWQiOiI5NzciLCJMaW5lQ29sb3IiOnsiJGlkIjoiOTc4IiwiJHR5cGUiOiJOTFJFLkNvbW1vbi5Eb20uU29saWRDb2xvckJydXNoLCBOTFJFLkNvbW1vbiIsIkNvbG9yIjp7IiRpZCI6Ijk3OSIsIkEiOjI1NSwiUiI6MjU1LCJHIjoyNTUsIkIiOjI1NX19LCJMaW5lV2VpZ2h0IjowLjAsIkxpbmVUeXBlIjowLCJQYXJlbnRTdHlsZSI6bnVsbH0sIlBhcmVudFN0eWxlIjpudWxsfSwiTWFyZ2luIjp7IiRpZCI6Ijk4MCIsIlRvcCI6MC4wLCJMZWZ0IjowLjAsIlJpZ2h0IjowLjAsIkJvdHRvbSI6MC4wfSwiUGFkZGluZyI6eyIkaWQiOiI5ODEiLCJUb3AiOjAuMCwiTGVmdCI6MC4wLCJSaWdodCI6MC4wLCJCb3R0b20iOjAuMH0sIkJhY2tncm91bmQiOm51bGwsIklzVmlzaWJsZSI6dHJ1ZSwiV2lkdGgiOjAuMCwiSGVpZ2h0IjowLjAsIkJvcmRlclN0eWxlIjpudWxsLCJQYXJlbnRTdHlsZSI6bnVsbH0sIkJhY2tncm91bmRTdHlsZSI6eyIkaWQiOiI5ODIiLCJNYXJnaW4iOnsiJGlkIjoiOTgzIiwiVG9wIjowLjAsIkxlZnQiOjAuMCwiUmlnaHQiOjAuMCwiQm90dG9tIjowLjB9LCJQYWRkaW5nIjp7IiRpZCI6Ijk4NCIsIlRvcCI6MC4wLCJMZWZ0IjowLjAsIlJpZ2h0IjowLjAsIkJvdHRvbSI6MC4wfSwiQmFja2dyb3VuZCI6eyIkaWQiOiI5ODUiLCJDb2xvciI6eyIkaWQiOiI5ODYiLCJBIjo1MSwiUiI6MjAwLCJHIjoyMDAsIkIiOjIwMH19LCJJc1Zpc2libGUiOnRydWUsIldpZHRoIjowLjAsIkhlaWdodCI6MC4wLCJCb3JkZXJTdHlsZSI6eyIkaWQiOiI5ODciLCJMaW5lQ29sb3IiOnsiJGlkIjoiOTg4IiwiJHR5cGUiOiJOTFJFLkNvbW1vbi5Eb20uU29saWRDb2xvckJydXNoLCBOTFJFLkNvbW1vbiIsIkNvbG9yIjp7IiRpZCI6Ijk4OSIsIkEiOjI1NSwiUiI6MjM0LCJHIjoyMiwiQiI6MzB9fSwiTGluZVdlaWdodCI6MC4wLCJMaW5lVHlwZSI6MCwiUGFyZW50U3R5bGUiOm51bGx9LCJQYXJlbnRTdHlsZSI6bnVsbH0sIklzQWJvdmVUaW1lYmFuZCI6ZmFsc2UsIlNwYWNpbmciOjMsIkRlZmF1bHRTd2ltbGFuZVRhc2tTdHlsZSI6eyIkaWQiOiI5OTAiLCIkdHlwZSI6Ik5MUkUuQ29tbW9uLkRvbS5TdHlsZXMuRXhwbGljaXRTZXRhYmxlVGFza1N0eWxlLCBOTFJFLkNvbW1vbiIsIlNoYXBlIjoxLCJTaGFwZVRoaWNrbmVzcyI6MCwiRHVyYXRpb25Gb3JtYXQiOjAsIkluY2x1ZGVOb25Xb3JraW5nRGF5c0luRHVyYXRpb24iOmZhbHNlLCJQZXJjZW50YWdlQ29tcGxldGVTdHlsZSI6eyIkaWQiOiI5OTEiLCJGb250U2V0dGluZ3MiOnsiJGlkIjoiOTkyIiwiRm9udFNpemUiOjEwLCJGb250TmFtZSI6IkNhbGlicmkiLCJJc0JvbGQiOmZhbHNlLCJJc0l0YWxpYyI6ZmFsc2UsIklzVW5kZXJsaW5lZCI6ZmFsc2UsIlBhcmVudFN0eWxlIjpudWxsfSwiQXV0b1NpemUiOjAsIkZvcmVncm91bmQiOnsiJGlkIjoiOTkzIiwiQ29sb3IiOnsiJGlkIjoiOTk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k5NSIsIlRvcCI6MC4wLCJMZWZ0IjowLjAsIlJpZ2h0IjowLjAsIkJvdHRvbSI6MC4wfSwiUGFkZGluZyI6eyIkaWQiOiI5OTYiLCJUb3AiOjAuMCwiTGVmdCI6MC4wLCJSaWdodCI6MC4wLCJCb3R0b20iOjAuMH0sIkJhY2tncm91bmQiOnsiJGlkIjoiOTk3IiwiQ29sb3IiOnsiJGlkIjoiOTk4IiwiQSI6ODksIlIiOjAsIkciOjAsIkIiOjB9fSwiSXNWaXNpYmxlIjp0cnVlLCJXaWR0aCI6MC4wLCJIZWlnaHQiOjAuMCwiQm9yZGVyU3R5bGUiOnsiJGlkIjoiOTk5IiwiTGluZUNvbG9yIjpudWxsLCJMaW5lV2VpZ2h0IjowLjAsIkxpbmVUeXBlIjowLCJQYXJlbnRTdHlsZSI6bnVsbH0sIlBhcmVudFN0eWxlIjpudWxsfSwiRHVyYXRpb25TdHlsZSI6eyIkaWQiOiIxMDAwIiwiRm9udFNldHRpbmdzIjp7IiRpZCI6IjEwMDEiLCJGb250U2l6ZSI6MTAsIkZvbnROYW1lIjoiQ2FsaWJyaSIsIklzQm9sZCI6ZmFsc2UsIklzSXRhbGljIjpmYWxzZSwiSXNVbmRlcmxpbmVkIjpmYWxzZSwiUGFyZW50U3R5bGUiOm51bGx9LCJBdXRvU2l6ZSI6MCwiRm9yZWdyb3VuZCI6eyIkaWQiOiIxMDAyIiwiQ29sb3IiOnsiJGlkIjoiMTAw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wMDQiLCJUb3AiOjAuMCwiTGVmdCI6MC4wLCJSaWdodCI6MC4wLCJCb3R0b20iOjAuMH0sIlBhZGRpbmciOnsiJGlkIjoiMTAwNSIsIlRvcCI6MC4wLCJMZWZ0IjowLjAsIlJpZ2h0IjowLjAsIkJvdHRvbSI6MC4wfSwiQmFja2dyb3VuZCI6eyIkaWQiOiIxMDA2IiwiQ29sb3IiOnsiJGlkIjoiMTAwNyIsIkEiOjI1NSwiUiI6MjM3LCJHIjoxMjUsIkIiOjQ5fX0sIklzVmlzaWJsZSI6dHJ1ZSwiV2lkdGgiOjAuMCwiSGVpZ2h0IjowLjAsIkJvcmRlclN0eWxlIjp7IiRpZCI6IjEwMDgiLCJMaW5lQ29sb3IiOm51bGwsIkxpbmVXZWlnaHQiOjAuMCwiTGluZVR5cGUiOjAsIlBhcmVudFN0eWxlIjpudWxsfSwiUGFyZW50U3R5bGUiOm51bGx9LCJIb3Jpem9udGFsQ29ubmVjdG9yU3R5bGUiOnsiJGlkIjoiMTAwOSIsIkxpbmVDb2xvciI6eyIkaWQiOiIxMDEwIiwiJHR5cGUiOiJOTFJFLkNvbW1vbi5Eb20uU29saWRDb2xvckJydXNoLCBOTFJFLkNvbW1vbiIsIkNvbG9yIjp7IiRpZCI6IjEwMTEiLCJBIjoyNTUsIlIiOjAsIkciOjAsIkIiOjB9fSwiTGluZVdlaWdodCI6MC4wLCJMaW5lVHlwZSI6MCwiUGFyZW50U3R5bGUiOm51bGx9LCJWZXJ0aWNhbENvbm5lY3RvclN0eWxlIjp7IiRpZCI6IjEwMTIiLCJMaW5lQ29sb3IiOnsiJGlkIjoiMTAxMyIsIiR0eXBlIjoiTkxSRS5Db21tb24uRG9tLlNvbGlkQ29sb3JCcnVzaCwgTkxSRS5Db21tb24iLCJDb2xvciI6eyIkaWQiOiIxMDE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MTAxNSIsIlNoYXBlU3R5bGUiOnsiJGlkIjoiMTAxNiIsIk1hcmdpbiI6eyIkaWQiOiIxMDE3IiwiVG9wIjowLjAsIkxlZnQiOjAuMCwiUmlnaHQiOjAuMCwiQm90dG9tIjowLjB9LCJQYWRkaW5nIjp7IiRpZCI6IjEwMTgiLCJUb3AiOjAuMCwiTGVmdCI6MC4wLCJSaWdodCI6MC4wLCJCb3R0b20iOjAuMH0sIkJhY2tncm91bmQiOnsiJGlkIjoiMTAxOSIsIkNvbG9yIjp7IiRpZCI6IjEwMjAiLCJBIjoxNTMsIlIiOjAsIkciOjAsIkIiOjB9fSwiSXNWaXNpYmxlIjp0cnVlLCJXaWR0aCI6MC4wLCJIZWlnaHQiOjAuMCwiQm9yZGVyU3R5bGUiOnsiJGlkIjoiMTAyMSIsIkxpbmVDb2xvciI6eyIkaWQiOiIxMDIyIiwiJHR5cGUiOiJOTFJFLkNvbW1vbi5Eb20uU29saWRDb2xvckJydXNoLCBOTFJFLkNvbW1vbiIsIkNvbG9yIjp7IiRpZCI6IjEwMjMiLCJBIjoyNTUsIlIiOjI1NSwiRyI6MCwiQiI6MH19LCJMaW5lV2VpZ2h0IjowLjAsIkxpbmVUeXBlIjowLCJQYXJlbnRTdHlsZSI6bnVsbH0sIlBhcmVudFN0eWxlIjpudWxsfSwiTWFyZ2luIjp7IiRpZCI6IjEwMjQiLCJUb3AiOjAuMCwiTGVmdCI6MC4wLCJSaWdodCI6MC4wLCJCb3R0b20iOjAuMH0sIlBhZGRpbmciOnsiJGlkIjoiMTAyNSIsIlRvcCI6MC4wLCJMZWZ0IjowLjAsIlJpZ2h0IjowLjAsIkJvdHRvbSI6MC4wfSwiQmFja2dyb3VuZCI6bnVsbCwiSXNWaXNpYmxlIjp0cnVlLCJXaWR0aCI6MC4wLCJIZWlnaHQiOjAuMCwiQm9yZGVyU3R5bGUiOm51bGwsIlBhcmVudFN0eWxlIjpudWxsfSwiU2hhcGVTdHlsZSI6eyIkaWQiOiIxMDI2IiwiTWFyZ2luIjp7IiRpZCI6IjEwMjciLCJUb3AiOjAuMCwiTGVmdCI6NC4wLCJSaWdodCI6NC4wLCJCb3R0b20iOjAuMH0sIlBhZGRpbmciOnsiJGlkIjoiMTAyOCIsIlRvcCI6MC4wLCJMZWZ0IjowLjAsIlJpZ2h0IjowLjAsIkJvdHRvbSI6MC4wfSwiQmFja2dyb3VuZCI6eyIkaWQiOiIxMDI5IiwiQ29sb3IiOnsiJGlkIjoiMTAzMCIsIkEiOjI1NSwiUiI6MTUsIkciOjE1OCwiQiI6MjEzfX0sIklzVmlzaWJsZSI6dHJ1ZSwiV2lkdGgiOjAuMCwiSGVpZ2h0IjoxMC4wLCJCb3JkZXJTdHlsZSI6eyIkaWQiOiIxMDMxIiwiTGluZUNvbG9yIjp7IiRpZCI6IjEwMzIiLCIkdHlwZSI6Ik5MUkUuQ29tbW9uLkRvbS5Tb2xpZENvbG9yQnJ1c2gsIE5MUkUuQ29tbW9uIiwiQ29sb3IiOnsiJGlkIjoiMTAzMyIsIkEiOjI1NSwiUiI6MjM0LCJHIjoyMiwiQiI6MzB9fSwiTGluZVdlaWdodCI6MC4wLCJMaW5lVHlwZSI6MCwiUGFyZW50U3R5bGUiOm51bGx9LCJQYXJlbnRTdHlsZSI6bnVsbH0sIlRpdGxlU3R5bGUiOnsiJGlkIjoiMTAzNCIsIkZvbnRTZXR0aW5ncyI6eyIkaWQiOiIxMDM1IiwiRm9udFNpemUiOjExLCJGb250TmFtZSI6IkNhbGlicmkiLCJJc0JvbGQiOmZhbHNlLCJJc0l0YWxpYyI6ZmFsc2UsIklzVW5kZXJsaW5lZCI6ZmFsc2UsIlBhcmVudFN0eWxlIjpudWxsfSwiQXV0b1NpemUiOjAsIkZvcmVncm91bmQiOnsiJGlkIjoiMTAzNiIsIkNvbG9yIjp7IiRpZCI6IjEwMz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AzOCIsIlRvcCI6MC4wLCJMZWZ0IjowLjAsIlJpZ2h0IjowLjAsIkJvdHRvbSI6MC4wfSwiUGFkZGluZyI6eyIkaWQiOiIxMDM5IiwiVG9wIjowLjAsIkxlZnQiOjAuMCwiUmlnaHQiOjAuMCwiQm90dG9tIjowLjB9LCJCYWNrZ3JvdW5kIjp7IiRpZCI6IjEwNDAiLCJDb2xvciI6eyIkaWQiOiIxMDQxIiwiQSI6MjU1LCJSIjowLCJHIjowLCJCIjowfX0sIklzVmlzaWJsZSI6dHJ1ZSwiV2lkdGgiOjAuMCwiSGVpZ2h0IjowLjAsIkJvcmRlclN0eWxlIjp7IiRpZCI6IjEwNDIiLCJMaW5lQ29sb3IiOm51bGwsIkxpbmVXZWlnaHQiOjAuMCwiTGluZVR5cGUiOjAsIlBhcmVudFN0eWxlIjpudWxsfSwiUGFyZW50U3R5bGUiOm51bGx9LCJEYXRlU3R5bGUiOnsiJGlkIjoiMTA0MyIsIkZvbnRTZXR0aW5ncyI6eyIkaWQiOiIxMDQ0IiwiRm9udFNpemUiOjEwLCJGb250TmFtZSI6IkNhbGlicmkiLCJJc0JvbGQiOmZhbHNlLCJJc0l0YWxpYyI6ZmFsc2UsIklzVW5kZXJsaW5lZCI6ZmFsc2UsIlBhcmVudFN0eWxlIjpudWxsfSwiQXV0b1NpemUiOjAsIkZvcmVncm91bmQiOnsiJGlkIjoiMTA0NSIsIkNvbG9yIjp7IiRpZCI6IjEwND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MTA0NyIsIlRvcCI6MC4wLCJMZWZ0IjowLjAsIlJpZ2h0IjowLjAsIkJvdHRvbSI6MC4wfSwiUGFkZGluZyI6eyIkaWQiOiIxMDQ4IiwiVG9wIjowLjAsIkxlZnQiOjAuMCwiUmlnaHQiOjAuMCwiQm90dG9tIjowLjB9LCJCYWNrZ3JvdW5kIjp7IiRpZCI6IjEwNDkiLCJDb2xvciI6eyIkaWQiOiIxMDUwIiwiQSI6MjU1LCJSIjoxNCwiRyI6NDAsIkIiOjY1fX0sIklzVmlzaWJsZSI6dHJ1ZSwiV2lkdGgiOjAuMCwiSGVpZ2h0IjowLjAsIkJvcmRlclN0eWxlIjp7IiRpZCI6IjEwNTEiLCJMaW5lQ29sb3IiOm51bGwsIkxpbmVXZWlnaHQiOjAuMCwiTGluZVR5cGUiOjAsIlBhcmVudFN0eWxlIjpudWxsfSwiUGFyZW50U3R5bGUiOm51bGx9LCJEYXRlRm9ybWF0Ijp7IiRpZCI6IjEwNT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A1MyIsIkZvcm1hdCI6MCwiSXNWaXNpYmxlIjpmYWxzZSwiTGFzdEtub3duVmlzaWJpbGl0eVN0YXRlIjpmYWxzZX0sIklzVmlzaWJsZSI6dHJ1ZSwiVmFyaWFuY2VTdHlsZSI6eyIkaWQiOiIxMDU0IiwiVGV4dFN0eWxlIjp7IiRpZCI6IjEwNTUiLCJGb250U2V0dGluZ3MiOnsiJGlkIjoiMTA1NiIsIkZvbnRTaXplIjoxMCwiRm9udE5hbWUiOiJDYWxpYnJpIiwiSXNCb2xkIjpmYWxzZSwiSXNJdGFsaWMiOmZhbHNlLCJJc1VuZGVybGluZWQiOmZhbHNlLCJQYXJlbnRTdHlsZSI6bnVsbH0sIkF1dG9TaXplIjowLCJGb3JlZ3JvdW5kIjp7IiRpZCI6IjEwNTciLCJDb2xvciI6eyIkaWQiOiIxMDU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wNTkiLCJUb3AiOjAuMCwiTGVmdCI6MC4wLCJSaWdodCI6MC4wLCJCb3R0b20iOjAuMH0sIlBhZGRpbmciOnsiJGlkIjoiMTA2MCIsIlRvcCI6MC4wLCJMZWZ0IjowLjAsIlJpZ2h0IjowLjAsIkJvdHRvbSI6MC4wfSwiQmFja2dyb3VuZCI6eyIkaWQiOiIxMDYxIiwiQ29sb3IiOnsiJGlkIjoiMTA2MiIsIkEiOjI1NSwiUiI6MCwiRyI6MCwiQiI6MH19LCJJc1Zpc2libGUiOnRydWUsIldpZHRoIjowLjAsIkhlaWdodCI6MC4wLCJCb3JkZXJTdHlsZSI6eyIkaWQiOiIxMDYzIiwiTGluZUNvbG9yIjpudWxsLCJMaW5lV2VpZ2h0IjowLjAsIkxpbmVUeXBlIjowLCJQYXJlbnRTdHlsZSI6bnVsbH0sIlBhcmVudFN0eWxlIjpudWxsfSwiUGFyZW50U3R5bGUiOm51bGx9LCJQYXJlbnRTdHlsZSI6bnVsbCwiX2V4cGxpY2l0bHlTZXQiOnsiJGlkIjoiMTA2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EwNjUiLCJTaGFwZSI6MSwiQ29ubmVjdG9yTWFyZ2luIjp7IiRpZCI6IjEwNjYiLCJUb3AiOjAuMCwiTGVmdCI6Mi4wLCJSaWdodCI6Mi4wLCJCb3R0b20iOjAuMH0sIkNvbm5lY3RvclN0eWxlIjp7IiRpZCI6IjEwNjciLCJMaW5lQ29sb3IiOnsiJGlkIjoiMTA2OCIsIiR0eXBlIjoiTkxSRS5Db21tb24uRG9tLlNvbGlkQ29sb3JCcnVzaCwgTkxSRS5Db21tb24iLCJDb2xvciI6eyIkaWQiOiIxMDY5IiwiQSI6MTI3LCJSIjoxMSwiRyI6MTE4LCJCIjoxNTl9fSwiTGluZVdlaWdodCI6MS4wLCJMaW5lVHlwZSI6MCwiUGFyZW50U3R5bGUiOm51bGx9LCJJc0JlbG93VGltZWJhbmQiOmZhbHNlLCJQb3NpdGlvbk9uVGFzayI6MSwiSGlkZURhdGUiOmZhbHNlLCJTaGFwZVNpemUiOjAsIlNwYWNpbmciOjAuMCwiUGFkZGluZyI6eyIkaWQiOiIxMDcwIiwiVG9wIjo1LjAsIkxlZnQiOjMuMCwiUmlnaHQiOjAuMCwiQm90dG9tIjoyLjB9LCJTaGFwZVN0eWxlIjp7IiRpZCI6IjEwNzEiLCJNYXJnaW4iOnsiJGlkIjoiMTA3MiIsIlRvcCI6MC4wLCJMZWZ0IjowLjAsIlJpZ2h0IjowLjAsIkJvdHRvbSI6MC4wfSwiUGFkZGluZyI6eyIkaWQiOiIxMDczIiwiVG9wIjowLjAsIkxlZnQiOjAuMCwiUmlnaHQiOjAuMCwiQm90dG9tIjowLjB9LCJCYWNrZ3JvdW5kIjp7IiRpZCI6IjEwNzQiLCJDb2xvciI6eyIkaWQiOiIxMDc1IiwiQSI6MjU1LCJSIjoxMSwiRyI6MTE4LCJCIjoxNTl9fSwiSXNWaXNpYmxlIjp0cnVlLCJXaWR0aCI6MTIuMCwiSGVpZ2h0IjoxNC4wLCJCb3JkZXJTdHlsZSI6eyIkaWQiOiIxMDc2IiwiTGluZUNvbG9yIjp7IiRpZCI6IjEwNzciLCIkdHlwZSI6Ik5MUkUuQ29tbW9uLkRvbS5Tb2xpZENvbG9yQnJ1c2gsIE5MUkUuQ29tbW9uIiwiQ29sb3IiOnsiJGlkIjoiMTA3OCIsIkEiOjI1NSwiUiI6MjU1LCJHIjowLCJCIjowfX0sIkxpbmVXZWlnaHQiOjAuMCwiTGluZVR5cGUiOjAsIlBhcmVudFN0eWxlIjpudWxsfSwiUGFyZW50U3R5bGUiOm51bGx9LCJUaXRsZVN0eWxlIjp7IiRpZCI6IjEwNzkiLCJGb250U2V0dGluZ3MiOnsiJGlkIjoiMTA4MCIsIkZvbnRTaXplIjoxMSwiRm9udE5hbWUiOiJDYWxpYnJpIiwiSXNCb2xkIjpmYWxzZSwiSXNJdGFsaWMiOmZhbHNlLCJJc1VuZGVybGluZWQiOmZhbHNlLCJQYXJlbnRTdHlsZSI6bnVsbH0sIkF1dG9TaXplIjowLCJGb3JlZ3JvdW5kIjp7IiRpZCI6IjEwODEiLCJDb2xvciI6eyIkaWQiOiIxMDg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EwODMiLCJUb3AiOjAuMCwiTGVmdCI6MC4wLCJSaWdodCI6MC4wLCJCb3R0b20iOjAuMH0sIlBhZGRpbmciOnsiJGlkIjoiMTA4NCIsIlRvcCI6MC4wLCJMZWZ0IjowLjAsIlJpZ2h0IjowLjAsIkJvdHRvbSI6MC4wfSwiQmFja2dyb3VuZCI6eyIkaWQiOiIxMDg1IiwiQ29sb3IiOnsiJGlkIjoiMTA4NiIsIkEiOjI1NSwiUiI6MCwiRyI6MCwiQiI6MH19LCJJc1Zpc2libGUiOnRydWUsIldpZHRoIjowLjAsIkhlaWdodCI6MC4wLCJCb3JkZXJTdHlsZSI6eyIkaWQiOiIxMDg3IiwiTGluZUNvbG9yIjpudWxsLCJMaW5lV2VpZ2h0IjowLjAsIkxpbmVUeXBlIjowLCJQYXJlbnRTdHlsZSI6bnVsbH0sIlBhcmVudFN0eWxlIjpudWxsfSwiRGF0ZVN0eWxlIjp7IiRpZCI6IjEwODgiLCJGb250U2V0dGluZ3MiOnsiJGlkIjoiMTA4OSIsIkZvbnRTaXplIjoxMCwiRm9udE5hbWUiOiJDYWxpYnJpIiwiSXNCb2xkIjpmYWxzZSwiSXNJdGFsaWMiOmZhbHNlLCJJc1VuZGVybGluZWQiOmZhbHNlLCJQYXJlbnRTdHlsZSI6bnVsbH0sIkF1dG9TaXplIjowLCJGb3JlZ3JvdW5kIjp7IiRpZCI6IjEwOTAiLCJDb2xvciI6eyIkaWQiOiIxMDk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EwOTIiLCJUb3AiOjAuMCwiTGVmdCI6MC4wLCJSaWdodCI6MC4wLCJCb3R0b20iOjAuMH0sIlBhZGRpbmciOnsiJGlkIjoiMTA5MyIsIlRvcCI6MC4wLCJMZWZ0IjowLjAsIlJpZ2h0IjowLjAsIkJvdHRvbSI6MC4wfSwiQmFja2dyb3VuZCI6eyIkaWQiOiIxMDk0IiwiQ29sb3IiOnsiJGlkIjoiMTA5NSIsIkEiOjI1NSwiUiI6MTQsIkciOjQwLCJCIjo2NX19LCJJc1Zpc2libGUiOnRydWUsIldpZHRoIjowLjAsIkhlaWdodCI6MC4wLCJCb3JkZXJTdHlsZSI6eyIkaWQiOiIxMDk2IiwiTGluZUNvbG9yIjpudWxsLCJMaW5lV2VpZ2h0IjowLjAsIkxpbmVUeXBlIjowLCJQYXJlbnRTdHlsZSI6bnVsbH0sIlBhcmVudFN0eWxlIjpudWxsfSwiRGF0ZUZvcm1hdCI6eyIkaWQiOiIxMDk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OTgiLCJGb3JtYXQiOjAsIklzVmlzaWJsZSI6ZmFsc2UsIkxhc3RLbm93blZpc2liaWxpdHlTdGF0ZSI6ZmFsc2V9LCJJc1Zpc2libGUiOmZhbHNlLCJWYXJpYW5jZVN0eWxlIjp7IiRpZCI6IjEwOTkiLCJUZXh0U3R5bGUiOnsiJGlkIjoiMTEwMCIsIkZvbnRTZXR0aW5ncyI6eyIkaWQiOiIxMTAxIiwiRm9udFNpemUiOjEwLCJGb250TmFtZSI6IkNhbGlicmkiLCJJc0JvbGQiOmZhbHNlLCJJc0l0YWxpYyI6ZmFsc2UsIklzVW5kZXJsaW5lZCI6ZmFsc2UsIlBhcmVudFN0eWxlIjpudWxsfSwiQXV0b1NpemUiOjAsIkZvcmVncm91bmQiOnsiJGlkIjoiMTEwMiIsIkNvbG9yIjp7IiRpZCI6IjExMD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EwNCIsIlRvcCI6MC4wLCJMZWZ0IjowLjAsIlJpZ2h0IjowLjAsIkJvdHRvbSI6MC4wfSwiUGFkZGluZyI6eyIkaWQiOiIxMTA1IiwiVG9wIjowLjAsIkxlZnQiOjAuMCwiUmlnaHQiOjAuMCwiQm90dG9tIjowLjB9LCJCYWNrZ3JvdW5kIjp7IiRpZCI6IjExMDYiLCJDb2xvciI6eyIkaWQiOiIxMTA3IiwiQSI6MjU1LCJSIjowLCJHIjowLCJCIjowfX0sIklzVmlzaWJsZSI6dHJ1ZSwiV2lkdGgiOjAuMCwiSGVpZ2h0IjowLjAsIkJvcmRlclN0eWxlIjp7IiRpZCI6IjExMDgiLCJMaW5lQ29sb3IiOm51bGwsIkxpbmVXZWlnaHQiOjAuMCwiTGluZVR5cGUiOjAsIlBhcmVudFN0eWxlIjpudWxsfSwiUGFyZW50U3R5bGUiOm51bGx9LCJQYXJlbnRTdHlsZSI6bnVsbH0sIlBhcmVudFN0eWxlIjpudWxsfSwiRGVmYXVsdFN3aW1sYW5lTWlsZXN0b25lU3R5bGUiOnsiJGlkIjoiMTEwOSIsIlRpdGxlUG9zaXRpb24iOiJMZWZ0IiwiRGF0ZVBvc2l0aW9uIjoiUmlnaHQiLCJWYXJpYW5jZVBvc2l0aW9uIjoiUmlnaHQiLCJTaGFwZVR5cGUiOjEsIlNoYXBlU2l6ZSI6MCwiU3BhY2luZyI6NSwiU2hhcGVTdHlsZSI6eyIkaWQiOiIxMTEwIiwiTWFyZ2luIjp7IiRpZCI6IjExMTEiLCJUb3AiOjAuMCwiTGVmdCI6MC4wLCJSaWdodCI6MC4wLCJCb3R0b20iOjAuMH0sIlBhZGRpbmciOnsiJGlkIjoiMTExMiIsIlRvcCI6MC4wLCJMZWZ0IjowLjAsIlJpZ2h0IjowLjAsIkJvdHRvbSI6MC4wfSwiQmFja2dyb3VuZCI6eyIkaWQiOiIxMTEzIiwiQ29sb3IiOnsiJGlkIjoiMTExNCIsIkEiOjI1NSwiUiI6MTUsIkciOjE1OCwiQiI6MjEzfX0sIklzVmlzaWJsZSI6dHJ1ZSwiV2lkdGgiOjEyLjAsIkhlaWdodCI6MTQuMCwiQm9yZGVyU3R5bGUiOnsiJGlkIjoiMTExNSIsIkxpbmVDb2xvciI6eyIkaWQiOiIxMTE2IiwiJHR5cGUiOiJOTFJFLkNvbW1vbi5Eb20uU29saWRDb2xvckJydXNoLCBOTFJFLkNvbW1vbiIsIkNvbG9yIjp7IiRpZCI6IjExMTciLCJBIjoyNTUsIlIiOjIzNCwiRyI6MjIsIkIiOjMwfX0sIkxpbmVXZWlnaHQiOjAuMCwiTGluZVR5cGUiOjAsIlBhcmVudFN0eWxlIjpudWxsfSwiUGFyZW50U3R5bGUiOm51bGx9LCJUaXRsZVN0eWxlIjp7IiRpZCI6IjExMTgiLCJGb250U2V0dGluZ3MiOnsiJGlkIjoiMTExOSIsIkZvbnRTaXplIjoxMSwiRm9udE5hbWUiOiJDYWxpYnJpIiwiSXNCb2xkIjpmYWxzZSwiSXNJdGFsaWMiOmZhbHNlLCJJc1VuZGVybGluZWQiOmZhbHNlLCJQYXJlbnRTdHlsZSI6bnVsbH0sIkF1dG9TaXplIjowLCJGb3JlZ3JvdW5kIjp7IiRpZCI6IjExMjAiLCJDb2xvciI6eyIkaWQiOiIxMTIx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ExMjIiLCJUb3AiOjAuMCwiTGVmdCI6MC4wLCJSaWdodCI6MC4wLCJCb3R0b20iOjAuMH0sIlBhZGRpbmciOnsiJGlkIjoiMTEyMyIsIlRvcCI6MC4wLCJMZWZ0IjowLjAsIlJpZ2h0IjowLjAsIkJvdHRvbSI6MC4wfSwiQmFja2dyb3VuZCI6eyIkaWQiOiIxMTI0IiwiQ29sb3IiOnsiJGlkIjoiMTEyNSIsIkEiOjI1NSwiUiI6MCwiRyI6MCwiQiI6MH19LCJJc1Zpc2libGUiOnRydWUsIldpZHRoIjowLjAsIkhlaWdodCI6MC4wLCJCb3JkZXJTdHlsZSI6eyIkaWQiOiIxMTI2IiwiTGluZUNvbG9yIjpudWxsLCJMaW5lV2VpZ2h0IjowLjAsIkxpbmVUeXBlIjowLCJQYXJlbnRTdHlsZSI6bnVsbH0sIlBhcmVudFN0eWxlIjpudWxsfSwiRGF0ZVN0eWxlIjp7IiRpZCI6IjExMjciLCJGb250U2V0dGluZ3MiOnsiJGlkIjoiMTEyOCIsIkZvbnRTaXplIjoxMCwiRm9udE5hbWUiOiJDYWxpYnJpIiwiSXNCb2xkIjpmYWxzZSwiSXNJdGFsaWMiOmZhbHNlLCJJc1VuZGVybGluZWQiOmZhbHNlLCJQYXJlbnRTdHlsZSI6bnVsbH0sIkF1dG9TaXplIjowLCJGb3JlZ3JvdW5kIjp7IiRpZCI6IjExMjkiLCJDb2xvciI6eyIkaWQiOiIxMTMw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xMzEiLCJUb3AiOjAuMCwiTGVmdCI6MC4wLCJSaWdodCI6MC4wLCJCb3R0b20iOjAuMH0sIlBhZGRpbmciOnsiJGlkIjoiMTEzMiIsIlRvcCI6MC4wLCJMZWZ0IjowLjAsIlJpZ2h0IjowLjAsIkJvdHRvbSI6MC4wfSwiQmFja2dyb3VuZCI6eyIkaWQiOiIxMTMzIiwiQ29sb3IiOnsiJGlkIjoiMTEzNCIsIkEiOjI1NSwiUiI6MTQsIkciOjQwLCJCIjo2NX19LCJJc1Zpc2libGUiOnRydWUsIldpZHRoIjowLjAsIkhlaWdodCI6MC4wLCJCb3JkZXJTdHlsZSI6eyIkaWQiOiIxMTM1IiwiTGluZUNvbG9yIjpudWxsLCJMaW5lV2VpZ2h0IjowLjAsIkxpbmVUeXBlIjowLCJQYXJlbnRTdHlsZSI6bnVsbH0sIlBhcmVudFN0eWxlIjpudWxsfSwiRGF0ZUZvcm1hdCI6eyIkaWQiOiIxMTM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xMzciLCJGb3JtYXQiOjAsIklzVmlzaWJsZSI6ZmFsc2UsIkxhc3RLbm93blZpc2liaWxpdHlTdGF0ZSI6ZmFsc2V9LCJJc1Zpc2libGUiOnRydWUsIlZhcmlhbmNlU3R5bGUiOnsiJGlkIjoiMTEzOCIsIlRleHRTdHlsZSI6eyIkaWQiOiIxMTM5IiwiRm9udFNldHRpbmdzIjp7IiRpZCI6IjExNDAiLCJGb250U2l6ZSI6MTAsIkZvbnROYW1lIjoiQ2FsaWJyaSIsIklzQm9sZCI6ZmFsc2UsIklzSXRhbGljIjpmYWxzZSwiSXNVbmRlcmxpbmVkIjpmYWxzZSwiUGFyZW50U3R5bGUiOm51bGx9LCJBdXRvU2l6ZSI6MCwiRm9yZWdyb3VuZCI6eyIkaWQiOiIxMTQxIiwiQ29sb3IiOnsiJGlkIjoiMTE0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TQzIiwiVG9wIjowLjAsIkxlZnQiOjAuMCwiUmlnaHQiOjAuMCwiQm90dG9tIjowLjB9LCJQYWRkaW5nIjp7IiRpZCI6IjExNDQiLCJUb3AiOjAuMCwiTGVmdCI6MC4wLCJSaWdodCI6MC4wLCJCb3R0b20iOjAuMH0sIkJhY2tncm91bmQiOnsiJGlkIjoiMTE0NSIsIkNvbG9yIjp7IiRpZCI6IjExNDYiLCJBIjoyNTUsIlIiOjAsIkciOjAsIkIiOjB9fSwiSXNWaXNpYmxlIjp0cnVlLCJXaWR0aCI6MC4wLCJIZWlnaHQiOjAuMCwiQm9yZGVyU3R5bGUiOnsiJGlkIjoiMTE0NyIsIkxpbmVDb2xvciI6bnVsbCwiTGluZVdlaWdodCI6MC4wLCJMaW5lVHlwZSI6MCwiUGFyZW50U3R5bGUiOm51bGx9LCJQYXJlbnRTdHlsZSI6bnVsbH0sIlBhcmVudFN0eWxlIjpudWxsfSwiUGFyZW50U3R5bGUiOm51bGx9LCJEZWZhdWx0U3dpbWxhbmVBY3Rpdml0eVN0eWxlIjp7IiRpZCI6IjExNDgiLCJIZWFkZXJTdHlsZSI6eyIkaWQiOiIxMTQ5IiwiVGV4dFN0eWxlIjp7IiRpZCI6IjExNTAiLCJGb250U2V0dGluZ3MiOnsiJGlkIjoiMTE1MSIsIkZvbnRTaXplIjoxMSwiRm9udE5hbWUiOiJDYWxpYnJpIiwiSXNCb2xkIjpmYWxzZSwiSXNJdGFsaWMiOmZhbHNlLCJJc1VuZGVybGluZWQiOmZhbHNlLCJQYXJlbnRTdHlsZSI6bnVsbH0sIkF1dG9TaXplIjoyLCJGb3JlZ3JvdW5kIjp7IiRpZCI6IjExNTIiLCJDb2xvciI6eyIkaWQiOiIxMTU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MTE1NCIsIlRvcCI6MC4wLCJMZWZ0IjowLjAsIlJpZ2h0IjowLjAsIkJvdHRvbSI6MC4wfSwiUGFkZGluZyI6eyIkaWQiOiIxMTU1IiwiVG9wIjowLjAsIkxlZnQiOjAuMCwiUmlnaHQiOjAuMCwiQm90dG9tIjowLjB9LCJCYWNrZ3JvdW5kIjp7IiRpZCI6IjExNTYiLCJDb2xvciI6eyIkaWQiOiIxMTU3IiwiQSI6MjU1LCJSIjowLCJHIjowLCJCIjowfX0sIklzVmlzaWJsZSI6dHJ1ZSwiV2lkdGgiOjAuMCwiSGVpZ2h0IjowLjAsIkJvcmRlclN0eWxlIjpudWxsLCJQYXJlbnRTdHlsZSI6bnVsbH0sIlJlY3RhbmdsZVN0eWxlIjp7IiRpZCI6IjExNTgiLCJNYXJnaW4iOnsiJGlkIjoiMTE1OSIsIlRvcCI6MC4wLCJMZWZ0IjowLjAsIlJpZ2h0IjowLjAsIkJvdHRvbSI6MC4wfSwiUGFkZGluZyI6eyIkaWQiOiIxMTYwIiwiVG9wIjowLjAsIkxlZnQiOjAuMCwiUmlnaHQiOjAuMCwiQm90dG9tIjowLjB9LCJCYWNrZ3JvdW5kIjp7IiRpZCI6IjExNjEiLCJDb2xvciI6eyIkaWQiOiIxMTYyIiwiQSI6MTI3LCJSIjoxNSwiRyI6MTU4LCJCIjoyMTN9fSwiSXNWaXNpYmxlIjp0cnVlLCJXaWR0aCI6MC4wLCJIZWlnaHQiOjAuMCwiQm9yZGVyU3R5bGUiOnsiJGlkIjoiMTE2MyIsIkxpbmVDb2xvciI6eyIkaWQiOiIxMTY0IiwiJHR5cGUiOiJOTFJFLkNvbW1vbi5Eb20uU29saWRDb2xvckJydXNoLCBOTFJFLkNvbW1vbiIsIkNvbG9yIjp7IiRpZCI6IjExNjUiLCJBIjoyNTUsIlIiOjI1NSwiRyI6MCwiQiI6MH19LCJMaW5lV2VpZ2h0IjowLjAsIkxpbmVUeXBlIjowLCJQYXJlbnRTdHlsZSI6bnVsbH0sIlBhcmVudFN0eWxlIjpudWxsfSwiTWFyZ2luIjp7IiRpZCI6IjExNjYiLCJUb3AiOjAuMCwiTGVmdCI6MC4wLCJSaWdodCI6MC4wLCJCb3R0b20iOjAuMH0sIlBhZGRpbmciOnsiJGlkIjoiMTE2NyIsIlRvcCI6MC4wLCJMZWZ0IjowLjAsIlJpZ2h0IjowLjAsIkJvdHRvbSI6MC4wfSwiQmFja2dyb3VuZCI6bnVsbCwiSXNWaXNpYmxlIjp0cnVlLCJXaWR0aCI6MC4wLCJIZWlnaHQiOjAuMCwiQm9yZGVyU3R5bGUiOm51bGwsIlBhcmVudFN0eWxlIjpudWxsfSwiQmFja2dyb3VuZFN0eWxlIjp7IiRpZCI6IjExNjgiLCJNYXJnaW4iOnsiJGlkIjoiMTE2OSIsIlRvcCI6MC4wLCJMZWZ0IjowLjAsIlJpZ2h0IjowLjAsIkJvdHRvbSI6MC4wfSwiUGFkZGluZyI6eyIkaWQiOiIxMTcwIiwiVG9wIjowLjAsIkxlZnQiOjAuMCwiUmlnaHQiOjAuMCwiQm90dG9tIjowLjB9LCJCYWNrZ3JvdW5kIjp7IiRpZCI6IjExNzEiLCJDb2xvciI6eyIkaWQiOiIxMTcyIiwiQSI6NTEsIlIiOjIwMCwiRyI6MjAwLCJCIjoyMDB9fSwiSXNWaXNpYmxlIjp0cnVlLCJXaWR0aCI6MC4wLCJIZWlnaHQiOjAuMCwiQm9yZGVyU3R5bGUiOnsiJGlkIjoiMTE3MyIsIkxpbmVDb2xvciI6eyIkaWQiOiIxMTc0IiwiJHR5cGUiOiJOTFJFLkNvbW1vbi5Eb20uU29saWRDb2xvckJydXNoLCBOTFJFLkNvbW1vbiIsIkNvbG9yIjp7IiRpZCI6IjExNzUiLCJBIjoyNTUsIlIiOjIzNCwiRyI6MjIsIkIiOjMwfX0sIkxpbmVXZWlnaHQiOjAuMCwiTGluZVR5cGUiOjAsIlBhcmVudFN0eWxlIjpudWxsfSwiUGFyZW50U3R5bGUiOm51bGx9LCJNYXJnaW4iOnsiJGlkIjoiMTE3NiIsIlRvcCI6MC4wLCJMZWZ0IjowLjAsIlJpZ2h0IjowLjAsIkJvdHRvbSI6MC4wfSwiUGFkZGluZyI6eyIkaWQiOiIxMTc3IiwiVG9wIjowLjAsIkxlZnQiOjAuMCwiUmlnaHQiOjAuMCwiQm90dG9tIjowLjB9LCJJc1Zpc2libGUiOnRydWUsIldpZHRoIjowLjAsIkhlaWdodCI6MC4wLCJCb3JkZXJTdHlsZSI6eyIkaWQiOiIxMTc4IiwiTGluZUNvbG9yIjpudWxsLCJMaW5lV2VpZ2h0IjowLjAsIkxpbmVUeXBlIjowLCJQYXJlbnRTdHlsZSI6bnVsbH0sIlBhcmVudFN0eWxlIjpudWxsfSwiTWFyZ2luIjp7IiRpZCI6IjExNzkiLCJUb3AiOjAuMCwiTGVmdCI6MC4wLCJSaWdodCI6MC4wLCJCb3R0b20iOjAuMH0sIlBhZGRpbmciOnsiJGlkIjoiMTE4MCIsIlRvcCI6MC4wLCJMZWZ0IjowLjAsIlJpZ2h0IjowLjAsIkJvdHRvbSI6MC4wfSwiSXNWaXNpYmxlIjp0cnVlLCJXaWR0aCI6MC4wLCJIZWlnaHQiOjAuMCwiQm9yZGVyU3R5bGUiOnsiJGlkIjoiMTE4MSIsIkxpbmVDb2xvciI6bnVsbCwiTGluZVdlaWdodCI6MC4wLCJMaW5lVHlwZSI6MCwiUGFyZW50U3R5bGUiOm51bGx9LCJQYXJlbnRTdHlsZSI6bnVsbH1dLCJDb25kaXRpb25hbEZvcm1hdHRpbmciOnsiJGlkIjoiMTE4MiIsIlB2QUZvcm1hdHRpbmciOnsiJGlkIjoiMTE4MyIsIkRlbGF5VGFza1N0eWxlIjp7IiRpZCI6IjExODQiLCJTdHlsZU9wdGlvbnMiOjI0LCJUaXRsZUZvcmVncm91bmQiOnsiJGlkIjoiMTE4NSIsIkNvbG9yIjp7IiRpZCI6IjExODYiLCJBIjoyNTUsIlIiOjE3NSwiRyI6MCwiQiI6MH19LCJBY3R1YWxTaGFwZXNCYWNrZ3JvdW5kIjp7IiRpZCI6IjExODciLCJDb2xvciI6eyIkaWQiOiIxMTg4IiwiQSI6NjIsIlIiOjI1NSwiRyI6MCwiQiI6MH19LCJBY3R1YWxTaGFwZXNCb3JkZXJTdHlsZSI6eyIkaWQiOiIxMTg5IiwiTGluZUNvbG9yIjp7IiRpZCI6IjExOTAiLCIkdHlwZSI6Ik5MUkUuQ29tbW9uLkRvbS5Tb2xpZENvbG9yQnJ1c2gsIE5MUkUuQ29tbW9uIiwiQ29sb3IiOnsiJGlkIjoiMTE5MSIsIkEiOjE2MywiUiI6MjU1LCJHIjowLCJCIjowfX0sIkxpbmVXZWlnaHQiOjMuMCwiTGluZVR5cGUiOjAsIlBhcmVudFN0eWxlIjpudWxsfSwiQmFzZWxpbmVTaGFwZXNCYWNrZ3JvdW5kIjp7IiRpZCI6IjExOTIiLCJDb2xvciI6eyIkaWQiOiIxMTkzIiwiQSI6MTg0LCJSIjoyNTUsIkciOjAsIkIiOjB9fSwiVmFyaWFuY2VGb3JlZ3JvdW5kIjp7IiRpZCI6IjExOTQiLCJDb2xvciI6eyIkaWQiOiIxMTk1IiwiQSI6MjU1LCJSIjoxNzUsIkciOjAsIkIiOjB9fSwiSXNWaXNpYmxlIjp0cnVlfSwiRGVsYXlNaWxlc3RvbmVTdHlsZSI6eyIkaWQiOiIxMTk2IiwiU3R5bGVPcHRpb25zIjoxOCwiVGl0bGVGb3JlZ3JvdW5kIjp7IiRpZCI6IjExOTciLCJDb2xvciI6eyIkaWQiOiIxMTk4IiwiQSI6MjU1LCJSIjoxNzUsIkciOjAsIkIiOjB9fSwiQWN0dWFsU2hhcGVzQmFja2dyb3VuZCI6eyIkaWQiOiIxMTk5IiwiQ29sb3IiOnsiJGlkIjoiMTIwMCIsIkEiOjI1NSwiUiI6MjIyLCJHIjo4MCwiQiI6NTB9fSwiQWN0dWFsU2hhcGVzQm9yZGVyU3R5bGUiOnsiJGlkIjoiMTIwMSIsIkxpbmVDb2xvciI6eyIkaWQiOiIxMjAyIiwiJHR5cGUiOiJOTFJFLkNvbW1vbi5Eb20uU29saWRDb2xvckJydXNoLCBOTFJFLkNvbW1vbiIsIkNvbG9yIjp7IiRpZCI6IjEyMDMiLCJBIjoxNjMsIlIiOjI1NSwiRyI6MCwiQiI6MH19LCJMaW5lV2VpZ2h0IjozLjAsIkxpbmVUeXBlIjowLCJQYXJlbnRTdHlsZSI6bnVsbH0sIkJhc2VsaW5lU2hhcGVzQmFja2dyb3VuZCI6eyIkaWQiOiIxMjA0IiwiQ29sb3IiOnsiJGlkIjoiMTIwNSIsIkEiOjE4NCwiUiI6MjU1LCJHIjowLCJCIjowfX0sIlZhcmlhbmNlRm9yZWdyb3VuZCI6eyIkaWQiOiIxMjA2IiwiQ29sb3IiOnsiJGlkIjoiMTIwNyIsIkEiOjI1NSwiUiI6MTc1LCJHIjowLCJCIjowfX0sIklzVmlzaWJsZSI6dHJ1ZX0sIkFkdmFuY2VUYXNrU3R5bGUiOnsiJGlkIjoiMTIwOCIsIlN0eWxlT3B0aW9ucyI6MjQsIlRpdGxlRm9yZWdyb3VuZCI6eyIkaWQiOiIxMjA5IiwiQ29sb3IiOnsiJGlkIjoiMTIxMCIsIkEiOjI1NSwiUiI6MCwiRyI6MTEwLCJCIjowfX0sIkFjdHVhbFNoYXBlc0JhY2tncm91bmQiOnsiJGlkIjoiMTIxMSIsIkNvbG9yIjp7IiRpZCI6IjEyMTIiLCJBIjo2MSwiUiI6MCwiRyI6MTI4LCJCIjowfX0sIkFjdHVhbFNoYXBlc0JvcmRlclN0eWxlIjp7IiRpZCI6IjEyMTMiLCJMaW5lQ29sb3IiOnsiJGlkIjoiMTIxNCIsIiR0eXBlIjoiTkxSRS5Db21tb24uRG9tLlNvbGlkQ29sb3JCcnVzaCwgTkxSRS5Db21tb24iLCJDb2xvciI6eyIkaWQiOiIxMjE1IiwiQSI6MTYzLCJSIjowLCJHIjoxMjgsIkIiOjB9fSwiTGluZVdlaWdodCI6My4wLCJMaW5lVHlwZSI6MCwiUGFyZW50U3R5bGUiOm51bGx9LCJCYXNlbGluZVNoYXBlc0JhY2tncm91bmQiOnsiJGlkIjoiMTIxNiIsIkNvbG9yIjp7IiRpZCI6IjEyMTciLCJBIjoxODQsIlIiOjAsIkciOjEyOCwiQiI6MH19LCJWYXJpYW5jZUZvcmVncm91bmQiOnsiJGlkIjoiMTIxOCIsIkNvbG9yIjp7IiRpZCI6IjEyMTkiLCJBIjoyNTUsIlIiOjAsIkciOjExMCwiQiI6MH19LCJJc1Zpc2libGUiOnRydWV9LCJBZHZhbmNlTWlsZXN0b25lU3R5bGUiOnsiJGlkIjoiMTIyMCIsIlN0eWxlT3B0aW9ucyI6MTgsIlRpdGxlRm9yZWdyb3VuZCI6eyIkaWQiOiIxMjIxIiwiQ29sb3IiOnsiJGlkIjoiMTIyMiIsIkEiOjI1NSwiUiI6MCwiRyI6MTEwLCJCIjowfX0sIkFjdHVhbFNoYXBlc0JhY2tncm91bmQiOnsiJGlkIjoiMTIyMyIsIkNvbG9yIjp7IiRpZCI6IjEyMjQiLCJBIjoyNTUsIlIiOjIwLCJHIjoxMDAsIkIiOjB9fSwiQWN0dWFsU2hhcGVzQm9yZGVyU3R5bGUiOnsiJGlkIjoiMTIyNSIsIkxpbmVDb2xvciI6eyIkaWQiOiIxMjI2IiwiJHR5cGUiOiJOTFJFLkNvbW1vbi5Eb20uU29saWRDb2xvckJydXNoLCBOTFJFLkNvbW1vbiIsIkNvbG9yIjp7IiRpZCI6IjEyMjciLCJBIjoxNjMsIlIiOjAsIkciOjEyOCwiQiI6MH19LCJMaW5lV2VpZ2h0IjozLjAsIkxpbmVUeXBlIjowLCJQYXJlbnRTdHlsZSI6bnVsbH0sIkJhc2VsaW5lU2hhcGVzQmFja2dyb3VuZCI6eyIkaWQiOiIxMjI4IiwiQ29sb3IiOnsiJGlkIjoiMTIyOSIsIkEiOjE4NCwiUiI6MCwiRyI6MTI4LCJCIjowfX0sIlZhcmlhbmNlRm9yZWdyb3VuZCI6eyIkaWQiOiIxMjMwIiwiQ29sb3IiOnsiJGlkIjoiMTIzMSIsIkEiOjI1NSwiUiI6MCwiRyI6MTEwLCJCIjowfX0sIklzVmlzaWJsZSI6dHJ1ZX19LCJWYXJpYW5jZURpc3BsYXlTZXR0aW5ncyI6eyIkaWQiOiIxMjMyIiwiVGFza1ZhcmlhbmNlRGlzcGxheU9wdGlvbnMiOnsiJGlkIjoiMTIzMyIsIlNob3dEZWxheVZhcmlhbmNlIjp0cnVlLCJTaG93QWR2YW5jZVZhcmlhbmNlIjp0cnVlLCJTaG93XzBfVmFyaWFuY2UiOmZhbHNlfSwiTWlsZXN0b25lVmFyaWFuY2VEaXNwbGF5T3B0aW9ucyI6eyIkaWQiOiIxMjM0IiwiU2hvd0RlbGF5VmFyaWFuY2UiOnRydWUsIlNob3dBZHZhbmNlVmFyaWFuY2UiOnRydWUsIlNob3dfMF9WYXJpYW5jZSI6ZmFsc2V9fX19LCJTY2FsZSI6bnVsbCwiU2NhbGVWMiI6eyIkaWQiOiIxMjM1IiwiU3RhcnREYXRlIjoiMDAwMS0wMS0wMVQwMDowMDowMCIsIkVuZERhdGUiOiIyMDI1LTEyLTA1VDIzOjU5OjAwIiwiQXV0b0RhdGVSYW5nZSI6dHJ1ZSwiV29ya2luZ0RheXMiOjMxLCJGaXNjYWxZZWFyIjp7IiRpZCI6IjEyMzYiLCJTdGFydE1vbnRoIjoxLCJVc2VTdGFydGluZ1llYXJGb3JOdW1iZXJpbmciOnRydWUsIlNob3dGaXNjYWxZZWFyTGFiZWwiOnRydWV9LCJUb2RheU1hcmtlclRleHQiOiJUb2RheSIsIkF1dG9TY2FsZVR5cGUiOnRydWUsIlRpbWViYW5kU2NhbGVzIjp7IiRpZCI6IjEyMzciLCJUb3BTY2FsZUxheWVyIjp7IiRpZCI6IjEyMzgiLCJGb3JtYXQiOiJNTU0iLCJUeXBlIjoyLCJHcm91cGluZ0ludGVydmFscyI6eyIkaWQiOiIxMjM5IiwiSXNTZXQiOmZhbHNlLCJHcm91cGluZ1N0ZXBDb3VudCI6MX19LCJNaWRkbGVTY2FsZUxheWVyIjp7IiRpZCI6IjEyNDAiLCJGb3JtYXQiOm51bGwsIlR5cGUiOjAsIkdyb3VwaW5nSW50ZXJ2YWxzIjp7IiRpZCI6IjEyNDEiLCJJc1NldCI6ZmFsc2UsIkdyb3VwaW5nU3RlcENvdW50IjoxfX0sIkJvdHRvbVNjYWxlTGF5ZXIiOnsiJGlkIjoiMTI0MiIsIkZvcm1hdCI6bnVsbCwiVHlwZSI6MCwiR3JvdXBpbmdJbnRlcnZhbHMiOnsiJGlkIjoiMTI0MyIsIklzU2V0IjpmYWxzZSwiR3JvdXBpbmdTdGVwQ291bnQiOjF9fX19LCJNaWxlc3RvbmVzIjpbXSwiVGFza3MiOlt7IiRpZCI6IjEyNDQiLCJHcm91cE5hbWUiOm51bGwsIlN0YXJ0RGF0ZSI6IjIwMjUtMDktMDVUMDA6MDA6MDAiLCJFbmREYXRlIjoiMjAyNS0wOS0xMFQyMzo1OTowMFoiLCJQZXJjZW50YWdlQ29tcGxldGUiOm51bGwsIlN0eWxlIjp7IiRpZCI6IjEyNDUiLCJTaGFwZSI6MywiU2hhcGVUaGlja25lc3MiOjAsIkR1cmF0aW9uRm9ybWF0IjowLCJJbmNsdWRlTm9uV29ya2luZ0RheXNJbkR1cmF0aW9uIjpmYWxzZSwiUGVyY2VudGFnZUNvbXBsZXRlU3R5bGUiOnsiJGlkIjoiMTI0NiIsIkZvbnRTZXR0aW5ncyI6eyIkaWQiOiIxMjQ3IiwiRm9udFNpemUiOjEwLCJGb250TmFtZSI6IkNhbGlicmkiLCJJc0JvbGQiOmZhbHNlLCJJc0l0YWxpYyI6ZmFsc2UsIklzVW5kZXJsaW5lZCI6ZmFsc2UsIlBhcmVudFN0eWxlIjpudWxsfSwiQXV0b1NpemUiOjAsIkZvcmVncm91bmQiOnsiJGlkIjoiMTI0OCIsIkNvbG9yIjp7IiRpZCI6IjEyNDk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I1MCIsIlRvcCI6MC4wLCJMZWZ0IjowLjAsIlJpZ2h0IjowLjAsIkJvdHRvbSI6MC4wfSwiUGFkZGluZyI6eyIkaWQiOiIxMjUxIiwiVG9wIjowLjAsIkxlZnQiOjAuMCwiUmlnaHQiOjAuMCwiQm90dG9tIjowLjB9LCJCYWNrZ3JvdW5kIjp7IiRpZCI6IjEyNTIiLCJDb2xvciI6eyIkaWQiOiIxMjUzIiwiQSI6ODksIlIiOjAsIkciOjAsIkIiOjB9fSwiSXNWaXNpYmxlIjp0cnVlLCJXaWR0aCI6MC4wLCJIZWlnaHQiOjAuMCwiQm9yZGVyU3R5bGUiOnsiJGlkIjoiMTI1NCIsIkxpbmVDb2xvciI6bnVsbCwiTGluZVdlaWdodCI6MC4wLCJMaW5lVHlwZSI6MCwiUGFyZW50U3R5bGUiOm51bGx9LCJQYXJlbnRTdHlsZSI6bnVsbH0sIkR1cmF0aW9uU3R5bGUiOnsiJGlkIjoiMTI1NSIsIkZvbnRTZXR0aW5ncyI6eyIkaWQiOiIxMjU2IiwiRm9udFNpemUiOjEwLCJGb250TmFtZSI6IkNhbGlicmkiLCJJc0JvbGQiOmZhbHNlLCJJc0l0YWxpYyI6ZmFsc2UsIklzVW5kZXJsaW5lZCI6ZmFsc2UsIlBhcmVudFN0eWxlIjpudWxsfSwiQXV0b1NpemUiOjAsIkZvcmVncm91bmQiOnsiJGlkIjoiMTI1NyIsIkNvbG9yIjp7IiRpZCI6IjEyNTg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MjU5IiwiVG9wIjowLjAsIkxlZnQiOjAuMCwiUmlnaHQiOjAuMCwiQm90dG9tIjowLjB9LCJQYWRkaW5nIjp7IiRpZCI6IjEyNjAiLCJUb3AiOjAuMCwiTGVmdCI6MC4wLCJSaWdodCI6MC4wLCJCb3R0b20iOjAuMH0sIkJhY2tncm91bmQiOnsiJGlkIjoiMTI2MSIsIkNvbG9yIjp7IiRpZCI6IjEyNjIiLCJBIjoyNTUsIlIiOjIzNywiRyI6MTI1LCJCIjo0OX19LCJJc1Zpc2libGUiOnRydWUsIldpZHRoIjowLjAsIkhlaWdodCI6MC4wLCJCb3JkZXJTdHlsZSI6eyIkaWQiOiIxMjYzIiwiTGluZUNvbG9yIjpudWxsLCJMaW5lV2VpZ2h0IjowLjAsIkxpbmVUeXBlIjowLCJQYXJlbnRTdHlsZSI6bnVsbH0sIlBhcmVudFN0eWxlIjpudWxsfSwiSG9yaXpvbnRhbENvbm5lY3RvclN0eWxlIjp7IiRpZCI6IjEyNjQiLCJMaW5lQ29sb3IiOnsiJGlkIjoiMTI2NSIsIiR0eXBlIjoiTkxSRS5Db21tb24uRG9tLlNvbGlkQ29sb3JCcnVzaCwgTkxSRS5Db21tb24iLCJDb2xvciI6eyIkaWQiOiIxMjY2IiwiQSI6NTEsIlIiOjIxLCJHIjo5NiwiQiI6MTMwfX0sIkxpbmVXZWlnaHQiOjEuMCwiTGluZVR5cGUiOjAsIlBhcmVudFN0eWxlIjpudWxsfSwiVmVydGljYWxDb25uZWN0b3JTdHlsZSI6eyIkaWQiOiIxMjY3IiwiTGluZUNvbG9yIjp7IiRpZCI6IjEyNjgiLCIkdHlwZSI6Ik5MUkUuQ29tbW9uLkRvbS5Tb2xpZENvbG9yQnJ1c2gsIE5MUkUuQ29tbW9uIiwiQ29sb3IiOnsiJGlkIjoiMTI2OS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I3MCIsIlNoYXBlU3R5bGUiOnsiJGlkIjoiMTI3MSIsIk1hcmdpbiI6eyIkaWQiOiIxMjcyIiwiVG9wIjowLjAsIkxlZnQiOjAuMCwiUmlnaHQiOjAuMCwiQm90dG9tIjowLjB9LCJQYWRkaW5nIjp7IiRpZCI6IjEyNzMiLCJUb3AiOjAuMCwiTGVmdCI6MC4wLCJSaWdodCI6MC4wLCJCb3R0b20iOjAuMH0sIkJhY2tncm91bmQiOnsiJGlkIjoiMTI3NCIsIkNvbG9yIjp7IiRpZCI6IjEyNzUiLCJBIjoxNTMsIlIiOjAsIkciOjAsIkIiOjB9fSwiSXNWaXNpYmxlIjp0cnVlLCJXaWR0aCI6MC4wLCJIZWlnaHQiOjAuMCwiQm9yZGVyU3R5bGUiOm51bGwsIlBhcmVudFN0eWxlIjpudWxsfSwiTWFyZ2luIjp7IiRpZCI6IjEyNzYiLCJUb3AiOjAuMCwiTGVmdCI6MC4wLCJSaWdodCI6MC4wLCJCb3R0b20iOjAuMH0sIlBhZGRpbmciOnsiJGlkIjoiMTI3NyIsIlRvcCI6MC4wLCJMZWZ0IjowLjAsIlJpZ2h0IjowLjAsIkJvdHRvbSI6MC4wfSwiQmFja2dyb3VuZCI6bnVsbCwiSXNWaXNpYmxlIjp0cnVlLCJXaWR0aCI6MC4wLCJIZWlnaHQiOjAuMCwiQm9yZGVyU3R5bGUiOm51bGwsIlBhcmVudFN0eWxlIjpudWxsfSwiU2hhcGVTdHlsZSI6eyIkaWQiOiIxMjc4IiwiTWFyZ2luIjp7IiRpZCI6IjEyNzkiLCJUb3AiOjAuMCwiTGVmdCI6NC4wLCJSaWdodCI6NC4wLCJCb3R0b20iOjAuMH0sIlBhZGRpbmciOnsiJGlkIjoiMTI4MCIsIlRvcCI6MC4wLCJMZWZ0IjowLjAsIlJpZ2h0IjowLjAsIkJvdHRvbSI6MC4wfSwiQmFja2dyb3VuZCI6eyIkaWQiOiIxMjgxIiwiQ29sb3IiOnsiJGlkIjoiMTI4MiIsIkEiOjI1NSwiUiI6MjEsIkciOjk2LCJCIjoxMzB9fSwiSXNWaXNpYmxlIjp0cnVlLCJXaWR0aCI6MC4wLCJIZWlnaHQiOjEwLjAsIkJvcmRlclN0eWxlIjp7IiRpZCI6IjEyODMiLCJMaW5lQ29sb3IiOnsiJGlkIjoiMTI4NCIsIiR0eXBlIjoiTkxSRS5Db21tb24uRG9tLlNvbGlkQ29sb3JCcnVzaCwgTkxSRS5Db21tb24iLCJDb2xvciI6eyIkaWQiOiIxMjg1IiwiQSI6MjU1LCJSIjoyMzQsIkciOjIyLCJCIjozMH19LCJMaW5lV2VpZ2h0IjowLjAsIkxpbmVUeXBlIjowLCJQYXJlbnRTdHlsZSI6bnVsbH0sIlBhcmVudFN0eWxlIjpudWxsfSwiVGl0bGVTdHlsZSI6eyIkaWQiOiIxMjg2IiwiRm9udFNldHRpbmdzIjp7IiRpZCI6IjEyODciLCJGb250U2l6ZSI6MTEsIkZvbnROYW1lIjoiQ2FsaWJyaSIsIklzQm9sZCI6ZmFsc2UsIklzSXRhbGljIjpmYWxzZSwiSXNVbmRlcmxpbmVkIjpmYWxzZSwiUGFyZW50U3R5bGUiOm51bGx9LCJBdXRvU2l6ZSI6MCwiRm9yZWdyb3VuZCI6eyIkaWQiOiIxMjg4IiwiQ29sb3IiOnsiJGlkIjoiMTI4OS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MjkwIiwiVG9wIjowLjAsIkxlZnQiOjAuMCwiUmlnaHQiOjAuMCwiQm90dG9tIjowLjB9LCJQYWRkaW5nIjp7IiRpZCI6IjEyOTEiLCJUb3AiOjAuMCwiTGVmdCI6MC4wLCJSaWdodCI6MC4wLCJCb3R0b20iOjAuMH0sIkJhY2tncm91bmQiOnsiJGlkIjoiMTI5MiIsIkNvbG9yIjp7IiRpZCI6IjEyOTMiLCJBIjowLCJSIjoyNTUsIkciOjI1NSwiQiI6MjU1fX0sIklzVmlzaWJsZSI6dHJ1ZSwiV2lkdGgiOjAuMCwiSGVpZ2h0IjowLjAsIkJvcmRlclN0eWxlIjp7IiRpZCI6IjEyOTQiLCJMaW5lQ29sb3IiOm51bGwsIkxpbmVXZWlnaHQiOjAuMCwiTGluZVR5cGUiOjAsIlBhcmVudFN0eWxlIjpudWxsfSwiUGFyZW50U3R5bGUiOm51bGx9LCJEYXRlU3R5bGUiOnsiJGlkIjoiMTI5NSIsIkZvbnRTZXR0aW5ncyI6eyIkaWQiOiIxMjk2IiwiRm9udFNpemUiOjEwLCJGb250TmFtZSI6IkNhbGlicmkiLCJJc0JvbGQiOmZhbHNlLCJJc0l0YWxpYyI6ZmFsc2UsIklzVW5kZXJsaW5lZCI6ZmFsc2UsIlBhcmVudFN0eWxlIjpudWxsfSwiQXV0b1NpemUiOjAsIkZvcmVncm91bmQiOnsiJGlkIjoiMTI5NyIsIkNvbG9yIjp7IiRpZCI6IjEyOTg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I5OSIsIlRvcCI6MC4wLCJMZWZ0IjowLjAsIlJpZ2h0IjowLjAsIkJvdHRvbSI6MC4wfSwiUGFkZGluZyI6eyIkaWQiOiIxMzAwIiwiVG9wIjowLjAsIkxlZnQiOjAuMCwiUmlnaHQiOjAuMCwiQm90dG9tIjowLjB9LCJCYWNrZ3JvdW5kIjp7IiRpZCI6IjEzMDEiLCJDb2xvciI6eyIkaWQiOiIxMzAyIiwiQSI6MCwiUiI6MjU1LCJHIjoyNTUsIkIiOjI1NX19LCJJc1Zpc2libGUiOnRydWUsIldpZHRoIjowLjAsIkhlaWdodCI6MC4wLCJCb3JkZXJTdHlsZSI6eyIkaWQiOiIxMzAzIiwiTGluZUNvbG9yIjpudWxsLCJMaW5lV2VpZ2h0IjowLjAsIkxpbmVUeXBlIjowLCJQYXJlbnRTdHlsZSI6bnVsbH0sIlBhcmVudFN0eWxlIjpudWxsfSwiRGF0ZUZvcm1hdCI6eyIkaWQiOiIxMzA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MDUiLCJGb3JtYXQiOjAsIklzVmlzaWJsZSI6ZmFsc2UsIkxhc3RLbm93blZpc2liaWxpdHlTdGF0ZSI6ZmFsc2V9LCJJc1Zpc2libGUiOmZhbHNlLCJWYXJpYW5jZVN0eWxlIjp7IiRpZCI6IjEzMDYiLCJUZXh0U3R5bGUiOnsiJGlkIjoiMTMwNyIsIkZvbnRTZXR0aW5ncyI6eyIkaWQiOiIxMzA4IiwiRm9udFNpemUiOjEwLCJGb250TmFtZSI6IkNhbGlicmkiLCJJc0JvbGQiOmZhbHNlLCJJc0l0YWxpYyI6ZmFsc2UsIklzVW5kZXJsaW5lZCI6ZmFsc2UsIlBhcmVudFN0eWxlIjpudWxsfSwiQXV0b1NpemUiOjAsIkZvcmVncm91bmQiOnsiJGlkIjoiMTMwOSIsIkNvbG9yIjp7IiRpZCI6IjEzMT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xMSIsIlRvcCI6MC4wLCJMZWZ0IjowLjAsIlJpZ2h0IjowLjAsIkJvdHRvbSI6MC4wfSwiUGFkZGluZyI6eyIkaWQiOiIxMzEyIiwiVG9wIjowLjAsIkxlZnQiOjAuMCwiUmlnaHQiOjAuMCwiQm90dG9tIjowLjB9LCJCYWNrZ3JvdW5kIjp7IiRpZCI6IjEzMTMiLCJDb2xvciI6eyIkaWQiOiIxMzE0IiwiQSI6MjU1LCJSIjowLCJHIjowLCJCIjowfX0sIklzVmlzaWJsZSI6dHJ1ZSwiV2lkdGgiOjAuMCwiSGVpZ2h0IjowLjAsIkJvcmRlclN0eWxlIjp7IiRpZCI6IjEzMTUiLCJMaW5lQ29sb3IiOm51bGwsIkxpbmVXZWlnaHQiOjAuMCwiTGluZVR5cGUiOjAsIlBhcmVudFN0eWxlIjpudWxsfSwiUGFyZW50U3R5bGUiOm51bGx9LCJQYXJlbnRTdHlsZSI6bnVsbH0sIlBhcmVudFN0eWxlIjpudWxsfSwiSW5kZXgiOjAsIlNtYXJ0RHVyYXRpb25BY3RpdmF0ZWQiOmZhbHNlLCJEYXRlRm9ybWF0Ijp7IiRyZWYiOiIxMzA0In0sIldlZWtOdW1iZXJpbmciOnsiJGlkIjoiMTMxNiIsIkZvcm1hdCI6MCwiSXNWaXNpYmxlIjpmYWxzZSwiTGFzdEtub3duVmlzaWJpbGl0eVN0YXRlIjpmYWxzZX0sIkJhc2VsaW5lRGF0YSI6eyIkaWQiOiIxMzE3IiwiU3RhcnREYXRlIjoiMjAyNS0wOS0wNVQwMDowMDowMCIsIkVuZERhdGUiOiIyMDI1LTA5LTEwVDIzOjU5OjAwIn0sIklkIjoiNDk0ZmY5MWYtYjJmYi00NjQ2LWFjNDQtMDU4ZmEwZmY5MmZhIiwiSW1wb3J0SWQiOm51bGwsIlRpdGxlIjoiQWN0YSBkZSBDb25zdGl0dWNpw7NuIGFwcm9iYWRhIiwiTm90ZSI6bnVsbCwiSHlwZXJsaW5rIjp7IiRpZCI6IjEzMTgiLCJBZGRyZXNzIjoiIiwiU3ViQWRkcmVzcyI6IiJ9LCJJc0NoYW5nZWQiOmZhbHNlLCJJc05ldyI6ZmFsc2V9LHsiJGlkIjoiMTMxOSIsIkdyb3VwTmFtZSI6bnVsbCwiU3RhcnREYXRlIjoiMjAyNS0wOS0xMFQwMDowMDowMFoiLCJFbmREYXRlIjoiMjAyNS0wOS0yMFQyMzo1OTowMFoiLCJQZXJjZW50YWdlQ29tcGxldGUiOm51bGwsIlN0eWxlIjp7IiRpZCI6IjEzMjAiLCJTaGFwZSI6MywiU2hhcGVUaGlja25lc3MiOjAsIkR1cmF0aW9uRm9ybWF0IjowLCJJbmNsdWRlTm9uV29ya2luZ0RheXNJbkR1cmF0aW9uIjpmYWxzZSwiUGVyY2VudGFnZUNvbXBsZXRlU3R5bGUiOnsiJGlkIjoiMTMyMSIsIkZvbnRTZXR0aW5ncyI6eyIkaWQiOiIxMzIyIiwiRm9udFNpemUiOjEwLCJGb250TmFtZSI6IkNhbGlicmkiLCJJc0JvbGQiOmZhbHNlLCJJc0l0YWxpYyI6ZmFsc2UsIklzVW5kZXJsaW5lZCI6ZmFsc2UsIlBhcmVudFN0eWxlIjpudWxsfSwiQXV0b1NpemUiOjAsIkZvcmVncm91bmQiOnsiJGlkIjoiMTMyMyIsIkNvbG9yIjp7IiRpZCI6IjEzMj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MyNSIsIlRvcCI6MC4wLCJMZWZ0IjowLjAsIlJpZ2h0IjowLjAsIkJvdHRvbSI6MC4wfSwiUGFkZGluZyI6eyIkaWQiOiIxMzI2IiwiVG9wIjowLjAsIkxlZnQiOjAuMCwiUmlnaHQiOjAuMCwiQm90dG9tIjowLjB9LCJCYWNrZ3JvdW5kIjp7IiRpZCI6IjEzMjciLCJDb2xvciI6eyIkaWQiOiIxMzI4IiwiQSI6ODksIlIiOjAsIkciOjAsIkIiOjB9fSwiSXNWaXNpYmxlIjp0cnVlLCJXaWR0aCI6MC4wLCJIZWlnaHQiOjAuMCwiQm9yZGVyU3R5bGUiOnsiJGlkIjoiMTMyOSIsIkxpbmVDb2xvciI6bnVsbCwiTGluZVdlaWdodCI6MC4wLCJMaW5lVHlwZSI6MCwiUGFyZW50U3R5bGUiOm51bGx9LCJQYXJlbnRTdHlsZSI6bnVsbH0sIkR1cmF0aW9uU3R5bGUiOnsiJGlkIjoiMTMzMCIsIkZvbnRTZXR0aW5ncyI6eyIkaWQiOiIxMzMxIiwiRm9udFNpemUiOjEwLCJGb250TmFtZSI6IkNhbGlicmkiLCJJc0JvbGQiOmZhbHNlLCJJc0l0YWxpYyI6ZmFsc2UsIklzVW5kZXJsaW5lZCI6ZmFsc2UsIlBhcmVudFN0eWxlIjpudWxsfSwiQXV0b1NpemUiOjAsIkZvcmVncm91bmQiOnsiJGlkIjoiMTMzMiIsIkNvbG9yIjp7IiRpZCI6IjEzMz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MzM0IiwiVG9wIjowLjAsIkxlZnQiOjAuMCwiUmlnaHQiOjAuMCwiQm90dG9tIjowLjB9LCJQYWRkaW5nIjp7IiRpZCI6IjEzMzUiLCJUb3AiOjAuMCwiTGVmdCI6MC4wLCJSaWdodCI6MC4wLCJCb3R0b20iOjAuMH0sIkJhY2tncm91bmQiOnsiJGlkIjoiMTMzNiIsIkNvbG9yIjp7IiRpZCI6IjEzMzciLCJBIjoyNTUsIlIiOjIzNywiRyI6MTI1LCJCIjo0OX19LCJJc1Zpc2libGUiOnRydWUsIldpZHRoIjowLjAsIkhlaWdodCI6MC4wLCJCb3JkZXJTdHlsZSI6eyIkaWQiOiIxMzM4IiwiTGluZUNvbG9yIjpudWxsLCJMaW5lV2VpZ2h0IjowLjAsIkxpbmVUeXBlIjowLCJQYXJlbnRTdHlsZSI6bnVsbH0sIlBhcmVudFN0eWxlIjpudWxsfSwiSG9yaXpvbnRhbENvbm5lY3RvclN0eWxlIjp7IiRpZCI6IjEzMzkiLCJMaW5lQ29sb3IiOnsiJGlkIjoiMTM0MCIsIiR0eXBlIjoiTkxSRS5Db21tb24uRG9tLlNvbGlkQ29sb3JCcnVzaCwgTkxSRS5Db21tb24iLCJDb2xvciI6eyIkaWQiOiIxMzQxIiwiQSI6NTEsIlIiOjIxLCJHIjo5NiwiQiI6MTMwfX0sIkxpbmVXZWlnaHQiOjEuMCwiTGluZVR5cGUiOjAsIlBhcmVudFN0eWxlIjpudWxsfSwiVmVydGljYWxDb25uZWN0b3JTdHlsZSI6eyIkaWQiOiIxMzQyIiwiTGluZUNvbG9yIjp7IiRpZCI6IjEzNDMiLCIkdHlwZSI6Ik5MUkUuQ29tbW9uLkRvbS5Tb2xpZENvbG9yQnJ1c2gsIE5MUkUuQ29tbW9uIiwiQ29sb3IiOnsiJGlkIjoiMTM0NC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M0NSIsIlNoYXBlU3R5bGUiOnsiJGlkIjoiMTM0NiIsIk1hcmdpbiI6eyIkaWQiOiIxMzQ3IiwiVG9wIjowLjAsIkxlZnQiOjAuMCwiUmlnaHQiOjAuMCwiQm90dG9tIjowLjB9LCJQYWRkaW5nIjp7IiRpZCI6IjEzNDgiLCJUb3AiOjAuMCwiTGVmdCI6MC4wLCJSaWdodCI6MC4wLCJCb3R0b20iOjAuMH0sIkJhY2tncm91bmQiOnsiJGlkIjoiMTM0OSIsIkNvbG9yIjp7IiRpZCI6IjEzNTAiLCJBIjoxNTMsIlIiOjAsIkciOjAsIkIiOjB9fSwiSXNWaXNpYmxlIjp0cnVlLCJXaWR0aCI6MC4wLCJIZWlnaHQiOjAuMCwiQm9yZGVyU3R5bGUiOm51bGwsIlBhcmVudFN0eWxlIjpudWxsfSwiTWFyZ2luIjp7IiRpZCI6IjEzNTEiLCJUb3AiOjAuMCwiTGVmdCI6MC4wLCJSaWdodCI6MC4wLCJCb3R0b20iOjAuMH0sIlBhZGRpbmciOnsiJGlkIjoiMTM1MiIsIlRvcCI6MC4wLCJMZWZ0IjowLjAsIlJpZ2h0IjowLjAsIkJvdHRvbSI6MC4wfSwiQmFja2dyb3VuZCI6bnVsbCwiSXNWaXNpYmxlIjp0cnVlLCJXaWR0aCI6MC4wLCJIZWlnaHQiOjAuMCwiQm9yZGVyU3R5bGUiOm51bGwsIlBhcmVudFN0eWxlIjpudWxsfSwiU2hhcGVTdHlsZSI6eyIkaWQiOiIxMzUzIiwiTWFyZ2luIjp7IiRpZCI6IjEzNTQiLCJUb3AiOjAuMCwiTGVmdCI6NC4wLCJSaWdodCI6NC4wLCJCb3R0b20iOjAuMH0sIlBhZGRpbmciOnsiJGlkIjoiMTM1NSIsIlRvcCI6MC4wLCJMZWZ0IjowLjAsIlJpZ2h0IjowLjAsIkJvdHRvbSI6MC4wfSwiQmFja2dyb3VuZCI6eyIkaWQiOiIxMzU2IiwiQ29sb3IiOnsiJGlkIjoiMTM1NyIsIkEiOjI1NSwiUiI6MjEsIkciOjk2LCJCIjoxMzB9fSwiSXNWaXNpYmxlIjp0cnVlLCJXaWR0aCI6MC4wLCJIZWlnaHQiOjEwLjAsIkJvcmRlclN0eWxlIjp7IiRpZCI6IjEzNTgiLCJMaW5lQ29sb3IiOnsiJGlkIjoiMTM1OSIsIiR0eXBlIjoiTkxSRS5Db21tb24uRG9tLlNvbGlkQ29sb3JCcnVzaCwgTkxSRS5Db21tb24iLCJDb2xvciI6eyIkaWQiOiIxMzYwIiwiQSI6MjU1LCJSIjoyMzQsIkciOjIyLCJCIjozMH19LCJMaW5lV2VpZ2h0IjowLjAsIkxpbmVUeXBlIjowLCJQYXJlbnRTdHlsZSI6bnVsbH0sIlBhcmVudFN0eWxlIjpudWxsfSwiVGl0bGVTdHlsZSI6eyIkaWQiOiIxMzYxIiwiRm9udFNldHRpbmdzIjp7IiRpZCI6IjEzNjIiLCJGb250U2l6ZSI6MTEsIkZvbnROYW1lIjoiQ2FsaWJyaSIsIklzQm9sZCI6ZmFsc2UsIklzSXRhbGljIjpmYWxzZSwiSXNVbmRlcmxpbmVkIjpmYWxzZSwiUGFyZW50U3R5bGUiOm51bGx9LCJBdXRvU2l6ZSI6MCwiRm9yZWdyb3VuZCI6eyIkaWQiOiIxMzYzIiwiQ29sb3IiOnsiJGlkIjoiMTM2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MzY1IiwiVG9wIjowLjAsIkxlZnQiOjAuMCwiUmlnaHQiOjAuMCwiQm90dG9tIjowLjB9LCJQYWRkaW5nIjp7IiRpZCI6IjEzNjYiLCJUb3AiOjAuMCwiTGVmdCI6MC4wLCJSaWdodCI6MC4wLCJCb3R0b20iOjAuMH0sIkJhY2tncm91bmQiOnsiJGlkIjoiMTM2NyIsIkNvbG9yIjp7IiRpZCI6IjEzNjgiLCJBIjowLCJSIjoyNTUsIkciOjI1NSwiQiI6MjU1fX0sIklzVmlzaWJsZSI6dHJ1ZSwiV2lkdGgiOjAuMCwiSGVpZ2h0IjowLjAsIkJvcmRlclN0eWxlIjp7IiRpZCI6IjEzNjkiLCJMaW5lQ29sb3IiOm51bGwsIkxpbmVXZWlnaHQiOjAuMCwiTGluZVR5cGUiOjAsIlBhcmVudFN0eWxlIjpudWxsfSwiUGFyZW50U3R5bGUiOm51bGx9LCJEYXRlU3R5bGUiOnsiJGlkIjoiMTM3MCIsIkZvbnRTZXR0aW5ncyI6eyIkaWQiOiIxMzcxIiwiRm9udFNpemUiOjEwLCJGb250TmFtZSI6IkNhbGlicmkiLCJJc0JvbGQiOmZhbHNlLCJJc0l0YWxpYyI6ZmFsc2UsIklzVW5kZXJsaW5lZCI6ZmFsc2UsIlBhcmVudFN0eWxlIjpudWxsfSwiQXV0b1NpemUiOjAsIkZvcmVncm91bmQiOnsiJGlkIjoiMTM3MiIsIkNvbG9yIjp7IiRpZCI6IjEzNz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M3NCIsIlRvcCI6MC4wLCJMZWZ0IjowLjAsIlJpZ2h0IjowLjAsIkJvdHRvbSI6MC4wfSwiUGFkZGluZyI6eyIkaWQiOiIxMzc1IiwiVG9wIjowLjAsIkxlZnQiOjAuMCwiUmlnaHQiOjAuMCwiQm90dG9tIjowLjB9LCJCYWNrZ3JvdW5kIjp7IiRpZCI6IjEzNzYiLCJDb2xvciI6eyIkaWQiOiIxMzc3IiwiQSI6MCwiUiI6MjU1LCJHIjoyNTUsIkIiOjI1NX19LCJJc1Zpc2libGUiOnRydWUsIldpZHRoIjowLjAsIkhlaWdodCI6MC4wLCJCb3JkZXJTdHlsZSI6eyIkaWQiOiIxMzc4IiwiTGluZUNvbG9yIjpudWxsLCJMaW5lV2VpZ2h0IjowLjAsIkxpbmVUeXBlIjowLCJQYXJlbnRTdHlsZSI6bnVsbH0sIlBhcmVudFN0eWxlIjpudWxsfSwiRGF0ZUZvcm1hdCI6eyIkaWQiOiIxMzc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ODAiLCJGb3JtYXQiOjAsIklzVmlzaWJsZSI6ZmFsc2UsIkxhc3RLbm93blZpc2liaWxpdHlTdGF0ZSI6ZmFsc2V9LCJJc1Zpc2libGUiOmZhbHNlLCJWYXJpYW5jZVN0eWxlIjp7IiRpZCI6IjEzODEiLCJUZXh0U3R5bGUiOnsiJGlkIjoiMTM4MiIsIkZvbnRTZXR0aW5ncyI6eyIkaWQiOiIxMzgzIiwiRm9udFNpemUiOjEwLCJGb250TmFtZSI6IkNhbGlicmkiLCJJc0JvbGQiOmZhbHNlLCJJc0l0YWxpYyI6ZmFsc2UsIklzVW5kZXJsaW5lZCI6ZmFsc2UsIlBhcmVudFN0eWxlIjpudWxsfSwiQXV0b1NpemUiOjAsIkZvcmVncm91bmQiOnsiJGlkIjoiMTM4NCIsIkNvbG9yIjp7IiRpZCI6IjEzOD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4NiIsIlRvcCI6MC4wLCJMZWZ0IjowLjAsIlJpZ2h0IjowLjAsIkJvdHRvbSI6MC4wfSwiUGFkZGluZyI6eyIkaWQiOiIxMzg3IiwiVG9wIjowLjAsIkxlZnQiOjAuMCwiUmlnaHQiOjAuMCwiQm90dG9tIjowLjB9LCJCYWNrZ3JvdW5kIjp7IiRpZCI6IjEzODgiLCJDb2xvciI6eyIkaWQiOiIxMzg5IiwiQSI6MjU1LCJSIjowLCJHIjowLCJCIjowfX0sIklzVmlzaWJsZSI6dHJ1ZSwiV2lkdGgiOjAuMCwiSGVpZ2h0IjowLjAsIkJvcmRlclN0eWxlIjp7IiRpZCI6IjEzOTAiLCJMaW5lQ29sb3IiOm51bGwsIkxpbmVXZWlnaHQiOjAuMCwiTGluZVR5cGUiOjAsIlBhcmVudFN0eWxlIjpudWxsfSwiUGFyZW50U3R5bGUiOm51bGx9LCJQYXJlbnRTdHlsZSI6bnVsbH0sIlBhcmVudFN0eWxlIjpudWxsfSwiSW5kZXgiOjEsIlNtYXJ0RHVyYXRpb25BY3RpdmF0ZWQiOmZhbHNlLCJEYXRlRm9ybWF0Ijp7IiRyZWYiOiIxMzc5In0sIldlZWtOdW1iZXJpbmciOnsiJGlkIjoiMTM5MSIsIkZvcm1hdCI6MCwiSXNWaXNpYmxlIjpmYWxzZSwiTGFzdEtub3duVmlzaWJpbGl0eVN0YXRlIjpmYWxzZX0sIkJhc2VsaW5lRGF0YSI6eyIkaWQiOiIxMzkyIiwiU3RhcnREYXRlIjoiMjAyNS0wOS0xMFQwMDowMDowMCIsIkVuZERhdGUiOiIyMDI1LTA5LTIwVDIzOjU5OjAwIn0sIklkIjoiOGI4N2Q3ODctZTkzZi00MDMyLWIwM2EtYTRkNzVkOTFhMWYwIiwiSW1wb3J0SWQiOm51bGwsIlRpdGxlIjoiR2VzdGnDs24gZGUgUmVxdWlzaXRvcyIsIk5vdGUiOm51bGwsIkh5cGVybGluayI6eyIkaWQiOiIxMzkzIiwiQWRkcmVzcyI6IiIsIlN1YkFkZHJlc3MiOiIifSwiSXNDaGFuZ2VkIjpmYWxzZSwiSXNOZXciOmZhbHNlfSx7IiRpZCI6IjEzOTQiLCJHcm91cE5hbWUiOm51bGwsIlN0YXJ0RGF0ZSI6IjIwMjUtMDktMjBUMDA6MDA6MDBaIiwiRW5kRGF0ZSI6IjIwMjUtMTAtMjVUMjM6NTk6MDBaIiwiUGVyY2VudGFnZUNvbXBsZXRlIjpudWxsLCJTdHlsZSI6eyIkaWQiOiIxMzk1IiwiU2hhcGUiOjMsIlNoYXBlVGhpY2tuZXNzIjowLCJEdXJhdGlvbkZvcm1hdCI6MCwiSW5jbHVkZU5vbldvcmtpbmdEYXlzSW5EdXJhdGlvbiI6ZmFsc2UsIlBlcmNlbnRhZ2VDb21wbGV0ZVN0eWxlIjp7IiRpZCI6IjEzOTYiLCJGb250U2V0dGluZ3MiOnsiJGlkIjoiMTM5NyIsIkZvbnRTaXplIjoxMCwiRm9udE5hbWUiOiJDYWxpYnJpIiwiSXNCb2xkIjpmYWxzZSwiSXNJdGFsaWMiOmZhbHNlLCJJc1VuZGVybGluZWQiOmZhbHNlLCJQYXJlbnRTdHlsZSI6bnVsbH0sIkF1dG9TaXplIjowLCJGb3JlZ3JvdW5kIjp7IiRpZCI6IjEzOTgiLCJDb2xvciI6eyIkaWQiOiIxMzk5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E0MDAiLCJUb3AiOjAuMCwiTGVmdCI6MC4wLCJSaWdodCI6MC4wLCJCb3R0b20iOjAuMH0sIlBhZGRpbmciOnsiJGlkIjoiMTQwMSIsIlRvcCI6MC4wLCJMZWZ0IjowLjAsIlJpZ2h0IjowLjAsIkJvdHRvbSI6MC4wfSwiQmFja2dyb3VuZCI6eyIkaWQiOiIxNDAyIiwiQ29sb3IiOnsiJGlkIjoiMTQwMyIsIkEiOjg5LCJSIjowLCJHIjowLCJCIjowfX0sIklzVmlzaWJsZSI6dHJ1ZSwiV2lkdGgiOjAuMCwiSGVpZ2h0IjowLjAsIkJvcmRlclN0eWxlIjp7IiRpZCI6IjE0MDQiLCJMaW5lQ29sb3IiOm51bGwsIkxpbmVXZWlnaHQiOjAuMCwiTGluZVR5cGUiOjAsIlBhcmVudFN0eWxlIjpudWxsfSwiUGFyZW50U3R5bGUiOm51bGx9LCJEdXJhdGlvblN0eWxlIjp7IiRpZCI6IjE0MDUiLCJGb250U2V0dGluZ3MiOnsiJGlkIjoiMTQwNiIsIkZvbnRTaXplIjoxMCwiRm9udE5hbWUiOiJDYWxpYnJpIiwiSXNCb2xkIjpmYWxzZSwiSXNJdGFsaWMiOmZhbHNlLCJJc1VuZGVybGluZWQiOmZhbHNlLCJQYXJlbnRTdHlsZSI6bnVsbH0sIkF1dG9TaXplIjowLCJGb3JlZ3JvdW5kIjp7IiRpZCI6IjE0MDciLCJDb2xvciI6eyIkaWQiOiIxNDA4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MTQwOSIsIlRvcCI6MC4wLCJMZWZ0IjowLjAsIlJpZ2h0IjowLjAsIkJvdHRvbSI6MC4wfSwiUGFkZGluZyI6eyIkaWQiOiIxNDEwIiwiVG9wIjowLjAsIkxlZnQiOjAuMCwiUmlnaHQiOjAuMCwiQm90dG9tIjowLjB9LCJCYWNrZ3JvdW5kIjp7IiRpZCI6IjE0MTEiLCJDb2xvciI6eyIkaWQiOiIxNDEyIiwiQSI6MjU1LCJSIjoyMzcsIkciOjEyNSwiQiI6NDl9fSwiSXNWaXNpYmxlIjp0cnVlLCJXaWR0aCI6MC4wLCJIZWlnaHQiOjAuMCwiQm9yZGVyU3R5bGUiOnsiJGlkIjoiMTQxMyIsIkxpbmVDb2xvciI6bnVsbCwiTGluZVdlaWdodCI6MC4wLCJMaW5lVHlwZSI6MCwiUGFyZW50U3R5bGUiOm51bGx9LCJQYXJlbnRTdHlsZSI6bnVsbH0sIkhvcml6b250YWxDb25uZWN0b3JTdHlsZSI6eyIkaWQiOiIxNDE0IiwiTGluZUNvbG9yIjp7IiRpZCI6IjE0MTUiLCIkdHlwZSI6Ik5MUkUuQ29tbW9uLkRvbS5Tb2xpZENvbG9yQnJ1c2gsIE5MUkUuQ29tbW9uIiwiQ29sb3IiOnsiJGlkIjoiMTQxNiIsIkEiOjUxLCJSIjoyMSwiRyI6OTYsIkIiOjEzMH19LCJMaW5lV2VpZ2h0IjoxLjAsIkxpbmVUeXBlIjowLCJQYXJlbnRTdHlsZSI6bnVsbH0sIlZlcnRpY2FsQ29ubmVjdG9yU3R5bGUiOnsiJGlkIjoiMTQxNyIsIkxpbmVDb2xvciI6eyIkaWQiOiIxNDE4IiwiJHR5cGUiOiJOTFJFLkNvbW1vbi5Eb20uU29saWRDb2xvckJydXNoLCBOTFJFLkNvbW1vbiIsIkNvbG9yIjp7IiRpZCI6IjE0MTk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NiwiU3BhY2luZyI6MywiSXNCZWxvd1RpbWViYW5kIjp0cnVlLCJQZXJjZW50YWdlQ29tcGxldGVTaGFwZU9wYWNpdHkiOjM1LCJCYXNlbGluZVN0eWxlIjp7IiRpZCI6IjE0MjAiLCJTaGFwZVN0eWxlIjp7IiRpZCI6IjE0MjEiLCJNYXJnaW4iOnsiJGlkIjoiMTQyMiIsIlRvcCI6MC4wLCJMZWZ0IjowLjAsIlJpZ2h0IjowLjAsIkJvdHRvbSI6MC4wfSwiUGFkZGluZyI6eyIkaWQiOiIxNDIzIiwiVG9wIjowLjAsIkxlZnQiOjAuMCwiUmlnaHQiOjAuMCwiQm90dG9tIjowLjB9LCJCYWNrZ3JvdW5kIjp7IiRpZCI6IjE0MjQiLCJDb2xvciI6eyIkaWQiOiIxNDI1IiwiQSI6MTUzLCJSIjowLCJHIjowLCJCIjowfX0sIklzVmlzaWJsZSI6dHJ1ZSwiV2lkdGgiOjAuMCwiSGVpZ2h0IjowLjAsIkJvcmRlclN0eWxlIjpudWxsLCJQYXJlbnRTdHlsZSI6bnVsbH0sIk1hcmdpbiI6eyIkaWQiOiIxNDI2IiwiVG9wIjowLjAsIkxlZnQiOjAuMCwiUmlnaHQiOjAuMCwiQm90dG9tIjowLjB9LCJQYWRkaW5nIjp7IiRpZCI6IjE0MjciLCJUb3AiOjAuMCwiTGVmdCI6MC4wLCJSaWdodCI6MC4wLCJCb3R0b20iOjAuMH0sIkJhY2tncm91bmQiOm51bGwsIklzVmlzaWJsZSI6dHJ1ZSwiV2lkdGgiOjAuMCwiSGVpZ2h0IjowLjAsIkJvcmRlclN0eWxlIjpudWxsLCJQYXJlbnRTdHlsZSI6bnVsbH0sIlNoYXBlU3R5bGUiOnsiJGlkIjoiMTQyOCIsIk1hcmdpbiI6eyIkaWQiOiIxNDI5IiwiVG9wIjowLjAsIkxlZnQiOjQuMCwiUmlnaHQiOjQuMCwiQm90dG9tIjowLjB9LCJQYWRkaW5nIjp7IiRpZCI6IjE0MzAiLCJUb3AiOjAuMCwiTGVmdCI6MC4wLCJSaWdodCI6MC4wLCJCb3R0b20iOjAuMH0sIkJhY2tncm91bmQiOnsiJGlkIjoiMTQzMSIsIkNvbG9yIjp7IiRpZCI6IjE0MzIiLCJBIjoyNTUsIlIiOjIxLCJHIjo5NiwiQiI6MTMwfX0sIklzVmlzaWJsZSI6dHJ1ZSwiV2lkdGgiOjAuMCwiSGVpZ2h0IjoxMC4wLCJCb3JkZXJTdHlsZSI6eyIkaWQiOiIxNDMzIiwiTGluZUNvbG9yIjp7IiRpZCI6IjE0MzQiLCIkdHlwZSI6Ik5MUkUuQ29tbW9uLkRvbS5Tb2xpZENvbG9yQnJ1c2gsIE5MUkUuQ29tbW9uIiwiQ29sb3IiOnsiJGlkIjoiMTQzNSIsIkEiOjI1NSwiUiI6MjM0LCJHIjoyMiwiQiI6MzB9fSwiTGluZVdlaWdodCI6MC4wLCJMaW5lVHlwZSI6MCwiUGFyZW50U3R5bGUiOm51bGx9LCJQYXJlbnRTdHlsZSI6bnVsbH0sIlRpdGxlU3R5bGUiOnsiJGlkIjoiMTQzNiIsIkZvbnRTZXR0aW5ncyI6eyIkaWQiOiIxNDM3IiwiRm9udFNpemUiOjExLCJGb250TmFtZSI6IkNhbGlicmkiLCJJc0JvbGQiOmZhbHNlLCJJc0l0YWxpYyI6ZmFsc2UsIklzVW5kZXJsaW5lZCI6ZmFsc2UsIlBhcmVudFN0eWxlIjpudWxsfSwiQXV0b1NpemUiOjAsIkZvcmVncm91bmQiOnsiJGlkIjoiMTQzOCIsIkNvbG9yIjp7IiRpZCI6IjE0MzkiLCJBIjoyNTUsIlIiOjAsIkciOjAsIkIiOjB9fSwiTWF4V2lkdGgiOjcyMC4wLCJNYXhIZWlnaHQiOiJJbmZpbml0eSIsIlNtYXJ0Rm9yZWdyb3VuZElzQWN0aXZlIjpmYWxzZSwiSG9yaXpvbnRhbEFsaWdubWVudCI6MiwiVmVydGljYWxBbGlnbm1lbnQiOjEsIlNtYXJ0Rm9yZWdyb3VuZCI6bnVsbCwiQmFja2dyb3VuZEZpbGxUeXBlIjowLCJNYXJnaW4iOnsiJGlkIjoiMTQ0MCIsIlRvcCI6MC4wLCJMZWZ0IjowLjAsIlJpZ2h0IjowLjAsIkJvdHRvbSI6MC4wfSwiUGFkZGluZyI6eyIkaWQiOiIxNDQxIiwiVG9wIjowLjAsIkxlZnQiOjAuMCwiUmlnaHQiOjAuMCwiQm90dG9tIjowLjB9LCJCYWNrZ3JvdW5kIjp7IiRpZCI6IjE0NDIiLCJDb2xvciI6eyIkaWQiOiIxNDQzIiwiQSI6MCwiUiI6MjU1LCJHIjoyNTUsIkIiOjI1NX19LCJJc1Zpc2libGUiOnRydWUsIldpZHRoIjowLjAsIkhlaWdodCI6MC4wLCJCb3JkZXJTdHlsZSI6eyIkaWQiOiIxNDQ0IiwiTGluZUNvbG9yIjpudWxsLCJMaW5lV2VpZ2h0IjowLjAsIkxpbmVUeXBlIjowLCJQYXJlbnRTdHlsZSI6bnVsbH0sIlBhcmVudFN0eWxlIjpudWxsfSwiRGF0ZVN0eWxlIjp7IiRpZCI6IjE0NDUiLCJGb250U2V0dGluZ3MiOnsiJGlkIjoiMTQ0NiIsIkZvbnRTaXplIjoxMCwiRm9udE5hbWUiOiJDYWxpYnJpIiwiSXNCb2xkIjpmYWxzZSwiSXNJdGFsaWMiOmZhbHNlLCJJc1VuZGVybGluZWQiOmZhbHNlLCJQYXJlbnRTdHlsZSI6bnVsbH0sIkF1dG9TaXplIjowLCJGb3JlZ3JvdW5kIjp7IiRpZCI6IjE0NDciLCJDb2xvciI6eyIkaWQiOiIxNDQ4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0NDkiLCJUb3AiOjAuMCwiTGVmdCI6MC4wLCJSaWdodCI6MC4wLCJCb3R0b20iOjAuMH0sIlBhZGRpbmciOnsiJGlkIjoiMTQ1MCIsIlRvcCI6MC4wLCJMZWZ0IjowLjAsIlJpZ2h0IjowLjAsIkJvdHRvbSI6MC4wfSwiQmFja2dyb3VuZCI6eyIkaWQiOiIxNDUxIiwiQ29sb3IiOnsiJGlkIjoiMTQ1MiIsIkEiOjAsIlIiOjI1NSwiRyI6MjU1LCJCIjoyNTV9fSwiSXNWaXNpYmxlIjp0cnVlLCJXaWR0aCI6MC4wLCJIZWlnaHQiOjAuMCwiQm9yZGVyU3R5bGUiOnsiJGlkIjoiMTQ1MyIsIkxpbmVDb2xvciI6bnVsbCwiTGluZVdlaWdodCI6MC4wLCJMaW5lVHlwZSI6MCwiUGFyZW50U3R5bGUiOm51bGx9LCJQYXJlbnRTdHlsZSI6bnVsbH0sIkRhdGVGb3JtYXQiOnsiJGlkIjoiMTQ1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DU1IiwiRm9ybWF0IjowLCJJc1Zpc2libGUiOmZhbHNlLCJMYXN0S25vd25WaXNpYmlsaXR5U3RhdGUiOmZhbHNlfSwiSXNWaXNpYmxlIjpmYWxzZSwiVmFyaWFuY2VTdHlsZSI6eyIkaWQiOiIxNDU2IiwiVGV4dFN0eWxlIjp7IiRpZCI6IjE0NTciLCJGb250U2V0dGluZ3MiOnsiJGlkIjoiMTQ1OCIsIkZvbnRTaXplIjoxMCwiRm9udE5hbWUiOiJDYWxpYnJpIiwiSXNCb2xkIjpmYWxzZSwiSXNJdGFsaWMiOmZhbHNlLCJJc1VuZGVybGluZWQiOmZhbHNlLCJQYXJlbnRTdHlsZSI6bnVsbH0sIkF1dG9TaXplIjowLCJGb3JlZ3JvdW5kIjp7IiRpZCI6IjE0NTkiLCJDb2xvciI6eyIkaWQiOiIxNDY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0NjEiLCJUb3AiOjAuMCwiTGVmdCI6MC4wLCJSaWdodCI6MC4wLCJCb3R0b20iOjAuMH0sIlBhZGRpbmciOnsiJGlkIjoiMTQ2MiIsIlRvcCI6MC4wLCJMZWZ0IjowLjAsIlJpZ2h0IjowLjAsIkJvdHRvbSI6MC4wfSwiQmFja2dyb3VuZCI6eyIkaWQiOiIxNDYzIiwiQ29sb3IiOnsiJGlkIjoiMTQ2NCIsIkEiOjI1NSwiUiI6MCwiRyI6MCwiQiI6MH19LCJJc1Zpc2libGUiOnRydWUsIldpZHRoIjowLjAsIkhlaWdodCI6MC4wLCJCb3JkZXJTdHlsZSI6eyIkaWQiOiIxNDY1IiwiTGluZUNvbG9yIjpudWxsLCJMaW5lV2VpZ2h0IjowLjAsIkxpbmVUeXBlIjowLCJQYXJlbnRTdHlsZSI6bnVsbH0sIlBhcmVudFN0eWxlIjpudWxsfSwiUGFyZW50U3R5bGUiOm51bGx9LCJQYXJlbnRTdHlsZSI6bnVsbH0sIkluZGV4IjoyLCJTbWFydER1cmF0aW9uQWN0aXZhdGVkIjpmYWxzZSwiRGF0ZUZvcm1hdCI6eyIkcmVmIjoiMTQ1NCJ9LCJXZWVrTnVtYmVyaW5nIjp7IiRpZCI6IjE0NjYiLCJGb3JtYXQiOjAsIklzVmlzaWJsZSI6ZmFsc2UsIkxhc3RLbm93blZpc2liaWxpdHlTdGF0ZSI6ZmFsc2V9LCJCYXNlbGluZURhdGEiOnsiJGlkIjoiMTQ2NyIsIlN0YXJ0RGF0ZSI6IjIwMjUtMDktMjBUMDA6MDA6MDAiLCJFbmREYXRlIjoiMjAyNS0xMC0yNVQyMzo1OTowMCJ9LCJJZCI6IjE0NTdhYzUxLWNkMGItNGI5MS04MTViLTYwNzQyODE5OWM3OCIsIkltcG9ydElkIjpudWxsLCJUaXRsZSI6IlNwcmludCAxIiwiTm90ZSI6bnVsbCwiSHlwZXJsaW5rIjp7IiRpZCI6IjE0NjgiLCJBZGRyZXNzIjoiIiwiU3ViQWRkcmVzcyI6IiJ9LCJJc0NoYW5nZWQiOmZhbHNlLCJJc05ldyI6ZmFsc2V9LHsiJGlkIjoiMTQ2OSIsIkdyb3VwTmFtZSI6bnVsbCwiU3RhcnREYXRlIjoiMjAyNS0xMC0yNVQwMDowMDowMFoiLCJFbmREYXRlIjoiMjAyNS0xMS0xMVQyMzo1OTowMFoiLCJQZXJjZW50YWdlQ29tcGxldGUiOm51bGwsIlN0eWxlIjp7IiRpZCI6IjE0NzAiLCJTaGFwZSI6MywiU2hhcGVUaGlja25lc3MiOjAsIkR1cmF0aW9uRm9ybWF0IjowLCJJbmNsdWRlTm9uV29ya2luZ0RheXNJbkR1cmF0aW9uIjpmYWxzZSwiUGVyY2VudGFnZUNvbXBsZXRlU3R5bGUiOnsiJGlkIjoiMTQ3MSIsIkZvbnRTZXR0aW5ncyI6eyIkaWQiOiIxNDcyIiwiRm9udFNpemUiOjEwLCJGb250TmFtZSI6IkNhbGlicmkiLCJJc0JvbGQiOmZhbHNlLCJJc0l0YWxpYyI6ZmFsc2UsIklzVW5kZXJsaW5lZCI6ZmFsc2UsIlBhcmVudFN0eWxlIjpudWxsfSwiQXV0b1NpemUiOjAsIkZvcmVncm91bmQiOnsiJGlkIjoiMTQ3MyIsIkNvbG9yIjp7IiRpZCI6IjE0Nz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Q3NSIsIlRvcCI6MC4wLCJMZWZ0IjowLjAsIlJpZ2h0IjowLjAsIkJvdHRvbSI6MC4wfSwiUGFkZGluZyI6eyIkaWQiOiIxNDc2IiwiVG9wIjowLjAsIkxlZnQiOjAuMCwiUmlnaHQiOjAuMCwiQm90dG9tIjowLjB9LCJCYWNrZ3JvdW5kIjp7IiRpZCI6IjE0NzciLCJDb2xvciI6eyIkaWQiOiIxNDc4IiwiQSI6ODksIlIiOjAsIkciOjAsIkIiOjB9fSwiSXNWaXNpYmxlIjp0cnVlLCJXaWR0aCI6MC4wLCJIZWlnaHQiOjAuMCwiQm9yZGVyU3R5bGUiOnsiJGlkIjoiMTQ3OSIsIkxpbmVDb2xvciI6bnVsbCwiTGluZVdlaWdodCI6MC4wLCJMaW5lVHlwZSI6MCwiUGFyZW50U3R5bGUiOm51bGx9LCJQYXJlbnRTdHlsZSI6bnVsbH0sIkR1cmF0aW9uU3R5bGUiOnsiJGlkIjoiMTQ4MCIsIkZvbnRTZXR0aW5ncyI6eyIkaWQiOiIxNDgxIiwiRm9udFNpemUiOjEwLCJGb250TmFtZSI6IkNhbGlicmkiLCJJc0JvbGQiOmZhbHNlLCJJc0l0YWxpYyI6ZmFsc2UsIklzVW5kZXJsaW5lZCI6ZmFsc2UsIlBhcmVudFN0eWxlIjpudWxsfSwiQXV0b1NpemUiOjAsIkZvcmVncm91bmQiOnsiJGlkIjoiMTQ4MiIsIkNvbG9yIjp7IiRpZCI6IjE0OD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NDg0IiwiVG9wIjowLjAsIkxlZnQiOjAuMCwiUmlnaHQiOjAuMCwiQm90dG9tIjowLjB9LCJQYWRkaW5nIjp7IiRpZCI6IjE0ODUiLCJUb3AiOjAuMCwiTGVmdCI6MC4wLCJSaWdodCI6MC4wLCJCb3R0b20iOjAuMH0sIkJhY2tncm91bmQiOnsiJGlkIjoiMTQ4NiIsIkNvbG9yIjp7IiRpZCI6IjE0ODciLCJBIjoyNTUsIlIiOjIzNywiRyI6MTI1LCJCIjo0OX19LCJJc1Zpc2libGUiOnRydWUsIldpZHRoIjowLjAsIkhlaWdodCI6MC4wLCJCb3JkZXJTdHlsZSI6eyIkaWQiOiIxNDg4IiwiTGluZUNvbG9yIjpudWxsLCJMaW5lV2VpZ2h0IjowLjAsIkxpbmVUeXBlIjowLCJQYXJlbnRTdHlsZSI6bnVsbH0sIlBhcmVudFN0eWxlIjpudWxsfSwiSG9yaXpvbnRhbENvbm5lY3RvclN0eWxlIjp7IiRpZCI6IjE0ODkiLCJMaW5lQ29sb3IiOnsiJGlkIjoiMTQ5MCIsIiR0eXBlIjoiTkxSRS5Db21tb24uRG9tLlNvbGlkQ29sb3JCcnVzaCwgTkxSRS5Db21tb24iLCJDb2xvciI6eyIkaWQiOiIxNDkxIiwiQSI6NTEsIlIiOjIxLCJHIjo5NiwiQiI6MTMwfX0sIkxpbmVXZWlnaHQiOjEuMCwiTGluZVR5cGUiOjAsIlBhcmVudFN0eWxlIjpudWxsfSwiVmVydGljYWxDb25uZWN0b3JTdHlsZSI6eyIkaWQiOiIxNDkyIiwiTGluZUNvbG9yIjp7IiRpZCI6IjE0OTMiLCIkdHlwZSI6Ik5MUkUuQ29tbW9uLkRvbS5Tb2xpZENvbG9yQnJ1c2gsIE5MUkUuQ29tbW9uIiwiQ29sb3IiOnsiJGlkIjoiMTQ5NC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Q5NSIsIlNoYXBlU3R5bGUiOnsiJGlkIjoiMTQ5NiIsIk1hcmdpbiI6eyIkaWQiOiIxNDk3IiwiVG9wIjowLjAsIkxlZnQiOjAuMCwiUmlnaHQiOjAuMCwiQm90dG9tIjowLjB9LCJQYWRkaW5nIjp7IiRpZCI6IjE0OTgiLCJUb3AiOjAuMCwiTGVmdCI6MC4wLCJSaWdodCI6MC4wLCJCb3R0b20iOjAuMH0sIkJhY2tncm91bmQiOnsiJGlkIjoiMTQ5OSIsIkNvbG9yIjp7IiRpZCI6IjE1MDAiLCJBIjoxNTMsIlIiOjAsIkciOjAsIkIiOjB9fSwiSXNWaXNpYmxlIjp0cnVlLCJXaWR0aCI6MC4wLCJIZWlnaHQiOjAuMCwiQm9yZGVyU3R5bGUiOm51bGwsIlBhcmVudFN0eWxlIjpudWxsfSwiTWFyZ2luIjp7IiRpZCI6IjE1MDEiLCJUb3AiOjAuMCwiTGVmdCI6MC4wLCJSaWdodCI6MC4wLCJCb3R0b20iOjAuMH0sIlBhZGRpbmciOnsiJGlkIjoiMTUwMiIsIlRvcCI6MC4wLCJMZWZ0IjowLjAsIlJpZ2h0IjowLjAsIkJvdHRvbSI6MC4wfSwiQmFja2dyb3VuZCI6bnVsbCwiSXNWaXNpYmxlIjp0cnVlLCJXaWR0aCI6MC4wLCJIZWlnaHQiOjAuMCwiQm9yZGVyU3R5bGUiOm51bGwsIlBhcmVudFN0eWxlIjpudWxsfSwiU2hhcGVTdHlsZSI6eyIkaWQiOiIxNTAzIiwiTWFyZ2luIjp7IiRpZCI6IjE1MDQiLCJUb3AiOjAuMCwiTGVmdCI6NC4wLCJSaWdodCI6NC4wLCJCb3R0b20iOjAuMH0sIlBhZGRpbmciOnsiJGlkIjoiMTUwNSIsIlRvcCI6MC4wLCJMZWZ0IjowLjAsIlJpZ2h0IjowLjAsIkJvdHRvbSI6MC4wfSwiQmFja2dyb3VuZCI6eyIkaWQiOiIxNTA2IiwiQ29sb3IiOnsiJGlkIjoiMTUwNyIsIkEiOjI1NSwiUiI6MjEsIkciOjk2LCJCIjoxMzB9fSwiSXNWaXNpYmxlIjp0cnVlLCJXaWR0aCI6MC4wLCJIZWlnaHQiOjEwLjAsIkJvcmRlclN0eWxlIjp7IiRpZCI6IjE1MDgiLCJMaW5lQ29sb3IiOnsiJGlkIjoiMTUwOSIsIiR0eXBlIjoiTkxSRS5Db21tb24uRG9tLlNvbGlkQ29sb3JCcnVzaCwgTkxSRS5Db21tb24iLCJDb2xvciI6eyIkaWQiOiIxNTEwIiwiQSI6MjU1LCJSIjoyMzQsIkciOjIyLCJCIjozMH19LCJMaW5lV2VpZ2h0IjowLjAsIkxpbmVUeXBlIjowLCJQYXJlbnRTdHlsZSI6bnVsbH0sIlBhcmVudFN0eWxlIjpudWxsfSwiVGl0bGVTdHlsZSI6eyIkaWQiOiIxNTExIiwiRm9udFNldHRpbmdzIjp7IiRpZCI6IjE1MTIiLCJGb250U2l6ZSI6MTEsIkZvbnROYW1lIjoiQ2FsaWJyaSIsIklzQm9sZCI6ZmFsc2UsIklzSXRhbGljIjpmYWxzZSwiSXNVbmRlcmxpbmVkIjpmYWxzZSwiUGFyZW50U3R5bGUiOm51bGx9LCJBdXRvU2l6ZSI6MCwiRm9yZWdyb3VuZCI6eyIkaWQiOiIxNTEzIiwiQ29sb3IiOnsiJGlkIjoiMTUx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NTE1IiwiVG9wIjowLjAsIkxlZnQiOjAuMCwiUmlnaHQiOjAuMCwiQm90dG9tIjowLjB9LCJQYWRkaW5nIjp7IiRpZCI6IjE1MTYiLCJUb3AiOjAuMCwiTGVmdCI6MC4wLCJSaWdodCI6MC4wLCJCb3R0b20iOjAuMH0sIkJhY2tncm91bmQiOnsiJGlkIjoiMTUxNyIsIkNvbG9yIjp7IiRpZCI6IjE1MTgiLCJBIjowLCJSIjoyNTUsIkciOjI1NSwiQiI6MjU1fX0sIklzVmlzaWJsZSI6dHJ1ZSwiV2lkdGgiOjAuMCwiSGVpZ2h0IjowLjAsIkJvcmRlclN0eWxlIjp7IiRpZCI6IjE1MTkiLCJMaW5lQ29sb3IiOm51bGwsIkxpbmVXZWlnaHQiOjAuMCwiTGluZVR5cGUiOjAsIlBhcmVudFN0eWxlIjpudWxsfSwiUGFyZW50U3R5bGUiOm51bGx9LCJEYXRlU3R5bGUiOnsiJGlkIjoiMTUyMCIsIkZvbnRTZXR0aW5ncyI6eyIkaWQiOiIxNTIxIiwiRm9udFNpemUiOjEwLCJGb250TmFtZSI6IkNhbGlicmkiLCJJc0JvbGQiOmZhbHNlLCJJc0l0YWxpYyI6ZmFsc2UsIklzVW5kZXJsaW5lZCI6ZmFsc2UsIlBhcmVudFN0eWxlIjpudWxsfSwiQXV0b1NpemUiOjAsIkZvcmVncm91bmQiOnsiJGlkIjoiMTUyMiIsIkNvbG9yIjp7IiRpZCI6IjE1Mj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UyNCIsIlRvcCI6MC4wLCJMZWZ0IjowLjAsIlJpZ2h0IjowLjAsIkJvdHRvbSI6MC4wfSwiUGFkZGluZyI6eyIkaWQiOiIxNTI1IiwiVG9wIjowLjAsIkxlZnQiOjAuMCwiUmlnaHQiOjAuMCwiQm90dG9tIjowLjB9LCJCYWNrZ3JvdW5kIjp7IiRpZCI6IjE1MjYiLCJDb2xvciI6eyIkaWQiOiIxNTI3IiwiQSI6MCwiUiI6MjU1LCJHIjoyNTUsIkIiOjI1NX19LCJJc1Zpc2libGUiOnRydWUsIldpZHRoIjowLjAsIkhlaWdodCI6MC4wLCJCb3JkZXJTdHlsZSI6eyIkaWQiOiIxNTI4IiwiTGluZUNvbG9yIjpudWxsLCJMaW5lV2VpZ2h0IjowLjAsIkxpbmVUeXBlIjowLCJQYXJlbnRTdHlsZSI6bnVsbH0sIlBhcmVudFN0eWxlIjpudWxsfSwiRGF0ZUZvcm1hdCI6eyIkaWQiOiIxNTI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1MzAiLCJGb3JtYXQiOjAsIklzVmlzaWJsZSI6ZmFsc2UsIkxhc3RLbm93blZpc2liaWxpdHlTdGF0ZSI6ZmFsc2V9LCJJc1Zpc2libGUiOmZhbHNlLCJWYXJpYW5jZVN0eWxlIjp7IiRpZCI6IjE1MzEiLCJUZXh0U3R5bGUiOnsiJGlkIjoiMTUzMiIsIkZvbnRTZXR0aW5ncyI6eyIkaWQiOiIxNTMzIiwiRm9udFNpemUiOjEwLCJGb250TmFtZSI6IkNhbGlicmkiLCJJc0JvbGQiOmZhbHNlLCJJc0l0YWxpYyI6ZmFsc2UsIklzVW5kZXJsaW5lZCI6ZmFsc2UsIlBhcmVudFN0eWxlIjpudWxsfSwiQXV0b1NpemUiOjAsIkZvcmVncm91bmQiOnsiJGlkIjoiMTUzNCIsIkNvbG9yIjp7IiRpZCI6IjE1Mz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UzNiIsIlRvcCI6MC4wLCJMZWZ0IjowLjAsIlJpZ2h0IjowLjAsIkJvdHRvbSI6MC4wfSwiUGFkZGluZyI6eyIkaWQiOiIxNTM3IiwiVG9wIjowLjAsIkxlZnQiOjAuMCwiUmlnaHQiOjAuMCwiQm90dG9tIjowLjB9LCJCYWNrZ3JvdW5kIjp7IiRpZCI6IjE1MzgiLCJDb2xvciI6eyIkaWQiOiIxNTM5IiwiQSI6MjU1LCJSIjowLCJHIjowLCJCIjowfX0sIklzVmlzaWJsZSI6dHJ1ZSwiV2lkdGgiOjAuMCwiSGVpZ2h0IjowLjAsIkJvcmRlclN0eWxlIjp7IiRpZCI6IjE1NDAiLCJMaW5lQ29sb3IiOm51bGwsIkxpbmVXZWlnaHQiOjAuMCwiTGluZVR5cGUiOjAsIlBhcmVudFN0eWxlIjpudWxsfSwiUGFyZW50U3R5bGUiOm51bGx9LCJQYXJlbnRTdHlsZSI6bnVsbH0sIlBhcmVudFN0eWxlIjpudWxsfSwiSW5kZXgiOjMsIlNtYXJ0RHVyYXRpb25BY3RpdmF0ZWQiOmZhbHNlLCJEYXRlRm9ybWF0Ijp7IiRyZWYiOiIxNTI5In0sIldlZWtOdW1iZXJpbmciOnsiJGlkIjoiMTU0MSIsIkZvcm1hdCI6MCwiSXNWaXNpYmxlIjpmYWxzZSwiTGFzdEtub3duVmlzaWJpbGl0eVN0YXRlIjpmYWxzZX0sIkJhc2VsaW5lRGF0YSI6eyIkaWQiOiIxNTQyIiwiU3RhcnREYXRlIjoiMjAyNS0xMC0yNVQwMDowMDowMCIsIkVuZERhdGUiOiIyMDI1LTExLTExVDIzOjU5OjAwIn0sIklkIjoiZWY5M2MyYjMtYzdhZS00MDFmLTk3OTktMTYzZjg2ZGNjY2IxIiwiSW1wb3J0SWQiOm51bGwsIlRpdGxlIjoiU3ByaW50IDIiLCJOb3RlIjpudWxsLCJIeXBlcmxpbmsiOnsiJGlkIjoiMTU0MyIsIkFkZHJlc3MiOiIiLCJTdWJBZGRyZXNzIjoiIn0sIklzQ2hhbmdlZCI6ZmFsc2UsIklzTmV3IjpmYWxzZX0seyIkaWQiOiIxNTQ0IiwiR3JvdXBOYW1lIjpudWxsLCJTdGFydERhdGUiOiIyMDI1LTExLTExVDAwOjAwOjAwWiIsIkVuZERhdGUiOiIyMDI1LTExLTE4VDIzOjU5OjAwWiIsIlBlcmNlbnRhZ2VDb21wbGV0ZSI6bnVsbCwiU3R5bGUiOnsiJGlkIjoiMTU0NSIsIlNoYXBlIjozLCJTaGFwZVRoaWNrbmVzcyI6MCwiRHVyYXRpb25Gb3JtYXQiOjAsIkluY2x1ZGVOb25Xb3JraW5nRGF5c0luRHVyYXRpb24iOmZhbHNlLCJQZXJjZW50YWdlQ29tcGxldGVTdHlsZSI6eyIkaWQiOiIxNTQ2IiwiRm9udFNldHRpbmdzIjp7IiRpZCI6IjE1NDciLCJGb250U2l6ZSI6MTAsIkZvbnROYW1lIjoiQ2FsaWJyaSIsIklzQm9sZCI6ZmFsc2UsIklzSXRhbGljIjpmYWxzZSwiSXNVbmRlcmxpbmVkIjpmYWxzZSwiUGFyZW50U3R5bGUiOm51bGx9LCJBdXRvU2l6ZSI6MCwiRm9yZWdyb3VuZCI6eyIkaWQiOiIxNTQ4IiwiQ29sb3IiOnsiJGlkIjoiMTU0OS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xNTUwIiwiVG9wIjowLjAsIkxlZnQiOjAuMCwiUmlnaHQiOjAuMCwiQm90dG9tIjowLjB9LCJQYWRkaW5nIjp7IiRpZCI6IjE1NTEiLCJUb3AiOjAuMCwiTGVmdCI6MC4wLCJSaWdodCI6MC4wLCJCb3R0b20iOjAuMH0sIkJhY2tncm91bmQiOnsiJGlkIjoiMTU1MiIsIkNvbG9yIjp7IiRpZCI6IjE1NTMiLCJBIjo4OSwiUiI6MCwiRyI6MCwiQiI6MH19LCJJc1Zpc2libGUiOnRydWUsIldpZHRoIjowLjAsIkhlaWdodCI6MC4wLCJCb3JkZXJTdHlsZSI6eyIkaWQiOiIxNTU0IiwiTGluZUNvbG9yIjpudWxsLCJMaW5lV2VpZ2h0IjowLjAsIkxpbmVUeXBlIjowLCJQYXJlbnRTdHlsZSI6bnVsbH0sIlBhcmVudFN0eWxlIjpudWxsfSwiRHVyYXRpb25TdHlsZSI6eyIkaWQiOiIxNTU1IiwiRm9udFNldHRpbmdzIjp7IiRpZCI6IjE1NTYiLCJGb250U2l6ZSI6MTAsIkZvbnROYW1lIjoiQ2FsaWJyaSIsIklzQm9sZCI6ZmFsc2UsIklzSXRhbGljIjpmYWxzZSwiSXNVbmRlcmxpbmVkIjpmYWxzZSwiUGFyZW50U3R5bGUiOm51bGx9LCJBdXRvU2l6ZSI6MCwiRm9yZWdyb3VuZCI6eyIkaWQiOiIxNTU3IiwiQ29sb3IiOnsiJGlkIjoiMTU1OC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1NTkiLCJUb3AiOjAuMCwiTGVmdCI6MC4wLCJSaWdodCI6MC4wLCJCb3R0b20iOjAuMH0sIlBhZGRpbmciOnsiJGlkIjoiMTU2MCIsIlRvcCI6MC4wLCJMZWZ0IjowLjAsIlJpZ2h0IjowLjAsIkJvdHRvbSI6MC4wfSwiQmFja2dyb3VuZCI6eyIkaWQiOiIxNTYxIiwiQ29sb3IiOnsiJGlkIjoiMTU2MiIsIkEiOjI1NSwiUiI6MjM3LCJHIjoxMjUsIkIiOjQ5fX0sIklzVmlzaWJsZSI6dHJ1ZSwiV2lkdGgiOjAuMCwiSGVpZ2h0IjowLjAsIkJvcmRlclN0eWxlIjp7IiRpZCI6IjE1NjMiLCJMaW5lQ29sb3IiOm51bGwsIkxpbmVXZWlnaHQiOjAuMCwiTGluZVR5cGUiOjAsIlBhcmVudFN0eWxlIjpudWxsfSwiUGFyZW50U3R5bGUiOm51bGx9LCJIb3Jpem9udGFsQ29ubmVjdG9yU3R5bGUiOnsiJGlkIjoiMTU2NCIsIkxpbmVDb2xvciI6eyIkaWQiOiIxNTY1IiwiJHR5cGUiOiJOTFJFLkNvbW1vbi5Eb20uU29saWRDb2xvckJydXNoLCBOTFJFLkNvbW1vbiIsIkNvbG9yIjp7IiRpZCI6IjE1NjYiLCJBIjo1MSwiUiI6MjEsIkciOjk2LCJCIjoxMzB9fSwiTGluZVdlaWdodCI6MS4wLCJMaW5lVHlwZSI6MCwiUGFyZW50U3R5bGUiOm51bGx9LCJWZXJ0aWNhbENvbm5lY3RvclN0eWxlIjp7IiRpZCI6IjE1NjciLCJMaW5lQ29sb3IiOnsiJGlkIjoiMTU2OCIsIiR0eXBlIjoiTkxSRS5Db21tb24uRG9tLlNvbGlkQ29sb3JCcnVzaCwgTkxSRS5Db21tb24iLCJDb2xvciI6eyIkaWQiOiIxNTY5IiwiQSI6NTEsIlIiOjIxLCJHIjo5NiwiQiI6MTMwfX0sIkxpbmVXZWlnaHQiOjAuMCwiTGluZVR5cGUiOjAsIlBhcmVudFN0eWxlIjpudWxsfSwiTWFyZ2luIjpudWxsLCJTdGFydERhdGVQb3NpdGlvbiI6NCwiRW5kRGF0ZVBvc2l0aW9uIjo0LCJEYXRlSXNWaXNpYmxlIjp0cnVlLCJUaXRsZVBvc2l0aW9uIjozLCJEdXJhdGlvblBvc2l0aW9uIjo2LCJQZXJjZW50YWdlQ29tcGxldGVkUG9zaXRpb24iOjIsIlZhcmlhbmNlUG9zaXRpb24iOjYsIlNwYWNpbmciOjMsIklzQmVsb3dUaW1lYmFuZCI6dHJ1ZSwiUGVyY2VudGFnZUNvbXBsZXRlU2hhcGVPcGFjaXR5IjozNSwiQmFzZWxpbmVTdHlsZSI6eyIkaWQiOiIxNTcwIiwiU2hhcGVTdHlsZSI6eyIkaWQiOiIxNTcxIiwiTWFyZ2luIjp7IiRpZCI6IjE1NzIiLCJUb3AiOjAuMCwiTGVmdCI6MC4wLCJSaWdodCI6MC4wLCJCb3R0b20iOjAuMH0sIlBhZGRpbmciOnsiJGlkIjoiMTU3MyIsIlRvcCI6MC4wLCJMZWZ0IjowLjAsIlJpZ2h0IjowLjAsIkJvdHRvbSI6MC4wfSwiQmFja2dyb3VuZCI6eyIkaWQiOiIxNTc0IiwiQ29sb3IiOnsiJGlkIjoiMTU3NSIsIkEiOjE1MywiUiI6MCwiRyI6MCwiQiI6MH19LCJJc1Zpc2libGUiOnRydWUsIldpZHRoIjowLjAsIkhlaWdodCI6MC4wLCJCb3JkZXJTdHlsZSI6bnVsbCwiUGFyZW50U3R5bGUiOm51bGx9LCJNYXJnaW4iOnsiJGlkIjoiMTU3NiIsIlRvcCI6MC4wLCJMZWZ0IjowLjAsIlJpZ2h0IjowLjAsIkJvdHRvbSI6MC4wfSwiUGFkZGluZyI6eyIkaWQiOiIxNTc3IiwiVG9wIjowLjAsIkxlZnQiOjAuMCwiUmlnaHQiOjAuMCwiQm90dG9tIjowLjB9LCJCYWNrZ3JvdW5kIjpudWxsLCJJc1Zpc2libGUiOnRydWUsIldpZHRoIjowLjAsIkhlaWdodCI6MC4wLCJCb3JkZXJTdHlsZSI6bnVsbCwiUGFyZW50U3R5bGUiOm51bGx9LCJTaGFwZVN0eWxlIjp7IiRpZCI6IjE1NzgiLCJNYXJnaW4iOnsiJGlkIjoiMTU3OSIsIlRvcCI6MC4wLCJMZWZ0Ijo0LjAsIlJpZ2h0Ijo0LjAsIkJvdHRvbSI6MC4wfSwiUGFkZGluZyI6eyIkaWQiOiIxNTgwIiwiVG9wIjowLjAsIkxlZnQiOjAuMCwiUmlnaHQiOjAuMCwiQm90dG9tIjowLjB9LCJCYWNrZ3JvdW5kIjp7IiRpZCI6IjE1ODEiLCJDb2xvciI6eyIkaWQiOiIxNTgyIiwiQSI6MjU1LCJSIjoyMSwiRyI6OTYsIkIiOjEzMH19LCJJc1Zpc2libGUiOnRydWUsIldpZHRoIjowLjAsIkhlaWdodCI6MTAuMCwiQm9yZGVyU3R5bGUiOnsiJGlkIjoiMTU4MyIsIkxpbmVDb2xvciI6eyIkaWQiOiIxNTg0IiwiJHR5cGUiOiJOTFJFLkNvbW1vbi5Eb20uU29saWRDb2xvckJydXNoLCBOTFJFLkNvbW1vbiIsIkNvbG9yIjp7IiRpZCI6IjE1ODUiLCJBIjoyNTUsIlIiOjIzNCwiRyI6MjIsIkIiOjMwfX0sIkxpbmVXZWlnaHQiOjAuMCwiTGluZVR5cGUiOjAsIlBhcmVudFN0eWxlIjpudWxsfSwiUGFyZW50U3R5bGUiOm51bGx9LCJUaXRsZVN0eWxlIjp7IiRpZCI6IjE1ODYiLCJGb250U2V0dGluZ3MiOnsiJGlkIjoiMTU4NyIsIkZvbnRTaXplIjoxMSwiRm9udE5hbWUiOiJDYWxpYnJpIiwiSXNCb2xkIjpmYWxzZSwiSXNJdGFsaWMiOmZhbHNlLCJJc1VuZGVybGluZWQiOmZhbHNlLCJQYXJlbnRTdHlsZSI6bnVsbH0sIkF1dG9TaXplIjowLCJGb3JlZ3JvdW5kIjp7IiRpZCI6IjE1ODgiLCJDb2xvciI6eyIkaWQiOiIxNTg5IiwiQSI6MjU1LCJSIjowLCJHIjowLCJCIjowfX0sIk1heFdpZHRoIjo3MjAuMCwiTWF4SGVpZ2h0IjoiSW5maW5pdHkiLCJTbWFydEZvcmVncm91bmRJc0FjdGl2ZSI6ZmFsc2UsIkhvcml6b250YWxBbGlnbm1lbnQiOjIsIlZlcnRpY2FsQWxpZ25tZW50IjoxLCJTbWFydEZvcmVncm91bmQiOm51bGwsIkJhY2tncm91bmRGaWxsVHlwZSI6MCwiTWFyZ2luIjp7IiRpZCI6IjE1OTAiLCJUb3AiOjAuMCwiTGVmdCI6MC4wLCJSaWdodCI6MC4wLCJCb3R0b20iOjAuMH0sIlBhZGRpbmciOnsiJGlkIjoiMTU5MSIsIlRvcCI6MC4wLCJMZWZ0IjowLjAsIlJpZ2h0IjowLjAsIkJvdHRvbSI6MC4wfSwiQmFja2dyb3VuZCI6eyIkaWQiOiIxNTkyIiwiQ29sb3IiOnsiJGlkIjoiMTU5MyIsIkEiOjAsIlIiOjI1NSwiRyI6MjU1LCJCIjoyNTV9fSwiSXNWaXNpYmxlIjp0cnVlLCJXaWR0aCI6MC4wLCJIZWlnaHQiOjAuMCwiQm9yZGVyU3R5bGUiOnsiJGlkIjoiMTU5NCIsIkxpbmVDb2xvciI6bnVsbCwiTGluZVdlaWdodCI6MC4wLCJMaW5lVHlwZSI6MCwiUGFyZW50U3R5bGUiOm51bGx9LCJQYXJlbnRTdHlsZSI6bnVsbH0sIkRhdGVTdHlsZSI6eyIkaWQiOiIxNTk1IiwiRm9udFNldHRpbmdzIjp7IiRpZCI6IjE1OTYiLCJGb250U2l6ZSI6MTAsIkZvbnROYW1lIjoiQ2FsaWJyaSIsIklzQm9sZCI6ZmFsc2UsIklzSXRhbGljIjpmYWxzZSwiSXNVbmRlcmxpbmVkIjpmYWxzZSwiUGFyZW50U3R5bGUiOm51bGx9LCJBdXRvU2l6ZSI6MCwiRm9yZWdyb3VuZCI6eyIkaWQiOiIxNTk3IiwiQ29sb3IiOnsiJGlkIjoiMTU5OC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xNTk5IiwiVG9wIjowLjAsIkxlZnQiOjAuMCwiUmlnaHQiOjAuMCwiQm90dG9tIjowLjB9LCJQYWRkaW5nIjp7IiRpZCI6IjE2MDAiLCJUb3AiOjAuMCwiTGVmdCI6MC4wLCJSaWdodCI6MC4wLCJCb3R0b20iOjAuMH0sIkJhY2tncm91bmQiOnsiJGlkIjoiMTYwMSIsIkNvbG9yIjp7IiRpZCI6IjE2MDIiLCJBIjowLCJSIjoyNTUsIkciOjI1NSwiQiI6MjU1fX0sIklzVmlzaWJsZSI6dHJ1ZSwiV2lkdGgiOjAuMCwiSGVpZ2h0IjowLjAsIkJvcmRlclN0eWxlIjp7IiRpZCI6IjE2MDMiLCJMaW5lQ29sb3IiOm51bGwsIkxpbmVXZWlnaHQiOjAuMCwiTGluZVR5cGUiOjAsIlBhcmVudFN0eWxlIjpudWxsfSwiUGFyZW50U3R5bGUiOm51bGx9LCJEYXRlRm9ybWF0Ijp7IiRpZCI6IjE2MD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YwNSIsIkZvcm1hdCI6MCwiSXNWaXNpYmxlIjpmYWxzZSwiTGFzdEtub3duVmlzaWJpbGl0eVN0YXRlIjpmYWxzZX0sIklzVmlzaWJsZSI6ZmFsc2UsIlZhcmlhbmNlU3R5bGUiOnsiJGlkIjoiMTYwNiIsIlRleHRTdHlsZSI6eyIkaWQiOiIxNjA3IiwiRm9udFNldHRpbmdzIjp7IiRpZCI6IjE2MDgiLCJGb250U2l6ZSI6MTAsIkZvbnROYW1lIjoiQ2FsaWJyaSIsIklzQm9sZCI6ZmFsc2UsIklzSXRhbGljIjpmYWxzZSwiSXNVbmRlcmxpbmVkIjpmYWxzZSwiUGFyZW50U3R5bGUiOm51bGx9LCJBdXRvU2l6ZSI6MCwiRm9yZWdyb3VuZCI6eyIkaWQiOiIxNjA5IiwiQ29sb3IiOnsiJGlkIjoiMTYx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jExIiwiVG9wIjowLjAsIkxlZnQiOjAuMCwiUmlnaHQiOjAuMCwiQm90dG9tIjowLjB9LCJQYWRkaW5nIjp7IiRpZCI6IjE2MTIiLCJUb3AiOjAuMCwiTGVmdCI6MC4wLCJSaWdodCI6MC4wLCJCb3R0b20iOjAuMH0sIkJhY2tncm91bmQiOnsiJGlkIjoiMTYxMyIsIkNvbG9yIjp7IiRpZCI6IjE2MTQiLCJBIjoyNTUsIlIiOjAsIkciOjAsIkIiOjB9fSwiSXNWaXNpYmxlIjp0cnVlLCJXaWR0aCI6MC4wLCJIZWlnaHQiOjAuMCwiQm9yZGVyU3R5bGUiOnsiJGlkIjoiMTYxNSIsIkxpbmVDb2xvciI6bnVsbCwiTGluZVdlaWdodCI6MC4wLCJMaW5lVHlwZSI6MCwiUGFyZW50U3R5bGUiOm51bGx9LCJQYXJlbnRTdHlsZSI6bnVsbH0sIlBhcmVudFN0eWxlIjpudWxsfSwiUGFyZW50U3R5bGUiOm51bGx9LCJJbmRleCI6NCwiU21hcnREdXJhdGlvbkFjdGl2YXRlZCI6ZmFsc2UsIkRhdGVGb3JtYXQiOnsiJHJlZiI6IjE2MDQifSwiV2Vla051bWJlcmluZyI6eyIkaWQiOiIxNjE2IiwiRm9ybWF0IjowLCJJc1Zpc2libGUiOmZhbHNlLCJMYXN0S25vd25WaXNpYmlsaXR5U3RhdGUiOmZhbHNlfSwiQmFzZWxpbmVEYXRhIjp7IiRpZCI6IjE2MTciLCJTdGFydERhdGUiOiIyMDI1LTExLTExVDAwOjAwOjAwIiwiRW5kRGF0ZSI6IjIwMjUtMTEtMThUMjM6NTk6MDAifSwiSWQiOiJhYjI0YjYwMS05MTgwLTRhZjYtOTVlZC0wMmE1NGIyOGRjNTAiLCJJbXBvcnRJZCI6bnVsbCwiVGl0bGUiOiJTcHJpbnQgMyIsIk5vdGUiOm51bGwsIkh5cGVybGluayI6eyIkaWQiOiIxNjE4IiwiQWRkcmVzcyI6IiIsIlN1YkFkZHJlc3MiOiIifSwiSXNDaGFuZ2VkIjpmYWxzZSwiSXNOZXciOmZhbHNlfSx7IiRpZCI6IjE2MTkiLCJHcm91cE5hbWUiOm51bGwsIlN0YXJ0RGF0ZSI6IjIwMjUtMTEtMThUMDA6MDA6MDBaIiwiRW5kRGF0ZSI6IjIwMjUtMTEtMjdUMjM6NTk6MDBaIiwiUGVyY2VudGFnZUNvbXBsZXRlIjpudWxsLCJTdHlsZSI6eyIkaWQiOiIxNjIwIiwiU2hhcGUiOjMsIlNoYXBlVGhpY2tuZXNzIjowLCJEdXJhdGlvbkZvcm1hdCI6MCwiSW5jbHVkZU5vbldvcmtpbmdEYXlzSW5EdXJhdGlvbiI6ZmFsc2UsIlBlcmNlbnRhZ2VDb21wbGV0ZVN0eWxlIjp7IiRpZCI6IjE2MjEiLCJGb250U2V0dGluZ3MiOnsiJGlkIjoiMTYyMiIsIkZvbnRTaXplIjoxMCwiRm9udE5hbWUiOiJDYWxpYnJpIiwiSXNCb2xkIjpmYWxzZSwiSXNJdGFsaWMiOmZhbHNlLCJJc1VuZGVybGluZWQiOmZhbHNlLCJQYXJlbnRTdHlsZSI6bnVsbH0sIkF1dG9TaXplIjowLCJGb3JlZ3JvdW5kIjp7IiRpZCI6IjE2MjMiLCJDb2xvciI6eyIkaWQiOiIxNjI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E2MjUiLCJUb3AiOjAuMCwiTGVmdCI6MC4wLCJSaWdodCI6MC4wLCJCb3R0b20iOjAuMH0sIlBhZGRpbmciOnsiJGlkIjoiMTYyNiIsIlRvcCI6MC4wLCJMZWZ0IjowLjAsIlJpZ2h0IjowLjAsIkJvdHRvbSI6MC4wfSwiQmFja2dyb3VuZCI6eyIkaWQiOiIxNjI3IiwiQ29sb3IiOnsiJGlkIjoiMTYyOCIsIkEiOjg5LCJSIjowLCJHIjowLCJCIjowfX0sIklzVmlzaWJsZSI6dHJ1ZSwiV2lkdGgiOjAuMCwiSGVpZ2h0IjowLjAsIkJvcmRlclN0eWxlIjp7IiRpZCI6IjE2MjkiLCJMaW5lQ29sb3IiOm51bGwsIkxpbmVXZWlnaHQiOjAuMCwiTGluZVR5cGUiOjAsIlBhcmVudFN0eWxlIjpudWxsfSwiUGFyZW50U3R5bGUiOm51bGx9LCJEdXJhdGlvblN0eWxlIjp7IiRpZCI6IjE2MzAiLCJGb250U2V0dGluZ3MiOnsiJGlkIjoiMTYzMSIsIkZvbnRTaXplIjoxMCwiRm9udE5hbWUiOiJDYWxpYnJpIiwiSXNCb2xkIjpmYWxzZSwiSXNJdGFsaWMiOmZhbHNlLCJJc1VuZGVybGluZWQiOmZhbHNlLCJQYXJlbnRTdHlsZSI6bnVsbH0sIkF1dG9TaXplIjowLCJGb3JlZ3JvdW5kIjp7IiRpZCI6IjE2MzIiLCJDb2xvciI6eyIkaWQiOiIxNjMz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MTYzNCIsIlRvcCI6MC4wLCJMZWZ0IjowLjAsIlJpZ2h0IjowLjAsIkJvdHRvbSI6MC4wfSwiUGFkZGluZyI6eyIkaWQiOiIxNjM1IiwiVG9wIjowLjAsIkxlZnQiOjAuMCwiUmlnaHQiOjAuMCwiQm90dG9tIjowLjB9LCJCYWNrZ3JvdW5kIjp7IiRpZCI6IjE2MzYiLCJDb2xvciI6eyIkaWQiOiIxNjM3IiwiQSI6MjU1LCJSIjoyMzcsIkciOjEyNSwiQiI6NDl9fSwiSXNWaXNpYmxlIjp0cnVlLCJXaWR0aCI6MC4wLCJIZWlnaHQiOjAuMCwiQm9yZGVyU3R5bGUiOnsiJGlkIjoiMTYzOCIsIkxpbmVDb2xvciI6bnVsbCwiTGluZVdlaWdodCI6MC4wLCJMaW5lVHlwZSI6MCwiUGFyZW50U3R5bGUiOm51bGx9LCJQYXJlbnRTdHlsZSI6bnVsbH0sIkhvcml6b250YWxDb25uZWN0b3JTdHlsZSI6eyIkaWQiOiIxNjM5IiwiTGluZUNvbG9yIjp7IiRpZCI6IjE2NDAiLCIkdHlwZSI6Ik5MUkUuQ29tbW9uLkRvbS5Tb2xpZENvbG9yQnJ1c2gsIE5MUkUuQ29tbW9uIiwiQ29sb3IiOnsiJGlkIjoiMTY0MSIsIkEiOjUxLCJSIjoyMSwiRyI6OTYsIkIiOjEzMH19LCJMaW5lV2VpZ2h0IjoxLjAsIkxpbmVUeXBlIjowLCJQYXJlbnRTdHlsZSI6bnVsbH0sIlZlcnRpY2FsQ29ubmVjdG9yU3R5bGUiOnsiJGlkIjoiMTY0MiIsIkxpbmVDb2xvciI6eyIkaWQiOiIxNjQzIiwiJHR5cGUiOiJOTFJFLkNvbW1vbi5Eb20uU29saWRDb2xvckJydXNoLCBOTFJFLkNvbW1vbiIsIkNvbG9yIjp7IiRpZCI6IjE2NDQ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NiwiU3BhY2luZyI6MywiSXNCZWxvd1RpbWViYW5kIjp0cnVlLCJQZXJjZW50YWdlQ29tcGxldGVTaGFwZU9wYWNpdHkiOjM1LCJCYXNlbGluZVN0eWxlIjp7IiRpZCI6IjE2NDUiLCJTaGFwZVN0eWxlIjp7IiRpZCI6IjE2NDYiLCJNYXJnaW4iOnsiJGlkIjoiMTY0NyIsIlRvcCI6MC4wLCJMZWZ0IjowLjAsIlJpZ2h0IjowLjAsIkJvdHRvbSI6MC4wfSwiUGFkZGluZyI6eyIkaWQiOiIxNjQ4IiwiVG9wIjowLjAsIkxlZnQiOjAuMCwiUmlnaHQiOjAuMCwiQm90dG9tIjowLjB9LCJCYWNrZ3JvdW5kIjp7IiRpZCI6IjE2NDkiLCJDb2xvciI6eyIkaWQiOiIxNjUwIiwiQSI6MTUzLCJSIjowLCJHIjowLCJCIjowfX0sIklzVmlzaWJsZSI6dHJ1ZSwiV2lkdGgiOjAuMCwiSGVpZ2h0IjowLjAsIkJvcmRlclN0eWxlIjpudWxsLCJQYXJlbnRTdHlsZSI6bnVsbH0sIk1hcmdpbiI6eyIkaWQiOiIxNjUxIiwiVG9wIjowLjAsIkxlZnQiOjAuMCwiUmlnaHQiOjAuMCwiQm90dG9tIjowLjB9LCJQYWRkaW5nIjp7IiRpZCI6IjE2NTIiLCJUb3AiOjAuMCwiTGVmdCI6MC4wLCJSaWdodCI6MC4wLCJCb3R0b20iOjAuMH0sIkJhY2tncm91bmQiOm51bGwsIklzVmlzaWJsZSI6dHJ1ZSwiV2lkdGgiOjAuMCwiSGVpZ2h0IjowLjAsIkJvcmRlclN0eWxlIjpudWxsLCJQYXJlbnRTdHlsZSI6bnVsbH0sIlNoYXBlU3R5bGUiOnsiJGlkIjoiMTY1MyIsIk1hcmdpbiI6eyIkaWQiOiIxNjU0IiwiVG9wIjowLjAsIkxlZnQiOjQuMCwiUmlnaHQiOjQuMCwiQm90dG9tIjowLjB9LCJQYWRkaW5nIjp7IiRpZCI6IjE2NTUiLCJUb3AiOjAuMCwiTGVmdCI6MC4wLCJSaWdodCI6MC4wLCJCb3R0b20iOjAuMH0sIkJhY2tncm91bmQiOnsiJGlkIjoiMTY1NiIsIkNvbG9yIjp7IiRpZCI6IjE2NTciLCJBIjoyNTUsIlIiOjIxLCJHIjo5NiwiQiI6MTMwfX0sIklzVmlzaWJsZSI6dHJ1ZSwiV2lkdGgiOjAuMCwiSGVpZ2h0IjoxMC4wLCJCb3JkZXJTdHlsZSI6eyIkaWQiOiIxNjU4IiwiTGluZUNvbG9yIjp7IiRpZCI6IjE2NTkiLCIkdHlwZSI6Ik5MUkUuQ29tbW9uLkRvbS5Tb2xpZENvbG9yQnJ1c2gsIE5MUkUuQ29tbW9uIiwiQ29sb3IiOnsiJGlkIjoiMTY2MCIsIkEiOjI1NSwiUiI6MjM0LCJHIjoyMiwiQiI6MzB9fSwiTGluZVdlaWdodCI6MC4wLCJMaW5lVHlwZSI6MCwiUGFyZW50U3R5bGUiOm51bGx9LCJQYXJlbnRTdHlsZSI6bnVsbH0sIlRpdGxlU3R5bGUiOnsiJGlkIjoiMTY2MSIsIkZvbnRTZXR0aW5ncyI6eyIkaWQiOiIxNjYyIiwiRm9udFNpemUiOjExLCJGb250TmFtZSI6IkNhbGlicmkiLCJJc0JvbGQiOmZhbHNlLCJJc0l0YWxpYyI6ZmFsc2UsIklzVW5kZXJsaW5lZCI6ZmFsc2UsIlBhcmVudFN0eWxlIjpudWxsfSwiQXV0b1NpemUiOjAsIkZvcmVncm91bmQiOnsiJGlkIjoiMTY2MyIsIkNvbG9yIjp7IiRpZCI6IjE2NjQiLCJBIjoyNTUsIlIiOjAsIkciOjAsIkIiOjB9fSwiTWF4V2lkdGgiOjcyMC4wLCJNYXhIZWlnaHQiOiJJbmZpbml0eSIsIlNtYXJ0Rm9yZWdyb3VuZElzQWN0aXZlIjpmYWxzZSwiSG9yaXpvbnRhbEFsaWdubWVudCI6MiwiVmVydGljYWxBbGlnbm1lbnQiOjEsIlNtYXJ0Rm9yZWdyb3VuZCI6bnVsbCwiQmFja2dyb3VuZEZpbGxUeXBlIjowLCJNYXJnaW4iOnsiJGlkIjoiMTY2NSIsIlRvcCI6MC4wLCJMZWZ0IjowLjAsIlJpZ2h0IjowLjAsIkJvdHRvbSI6MC4wfSwiUGFkZGluZyI6eyIkaWQiOiIxNjY2IiwiVG9wIjowLjAsIkxlZnQiOjAuMCwiUmlnaHQiOjAuMCwiQm90dG9tIjowLjB9LCJCYWNrZ3JvdW5kIjp7IiRpZCI6IjE2NjciLCJDb2xvciI6eyIkaWQiOiIxNjY4IiwiQSI6MCwiUiI6MjU1LCJHIjoyNTUsIkIiOjI1NX19LCJJc1Zpc2libGUiOnRydWUsIldpZHRoIjowLjAsIkhlaWdodCI6MC4wLCJCb3JkZXJTdHlsZSI6eyIkaWQiOiIxNjY5IiwiTGluZUNvbG9yIjpudWxsLCJMaW5lV2VpZ2h0IjowLjAsIkxpbmVUeXBlIjowLCJQYXJlbnRTdHlsZSI6bnVsbH0sIlBhcmVudFN0eWxlIjpudWxsfSwiRGF0ZVN0eWxlIjp7IiRpZCI6IjE2NzAiLCJGb250U2V0dGluZ3MiOnsiJGlkIjoiMTY3MSIsIkZvbnRTaXplIjoxMCwiRm9udE5hbWUiOiJDYWxpYnJpIiwiSXNCb2xkIjpmYWxzZSwiSXNJdGFsaWMiOmZhbHNlLCJJc1VuZGVybGluZWQiOmZhbHNlLCJQYXJlbnRTdHlsZSI6bnVsbH0sIkF1dG9TaXplIjowLCJGb3JlZ3JvdW5kIjp7IiRpZCI6IjE2NzIiLCJDb2xvciI6eyIkaWQiOiIxNjcz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2NzQiLCJUb3AiOjAuMCwiTGVmdCI6MC4wLCJSaWdodCI6MC4wLCJCb3R0b20iOjAuMH0sIlBhZGRpbmciOnsiJGlkIjoiMTY3NSIsIlRvcCI6MC4wLCJMZWZ0IjowLjAsIlJpZ2h0IjowLjAsIkJvdHRvbSI6MC4wfSwiQmFja2dyb3VuZCI6eyIkaWQiOiIxNjc2IiwiQ29sb3IiOnsiJGlkIjoiMTY3NyIsIkEiOjAsIlIiOjI1NSwiRyI6MjU1LCJCIjoyNTV9fSwiSXNWaXNpYmxlIjp0cnVlLCJXaWR0aCI6MC4wLCJIZWlnaHQiOjAuMCwiQm9yZGVyU3R5bGUiOnsiJGlkIjoiMTY3OCIsIkxpbmVDb2xvciI6bnVsbCwiTGluZVdlaWdodCI6MC4wLCJMaW5lVHlwZSI6MCwiUGFyZW50U3R5bGUiOm51bGx9LCJQYXJlbnRTdHlsZSI6bnVsbH0sIkRhdGVGb3JtYXQiOnsiJGlkIjoiMTY3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jgwIiwiRm9ybWF0IjowLCJJc1Zpc2libGUiOmZhbHNlLCJMYXN0S25vd25WaXNpYmlsaXR5U3RhdGUiOmZhbHNlfSwiSXNWaXNpYmxlIjpmYWxzZSwiVmFyaWFuY2VTdHlsZSI6eyIkaWQiOiIxNjgxIiwiVGV4dFN0eWxlIjp7IiRpZCI6IjE2ODIiLCJGb250U2V0dGluZ3MiOnsiJGlkIjoiMTY4MyIsIkZvbnRTaXplIjoxMCwiRm9udE5hbWUiOiJDYWxpYnJpIiwiSXNCb2xkIjpmYWxzZSwiSXNJdGFsaWMiOmZhbHNlLCJJc1VuZGVybGluZWQiOmZhbHNlLCJQYXJlbnRTdHlsZSI6bnVsbH0sIkF1dG9TaXplIjowLCJGb3JlZ3JvdW5kIjp7IiRpZCI6IjE2ODQiLCJDb2xvciI6eyIkaWQiOiIxNjg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2ODYiLCJUb3AiOjAuMCwiTGVmdCI6MC4wLCJSaWdodCI6MC4wLCJCb3R0b20iOjAuMH0sIlBhZGRpbmciOnsiJGlkIjoiMTY4NyIsIlRvcCI6MC4wLCJMZWZ0IjowLjAsIlJpZ2h0IjowLjAsIkJvdHRvbSI6MC4wfSwiQmFja2dyb3VuZCI6eyIkaWQiOiIxNjg4IiwiQ29sb3IiOnsiJGlkIjoiMTY4OSIsIkEiOjI1NSwiUiI6MCwiRyI6MCwiQiI6MH19LCJJc1Zpc2libGUiOnRydWUsIldpZHRoIjowLjAsIkhlaWdodCI6MC4wLCJCb3JkZXJTdHlsZSI6eyIkaWQiOiIxNjkwIiwiTGluZUNvbG9yIjpudWxsLCJMaW5lV2VpZ2h0IjowLjAsIkxpbmVUeXBlIjowLCJQYXJlbnRTdHlsZSI6bnVsbH0sIlBhcmVudFN0eWxlIjpudWxsfSwiUGFyZW50U3R5bGUiOm51bGx9LCJQYXJlbnRTdHlsZSI6bnVsbH0sIkluZGV4Ijo1LCJTbWFydER1cmF0aW9uQWN0aXZhdGVkIjpmYWxzZSwiRGF0ZUZvcm1hdCI6eyIkcmVmIjoiMTY3OSJ9LCJXZWVrTnVtYmVyaW5nIjp7IiRpZCI6IjE2OTEiLCJGb3JtYXQiOjAsIklzVmlzaWJsZSI6ZmFsc2UsIkxhc3RLbm93blZpc2liaWxpdHlTdGF0ZSI6ZmFsc2V9LCJCYXNlbGluZURhdGEiOnsiJGlkIjoiMTY5MiIsIlN0YXJ0RGF0ZSI6IjIwMjUtMTEtMThUMDA6MDA6MDAiLCJFbmREYXRlIjoiMjAyNS0xMS0yN1QyMzo1OTowMCJ9LCJJZCI6ImI4MWFmOTNiLThlZDUtNDg1Zi05NzZhLTkwNTk2YjY4YzI2MiIsIkltcG9ydElkIjpudWxsLCJUaXRsZSI6IlNwcmludCA0IiwiTm90ZSI6bnVsbCwiSHlwZXJsaW5rIjp7IiRpZCI6IjE2OTMiLCJBZGRyZXNzIjoiIiwiU3ViQWRkcmVzcyI6IiJ9LCJJc0NoYW5nZWQiOmZhbHNlLCJJc05ldyI6ZmFsc2V9LHsiJGlkIjoiMTY5NCIsIkdyb3VwTmFtZSI6bnVsbCwiU3RhcnREYXRlIjoiMjAyNS0xMS0yN1QwMDowMDowMFoiLCJFbmREYXRlIjoiMjAyNS0xMi0wMlQyMzo1OTowMFoiLCJQZXJjZW50YWdlQ29tcGxldGUiOm51bGwsIlN0eWxlIjp7IiRpZCI6IjE2OTUiLCJTaGFwZSI6MywiU2hhcGVUaGlja25lc3MiOjAsIkR1cmF0aW9uRm9ybWF0IjowLCJJbmNsdWRlTm9uV29ya2luZ0RheXNJbkR1cmF0aW9uIjpmYWxzZSwiUGVyY2VudGFnZUNvbXBsZXRlU3R5bGUiOnsiJGlkIjoiMTY5NiIsIkZvbnRTZXR0aW5ncyI6eyIkaWQiOiIxNjk3IiwiRm9udFNpemUiOjEwLCJGb250TmFtZSI6IkNhbGlicmkiLCJJc0JvbGQiOmZhbHNlLCJJc0l0YWxpYyI6ZmFsc2UsIklzVW5kZXJsaW5lZCI6ZmFsc2UsIlBhcmVudFN0eWxlIjpudWxsfSwiQXV0b1NpemUiOjAsIkZvcmVncm91bmQiOnsiJGlkIjoiMTY5OCIsIkNvbG9yIjp7IiRpZCI6IjE2OTk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cwMCIsIlRvcCI6MC4wLCJMZWZ0IjowLjAsIlJpZ2h0IjowLjAsIkJvdHRvbSI6MC4wfSwiUGFkZGluZyI6eyIkaWQiOiIxNzAxIiwiVG9wIjowLjAsIkxlZnQiOjAuMCwiUmlnaHQiOjAuMCwiQm90dG9tIjowLjB9LCJCYWNrZ3JvdW5kIjp7IiRpZCI6IjE3MDIiLCJDb2xvciI6eyIkaWQiOiIxNzAzIiwiQSI6ODksIlIiOjAsIkciOjAsIkIiOjB9fSwiSXNWaXNpYmxlIjp0cnVlLCJXaWR0aCI6MC4wLCJIZWlnaHQiOjAuMCwiQm9yZGVyU3R5bGUiOnsiJGlkIjoiMTcwNCIsIkxpbmVDb2xvciI6bnVsbCwiTGluZVdlaWdodCI6MC4wLCJMaW5lVHlwZSI6MCwiUGFyZW50U3R5bGUiOm51bGx9LCJQYXJlbnRTdHlsZSI6bnVsbH0sIkR1cmF0aW9uU3R5bGUiOnsiJGlkIjoiMTcwNSIsIkZvbnRTZXR0aW5ncyI6eyIkaWQiOiIxNzA2IiwiRm9udFNpemUiOjEwLCJGb250TmFtZSI6IkNhbGlicmkiLCJJc0JvbGQiOmZhbHNlLCJJc0l0YWxpYyI6ZmFsc2UsIklzVW5kZXJsaW5lZCI6ZmFsc2UsIlBhcmVudFN0eWxlIjpudWxsfSwiQXV0b1NpemUiOjAsIkZvcmVncm91bmQiOnsiJGlkIjoiMTcwNyIsIkNvbG9yIjp7IiRpZCI6IjE3MDg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NzA5IiwiVG9wIjowLjAsIkxlZnQiOjAuMCwiUmlnaHQiOjAuMCwiQm90dG9tIjowLjB9LCJQYWRkaW5nIjp7IiRpZCI6IjE3MTAiLCJUb3AiOjAuMCwiTGVmdCI6MC4wLCJSaWdodCI6MC4wLCJCb3R0b20iOjAuMH0sIkJhY2tncm91bmQiOnsiJGlkIjoiMTcxMSIsIkNvbG9yIjp7IiRpZCI6IjE3MTIiLCJBIjoyNTUsIlIiOjIzNywiRyI6MTI1LCJCIjo0OX19LCJJc1Zpc2libGUiOnRydWUsIldpZHRoIjowLjAsIkhlaWdodCI6MC4wLCJCb3JkZXJTdHlsZSI6eyIkaWQiOiIxNzEzIiwiTGluZUNvbG9yIjpudWxsLCJMaW5lV2VpZ2h0IjowLjAsIkxpbmVUeXBlIjowLCJQYXJlbnRTdHlsZSI6bnVsbH0sIlBhcmVudFN0eWxlIjpudWxsfSwiSG9yaXpvbnRhbENvbm5lY3RvclN0eWxlIjp7IiRpZCI6IjE3MTQiLCJMaW5lQ29sb3IiOnsiJGlkIjoiMTcxNSIsIiR0eXBlIjoiTkxSRS5Db21tb24uRG9tLlNvbGlkQ29sb3JCcnVzaCwgTkxSRS5Db21tb24iLCJDb2xvciI6eyIkaWQiOiIxNzE2IiwiQSI6NTEsIlIiOjIxLCJHIjo5NiwiQiI6MTMwfX0sIkxpbmVXZWlnaHQiOjEuMCwiTGluZVR5cGUiOjAsIlBhcmVudFN0eWxlIjpudWxsfSwiVmVydGljYWxDb25uZWN0b3JTdHlsZSI6eyIkaWQiOiIxNzE3IiwiTGluZUNvbG9yIjp7IiRpZCI6IjE3MTgiLCIkdHlwZSI6Ik5MUkUuQ29tbW9uLkRvbS5Tb2xpZENvbG9yQnJ1c2gsIE5MUkUuQ29tbW9uIiwiQ29sb3IiOnsiJGlkIjoiMTcxOS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cyMCIsIlNoYXBlU3R5bGUiOnsiJGlkIjoiMTcyMSIsIk1hcmdpbiI6eyIkaWQiOiIxNzIyIiwiVG9wIjowLjAsIkxlZnQiOjAuMCwiUmlnaHQiOjAuMCwiQm90dG9tIjowLjB9LCJQYWRkaW5nIjp7IiRpZCI6IjE3MjMiLCJUb3AiOjAuMCwiTGVmdCI6MC4wLCJSaWdodCI6MC4wLCJCb3R0b20iOjAuMH0sIkJhY2tncm91bmQiOnsiJGlkIjoiMTcyNCIsIkNvbG9yIjp7IiRpZCI6IjE3MjUiLCJBIjoxNTMsIlIiOjAsIkciOjAsIkIiOjB9fSwiSXNWaXNpYmxlIjp0cnVlLCJXaWR0aCI6MC4wLCJIZWlnaHQiOjAuMCwiQm9yZGVyU3R5bGUiOm51bGwsIlBhcmVudFN0eWxlIjpudWxsfSwiTWFyZ2luIjp7IiRpZCI6IjE3MjYiLCJUb3AiOjAuMCwiTGVmdCI6MC4wLCJSaWdodCI6MC4wLCJCb3R0b20iOjAuMH0sIlBhZGRpbmciOnsiJGlkIjoiMTcyNyIsIlRvcCI6MC4wLCJMZWZ0IjowLjAsIlJpZ2h0IjowLjAsIkJvdHRvbSI6MC4wfSwiQmFja2dyb3VuZCI6bnVsbCwiSXNWaXNpYmxlIjp0cnVlLCJXaWR0aCI6MC4wLCJIZWlnaHQiOjAuMCwiQm9yZGVyU3R5bGUiOm51bGwsIlBhcmVudFN0eWxlIjpudWxsfSwiU2hhcGVTdHlsZSI6eyIkaWQiOiIxNzI4IiwiTWFyZ2luIjp7IiRpZCI6IjE3MjkiLCJUb3AiOjAuMCwiTGVmdCI6NC4wLCJSaWdodCI6NC4wLCJCb3R0b20iOjAuMH0sIlBhZGRpbmciOnsiJGlkIjoiMTczMCIsIlRvcCI6MC4wLCJMZWZ0IjowLjAsIlJpZ2h0IjowLjAsIkJvdHRvbSI6MC4wfSwiQmFja2dyb3VuZCI6eyIkaWQiOiIxNzMxIiwiQ29sb3IiOnsiJGlkIjoiMTczMiIsIkEiOjI1NSwiUiI6MjEsIkciOjk2LCJCIjoxMzB9fSwiSXNWaXNpYmxlIjp0cnVlLCJXaWR0aCI6MC4wLCJIZWlnaHQiOjEwLjAsIkJvcmRlclN0eWxlIjp7IiRpZCI6IjE3MzMiLCJMaW5lQ29sb3IiOnsiJGlkIjoiMTczNCIsIiR0eXBlIjoiTkxSRS5Db21tb24uRG9tLlNvbGlkQ29sb3JCcnVzaCwgTkxSRS5Db21tb24iLCJDb2xvciI6eyIkaWQiOiIxNzM1IiwiQSI6MjU1LCJSIjoyMzQsIkciOjIyLCJCIjozMH19LCJMaW5lV2VpZ2h0IjowLjAsIkxpbmVUeXBlIjowLCJQYXJlbnRTdHlsZSI6bnVsbH0sIlBhcmVudFN0eWxlIjpudWxsfSwiVGl0bGVTdHlsZSI6eyIkaWQiOiIxNzM2IiwiRm9udFNldHRpbmdzIjp7IiRpZCI6IjE3MzciLCJGb250U2l6ZSI6MTEsIkZvbnROYW1lIjoiQ2FsaWJyaSIsIklzQm9sZCI6ZmFsc2UsIklzSXRhbGljIjpmYWxzZSwiSXNVbmRlcmxpbmVkIjpmYWxzZSwiUGFyZW50U3R5bGUiOm51bGx9LCJBdXRvU2l6ZSI6MCwiRm9yZWdyb3VuZCI6eyIkaWQiOiIxNzM4IiwiQ29sb3IiOnsiJGlkIjoiMTczOS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NzQwIiwiVG9wIjowLjAsIkxlZnQiOjAuMCwiUmlnaHQiOjAuMCwiQm90dG9tIjowLjB9LCJQYWRkaW5nIjp7IiRpZCI6IjE3NDEiLCJUb3AiOjAuMCwiTGVmdCI6MC4wLCJSaWdodCI6MC4wLCJCb3R0b20iOjAuMH0sIkJhY2tncm91bmQiOnsiJGlkIjoiMTc0MiIsIkNvbG9yIjp7IiRpZCI6IjE3NDMiLCJBIjowLCJSIjoyNTUsIkciOjI1NSwiQiI6MjU1fX0sIklzVmlzaWJsZSI6dHJ1ZSwiV2lkdGgiOjAuMCwiSGVpZ2h0IjowLjAsIkJvcmRlclN0eWxlIjp7IiRpZCI6IjE3NDQiLCJMaW5lQ29sb3IiOm51bGwsIkxpbmVXZWlnaHQiOjAuMCwiTGluZVR5cGUiOjAsIlBhcmVudFN0eWxlIjpudWxsfSwiUGFyZW50U3R5bGUiOm51bGx9LCJEYXRlU3R5bGUiOnsiJGlkIjoiMTc0NSIsIkZvbnRTZXR0aW5ncyI6eyIkaWQiOiIxNzQ2IiwiRm9udFNpemUiOjEwLCJGb250TmFtZSI6IkNhbGlicmkiLCJJc0JvbGQiOmZhbHNlLCJJc0l0YWxpYyI6ZmFsc2UsIklzVW5kZXJsaW5lZCI6ZmFsc2UsIlBhcmVudFN0eWxlIjpudWxsfSwiQXV0b1NpemUiOjAsIkZvcmVncm91bmQiOnsiJGlkIjoiMTc0NyIsIkNvbG9yIjp7IiRpZCI6IjE3NDg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c0OSIsIlRvcCI6MC4wLCJMZWZ0IjowLjAsIlJpZ2h0IjowLjAsIkJvdHRvbSI6MC4wfSwiUGFkZGluZyI6eyIkaWQiOiIxNzUwIiwiVG9wIjowLjAsIkxlZnQiOjAuMCwiUmlnaHQiOjAuMCwiQm90dG9tIjowLjB9LCJCYWNrZ3JvdW5kIjp7IiRpZCI6IjE3NTEiLCJDb2xvciI6eyIkaWQiOiIxNzUyIiwiQSI6MCwiUiI6MjU1LCJHIjoyNTUsIkIiOjI1NX19LCJJc1Zpc2libGUiOnRydWUsIldpZHRoIjowLjAsIkhlaWdodCI6MC4wLCJCb3JkZXJTdHlsZSI6eyIkaWQiOiIxNzUzIiwiTGluZUNvbG9yIjpudWxsLCJMaW5lV2VpZ2h0IjowLjAsIkxpbmVUeXBlIjowLCJQYXJlbnRTdHlsZSI6bnVsbH0sIlBhcmVudFN0eWxlIjpudWxsfSwiRGF0ZUZvcm1hdCI6eyIkaWQiOiIxNzU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3NTUiLCJGb3JtYXQiOjAsIklzVmlzaWJsZSI6ZmFsc2UsIkxhc3RLbm93blZpc2liaWxpdHlTdGF0ZSI6ZmFsc2V9LCJJc1Zpc2libGUiOmZhbHNlLCJWYXJpYW5jZVN0eWxlIjp7IiRpZCI6IjE3NTYiLCJUZXh0U3R5bGUiOnsiJGlkIjoiMTc1NyIsIkZvbnRTZXR0aW5ncyI6eyIkaWQiOiIxNzU4IiwiRm9udFNpemUiOjEwLCJGb250TmFtZSI6IkNhbGlicmkiLCJJc0JvbGQiOmZhbHNlLCJJc0l0YWxpYyI6ZmFsc2UsIklzVW5kZXJsaW5lZCI6ZmFsc2UsIlBhcmVudFN0eWxlIjpudWxsfSwiQXV0b1NpemUiOjAsIkZvcmVncm91bmQiOnsiJGlkIjoiMTc1OSIsIkNvbG9yIjp7IiRpZCI6IjE3Nj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c2MSIsIlRvcCI6MC4wLCJMZWZ0IjowLjAsIlJpZ2h0IjowLjAsIkJvdHRvbSI6MC4wfSwiUGFkZGluZyI6eyIkaWQiOiIxNzYyIiwiVG9wIjowLjAsIkxlZnQiOjAuMCwiUmlnaHQiOjAuMCwiQm90dG9tIjowLjB9LCJCYWNrZ3JvdW5kIjp7IiRpZCI6IjE3NjMiLCJDb2xvciI6eyIkaWQiOiIxNzY0IiwiQSI6MjU1LCJSIjowLCJHIjowLCJCIjowfX0sIklzVmlzaWJsZSI6dHJ1ZSwiV2lkdGgiOjAuMCwiSGVpZ2h0IjowLjAsIkJvcmRlclN0eWxlIjp7IiRpZCI6IjE3NjUiLCJMaW5lQ29sb3IiOm51bGwsIkxpbmVXZWlnaHQiOjAuMCwiTGluZVR5cGUiOjAsIlBhcmVudFN0eWxlIjpudWxsfSwiUGFyZW50U3R5bGUiOm51bGx9LCJQYXJlbnRTdHlsZSI6bnVsbH0sIlBhcmVudFN0eWxlIjpudWxsfSwiSW5kZXgiOjYsIlNtYXJ0RHVyYXRpb25BY3RpdmF0ZWQiOmZhbHNlLCJEYXRlRm9ybWF0Ijp7IiRyZWYiOiIxNzU0In0sIldlZWtOdW1iZXJpbmciOnsiJGlkIjoiMTc2NiIsIkZvcm1hdCI6MCwiSXNWaXNpYmxlIjpmYWxzZSwiTGFzdEtub3duVmlzaWJpbGl0eVN0YXRlIjpmYWxzZX0sIkJhc2VsaW5lRGF0YSI6eyIkaWQiOiIxNzY3IiwiU3RhcnREYXRlIjoiMjAyNS0xMS0yN1QwMDowMDowMCIsIkVuZERhdGUiOiIyMDI1LTEyLTAyVDIzOjU5OjAwIn0sIklkIjoiZWMyZDAxZTMtYzEyOC00MjRhLTg1MTUtODkzMmIwNThmMmU3IiwiSW1wb3J0SWQiOm51bGwsIlRpdGxlIjoiU3ByaW50IDUiLCJOb3RlIjpudWxsLCJIeXBlcmxpbmsiOnsiJGlkIjoiMTc2OCIsIkFkZHJlc3MiOiIiLCJTdWJBZGRyZXNzIjoiIn0sIklzQ2hhbmdlZCI6ZmFsc2UsIklzTmV3IjpmYWxzZX0seyIkaWQiOiIxNzY5IiwiR3JvdXBOYW1lIjpudWxsLCJTdGFydERhdGUiOiIyMDI1LTExLTE4VDAwOjAwOjAwWiIsIkVuZERhdGUiOiIyMDI1LTEyLTA1VDIzOjU5OjAwWiIsIlBlcmNlbnRhZ2VDb21wbGV0ZSI6bnVsbCwiU3R5bGUiOnsiJGlkIjoiMTc3MCIsIlNoYXBlIjozLCJTaGFwZVRoaWNrbmVzcyI6MCwiRHVyYXRpb25Gb3JtYXQiOjAsIkluY2x1ZGVOb25Xb3JraW5nRGF5c0luRHVyYXRpb24iOmZhbHNlLCJQZXJjZW50YWdlQ29tcGxldGVTdHlsZSI6eyIkaWQiOiIxNzcxIiwiRm9udFNldHRpbmdzIjp7IiRpZCI6IjE3NzIiLCJGb250U2l6ZSI6MTAsIkZvbnROYW1lIjoiQ2FsaWJyaSIsIklzQm9sZCI6ZmFsc2UsIklzSXRhbGljIjpmYWxzZSwiSXNVbmRlcmxpbmVkIjpmYWxzZSwiUGFyZW50U3R5bGUiOm51bGx9LCJBdXRvU2l6ZSI6MCwiRm9yZWdyb3VuZCI6eyIkaWQiOiIxNzczIiwiQ29sb3IiOnsiJGlkIjoiMTc3NC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xNzc1IiwiVG9wIjowLjAsIkxlZnQiOjAuMCwiUmlnaHQiOjAuMCwiQm90dG9tIjowLjB9LCJQYWRkaW5nIjp7IiRpZCI6IjE3NzYiLCJUb3AiOjAuMCwiTGVmdCI6MC4wLCJSaWdodCI6MC4wLCJCb3R0b20iOjAuMH0sIkJhY2tncm91bmQiOnsiJGlkIjoiMTc3NyIsIkNvbG9yIjp7IiRpZCI6IjE3NzgiLCJBIjo4OSwiUiI6MCwiRyI6MCwiQiI6MH19LCJJc1Zpc2libGUiOnRydWUsIldpZHRoIjowLjAsIkhlaWdodCI6MC4wLCJCb3JkZXJTdHlsZSI6eyIkaWQiOiIxNzc5IiwiTGluZUNvbG9yIjpudWxsLCJMaW5lV2VpZ2h0IjowLjAsIkxpbmVUeXBlIjowLCJQYXJlbnRTdHlsZSI6bnVsbH0sIlBhcmVudFN0eWxlIjpudWxsfSwiRHVyYXRpb25TdHlsZSI6eyIkaWQiOiIxNzgwIiwiRm9udFNldHRpbmdzIjp7IiRpZCI6IjE3ODEiLCJGb250U2l6ZSI6MTAsIkZvbnROYW1lIjoiQ2FsaWJyaSIsIklzQm9sZCI6ZmFsc2UsIklzSXRhbGljIjpmYWxzZSwiSXNVbmRlcmxpbmVkIjpmYWxzZSwiUGFyZW50U3R5bGUiOm51bGx9LCJBdXRvU2l6ZSI6MCwiRm9yZWdyb3VuZCI6eyIkaWQiOiIxNzgyIiwiQ29sb3IiOnsiJGlkIjoiMTc4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3ODQiLCJUb3AiOjAuMCwiTGVmdCI6MC4wLCJSaWdodCI6MC4wLCJCb3R0b20iOjAuMH0sIlBhZGRpbmciOnsiJGlkIjoiMTc4NSIsIlRvcCI6MC4wLCJMZWZ0IjowLjAsIlJpZ2h0IjowLjAsIkJvdHRvbSI6MC4wfSwiQmFja2dyb3VuZCI6eyIkaWQiOiIxNzg2IiwiQ29sb3IiOnsiJGlkIjoiMTc4NyIsIkEiOjI1NSwiUiI6MjM3LCJHIjoxMjUsIkIiOjQ5fX0sIklzVmlzaWJsZSI6dHJ1ZSwiV2lkdGgiOjAuMCwiSGVpZ2h0IjowLjAsIkJvcmRlclN0eWxlIjp7IiRpZCI6IjE3ODgiLCJMaW5lQ29sb3IiOm51bGwsIkxpbmVXZWlnaHQiOjAuMCwiTGluZVR5cGUiOjAsIlBhcmVudFN0eWxlIjpudWxsfSwiUGFyZW50U3R5bGUiOm51bGx9LCJIb3Jpem9udGFsQ29ubmVjdG9yU3R5bGUiOnsiJGlkIjoiMTc4OSIsIkxpbmVDb2xvciI6eyIkaWQiOiIxNzkwIiwiJHR5cGUiOiJOTFJFLkNvbW1vbi5Eb20uU29saWRDb2xvckJydXNoLCBOTFJFLkNvbW1vbiIsIkNvbG9yIjp7IiRpZCI6IjE3OTEiLCJBIjo1MSwiUiI6MjEsIkciOjk2LCJCIjoxMzB9fSwiTGluZVdlaWdodCI6MS4wLCJMaW5lVHlwZSI6MCwiUGFyZW50U3R5bGUiOm51bGx9LCJWZXJ0aWNhbENvbm5lY3RvclN0eWxlIjp7IiRpZCI6IjE3OTIiLCJMaW5lQ29sb3IiOnsiJGlkIjoiMTc5MyIsIiR0eXBlIjoiTkxSRS5Db21tb24uRG9tLlNvbGlkQ29sb3JCcnVzaCwgTkxSRS5Db21tb24iLCJDb2xvciI6eyIkaWQiOiIxNzk0IiwiQSI6NTEsIlIiOjIxLCJHIjo5NiwiQiI6MTMwfX0sIkxpbmVXZWlnaHQiOjAuMCwiTGluZVR5cGUiOjAsIlBhcmVudFN0eWxlIjpudWxsfSwiTWFyZ2luIjpudWxsLCJTdGFydERhdGVQb3NpdGlvbiI6NCwiRW5kRGF0ZVBvc2l0aW9uIjo0LCJEYXRlSXNWaXNpYmxlIjp0cnVlLCJUaXRsZVBvc2l0aW9uIjozLCJEdXJhdGlvblBvc2l0aW9uIjo2LCJQZXJjZW50YWdlQ29tcGxldGVkUG9zaXRpb24iOjIsIlZhcmlhbmNlUG9zaXRpb24iOjYsIlNwYWNpbmciOjMsIklzQmVsb3dUaW1lYmFuZCI6dHJ1ZSwiUGVyY2VudGFnZUNvbXBsZXRlU2hhcGVPcGFjaXR5IjozNSwiQmFzZWxpbmVTdHlsZSI6eyIkaWQiOiIxNzk1IiwiU2hhcGVTdHlsZSI6eyIkaWQiOiIxNzk2IiwiTWFyZ2luIjp7IiRpZCI6IjE3OTciLCJUb3AiOjAuMCwiTGVmdCI6MC4wLCJSaWdodCI6MC4wLCJCb3R0b20iOjAuMH0sIlBhZGRpbmciOnsiJGlkIjoiMTc5OCIsIlRvcCI6MC4wLCJMZWZ0IjowLjAsIlJpZ2h0IjowLjAsIkJvdHRvbSI6MC4wfSwiQmFja2dyb3VuZCI6eyIkaWQiOiIxNzk5IiwiQ29sb3IiOnsiJGlkIjoiMTgwMCIsIkEiOjE1MywiUiI6MCwiRyI6MCwiQiI6MH19LCJJc1Zpc2libGUiOnRydWUsIldpZHRoIjowLjAsIkhlaWdodCI6MC4wLCJCb3JkZXJTdHlsZSI6bnVsbCwiUGFyZW50U3R5bGUiOm51bGx9LCJNYXJnaW4iOnsiJGlkIjoiMTgwMSIsIlRvcCI6MC4wLCJMZWZ0IjowLjAsIlJpZ2h0IjowLjAsIkJvdHRvbSI6MC4wfSwiUGFkZGluZyI6eyIkaWQiOiIxODAyIiwiVG9wIjowLjAsIkxlZnQiOjAuMCwiUmlnaHQiOjAuMCwiQm90dG9tIjowLjB9LCJCYWNrZ3JvdW5kIjpudWxsLCJJc1Zpc2libGUiOnRydWUsIldpZHRoIjowLjAsIkhlaWdodCI6MC4wLCJCb3JkZXJTdHlsZSI6bnVsbCwiUGFyZW50U3R5bGUiOm51bGx9LCJTaGFwZVN0eWxlIjp7IiRpZCI6IjE4MDMiLCJNYXJnaW4iOnsiJGlkIjoiMTgwNCIsIlRvcCI6MC4wLCJMZWZ0Ijo0LjAsIlJpZ2h0Ijo0LjAsIkJvdHRvbSI6MC4wfSwiUGFkZGluZyI6eyIkaWQiOiIxODA1IiwiVG9wIjowLjAsIkxlZnQiOjAuMCwiUmlnaHQiOjAuMCwiQm90dG9tIjowLjB9LCJCYWNrZ3JvdW5kIjp7IiRpZCI6IjE4MDYiLCJDb2xvciI6eyIkaWQiOiIxODA3IiwiQSI6MjU1LCJSIjoyNTQsIkciOjE4NiwiQiI6MTB9fSwiSXNWaXNpYmxlIjp0cnVlLCJXaWR0aCI6MC4wLCJIZWlnaHQiOjEwLjAsIkJvcmRlclN0eWxlIjp7IiRpZCI6IjE4MDgiLCJMaW5lQ29sb3IiOnsiJGlkIjoiMTgwOSIsIiR0eXBlIjoiTkxSRS5Db21tb24uRG9tLlNvbGlkQ29sb3JCcnVzaCwgTkxSRS5Db21tb24iLCJDb2xvciI6eyIkaWQiOiIxODEwIiwiQSI6MjU1LCJSIjoyMzQsIkciOjIyLCJCIjozMH19LCJMaW5lV2VpZ2h0IjowLjAsIkxpbmVUeXBlIjowLCJQYXJlbnRTdHlsZSI6bnVsbH0sIlBhcmVudFN0eWxlIjpudWxsfSwiVGl0bGVTdHlsZSI6eyIkaWQiOiIxODExIiwiRm9udFNldHRpbmdzIjp7IiRpZCI6IjE4MTIiLCJGb250U2l6ZSI6MTEsIkZvbnROYW1lIjoiQ2FsaWJyaSIsIklzQm9sZCI6ZmFsc2UsIklzSXRhbGljIjpmYWxzZSwiSXNVbmRlcmxpbmVkIjpmYWxzZSwiUGFyZW50U3R5bGUiOm51bGx9LCJBdXRvU2l6ZSI6MCwiRm9yZWdyb3VuZCI6eyIkaWQiOiIxODEzIiwiQ29sb3IiOnsiJGlkIjoiMTgx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ODE1IiwiVG9wIjowLjAsIkxlZnQiOjAuMCwiUmlnaHQiOjAuMCwiQm90dG9tIjowLjB9LCJQYWRkaW5nIjp7IiRpZCI6IjE4MTYiLCJUb3AiOjAuMCwiTGVmdCI6MC4wLCJSaWdodCI6MC4wLCJCb3R0b20iOjAuMH0sIkJhY2tncm91bmQiOnsiJGlkIjoiMTgxNyIsIkNvbG9yIjp7IiRpZCI6IjE4MTgiLCJBIjowLCJSIjoyNTUsIkciOjI1NSwiQiI6MjU1fX0sIklzVmlzaWJsZSI6dHJ1ZSwiV2lkdGgiOjAuMCwiSGVpZ2h0IjowLjAsIkJvcmRlclN0eWxlIjp7IiRpZCI6IjE4MTkiLCJMaW5lQ29sb3IiOm51bGwsIkxpbmVXZWlnaHQiOjAuMCwiTGluZVR5cGUiOjAsIlBhcmVudFN0eWxlIjpudWxsfSwiUGFyZW50U3R5bGUiOm51bGx9LCJEYXRlU3R5bGUiOnsiJGlkIjoiMTgyMCIsIkZvbnRTZXR0aW5ncyI6eyIkaWQiOiIxODIxIiwiRm9udFNpemUiOjEwLCJGb250TmFtZSI6IkNhbGlicmkiLCJJc0JvbGQiOmZhbHNlLCJJc0l0YWxpYyI6ZmFsc2UsIklzVW5kZXJsaW5lZCI6ZmFsc2UsIlBhcmVudFN0eWxlIjpudWxsfSwiQXV0b1NpemUiOjAsIkZvcmVncm91bmQiOnsiJGlkIjoiMTgyMiIsIkNvbG9yIjp7IiRpZCI6IjE4Mj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gyNCIsIlRvcCI6MC4wLCJMZWZ0IjowLjAsIlJpZ2h0IjowLjAsIkJvdHRvbSI6MC4wfSwiUGFkZGluZyI6eyIkaWQiOiIxODI1IiwiVG9wIjowLjAsIkxlZnQiOjAuMCwiUmlnaHQiOjAuMCwiQm90dG9tIjowLjB9LCJCYWNrZ3JvdW5kIjp7IiRpZCI6IjE4MjYiLCJDb2xvciI6eyIkaWQiOiIxODI3IiwiQSI6MCwiUiI6MjU1LCJHIjoyNTUsIkIiOjI1NX19LCJJc1Zpc2libGUiOnRydWUsIldpZHRoIjowLjAsIkhlaWdodCI6MC4wLCJCb3JkZXJTdHlsZSI6eyIkaWQiOiIxODI4IiwiTGluZUNvbG9yIjpudWxsLCJMaW5lV2VpZ2h0IjowLjAsIkxpbmVUeXBlIjowLCJQYXJlbnRTdHlsZSI6bnVsbH0sIlBhcmVudFN0eWxlIjpudWxsfSwiRGF0ZUZvcm1hdCI6eyIkaWQiOiIxODI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4MzAiLCJGb3JtYXQiOjAsIklzVmlzaWJsZSI6ZmFsc2UsIkxhc3RLbm93blZpc2liaWxpdHlTdGF0ZSI6ZmFsc2V9LCJJc1Zpc2libGUiOmZhbHNlLCJWYXJpYW5jZVN0eWxlIjp7IiRpZCI6IjE4MzEiLCJUZXh0U3R5bGUiOnsiJGlkIjoiMTgzMiIsIkZvbnRTZXR0aW5ncyI6eyIkaWQiOiIxODMzIiwiRm9udFNpemUiOjEwLCJGb250TmFtZSI6IkNhbGlicmkiLCJJc0JvbGQiOmZhbHNlLCJJc0l0YWxpYyI6ZmFsc2UsIklzVW5kZXJsaW5lZCI6ZmFsc2UsIlBhcmVudFN0eWxlIjpudWxsfSwiQXV0b1NpemUiOjAsIkZvcmVncm91bmQiOnsiJGlkIjoiMTgzNCIsIkNvbG9yIjp7IiRpZCI6IjE4Mz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gzNiIsIlRvcCI6MC4wLCJMZWZ0IjowLjAsIlJpZ2h0IjowLjAsIkJvdHRvbSI6MC4wfSwiUGFkZGluZyI6eyIkaWQiOiIxODM3IiwiVG9wIjowLjAsIkxlZnQiOjAuMCwiUmlnaHQiOjAuMCwiQm90dG9tIjowLjB9LCJCYWNrZ3JvdW5kIjp7IiRpZCI6IjE4MzgiLCJDb2xvciI6eyIkaWQiOiIxODM5IiwiQSI6MjU1LCJSIjowLCJHIjowLCJCIjowfX0sIklzVmlzaWJsZSI6dHJ1ZSwiV2lkdGgiOjAuMCwiSGVpZ2h0IjowLjAsIkJvcmRlclN0eWxlIjp7IiRpZCI6IjE4NDAiLCJMaW5lQ29sb3IiOm51bGwsIkxpbmVXZWlnaHQiOjAuMCwiTGluZVR5cGUiOjAsIlBhcmVudFN0eWxlIjpudWxsfSwiUGFyZW50U3R5bGUiOm51bGx9LCJQYXJlbnRTdHlsZSI6bnVsbH0sIlBhcmVudFN0eWxlIjpudWxsfSwiSW5kZXgiOjcsIlNtYXJ0RHVyYXRpb25BY3RpdmF0ZWQiOmZhbHNlLCJEYXRlRm9ybWF0Ijp7IiRyZWYiOiIxODI5In0sIldlZWtOdW1iZXJpbmciOnsiJGlkIjoiMTg0MSIsIkZvcm1hdCI6MCwiSXNWaXNpYmxlIjpmYWxzZSwiTGFzdEtub3duVmlzaWJpbGl0eVN0YXRlIjpmYWxzZX0sIkJhc2VsaW5lRGF0YSI6eyIkaWQiOiIxODQyIiwiU3RhcnREYXRlIjoiMjAyNS0xMS0xOFQwMDowMDowMCIsIkVuZERhdGUiOiIyMDI1LTEyLTA1VDIzOjU5OjAwIn0sIklkIjoiMWZlYmY0OTQtNWMwZC00NDVlLTliMDAtM2VhOGRhMGQ3NWM2IiwiSW1wb3J0SWQiOm51bGwsIlRpdGxlIjoiUHJ1ZWJhcyBmaW5hbGVzIiwiTm90ZSI6bnVsbCwiSHlwZXJsaW5rIjp7IiRpZCI6IjE4NDMiLCJBZGRyZXNzIjoiIiwiU3ViQWRkcmVzcyI6IiJ9LCJJc0NoYW5nZWQiOmZhbHNlLCJJc05ldyI6ZmFsc2V9LHsiJGlkIjoiMTg0NCIsIkdyb3VwTmFtZSI6bnVsbCwiU3RhcnREYXRlIjoiMjAyNS0xMS0xOFQwMDowMDowMFoiLCJFbmREYXRlIjoiMjAyNS0xMi0wNVQyMzo1OTowMFoiLCJQZXJjZW50YWdlQ29tcGxldGUiOm51bGwsIlN0eWxlIjp7IiRpZCI6IjE4NDUiLCJTaGFwZSI6MywiU2hhcGVUaGlja25lc3MiOjAsIkR1cmF0aW9uRm9ybWF0IjowLCJJbmNsdWRlTm9uV29ya2luZ0RheXNJbkR1cmF0aW9uIjpmYWxzZSwiUGVyY2VudGFnZUNvbXBsZXRlU3R5bGUiOnsiJGlkIjoiMTg0NiIsIkZvbnRTZXR0aW5ncyI6eyIkaWQiOiIxODQ3IiwiRm9udFNpemUiOjEwLCJGb250TmFtZSI6IkNhbGlicmkiLCJJc0JvbGQiOmZhbHNlLCJJc0l0YWxpYyI6ZmFsc2UsIklzVW5kZXJsaW5lZCI6ZmFsc2UsIlBhcmVudFN0eWxlIjpudWxsfSwiQXV0b1NpemUiOjAsIkZvcmVncm91bmQiOnsiJGlkIjoiMTg0OCIsIkNvbG9yIjp7IiRpZCI6IjE4NDk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g1MCIsIlRvcCI6MC4wLCJMZWZ0IjowLjAsIlJpZ2h0IjowLjAsIkJvdHRvbSI6MC4wfSwiUGFkZGluZyI6eyIkaWQiOiIxODUxIiwiVG9wIjowLjAsIkxlZnQiOjAuMCwiUmlnaHQiOjAuMCwiQm90dG9tIjowLjB9LCJCYWNrZ3JvdW5kIjp7IiRpZCI6IjE4NTIiLCJDb2xvciI6eyIkaWQiOiIxODUzIiwiQSI6ODksIlIiOjAsIkciOjAsIkIiOjB9fSwiSXNWaXNpYmxlIjp0cnVlLCJXaWR0aCI6MC4wLCJIZWlnaHQiOjAuMCwiQm9yZGVyU3R5bGUiOnsiJGlkIjoiMTg1NCIsIkxpbmVDb2xvciI6bnVsbCwiTGluZVdlaWdodCI6MC4wLCJMaW5lVHlwZSI6MCwiUGFyZW50U3R5bGUiOm51bGx9LCJQYXJlbnRTdHlsZSI6bnVsbH0sIkR1cmF0aW9uU3R5bGUiOnsiJGlkIjoiMTg1NSIsIkZvbnRTZXR0aW5ncyI6eyIkaWQiOiIxODU2IiwiRm9udFNpemUiOjEwLCJGb250TmFtZSI6IkNhbGlicmkiLCJJc0JvbGQiOmZhbHNlLCJJc0l0YWxpYyI6ZmFsc2UsIklzVW5kZXJsaW5lZCI6ZmFsc2UsIlBhcmVudFN0eWxlIjpudWxsfSwiQXV0b1NpemUiOjAsIkZvcmVncm91bmQiOnsiJGlkIjoiMTg1NyIsIkNvbG9yIjp7IiRpZCI6IjE4NTg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ODU5IiwiVG9wIjowLjAsIkxlZnQiOjAuMCwiUmlnaHQiOjAuMCwiQm90dG9tIjowLjB9LCJQYWRkaW5nIjp7IiRpZCI6IjE4NjAiLCJUb3AiOjAuMCwiTGVmdCI6MC4wLCJSaWdodCI6MC4wLCJCb3R0b20iOjAuMH0sIkJhY2tncm91bmQiOnsiJGlkIjoiMTg2MSIsIkNvbG9yIjp7IiRpZCI6IjE4NjIiLCJBIjoyNTUsIlIiOjIzNywiRyI6MTI1LCJCIjo0OX19LCJJc1Zpc2libGUiOnRydWUsIldpZHRoIjowLjAsIkhlaWdodCI6MC4wLCJCb3JkZXJTdHlsZSI6eyIkaWQiOiIxODYzIiwiTGluZUNvbG9yIjpudWxsLCJMaW5lV2VpZ2h0IjowLjAsIkxpbmVUeXBlIjowLCJQYXJlbnRTdHlsZSI6bnVsbH0sIlBhcmVudFN0eWxlIjpudWxsfSwiSG9yaXpvbnRhbENvbm5lY3RvclN0eWxlIjp7IiRpZCI6IjE4NjQiLCJMaW5lQ29sb3IiOnsiJGlkIjoiMTg2NSIsIiR0eXBlIjoiTkxSRS5Db21tb24uRG9tLlNvbGlkQ29sb3JCcnVzaCwgTkxSRS5Db21tb24iLCJDb2xvciI6eyIkaWQiOiIxODY2IiwiQSI6NTEsIlIiOjIxLCJHIjo5NiwiQiI6MTMwfX0sIkxpbmVXZWlnaHQiOjEuMCwiTGluZVR5cGUiOjAsIlBhcmVudFN0eWxlIjpudWxsfSwiVmVydGljYWxDb25uZWN0b3JTdHlsZSI6eyIkaWQiOiIxODY3IiwiTGluZUNvbG9yIjp7IiRpZCI6IjE4NjgiLCIkdHlwZSI6Ik5MUkUuQ29tbW9uLkRvbS5Tb2xpZENvbG9yQnJ1c2gsIE5MUkUuQ29tbW9uIiwiQ29sb3IiOnsiJGlkIjoiMTg2OS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g3MCIsIlNoYXBlU3R5bGUiOnsiJGlkIjoiMTg3MSIsIk1hcmdpbiI6eyIkaWQiOiIxODcyIiwiVG9wIjowLjAsIkxlZnQiOjAuMCwiUmlnaHQiOjAuMCwiQm90dG9tIjowLjB9LCJQYWRkaW5nIjp7IiRpZCI6IjE4NzMiLCJUb3AiOjAuMCwiTGVmdCI6MC4wLCJSaWdodCI6MC4wLCJCb3R0b20iOjAuMH0sIkJhY2tncm91bmQiOnsiJGlkIjoiMTg3NCIsIkNvbG9yIjp7IiRpZCI6IjE4NzUiLCJBIjoxNTMsIlIiOjAsIkciOjAsIkIiOjB9fSwiSXNWaXNpYmxlIjp0cnVlLCJXaWR0aCI6MC4wLCJIZWlnaHQiOjAuMCwiQm9yZGVyU3R5bGUiOm51bGwsIlBhcmVudFN0eWxlIjpudWxsfSwiTWFyZ2luIjp7IiRpZCI6IjE4NzYiLCJUb3AiOjAuMCwiTGVmdCI6MC4wLCJSaWdodCI6MC4wLCJCb3R0b20iOjAuMH0sIlBhZGRpbmciOnsiJGlkIjoiMTg3NyIsIlRvcCI6MC4wLCJMZWZ0IjowLjAsIlJpZ2h0IjowLjAsIkJvdHRvbSI6MC4wfSwiQmFja2dyb3VuZCI6bnVsbCwiSXNWaXNpYmxlIjp0cnVlLCJXaWR0aCI6MC4wLCJIZWlnaHQiOjAuMCwiQm9yZGVyU3R5bGUiOm51bGwsIlBhcmVudFN0eWxlIjpudWxsfSwiU2hhcGVTdHlsZSI6eyIkaWQiOiIxODc4IiwiTWFyZ2luIjp7IiRpZCI6IjE4NzkiLCJUb3AiOjAuMCwiTGVmdCI6NC4wLCJSaWdodCI6NC4wLCJCb3R0b20iOjAuMH0sIlBhZGRpbmciOnsiJGlkIjoiMTg4MCIsIlRvcCI6MC4wLCJMZWZ0IjowLjAsIlJpZ2h0IjowLjAsIkJvdHRvbSI6MC4wfSwiQmFja2dyb3VuZCI6eyIkaWQiOiIxODgxIiwiQ29sb3IiOnsiJGlkIjoiMTg4MiIsIkEiOjI1NSwiUiI6MTUsIkciOjE1OCwiQiI6MjEzfX0sIklzVmlzaWJsZSI6dHJ1ZSwiV2lkdGgiOjAuMCwiSGVpZ2h0IjoxMC4wLCJCb3JkZXJTdHlsZSI6eyIkaWQiOiIxODgzIiwiTGluZUNvbG9yIjp7IiRpZCI6IjE4ODQiLCIkdHlwZSI6Ik5MUkUuQ29tbW9uLkRvbS5Tb2xpZENvbG9yQnJ1c2gsIE5MUkUuQ29tbW9uIiwiQ29sb3IiOnsiJGlkIjoiMTg4NSIsIkEiOjI1NSwiUiI6MjM0LCJHIjoyMiwiQiI6MzB9fSwiTGluZVdlaWdodCI6MC4wLCJMaW5lVHlwZSI6MCwiUGFyZW50U3R5bGUiOm51bGx9LCJQYXJlbnRTdHlsZSI6bnVsbH0sIlRpdGxlU3R5bGUiOnsiJGlkIjoiMTg4NiIsIkZvbnRTZXR0aW5ncyI6eyIkaWQiOiIxODg3IiwiRm9udFNpemUiOjExLCJGb250TmFtZSI6IkNhbGlicmkiLCJJc0JvbGQiOmZhbHNlLCJJc0l0YWxpYyI6ZmFsc2UsIklzVW5kZXJsaW5lZCI6ZmFsc2UsIlBhcmVudFN0eWxlIjpudWxsfSwiQXV0b1NpemUiOjAsIkZvcmVncm91bmQiOnsiJGlkIjoiMTg4OCIsIkNvbG9yIjp7IiRpZCI6IjE4ODkiLCJBIjoyNTUsIlIiOjAsIkciOjAsIkIiOjB9fSwiTWF4V2lkdGgiOjcyMC4wLCJNYXhIZWlnaHQiOiJJbmZpbml0eSIsIlNtYXJ0Rm9yZWdyb3VuZElzQWN0aXZlIjpmYWxzZSwiSG9yaXpvbnRhbEFsaWdubWVudCI6MiwiVmVydGljYWxBbGlnbm1lbnQiOjEsIlNtYXJ0Rm9yZWdyb3VuZCI6bnVsbCwiQmFja2dyb3VuZEZpbGxUeXBlIjowLCJNYXJnaW4iOnsiJGlkIjoiMTg5MCIsIlRvcCI6MC4wLCJMZWZ0IjowLjAsIlJpZ2h0IjowLjAsIkJvdHRvbSI6MC4wfSwiUGFkZGluZyI6eyIkaWQiOiIxODkxIiwiVG9wIjowLjAsIkxlZnQiOjAuMCwiUmlnaHQiOjAuMCwiQm90dG9tIjowLjB9LCJCYWNrZ3JvdW5kIjp7IiRpZCI6IjE4OTIiLCJDb2xvciI6eyIkaWQiOiIxODkzIiwiQSI6MCwiUiI6MjU1LCJHIjoyNTUsIkIiOjI1NX19LCJJc1Zpc2libGUiOnRydWUsIldpZHRoIjowLjAsIkhlaWdodCI6MC4wLCJCb3JkZXJTdHlsZSI6eyIkaWQiOiIxODk0IiwiTGluZUNvbG9yIjpudWxsLCJMaW5lV2VpZ2h0IjowLjAsIkxpbmVUeXBlIjowLCJQYXJlbnRTdHlsZSI6bnVsbH0sIlBhcmVudFN0eWxlIjpudWxsfSwiRGF0ZVN0eWxlIjp7IiRpZCI6IjE4OTUiLCJGb250U2V0dGluZ3MiOnsiJGlkIjoiMTg5NiIsIkZvbnRTaXplIjoxMCwiRm9udE5hbWUiOiJDYWxpYnJpIiwiSXNCb2xkIjpmYWxzZSwiSXNJdGFsaWMiOmZhbHNlLCJJc1VuZGVybGluZWQiOmZhbHNlLCJQYXJlbnRTdHlsZSI6bnVsbH0sIkF1dG9TaXplIjowLCJGb3JlZ3JvdW5kIjp7IiRpZCI6IjE4OTciLCJDb2xvciI6eyIkaWQiOiIxODk4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4OTkiLCJUb3AiOjAuMCwiTGVmdCI6MC4wLCJSaWdodCI6MC4wLCJCb3R0b20iOjAuMH0sIlBhZGRpbmciOnsiJGlkIjoiMTkwMCIsIlRvcCI6MC4wLCJMZWZ0IjowLjAsIlJpZ2h0IjowLjAsIkJvdHRvbSI6MC4wfSwiQmFja2dyb3VuZCI6eyIkaWQiOiIxOTAxIiwiQ29sb3IiOnsiJGlkIjoiMTkwMiIsIkEiOjAsIlIiOjI1NSwiRyI6MjU1LCJCIjoyNTV9fSwiSXNWaXNpYmxlIjp0cnVlLCJXaWR0aCI6MC4wLCJIZWlnaHQiOjAuMCwiQm9yZGVyU3R5bGUiOnsiJGlkIjoiMTkwMyIsIkxpbmVDb2xvciI6bnVsbCwiTGluZVdlaWdodCI6MC4wLCJMaW5lVHlwZSI6MCwiUGFyZW50U3R5bGUiOm51bGx9LCJQYXJlbnRTdHlsZSI6bnVsbH0sIkRhdGVGb3JtYXQiOnsiJGlkIjoiMTkw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TA1IiwiRm9ybWF0IjowLCJJc1Zpc2libGUiOmZhbHNlLCJMYXN0S25vd25WaXNpYmlsaXR5U3RhdGUiOmZhbHNlfSwiSXNWaXNpYmxlIjpmYWxzZSwiVmFyaWFuY2VTdHlsZSI6eyIkaWQiOiIxOTA2IiwiVGV4dFN0eWxlIjp7IiRpZCI6IjE5MDciLCJGb250U2V0dGluZ3MiOnsiJGlkIjoiMTkwOCIsIkZvbnRTaXplIjoxMCwiRm9udE5hbWUiOiJDYWxpYnJpIiwiSXNCb2xkIjpmYWxzZSwiSXNJdGFsaWMiOmZhbHNlLCJJc1VuZGVybGluZWQiOmZhbHNlLCJQYXJlbnRTdHlsZSI6bnVsbH0sIkF1dG9TaXplIjowLCJGb3JlZ3JvdW5kIjp7IiRpZCI6IjE5MDkiLCJDb2xvciI6eyIkaWQiOiIxOTE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5MTEiLCJUb3AiOjAuMCwiTGVmdCI6MC4wLCJSaWdodCI6MC4wLCJCb3R0b20iOjAuMH0sIlBhZGRpbmciOnsiJGlkIjoiMTkxMiIsIlRvcCI6MC4wLCJMZWZ0IjowLjAsIlJpZ2h0IjowLjAsIkJvdHRvbSI6MC4wfSwiQmFja2dyb3VuZCI6eyIkaWQiOiIxOTEzIiwiQ29sb3IiOnsiJGlkIjoiMTkxNCIsIkEiOjI1NSwiUiI6MCwiRyI6MCwiQiI6MH19LCJJc1Zpc2libGUiOnRydWUsIldpZHRoIjowLjAsIkhlaWdodCI6MC4wLCJCb3JkZXJTdHlsZSI6eyIkaWQiOiIxOTE1IiwiTGluZUNvbG9yIjpudWxsLCJMaW5lV2VpZ2h0IjowLjAsIkxpbmVUeXBlIjowLCJQYXJlbnRTdHlsZSI6bnVsbH0sIlBhcmVudFN0eWxlIjpudWxsfSwiUGFyZW50U3R5bGUiOm51bGx9LCJQYXJlbnRTdHlsZSI6bnVsbH0sIkluZGV4Ijo4LCJTbWFydER1cmF0aW9uQWN0aXZhdGVkIjpmYWxzZSwiRGF0ZUZvcm1hdCI6eyIkcmVmIjoiMTkwNCJ9LCJXZWVrTnVtYmVyaW5nIjp7IiRpZCI6IjE5MTYiLCJGb3JtYXQiOjAsIklzVmlzaWJsZSI6ZmFsc2UsIkxhc3RLbm93blZpc2liaWxpdHlTdGF0ZSI6ZmFsc2V9LCJCYXNlbGluZURhdGEiOnsiJGlkIjoiMTkxNyIsIlN0YXJ0RGF0ZSI6IjIwMjUtMTEtMThUMDA6MDA6MDAiLCJFbmREYXRlIjoiMjAyNS0xMi0wNVQyMzo1OTowMCJ9LCJJZCI6ImQ4YzYyZTU4LWIzZTktNDZlNS05NmUwLTBiODg5OGMyYWFlYyIsIkltcG9ydElkIjpudWxsLCJUaXRsZSI6IkRvY3VtZW50YWNpw7NuIFTDqWNuaWNhIiwiTm90ZSI6bnVsbCwiSHlwZXJsaW5rIjp7IiRpZCI6IjE5MTgiLCJBZGRyZXNzIjoiIiwiU3ViQWRkcmVzcyI6IiJ9LCJJc0NoYW5nZWQiOmZhbHNlLCJJc05ldyI6ZmFsc2V9LHsiJGlkIjoiMTkxOSIsIkdyb3VwTmFtZSI6bnVsbCwiU3RhcnREYXRlIjoiMjAyNS0xMS0yMVQwMDowMDowMFoiLCJFbmREYXRlIjoiMjAyNS0xMS0yMlQyMzo1OTowMFoiLCJQZXJjZW50YWdlQ29tcGxldGUiOm51bGwsIlN0eWxlIjp7IiRpZCI6IjE5MjAiLCJTaGFwZSI6MSwiU2hhcGVUaGlja25lc3MiOjAsIkR1cmF0aW9uRm9ybWF0IjowLCJJbmNsdWRlTm9uV29ya2luZ0RheXNJbkR1cmF0aW9uIjpmYWxzZSwiUGVyY2VudGFnZUNvbXBsZXRlU3R5bGUiOnsiJGlkIjoiMTkyMSIsIkZvbnRTZXR0aW5ncyI6eyIkaWQiOiIxOTIyIiwiRm9udFNpemUiOjEwLCJGb250TmFtZSI6IkNhbGlicmkiLCJJc0JvbGQiOmZhbHNlLCJJc0l0YWxpYyI6ZmFsc2UsIklzVW5kZXJsaW5lZCI6ZmFsc2UsIlBhcmVudFN0eWxlIjpudWxsfSwiQXV0b1NpemUiOjAsIkZvcmVncm91bmQiOnsiJGlkIjoiMTkyMyIsIkNvbG9yIjp7IiRpZCI6IjE5Mj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kyNSIsIlRvcCI6MC4wLCJMZWZ0IjowLjAsIlJpZ2h0IjowLjAsIkJvdHRvbSI6MC4wfSwiUGFkZGluZyI6eyIkaWQiOiIxOTI2IiwiVG9wIjowLjAsIkxlZnQiOjAuMCwiUmlnaHQiOjAuMCwiQm90dG9tIjowLjB9LCJCYWNrZ3JvdW5kIjp7IiRpZCI6IjE5MjciLCJDb2xvciI6eyIkaWQiOiIxOTI4IiwiQSI6ODksIlIiOjAsIkciOjAsIkIiOjB9fSwiSXNWaXNpYmxlIjp0cnVlLCJXaWR0aCI6MC4wLCJIZWlnaHQiOjAuMCwiQm9yZGVyU3R5bGUiOnsiJGlkIjoiMTkyOSIsIkxpbmVDb2xvciI6bnVsbCwiTGluZVdlaWdodCI6MC4wLCJMaW5lVHlwZSI6MCwiUGFyZW50U3R5bGUiOm51bGx9LCJQYXJlbnRTdHlsZSI6bnVsbH0sIkR1cmF0aW9uU3R5bGUiOnsiJGlkIjoiMTkzMCIsIkZvbnRTZXR0aW5ncyI6eyIkaWQiOiIxOTMxIiwiRm9udFNpemUiOjEwLCJGb250TmFtZSI6IkNhbGlicmkiLCJJc0JvbGQiOmZhbHNlLCJJc0l0YWxpYyI6ZmFsc2UsIklzVW5kZXJsaW5lZCI6ZmFsc2UsIlBhcmVudFN0eWxlIjpudWxsfSwiQXV0b1NpemUiOjAsIkZvcmVncm91bmQiOnsiJGlkIjoiMTkzMiIsIkNvbG9yIjp7IiRpZCI6IjE5Mz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OTM0IiwiVG9wIjowLjAsIkxlZnQiOjAuMCwiUmlnaHQiOjAuMCwiQm90dG9tIjowLjB9LCJQYWRkaW5nIjp7IiRpZCI6IjE5MzUiLCJUb3AiOjAuMCwiTGVmdCI6MC4wLCJSaWdodCI6MC4wLCJCb3R0b20iOjAuMH0sIkJhY2tncm91bmQiOnsiJGlkIjoiMTkzNiIsIkNvbG9yIjp7IiRpZCI6IjE5MzciLCJBIjoyNTUsIlIiOjIzNywiRyI6MTI1LCJCIjo0OX19LCJJc1Zpc2libGUiOnRydWUsIldpZHRoIjowLjAsIkhlaWdodCI6MC4wLCJCb3JkZXJTdHlsZSI6eyIkaWQiOiIxOTM4IiwiTGluZUNvbG9yIjpudWxsLCJMaW5lV2VpZ2h0IjowLjAsIkxpbmVUeXBlIjowLCJQYXJlbnRTdHlsZSI6bnVsbH0sIlBhcmVudFN0eWxlIjpudWxsfSwiSG9yaXpvbnRhbENvbm5lY3RvclN0eWxlIjp7IiRpZCI6IjE5MzkiLCJMaW5lQ29sb3IiOnsiJGlkIjoiMTk0MCIsIiR0eXBlIjoiTkxSRS5Db21tb24uRG9tLlNvbGlkQ29sb3JCcnVzaCwgTkxSRS5Db21tb24iLCJDb2xvciI6eyIkaWQiOiIxOTQxIiwiQSI6NTEsIlIiOjIxLCJHIjo5NiwiQiI6MTMwfX0sIkxpbmVXZWlnaHQiOjEuMCwiTGluZVR5cGUiOjAsIlBhcmVudFN0eWxlIjpudWxsfSwiVmVydGljYWxDb25uZWN0b3JTdHlsZSI6eyIkaWQiOiIxOTQyIiwiTGluZUNvbG9yIjp7IiRpZCI6IjE5NDMiLCIkdHlwZSI6Ik5MUkUuQ29tbW9uLkRvbS5Tb2xpZENvbG9yQnJ1c2gsIE5MUkUuQ29tbW9uIiwiQ29sb3IiOnsiJGlkIjoiMTk0NC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k0NSIsIlNoYXBlU3R5bGUiOnsiJGlkIjoiMTk0NiIsIk1hcmdpbiI6eyIkaWQiOiIxOTQ3IiwiVG9wIjowLjAsIkxlZnQiOjAuMCwiUmlnaHQiOjAuMCwiQm90dG9tIjowLjB9LCJQYWRkaW5nIjp7IiRpZCI6IjE5NDgiLCJUb3AiOjAuMCwiTGVmdCI6MC4wLCJSaWdodCI6MC4wLCJCb3R0b20iOjAuMH0sIkJhY2tncm91bmQiOnsiJGlkIjoiMTk0OSIsIkNvbG9yIjp7IiRpZCI6IjE5NTAiLCJBIjoxNTMsIlIiOjAsIkciOjAsIkIiOjB9fSwiSXNWaXNpYmxlIjp0cnVlLCJXaWR0aCI6MC4wLCJIZWlnaHQiOjAuMCwiQm9yZGVyU3R5bGUiOm51bGwsIlBhcmVudFN0eWxlIjpudWxsfSwiTWFyZ2luIjp7IiRpZCI6IjE5NTEiLCJUb3AiOjAuMCwiTGVmdCI6MC4wLCJSaWdodCI6MC4wLCJCb3R0b20iOjAuMH0sIlBhZGRpbmciOnsiJGlkIjoiMTk1MiIsIlRvcCI6MC4wLCJMZWZ0IjowLjAsIlJpZ2h0IjowLjAsIkJvdHRvbSI6MC4wfSwiQmFja2dyb3VuZCI6bnVsbCwiSXNWaXNpYmxlIjp0cnVlLCJXaWR0aCI6MC4wLCJIZWlnaHQiOjAuMCwiQm9yZGVyU3R5bGUiOm51bGwsIlBhcmVudFN0eWxlIjpudWxsfSwiU2hhcGVTdHlsZSI6eyIkaWQiOiIxOTUzIiwiTWFyZ2luIjp7IiRpZCI6IjE5NTQiLCJUb3AiOjAuMCwiTGVmdCI6NC4wLCJSaWdodCI6NC4wLCJCb3R0b20iOjAuMH0sIlBhZGRpbmciOnsiJGlkIjoiMTk1NSIsIlRvcCI6MC4wLCJMZWZ0IjowLjAsIlJpZ2h0IjowLjAsIkJvdHRvbSI6MC4wfSwiQmFja2dyb3VuZCI6eyIkaWQiOiIxOTU2IiwiQ29sb3IiOnsiJGlkIjoiMTk1NyIsIkEiOjI1NSwiUiI6NzgsIkciOjE2NywiQiI6NDZ9fSwiSXNWaXNpYmxlIjp0cnVlLCJXaWR0aCI6MC4wLCJIZWlnaHQiOjEwLjAsIkJvcmRlclN0eWxlIjp7IiRpZCI6IjE5NTgiLCJMaW5lQ29sb3IiOnsiJGlkIjoiMTk1OSIsIiR0eXBlIjoiTkxSRS5Db21tb24uRG9tLlNvbGlkQ29sb3JCcnVzaCwgTkxSRS5Db21tb24iLCJDb2xvciI6eyIkaWQiOiIxOTYwIiwiQSI6MjU1LCJSIjoyMzQsIkciOjIyLCJCIjozMH19LCJMaW5lV2VpZ2h0IjowLjAsIkxpbmVUeXBlIjowLCJQYXJlbnRTdHlsZSI6bnVsbH0sIlBhcmVudFN0eWxlIjpudWxsfSwiVGl0bGVTdHlsZSI6eyIkaWQiOiIxOTYxIiwiRm9udFNldHRpbmdzIjp7IiRpZCI6IjE5NjIiLCJGb250U2l6ZSI6MTEsIkZvbnROYW1lIjoiQ2FsaWJyaSIsIklzQm9sZCI6ZmFsc2UsIklzSXRhbGljIjpmYWxzZSwiSXNVbmRlcmxpbmVkIjpmYWxzZSwiUGFyZW50U3R5bGUiOm51bGx9LCJBdXRvU2l6ZSI6MCwiRm9yZWdyb3VuZCI6eyIkaWQiOiIxOTYzIiwiQ29sb3IiOnsiJGlkIjoiMTk2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OTY1IiwiVG9wIjowLjAsIkxlZnQiOjAuMCwiUmlnaHQiOjAuMCwiQm90dG9tIjowLjB9LCJQYWRkaW5nIjp7IiRpZCI6IjE5NjYiLCJUb3AiOjAuMCwiTGVmdCI6MC4wLCJSaWdodCI6MC4wLCJCb3R0b20iOjAuMH0sIkJhY2tncm91bmQiOnsiJGlkIjoiMTk2NyIsIkNvbG9yIjp7IiRpZCI6IjE5NjgiLCJBIjowLCJSIjoyNTUsIkciOjI1NSwiQiI6MjU1fX0sIklzVmlzaWJsZSI6dHJ1ZSwiV2lkdGgiOjAuMCwiSGVpZ2h0IjowLjAsIkJvcmRlclN0eWxlIjp7IiRpZCI6IjE5NjkiLCJMaW5lQ29sb3IiOm51bGwsIkxpbmVXZWlnaHQiOjAuMCwiTGluZVR5cGUiOjAsIlBhcmVudFN0eWxlIjpudWxsfSwiUGFyZW50U3R5bGUiOm51bGx9LCJEYXRlU3R5bGUiOnsiJGlkIjoiMTk3MCIsIkZvbnRTZXR0aW5ncyI6eyIkaWQiOiIxOTcxIiwiRm9udFNpemUiOjEwLCJGb250TmFtZSI6IkNhbGlicmkiLCJJc0JvbGQiOmZhbHNlLCJJc0l0YWxpYyI6ZmFsc2UsIklzVW5kZXJsaW5lZCI6ZmFsc2UsIlBhcmVudFN0eWxlIjpudWxsfSwiQXV0b1NpemUiOjAsIkZvcmVncm91bmQiOnsiJGlkIjoiMTk3MiIsIkNvbG9yIjp7IiRpZCI6IjE5Nz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k3NCIsIlRvcCI6MC4wLCJMZWZ0IjowLjAsIlJpZ2h0IjowLjAsIkJvdHRvbSI6MC4wfSwiUGFkZGluZyI6eyIkaWQiOiIxOTc1IiwiVG9wIjowLjAsIkxlZnQiOjAuMCwiUmlnaHQiOjAuMCwiQm90dG9tIjowLjB9LCJCYWNrZ3JvdW5kIjp7IiRpZCI6IjE5NzYiLCJDb2xvciI6eyIkaWQiOiIxOTc3IiwiQSI6MCwiUiI6MjU1LCJHIjoyNTUsIkIiOjI1NX19LCJJc1Zpc2libGUiOnRydWUsIldpZHRoIjowLjAsIkhlaWdodCI6MC4wLCJCb3JkZXJTdHlsZSI6eyIkaWQiOiIxOTc4IiwiTGluZUNvbG9yIjpudWxsLCJMaW5lV2VpZ2h0IjowLjAsIkxpbmVUeXBlIjowLCJQYXJlbnRTdHlsZSI6bnVsbH0sIlBhcmVudFN0eWxlIjpudWxsfSwiRGF0ZUZvcm1hdCI6eyIkaWQiOiIxOTc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5ODAiLCJGb3JtYXQiOjAsIklzVmlzaWJsZSI6ZmFsc2UsIkxhc3RLbm93blZpc2liaWxpdHlTdGF0ZSI6ZmFsc2V9LCJJc1Zpc2libGUiOmZhbHNlLCJWYXJpYW5jZVN0eWxlIjp7IiRpZCI6IjE5ODEiLCJUZXh0U3R5bGUiOnsiJGlkIjoiMTk4MiIsIkZvbnRTZXR0aW5ncyI6eyIkaWQiOiIxOTgzIiwiRm9udFNpemUiOjEwLCJGb250TmFtZSI6IkNhbGlicmkiLCJJc0JvbGQiOmZhbHNlLCJJc0l0YWxpYyI6ZmFsc2UsIklzVW5kZXJsaW5lZCI6ZmFsc2UsIlBhcmVudFN0eWxlIjpudWxsfSwiQXV0b1NpemUiOjAsIkZvcmVncm91bmQiOnsiJGlkIjoiMTk4NCIsIkNvbG9yIjp7IiRpZCI6IjE5OD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k4NiIsIlRvcCI6MC4wLCJMZWZ0IjowLjAsIlJpZ2h0IjowLjAsIkJvdHRvbSI6MC4wfSwiUGFkZGluZyI6eyIkaWQiOiIxOTg3IiwiVG9wIjowLjAsIkxlZnQiOjAuMCwiUmlnaHQiOjAuMCwiQm90dG9tIjowLjB9LCJCYWNrZ3JvdW5kIjp7IiRpZCI6IjE5ODgiLCJDb2xvciI6eyIkaWQiOiIxOTg5IiwiQSI6MjU1LCJSIjowLCJHIjowLCJCIjowfX0sIklzVmlzaWJsZSI6dHJ1ZSwiV2lkdGgiOjAuMCwiSGVpZ2h0IjowLjAsIkJvcmRlclN0eWxlIjp7IiRpZCI6IjE5OTAiLCJMaW5lQ29sb3IiOm51bGwsIkxpbmVXZWlnaHQiOjAuMCwiTGluZVR5cGUiOjAsIlBhcmVudFN0eWxlIjpudWxsfSwiUGFyZW50U3R5bGUiOm51bGx9LCJQYXJlbnRTdHlsZSI6bnVsbH0sIlBhcmVudFN0eWxlIjpudWxsfSwiSW5kZXgiOjksIlNtYXJ0RHVyYXRpb25BY3RpdmF0ZWQiOmZhbHNlLCJEYXRlRm9ybWF0Ijp7IiRyZWYiOiIxOTc5In0sIldlZWtOdW1iZXJpbmciOnsiJGlkIjoiMTk5MSIsIkZvcm1hdCI6MCwiSXNWaXNpYmxlIjpmYWxzZSwiTGFzdEtub3duVmlzaWJpbGl0eVN0YXRlIjpmYWxzZX0sIkJhc2VsaW5lRGF0YSI6eyIkaWQiOiIxOTkyIiwiU3RhcnREYXRlIjoiMjAyNS0xMS0yMVQwMDowMDowMCIsIkVuZERhdGUiOiIyMDI1LTExLTIyVDIzOjU5OjAwIn0sIklkIjoiZjJhODQ4ZTEtOTIxYy00Y2ViLWFlYTktMGY4ODFmOWY5ZWY5IiwiSW1wb3J0SWQiOm51bGwsIlRpdGxlIjoiTWlncmFjacOzbiBCRCBhIFBvc3RncmUiLCJOb3RlIjpudWxsLCJIeXBlcmxpbmsiOnsiJGlkIjoiMTk5MyIsIkFkZHJlc3MiOiIiLCJTdWJBZGRyZXNzIjoiIn0sIklzQ2hhbmdlZCI6ZmFsc2UsIklzTmV3IjpmYWxzZX1dLCJTd2ltbGFuZXMiOltdLCJNc1Byb2plY3RJdGVtc1RyZWUiOnsiJGlkIjoiMTk5NCIsIlJvb3QiOnsiSW1wb3J0SWQiOm51bGwsIklzSW1wb3J0ZWQiOmZhbHNlLCJDaGlsZHJlbiI6W119fSwiTWV0YWRhdGEiOnsiJGlkIjoiMTk5NSIsIlNvdXJjZVRoZW1lIjoie1wiJGlkXCI6XCIxXCIsXCJJZFwiOlwiZTkyYzY1ZjAtMjhkNC00Njk3LWEwZDUtMjRiNTcyNTdiNTk3XCIsXCJDYXRlZ29yeVwiOjEsXCJDdWx0dXJlSW5mb05hbWVcIjpcImVuLVVTXCIsXCJWZXJzaW9uXCI6e1wiJGlkXCI6XCIyXCIsXCJUaGVtZURvbVZlcnNpb25cIjpcIjIuMS4wXCJ9LFwiU3R5bGVcIjp7XCIkaWRcIjpcIjNcIixcIlRpbWViYW5kU3R5bGVcIjp7XCIkaWRcIjpcIjRcIixcIlJpZ2h0RW5kQ2Fwc1N0eWxlXCI6e1wiJGlkXCI6XCI1XCIsXCJGb250U2V0dGluZ3NcIjp7XCIkaWRcIjpcIjZcIixcIkZvbnRTaXplXCI6MTgsXCJGb250TmFtZVwiOlwiQ2FsaWJyaVwiLFwiSXNCb2xkXCI6dHJ1ZSxcIklzSXRhbGljXCI6ZmFsc2UsXCJJc1VuZGVybGluZWRcIjpmYWxzZX0sXCJGb3JlZ3JvdW5kXCI6e1wiJGlkXCI6XCI3XCIsXCJDb2xvclwiOntcIiRpZFwiOlwiOFwiLFwiQVwiOjI1NSxcIlJcIjoyMzMsXCJHXCI6MTEzLFwiQlwiOjUwfX0sXCJIb3Jpem9udGFsQWxpZ25tZW50XCI6MCxcIklzVmlzaWJsZVwiOnRydWV9LFwiTGVmdEVuZENhcHNTdHlsZVwiOntcIiRpZFwiOlwiOVwiLFwiRm9udFNldHRpbmdzXCI6e1wiJGlkXCI6XCIxMFwiLFwiRm9udFNpemVcIjoxOCxcIkZvbnROYW1lXCI6XCJDYWxpYnJpXCIsXCJJc0JvbGRcIjp0cnVlLFwiSXNJdGFsaWNcIjpmYWxzZSxcIklzVW5kZXJsaW5lZFwiOmZhbHNlfSxcIkZvcmVncm91bmRcIjp7XCIkaWRcIjpcIjExXCIsXCJDb2xvclwiOntcIiRpZFwiOlwiMTJcIixcIkFcIjoyNTUsXCJSXCI6MjM3LFwiR1wiOjEyNSxcIkJcIjo0OX19LFwiSG9yaXpvbnRhbEFsaWdubWVudFwiOjAsXCJJc1Zpc2libGVcIjpmYWxzZX0sXCJUb2RheU1hcmtlclN0eWxlXCI6e1wiJGlkXCI6XCIxM1wiLFwiVG9kYXlUZXh0U3R5bGVcIjp7XCIkaWRcIjpcIjE0XCIsXCJGb250U2V0dGluZ3NcIjp7XCIkaWRcIjpcIjE1XCIsXCJGb250U2l6ZVwiOjEyLFwiRm9udE5hbWVcIjpcIkNhbGlicmlcIixcIklzQm9sZFwiOmZhbHNlLFwiSXNJdGFsaWNcIjpmYWxzZSxcIklzVW5kZXJsaW5lZFwiOmZhbHNlfSxcIkZvcmVncm91bmRcIjp7XCIkaWRcIjpcIjE2XCIsXCJDb2xvclwiOntcIiRpZFwiOlwiMTdcIixcIkFcIjoyNTUsXCJSXCI6MCxcIkdcIjowLFwiQlwiOjB9fSxcIkhvcml6b250YWxBbGlnbm1lbnRcIjowLFwiSXNWaXNpYmxlXCI6dHJ1ZX0sXCJUb2RheU1hcmtlclNoYXBlU3R5bGVcIjp7XCIkaWRcIjpcIjE4XCIsXCJNYXJnaW5cIjp7XCIkaWRcIjpcIjE5XCIsXCJUb3BcIjowLjAsXCJMZWZ0XCI6MC4wLFwiUmlnaHRcIjowLjAsXCJCb3R0b21cIjowLjB9LFwiUGFkZGluZ1wiOntcIiRpZFwiOlwiMjBcIixcIlRvcFwiOjAuMCxcIkxlZnRcIjowLjAsXCJSaWdodFwiOjAuMCxcIkJvdHRvbVwiOjAuMH0sXCJCYWNrZ3JvdW5kXCI6e1wiJGlkXCI6XCIyMVwiLFwiQ29sb3JcIjp7XCIkaWRcIjpcIjIyXCIsXCJBXCI6MjU1LFwiUlwiOjI1NSxcIkdcIjowLFwiQlwiOjB9fSxcIklzVmlzaWJsZVwiOnRydWUsXCJXaWR0aFwiOjAuMCxcIkhlaWdodFwiOjAuMCxcIkJvcmRlclN0eWxlXCI6bnVsbH0sXCJUb2RheU1hcmtlclBvc2l0aW9uXCI6MyxcIklzVmlzaWJsZVwiOnRydWV9LFwiU2NhbGVTdHlsZVwiOntcIiRpZFwiOlwiMjNcIixcIlNob3dTZWdtZW50U2VwYXJhdG9yc1wiOnRydWUsXCJTZWdtZW50U2VwYXJhdG9yT3BhY2l0eVwiOjMwLFwiU2hhcGVcIjozLFwiU2VnbWVudFRleHRTdHlsZVwiOntcIiRpZFwiOlwiMjRcIixcIkZvbnRTZXR0aW5nc1wiOntcIiRpZFwiOlwiMjVcIixcIkZvbnRTaXplXCI6MTIsXCJGb250TmFtZVwiOlwiQ2FsaWJyaVwiLFwiSXNCb2xkXCI6ZmFsc2UsXCJJc0l0YWxpY1wiOmZhbHNlLFwiSXNVbmRlcmxpbmVkXCI6ZmFsc2V9LFwiRm9yZWdyb3VuZFwiOntcIiRpZFwiOlwiMjZcIixcIkNvbG9yXCI6e1wiJGlkXCI6XCIyN1wiLFwiQVwiOjI1NSxcIlJcIjoyMzIsXCJHXCI6MjMyLFwiQlwiOjIzMn19LFwiSG9yaXpvbnRhbEFsaWdubWVudFwiOjAsXCJJc1Zpc2libGVcIjp0cnVlfSxcIlNoYXBlU3R5bGVcIjp7XCIkaWRcIjpcIjI4XCIsXCJNYXJnaW5cIjp7XCIkaWRcIjpcIjI5XCIsXCJUb3BcIjowLjAsXCJMZWZ0XCI6MTAuMCxcIlJpZ2h0XCI6MTAuMCxcIkJvdHRvbVwiOjAuMH0sXCJQYWRkaW5nXCI6e1wiJGlkXCI6XCIzMFwiLFwiVG9wXCI6MC4wLFwiTGVmdFwiOjAuMCxcIlJpZ2h0XCI6MC4wLFwiQm90dG9tXCI6MC4wfSxcIkJhY2tncm91bmRcIjp7XCIkaWRcIjpcIjMxXCIsXCJDb2xvclwiOntcIiRpZFwiOlwiMzJcIixcIkFcIjoyNTUsXCJSXCI6MTQsXCJHXCI6NDAsXCJCXCI6NjV9fSxcIklzVmlzaWJsZVwiOnRydWUsXCJXaWR0aFwiOjg1OC4wLFwiSGVpZ2h0XCI6MjAuMCxcIkJvcmRlclN0eWxlXCI6e1wiJGlkXCI6XCIzM1wiLFwiTGluZVN0eWxlXCI6e1wiJGlkXCI6XCIzNFwiLFwiTGluZUNvbG9yXCI6e1wiJGlkXCI6XCIzNVwiLFwiQ29sb3JcIjp7XCIkaWRcIjpcIjM2XCIsXCJBXCI6MjU1LFwiUlwiOjI1NSxcIkdcIjowLFwiQlwiOjB9fSxcIkxpbmVXZWlnaHRcIjowLjAsXCJMaW5lVHlwZVwiOjB9LFwiSXNWaXNpYmxlXCI6ZmFsc2V9fX0sXCJFbGFwc2VkVGltZVN0eWxlXCI6e1wiJGlkXCI6XCIzN1wiLFwiRWxhcHNlZFRpbWVCYWNrZ3JvdW5kXCI6e1wiJGlkXCI6XCIzOFwiLFwiQ29sb3JcIjp7XCIkaWRcIjpcIjM5XCIsXCJBXCI6MTkxLFwiUlwiOjI1NSxcIkdcIjowLFwiQlwiOjB9fSxcIkVsYXBzZWRUaW1lRm9ybWF0XCI6MSxcIklzVmlzaWJsZVwiOnRydWV9LFwiTWFyZ2luXCI6e1wiJGlkXCI6XCI0MFwiLFwiVG9wXCI6MC4wLFwiTGVmdFwiOjEwLjAsXCJSaWdodFwiOjEwLjAsXCJCb3R0b21cIjowLjB9LFwiUGFkZGluZ1wiOntcIiRpZFwiOlwiNDFcIixcIlRvcFwiOjAuMCxcIkxlZnRcIjowLjAsXCJSaWdodFwiOjAuMCxcIkJvdHRvbVwiOjAuMH0sXCJCYWNrZ3JvdW5kXCI6e1wiJGlkXCI6XCI0MlwiLFwiQ29sb3JcIjp7XCIkaWRcIjpcIjQzXCIsXCJBXCI6MjU1LFwiUlwiOjQ3LFwiR1wiOjU0LFwiQlwiOjE1M319LFwiSXNWaXNpYmxlXCI6ZmFsc2UsXCJXaWR0aFwiOjAuMCxcIkhlaWdodFwiOjAuMCxcIkJvcmRlclN0eWxlXCI6bnVsbH0sXCJUYXNrU3R5bGVcIjp7XCIkaWRcIjpcIjQ0XCIsXCJTaGFwZVwiOjMsXCJTaGFwZVRoaWNrbmVzc1wiOjAsXCJEdXJhdGlvbkZvcm1hdFwiOjAsXCJQZXJjZW50YWdlQ29tcGxldGVUZXh0U3R5bGVcIjp7XCIkaWRcIjpcIjQ1XCIsXCJGb250U2V0dGluZ3NcIjp7XCIkaWRcIjpcIjQ2XCIsXCJGb250U2l6ZVwiOjEwLFwiRm9udE5hbWVcIjpcIkNhbGlicmlcIixcIklzQm9sZFwiOmZhbHNlLFwiSXNJdGFsaWNcIjpmYWxzZSxcIklzVW5kZXJsaW5lZFwiOmZhbHNlfSxcIkZvcmVncm91bmRcIjp7XCIkaWRcIjpcIjQ3XCIsXCJDb2xvclwiOntcIiRpZFwiOlwiNDhcIixcIkFcIjoyNTUsXCJSXCI6MjMyLFwiR1wiOjIzMixcIkJcIjoyMzJ9fSxcIkhvcml6b250YWxBbGlnbm1lbnRcIjoxLFwiSXNWaXNpYmxlXCI6dHJ1ZX0sXCJQZXJjZW50YWdlQ29tcGxldGVIaWdobGlnaHRTdHlsZVwiOntcIiRpZFwiOlwiNDlcIixcIkJhY2tncm91bmRcIjp7XCIkaWRcIjpcIjUwXCIsXCJDb2xvclwiOntcIiRpZFwiOlwiNTFcIixcIkFcIjo4OSxcIlJcIjowLFwiR1wiOjAsXCJCXCI6MH19fSxcIkR1cmF0aW9uU3R5bGVcIjp7XCIkaWRcIjpcIjUyXCIsXCJGb250U2V0dGluZ3NcIjp7XCIkaWRcIjpcIjUzXCIsXCJGb250U2l6ZVwiOjEwLFwiRm9udE5hbWVcIjpcIkNhbGlicmlcIixcIklzQm9sZFwiOmZhbHNlLFwiSXNJdGFsaWNcIjpmYWxzZSxcIklzVW5kZXJsaW5lZFwiOmZhbHNlfSxcIkZvcmVncm91bmRcIjp7XCIkaWRcIjpcIjU0XCIsXCJDb2xvclwiOntcIiRpZFwiOlwiNTVcIixcIkFcIjoyNTUsXCJSXCI6MjM3LFwiR1wiOjEyNSxcIkJcIjo0OX19LFwiSG9yaXpvbnRhbEFsaWdubWVudFwiOjAsXCJJc1Zpc2libGVcIjpmYWxzZX0sXCJIb3Jpem9udGFsQ29ubmVjdG9yU3R5bGVcIjp7XCIkaWRcIjpcIjU2XCIsXCJMaW5lU3R5bGVcIjp7XCIkaWRcIjpcIjU3XCIsXCJMaW5lQ29sb3JcIjp7XCIkaWRcIjpcIjU4XCIsXCJDb2xvclwiOntcIiRpZFwiOlwiNTlcIixcIkFcIjo1MSxcIlJcIjoyMSxcIkdcIjo5NixcIkJcIjoxMzB9fSxcIkxpbmVXZWlnaHRcIjoxLjAsXCJMaW5lVHlwZVwiOjB9LFwiSXNWaXNpYmxlXCI6dHJ1ZX0sXCJWZXJ0aWNhbENvbm5lY3RvclN0eWxlXCI6e1wiJGlkXCI6XCI2MFwiLFwiTGluZVN0eWxlXCI6e1wiJGlkXCI6XCI2MVwiLFwiTGluZUNvbG9yXCI6e1wiJGlkXCI6XCI2MlwiLFwiQ29sb3JcIjp7XCIkaWRcIjpcIjYzXCIsXCJBXCI6NTEsXCJSXCI6MjEsXCJHXCI6OTYsXCJCXCI6MTMwfX0sXCJMaW5lV2VpZ2h0XCI6MS4wLFwiTGluZVR5cGVcIjowfSxcIklzVmlzaWJsZVwiOmZhbHNlfSxcIk1hcmdpblwiOntcIiRpZFwiOlwiNjRcIixcIlRvcFwiOjAuMCxcIkxlZnRcIjowLjAsXCJSaWdodFwiOjAuMCxcIkJvdHRvbVwiOjAuMH0sXCJTdGFydERhdGVQb3NpdGlvblwiOjQsXCJFbmREYXRlUG9zaXRpb25cIjo0LFwiVGl0bGVQb3NpdGlvblwiOjMsXCJEdXJhdGlvblBvc2l0aW9uXCI6MCxcIlBlcmNlbnRhZ2VDb21wbGV0ZWRQb3NpdGlvblwiOjIsXCJWYXJpYW5jZVBvc2l0aW9uXCI6MixcIlNwYWNpbmdcIjozLFwiSXNCZWxvd1RpbWViYW5kXCI6ZmFsc2UsXCJCYXNlbGluZVN0eWxlXCI6e1wiJGlkXCI6XCI2NVwiLFwiQmFzZWxpbmVTaGFwZVN0eWxlXCI6e1wiJGlkXCI6XCI2NlwiLFwiTWFyZ2luXCI6e1wiJGlkXCI6XCI2N1wiLFwiVG9wXCI6MC4wLFwiTGVmdFwiOjAuMCxcIlJpZ2h0XCI6MC4wLFwiQm90dG9tXCI6MC4wfSxcIlBhZGRpbmdcIjp7XCIkaWRcIjpcIjY4XCIsXCJUb3BcIjowLjAsXCJMZWZ0XCI6MC4wLFwiUmlnaHRcIjowLjAsXCJCb3R0b21cIjowLjB9LFwiQmFja2dyb3VuZFwiOntcIiRpZFwiOlwiNjlcIixcIkNvbG9yXCI6e1wiJGlkXCI6XCI3MFwiLFwiQVwiOjE1MyxcIlJcIjowLFwiR1wiOjAsXCJCXCI6MH19LFwiSXNWaXNpYmxlXCI6ZmFsc2UsXCJXaWR0aFwiOjAuMCxcIkhlaWdodFwiOjAuMCxcIkJvcmRlclN0eWxlXCI6e1wiJGlkXCI6XCI3MVwiLFwiTGluZVN0eWxlXCI6e1wiJGlkXCI6XCI3MlwiLFwiTGluZUNvbG9yXCI6e1wiJGlkXCI6XCI3M1wiLFwiQ29sb3JcIjp7XCIkaWRcIjpcIjc0XCIsXCJBXCI6MjU1LFwiUlwiOjI1NSxcIkdcIjowLFwiQlwiOjB9fSxcIkxpbmVXZWlnaHRcIjoyLjAsXCJMaW5lVHlwZVwiOjB9LFwiSXNWaXNpYmxlXCI6ZmFsc2V9fX0sXCJTaGFwZVN0eWxlXCI6e1wiJGlkXCI6XCI3NVwiLFwiTWFyZ2luXCI6e1wiJGlkXCI6XCI3NlwiLFwiVG9wXCI6MC4wLFwiTGVmdFwiOjQuMCxcIlJpZ2h0XCI6NC4wLFwiQm90dG9tXCI6MC4wfSxcIlBhZGRpbmdcIjp7XCIkaWRcIjpcIjc3XCIsXCJUb3BcIjowLjAsXCJMZWZ0XCI6MC4wLFwiUmlnaHRcIjowLjAsXCJCb3R0b21cIjowLjB9LFwiQmFja2dyb3VuZFwiOntcIiRpZFwiOlwiNzhcIixcIkNvbG9yXCI6e1wiJGlkXCI6XCI3OVwiLFwiQVwiOjI1NSxcIlJcIjoyMSxcIkdcIjo5NixcIkJcIjoxMzB9fSxcIklzVmlzaWJsZVwiOnRydWUsXCJXaWR0aFwiOjAuMCxcIkhlaWdodFwiOjEwLjAsXCJCb3JkZXJTdHlsZVwiOntcIiRpZFwiOlwiODBcIixcIkxpbmVTdHlsZVwiOntcIiRpZFwiOlwiODFcIixcIkxpbmVDb2xvclwiOntcIiRpZFwiOlwiODJcIixcIkNvbG9yXCI6e1wiJGlkXCI6XCI4M1wiLFwiQVwiOjI1NSxcIlJcIjoyMzQsXCJHXCI6MjIsXCJCXCI6MzB9fSxcIkxpbmVXZWlnaHRcIjoyLjAsXCJMaW5lVHlwZVwiOjB9LFwiSXNWaXNpYmxlXCI6ZmFsc2V9fSxcIlRpdGxlU3R5bGVcIjp7XCIkaWRcIjpcIjg0XCIsXCJGb250U2V0dGluZ3NcIjp7XCIkaWRcIjpcIjg1XCIsXCJGb250U2l6ZVwiOjExLFwiRm9udE5hbWVcIjpcIkNhbGlicmlcIixcIklzQm9sZFwiOmZhbHNlLFwiSXNJdGFsaWNcIjpmYWxzZSxcIklzVW5kZXJsaW5lZFwiOmZhbHNlfSxcIkZvcmVncm91bmRcIjp7XCIkaWRcIjpcIjg2XCIsXCJDb2xvclwiOntcIiRpZFwiOlwiODdcIixcIkFcIjoyNTUsXCJSXCI6MCxcIkdcIjowLFwiQlwiOjB9fSxcIkhvcml6b250YWxBbGlnbm1lbnRcIjoyLFwiSXNWaXNpYmxlXCI6dHJ1ZX0sXCJEYXRlU3R5bGVcIjp7XCIkaWRcIjpcIjg4XCIsXCJGb250U2V0dGluZ3NcIjp7XCIkaWRcIjpcIjg5XCIsXCJGb250U2l6ZVwiOjEwLFwiRm9udE5hbWVcIjpcIkNhbGlicmlcIixcIklzQm9sZFwiOmZhbHNlLFwiSXNJdGFsaWNcIjpmYWxzZSxcIklzVW5kZXJsaW5lZFwiOmZhbHNlfSxcIkZvcmVncm91bmRcIjp7XCIkaWRcIjpcIjkwXCIsXCJDb2xvclwiOntcIiRpZFwiOlwiOTFcIixcIkFcIjoyNTUsXCJSXCI6MTQsXCJHXCI6NDAsXCJCXCI6NjV9fSxcIkhvcml6b250YWxBbGlnbm1lbnRcIjowLFwiSXNWaXNpYmxlXCI6dHJ1ZX0sXCJEYXRlRm9ybWF0XCI6e1wiJGlkXCI6XCI5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5M1wiLFwiRm9ybWF0XCI6MCxcIklzVmlzaWJsZVwiOmZhbHNlLFwiTGFzdEtub3duVmlzaWJpbGl0eVN0YXRlXCI6ZmFsc2V9LFwiVmFyaWFuY2VTdHlsZVwiOntcIiRpZFwiOlwiOTRcIixcIlZhcmlhbmNlVGV4dFN0eWxlXCI6e1wiJGlkXCI6XCI5NVwiLFwiRm9udFNldHRpbmdzXCI6e1wiJGlkXCI6XCI5NlwiLFwiRm9udFNpemVcIjoxMCxcIkZvbnROYW1lXCI6XCJDYWxpYnJpXCIsXCJJc0JvbGRcIjpmYWxzZSxcIklzSXRhbGljXCI6ZmFsc2UsXCJJc1VuZGVybGluZWRcIjpmYWxzZX0sXCJGb3JlZ3JvdW5kXCI6e1wiJGlkXCI6XCI5N1wiLFwiQ29sb3JcIjp7XCIkaWRcIjpcIjk4XCIsXCJBXCI6MjU1LFwiUlwiOjAsXCJHXCI6MCxcIkJcIjowfX0sXCJIb3Jpem9udGFsQWxpZ25tZW50XCI6MCxcIklzVmlzaWJsZVwiOnRydWV9fX0sXCJNaWxlc3RvbmVTdHlsZVwiOntcIiRpZFwiOlwiOTlcIixcIlNoYXBlXCI6MixcIklzQmVsb3dUaW1lYmFuZFwiOmZhbHNlLFwiU2hhcGVTaXplXCI6MSxcIlBhZGRpbmdcIjp7XCIkaWRcIjpcIjEwMFwiLFwiVG9wXCI6NS4wLFwiTGVmdFwiOjMuMCxcIlJpZ2h0XCI6MC4wLFwiQm90dG9tXCI6Mi4wfSxcIlNoYXBlU3R5bGVcIjp7XCIkaWRcIjpcIjEwMVwiLFwiTWFyZ2luXCI6e1wiJGlkXCI6XCIxMDJcIixcIlRvcFwiOjAuMCxcIkxlZnRcIjowLjAsXCJSaWdodFwiOjAuMCxcIkJvdHRvbVwiOjAuMH0sXCJQYWRkaW5nXCI6e1wiJGlkXCI6XCIxMDNcIixcIlRvcFwiOjAuMCxcIkxlZnRcIjowLjAsXCJSaWdodFwiOjAuMCxcIkJvdHRvbVwiOjAuMH0sXCJCYWNrZ3JvdW5kXCI6e1wiJGlkXCI6XCIxMDRcIixcIkNvbG9yXCI6e1wiJGlkXCI6XCIxMDVcIixcIkFcIjoyNTUsXCJSXCI6MjMzLFwiR1wiOjExMyxcIkJcIjo1MH19LFwiSXNWaXNpYmxlXCI6dHJ1ZSxcIldpZHRoXCI6MTguMCxcIkhlaWdodFwiOjIwLjAsXCJCb3JkZXJTdHlsZVwiOntcIiRpZFwiOlwiMTA2XCIsXCJMaW5lU3R5bGVcIjp7XCIkaWRcIjpcIjEwN1wiLFwiTGluZUNvbG9yXCI6e1wiJGlkXCI6XCIxMDhcIixcIkNvbG9yXCI6e1wiJGlkXCI6XCIxMDlcIixcIkFcIjoyNTUsXCJSXCI6MjM0LFwiR1wiOjIyLFwiQlwiOjMwfX0sXCJMaW5lV2VpZ2h0XCI6Mi4wLFwiTGluZVR5cGVcIjowfSxcIklzVmlzaWJsZVwiOmZhbHNlfX0sXCJUaXRsZVN0eWxlXCI6e1wiJGlkXCI6XCIxMTBcIixcIkZvbnRTZXR0aW5nc1wiOntcIiRpZFwiOlwiMTExXCIsXCJGb250U2l6ZVwiOjExLFwiRm9udE5hbWVcIjpcIkNhbGlicmlcIixcIklzQm9sZFwiOnRydWUsXCJJc0l0YWxpY1wiOmZhbHNlLFwiSXNVbmRlcmxpbmVkXCI6ZmFsc2V9LFwiRm9yZWdyb3VuZFwiOntcIiRpZFwiOlwiMTEyXCIsXCJDb2xvclwiOntcIiRpZFwiOlwiMTEzXCIsXCJBXCI6MjU1LFwiUlwiOjAsXCJHXCI6MCxcIkJcIjowfX0sXCJIb3Jpem9udGFsQWxpZ25tZW50XCI6MCxcIklzVmlzaWJsZVwiOnRydWV9LFwiRGF0ZVN0eWxlXCI6e1wiJGlkXCI6XCIxMTRcIixcIkZvbnRTZXR0aW5nc1wiOntcIiRpZFwiOlwiMTE1XCIsXCJGb250U2l6ZVwiOjEwLFwiRm9udE5hbWVcIjpcIkNhbGlicmlcIixcIklzQm9sZFwiOmZhbHNlLFwiSXNJdGFsaWNcIjpmYWxzZSxcIklzVW5kZXJsaW5lZFwiOmZhbHNlfSxcIkZvcmVncm91bmRcIjp7XCIkaWRcIjpcIjExNlwiLFwiQ29sb3JcIjp7XCIkaWRcIjpcIjExN1wiLFwiQVwiOjI1NSxcIlJcIjoxNCxcIkdcIjo0MCxcIkJcIjo2NX19LFwiSG9yaXpvbnRhbEFsaWdubWVudFwiOjAsXCJJc1Zpc2libGVcIjp0cnVlfSxcIkRhdGVGb3JtYXRcIjp7XCIkaWRcIjpcIjExOF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xMTlcIixcIkZvcm1hdFwiOjAsXCJJc1Zpc2libGVcIjpmYWxzZSxcIkxhc3RLbm93blZpc2liaWxpdHlTdGF0ZVwiOmZhbHNlfSxcIlZhcmlhbmNlU3R5bGVcIjp7XCIkaWRcIjpcIjEyMFwiLFwiVmFyaWFuY2VUZXh0U3R5bGVcIjp7XCIkaWRcIjpcIjEyMVwiLFwiRm9udFNldHRpbmdzXCI6e1wiJGlkXCI6XCIxMjJcIixcIkZvbnRTaXplXCI6MTAsXCJGb250TmFtZVwiOlwiQ2FsaWJyaVwiLFwiSXNCb2xkXCI6ZmFsc2UsXCJJc0l0YWxpY1wiOmZhbHNlLFwiSXNVbmRlcmxpbmVkXCI6ZmFsc2V9LFwiRm9yZWdyb3VuZFwiOntcIiRpZFwiOlwiMTIzXCIsXCJDb2xvclwiOntcIiRpZFwiOlwiMTI0XCIsXCJBXCI6MjU1LFwiUlwiOjAsXCJHXCI6MCxcIkJcIjowfX0sXCJIb3Jpem9udGFsQWxpZ25tZW50XCI6MCxcIklzVmlzaWJsZVwiOnRydWV9fX0sXCJNb3RTdHlsZVwiOntcIiRpZFwiOlwiMTI1XCIsXCJTaGFwZVwiOjIsXCJTaGFwZVNpemVcIjoxLFwiRGV0YWlsc1NwYWNpbmdcIjowLjAsXCJQYWRkaW5nXCI6e1wiJGlkXCI6XCIxMjZcIixcIlRvcFwiOjUuMCxcIkxlZnRcIjozLjAsXCJSaWdodFwiOjAuMCxcIkJvdHRvbVwiOjIuMH0sXCJQb3NpdGlvbk9uVGFza1wiOjEsXCJTaGFwZVN0eWxlXCI6e1wiJGlkXCI6XCIxMjdcIixcIk1hcmdpblwiOntcIiRpZFwiOlwiMTI4XCIsXCJUb3BcIjowLjAsXCJMZWZ0XCI6MC4wLFwiUmlnaHRcIjowLjAsXCJCb3R0b21cIjowLjB9LFwiUGFkZGluZ1wiOntcIiRpZFwiOlwiMTI5XCIsXCJUb3BcIjowLjAsXCJMZWZ0XCI6MC4wLFwiUmlnaHRcIjowLjAsXCJCb3R0b21cIjowLjB9LFwiQmFja2dyb3VuZFwiOntcIiRpZFwiOlwiMTMwXCIsXCJDb2xvclwiOntcIiRpZFwiOlwiMTMxXCIsXCJBXCI6MjU1LFwiUlwiOjIzMyxcIkdcIjoxMTMsXCJCXCI6NTB9fSxcIklzVmlzaWJsZVwiOnRydWUsXCJXaWR0aFwiOjEzLjAsXCJIZWlnaHRcIjoxMy4wLFwiQm9yZGVyU3R5bGVcIjp7XCIkaWRcIjpcIjEzMlwiLFwiTGluZVN0eWxlXCI6e1wiJGlkXCI6XCIxMzNcIixcIkxpbmVDb2xvclwiOntcIiRpZFwiOlwiMTM0XCIsXCJDb2xvclwiOntcIiRpZFwiOlwiMTM1XCIsXCJBXCI6MjU1LFwiUlwiOjIzNCxcIkdcIjoyMixcIkJcIjozMH19LFwiTGluZVdlaWdodFwiOjIuMCxcIkxpbmVUeXBlXCI6MH0sXCJJc1Zpc2libGVcIjpmYWxzZX19LFwiVGl0bGVTdHlsZVwiOntcIiRpZFwiOlwiMTM2XCIsXCJGb250U2V0dGluZ3NcIjp7XCIkaWRcIjpcIjEzN1wiLFwiRm9udFNpemVcIjoxMSxcIkZvbnROYW1lXCI6XCJDYWxpYnJpXCIsXCJJc0JvbGRcIjp0cnVlLFwiSXNJdGFsaWNcIjpmYWxzZSxcIklzVW5kZXJsaW5lZFwiOmZhbHNlfSxcIkZvcmVncm91bmRcIjp7XCIkaWRcIjpcIjEzOFwiLFwiQ29sb3JcIjp7XCIkaWRcIjpcIjEzOVwiLFwiQVwiOjI1NSxcIlJcIjowLFwiR1wiOjAsXCJCXCI6MH19LFwiSG9yaXpvbnRhbEFsaWdubWVudFwiOjAsXCJJc1Zpc2libGVcIjp0cnVlfSxcIkRhdGVTdHlsZVwiOntcIiRpZFwiOlwiMTQwXCIsXCJGb250U2V0dGluZ3NcIjp7XCIkaWRcIjpcIjE0MVwiLFwiRm9udFNpemVcIjoxMCxcIkZvbnROYW1lXCI6XCJDYWxpYnJpXCIsXCJJc0JvbGRcIjpmYWxzZSxcIklzSXRhbGljXCI6ZmFsc2UsXCJJc1VuZGVybGluZWRcIjpmYWxzZX0sXCJGb3JlZ3JvdW5kXCI6e1wiJGlkXCI6XCIxNDJcIixcIkNvbG9yXCI6e1wiJGlkXCI6XCIxNDNcIixcIkFcIjoyNTUsXCJSXCI6MTQsXCJHXCI6NDAsXCJCXCI6NjV9fSxcIkhvcml6b250YWxBbGlnbm1lbnRcIjowLFwiSXNWaXNpYmxlXCI6dHJ1ZX0sXCJEYXRlRm9ybWF0XCI6e1wiJGlkXCI6XCIxNDRcIixcIkZvcm1hdFN0cmluZ1wiOlwiTU1NIGQsIHl5eXlcIixcIlNlcGFyYXRvclwiOlwiL1wiLFwiVXNlSW50ZXJuYXRpb25hbERhdGVGb3JtYXRcIjpmYWxzZSxcIkRhdGVJc1Zpc2libGVcIjp0cnVlLFwiVGltZUlzVmlzaWJsZVwiOmZhbHNlLFwiSG91ckRpZ2l0c1wiOjEsXCJBbVBtRGVzaWduYXRvclwiOjIsXCJUcmltMDBNaW51dGVzXCI6ZmFsc2V9LFwiV2Vla051bWJlcmluZ1wiOntcIiRpZFwiOlwiMTQ1XCIsXCJGb3JtYXRcIjowLFwiSXNWaXNpYmxlXCI6ZmFsc2UsXCJMYXN0S25vd25WaXNpYmlsaXR5U3RhdGVcIjpmYWxzZX0sXCJWYXJpYW5jZVN0eWxlXCI6e1wiJGlkXCI6XCIxNDZcIixcIlZhcmlhbmNlVGV4dFN0eWxlXCI6e1wiJGlkXCI6XCIxNDdcIixcIkZvbnRTZXR0aW5nc1wiOntcIiRpZFwiOlwiMTQ4XCIsXCJGb250U2l6ZVwiOjEwLFwiRm9udE5hbWVcIjpcIkNhbGlicmlcIixcIklzQm9sZFwiOmZhbHNlLFwiSXNJdGFsaWNcIjpmYWxzZSxcIklzVW5kZXJsaW5lZFwiOmZhbHNlfSxcIkZvcmVncm91bmRcIjp7XCIkaWRcIjpcIjE0OVwiLFwiQ29sb3JcIjp7XCIkaWRcIjpcIjE1MFwiLFwiQVwiOjI1NSxcIlJcIjowLFwiR1wiOjAsXCJCXCI6MH19LFwiSG9yaXpvbnRhbEFsaWdubWVudFwiOjAsXCJJc1Zpc2libGVcIjp0cnVlfX19LFwiU3dpbWxhbmVWMlN0eWxlXCI6e1wiJGlkXCI6XCIxNTFcIixcIlN0eWxlSWRcIjpcIjMzMmNmYjEzLWI0MDEtNGVjMy1iNjU1LTczOTY4ZDA0ZDc0OVwiLFwiTmFtZVwiOlwiU3dpbWxhbmUgU3R5bGUgMVwiLFwiSGVhZGVyU3R5bGVcIjp7XCIkaWRcIjpcIjE1MlwiLFwiVGV4dFN0eWxlXCI6e1wiJGlkXCI6XCIxNTNcIixcIkZvbnRTZXR0aW5nc1wiOntcIiRpZFwiOlwiMTU0XCIsXCJGb250U2l6ZVwiOjExLFwiRm9udE5hbWVcIjpcIkNhbGlicmlcIixcIklzQm9sZFwiOmZhbHNlLFwiSXNJdGFsaWNcIjpmYWxzZSxcIklzVW5kZXJsaW5lZFwiOmZhbHNlfSxcIkZvcmVncm91bmRcIjp7XCIkaWRcIjpcIjE1NVwiLFwiQ29sb3JcIjp7XCIkaWRcIjpcIjE1NlwiLFwiQVwiOjI1NSxcIlJcIjoyNTUsXCJHXCI6MjU1LFwiQlwiOjI1NX19LFwiSG9yaXpvbnRhbEFsaWdubWVudFwiOjAsXCJJc1Zpc2libGVcIjp0cnVlfSxcIlJlY3RhbmdsZVN0eWxlXCI6e1wiJGlkXCI6XCIxNTdcIixcIk1hcmdpblwiOntcIiRpZFwiOlwiMTU4XCIsXCJUb3BcIjowLjAsXCJMZWZ0XCI6MC4wLFwiUmlnaHRcIjowLjAsXCJCb3R0b21cIjowLjB9LFwiUGFkZGluZ1wiOntcIiRpZFwiOlwiMTU5XCIsXCJUb3BcIjowLjAsXCJMZWZ0XCI6MC4wLFwiUmlnaHRcIjowLjAsXCJCb3R0b21cIjowLjB9LFwiQmFja2dyb3VuZFwiOntcIiRpZFwiOlwiMTYwXCIsXCJDb2xvclwiOntcIiRpZFwiOlwiMTYxXCIsXCJBXCI6MjU1LFwiUlwiOjIxLFwiR1wiOjk2LFwiQlwiOjEzMH19LFwiSXNWaXNpYmxlXCI6dHJ1ZSxcIldpZHRoXCI6MC4wLFwiSGVpZ2h0XCI6MC4wLFwiQm9yZGVyU3R5bGVcIjp7XCIkaWRcIjpcIjE2MlwiLFwiTGluZVN0eWxlXCI6e1wiJGlkXCI6XCIxNjNcIixcIkxpbmVDb2xvclwiOntcIiRpZFwiOlwiMTY0XCIsXCJDb2xvclwiOntcIiRpZFwiOlwiMTY1XCIsXCJBXCI6MjU1LFwiUlwiOjI1NSxcIkdcIjoyNTUsXCJCXCI6MjU1fX0sXCJMaW5lV2VpZ2h0XCI6MC4wLFwiTGluZVR5cGVcIjowfSxcIklzVmlzaWJsZVwiOmZhbHNlfX19LFwiQmFja2dyb3VuZFN0eWxlXCI6e1wiJGlkXCI6XCIxNjZcIixcIk1hcmdpblwiOntcIiRpZFwiOlwiMTY3XCIsXCJUb3BcIjowLjAsXCJMZWZ0XCI6MC4wLFwiUmlnaHRcIjowLjAsXCJCb3R0b21cIjowLjB9LFwiUGFkZGluZ1wiOntcIiRpZFwiOlwiMTY4XCIsXCJUb3BcIjowLjAsXCJMZWZ0XCI6MC4wLFwiUmlnaHRcIjowLjAsXCJCb3R0b21cIjowLjB9LFwiQmFja2dyb3VuZFwiOntcIiRpZFwiOlwiMTY5XCIsXCJDb2xvclwiOntcIiRpZFwiOlwiMTcwXCIsXCJBXCI6NTEsXCJSXCI6MjAwLFwiR1wiOjIwMCxcIkJcIjoyMDB9fSxcIklzVmlzaWJsZVwiOnRydWUsXCJXaWR0aFwiOjAuMCxcIkhlaWdodFwiOjAuMCxcIkJvcmRlclN0eWxlXCI6e1wiJGlkXCI6XCIxNzFcIixcIkxpbmVTdHlsZVwiOntcIiRpZFwiOlwiMTcyXCIsXCJMaW5lQ29sb3JcIjp7XCIkaWRcIjpcIjE3M1wiLFwiQ29sb3JcIjp7XCIkaWRcIjpcIjE3NFwiLFwiQVwiOjI1NSxcIlJcIjoyMzQsXCJHXCI6MjIsXCJCXCI6MzB9fSxcIkxpbmVXZWlnaHRcIjoyLjAsXCJMaW5lVHlwZVwiOjB9LFwiSXNWaXNpYmxlXCI6ZmFsc2V9fSxcIklzQWJvdmVUaW1lYmFuZFwiOmZhbHNlLFwiU3BhY2luZ1wiOjMsXCJEZWZhdWx0U3dpbWxhbmVBY3Rpdml0eVN0eWxlXCI6e1wiJGlkXCI6XCIxNzVcIixcIkhlYWRlclN0eWxlXCI6e1wiJGlkXCI6XCIxNzZcIixcIlRleHRTdHlsZVwiOntcIiRpZFwiOlwiMTc3XCIsXCJGb250U2V0dGluZ3NcIjp7XCIkaWRcIjpcIjE3OFwiLFwiRm9udFNpemVcIjoxMSxcIkZvbnROYW1lXCI6XCJDYWxpYnJpXCIsXCJJc0JvbGRcIjpmYWxzZSxcIklzSXRhbGljXCI6ZmFsc2UsXCJJc1VuZGVybGluZWRcIjpmYWxzZX0sXCJGb3JlZ3JvdW5kXCI6e1wiJGlkXCI6XCIxNzlcIixcIkNvbG9yXCI6e1wiJGlkXCI6XCIxODBcIixcIkFcIjoyNTUsXCJSXCI6MCxcIkdcIjowLFwiQlwiOjB9fSxcIkhvcml6b250YWxBbGlnbm1lbnRcIjowLFwiSXNWaXNpYmxlXCI6dHJ1ZX0sXCJSZWN0YW5nbGVTdHlsZVwiOntcIiRpZFwiOlwiMTgxXCIsXCJNYXJnaW5cIjp7XCIkaWRcIjpcIjE4MlwiLFwiVG9wXCI6MC4wLFwiTGVmdFwiOjAuMCxcIlJpZ2h0XCI6MC4wLFwiQm90dG9tXCI6MC4wfSxcIlBhZGRpbmdcIjp7XCIkaWRcIjpcIjE4M1wiLFwiVG9wXCI6MC4wLFwiTGVmdFwiOjAuMCxcIlJpZ2h0XCI6MC4wLFwiQm90dG9tXCI6MC4wfSxcIkJhY2tncm91bmRcIjp7XCIkaWRcIjpcIjE4NFwiLFwiQ29sb3JcIjp7XCIkaWRcIjpcIjE4NVwiLFwiQVwiOjYzLFwiUlwiOjIxLFwiR1wiOjk2LFwiQlwiOjEzMH19LFwiSXNWaXNpYmxlXCI6dHJ1ZSxcIldpZHRoXCI6MC4wLFwiSGVpZ2h0XCI6MC4wLFwiQm9yZGVyU3R5bGVcIjp7XCIkaWRcIjpcIjE4NlwiLFwiTGluZVN0eWxlXCI6e1wiJGlkXCI6XCIxODdcIixcIkxpbmVDb2xvclwiOntcIiRpZFwiOlwiMTg4XCIsXCJDb2xvclwiOntcIiRpZFwiOlwiMTg5XCIsXCJBXCI6MjU1LFwiUlwiOjI1NSxcIkdcIjowLFwiQlwiOjB9fSxcIkxpbmVXZWlnaHRcIjowLjAsXCJMaW5lVHlwZVwiOjB9LFwiSXNWaXNpYmxlXCI6ZmFsc2V9fX0sXCJCYWNrZ3JvdW5kU3R5bGVcIjp7XCIkaWRcIjpcIjE5MFwiLFwiTWFyZ2luXCI6e1wiJGlkXCI6XCIxOTFcIixcIlRvcFwiOjAuMCxcIkxlZnRcIjowLjAsXCJSaWdodFwiOjAuMCxcIkJvdHRvbVwiOjAuMH0sXCJQYWRkaW5nXCI6e1wiJGlkXCI6XCIxOTJcIixcIlRvcFwiOjAuMCxcIkxlZnRcIjowLjAsXCJSaWdodFwiOjAuMCxcIkJvdHRvbVwiOjAuMH0sXCJCYWNrZ3JvdW5kXCI6e1wiJGlkXCI6XCIxOTNcIixcIkNvbG9yXCI6e1wiJGlkXCI6XCIxOTRcIixcIkFcIjo1MSxcIlJcIjoyMDAsXCJHXCI6MjAwLFwiQlwiOjIwMH19LFwiSXNWaXNpYmxlXCI6dHJ1ZSxcIldpZHRoXCI6MC4wLFwiSGVpZ2h0XCI6MC4wLFwiQm9yZGVyU3R5bGVcIjp7XCIkaWRcIjpcIjE5NVwiLFwiTGluZVN0eWxlXCI6e1wiJGlkXCI6XCIxOTZcIixcIkxpbmVDb2xvclwiOntcIiRpZFwiOlwiMTk3XCIsXCJDb2xvclwiOntcIiRpZFwiOlwiMTk4XCIsXCJBXCI6MjU1LFwiUlwiOjIzNCxcIkdcIjoyMixcIkJcIjozMH19LFwiTGluZVdlaWdodFwiOjIuMCxcIkxpbmVUeXBlXCI6MH0sXCJJc1Zpc2libGVcIjpmYWxzZX19fSxcIkRlZmF1bHRTd2ltbGFuZU1pbGVzdG9uZVN0eWxlXCI6e1wiJGlkXCI6XCIxOTlcIixcIlRpdGxlUG9zaXRpb25cIjowLFwiRGF0ZVBvc2l0aW9uXCI6MixcIlZhcmlhbmNlUG9zaXRpb25cIjoyLFwiU2hhcGVUeXBlXCI6MSxcIlNoYXBlU2l6ZVwiOjAsXCJTcGFjaW5nXCI6NSxcIlNoYXBlU3R5bGVcIjp7XCIkaWRcIjpcIjIwMFwiLFwiTWFyZ2luXCI6e1wiJGlkXCI6XCIyMDFcIixcIlRvcFwiOjAuMCxcIkxlZnRcIjowLjAsXCJSaWdodFwiOjAuMCxcIkJvdHRvbVwiOjAuMH0sXCJQYWRkaW5nXCI6e1wiJGlkXCI6XCIyMDJcIixcIlRvcFwiOjAuMCxcIkxlZnRcIjowLjAsXCJSaWdodFwiOjAuMCxcIkJvdHRvbVwiOjAuMH0sXCJCYWNrZ3JvdW5kXCI6e1wiJGlkXCI6XCIyMDNcIixcIkNvbG9yXCI6e1wiJGlkXCI6XCIyMDRcIixcIkFcIjoyNTUsXCJSXCI6MjEsXCJHXCI6OTYsXCJCXCI6MTMwfX0sXCJJc1Zpc2libGVcIjp0cnVlLFwiV2lkdGhcIjoxMi4wLFwiSGVpZ2h0XCI6MTQuMCxcIkJvcmRlclN0eWxlXCI6e1wiJGlkXCI6XCIyMDVcIixcIkxpbmVTdHlsZVwiOntcIiRpZFwiOlwiMjA2XCIsXCJMaW5lQ29sb3JcIjp7XCIkaWRcIjpcIjIwN1wiLFwiQ29sb3JcIjp7XCIkaWRcIjpcIjIwOFwiLFwiQVwiOjI1NSxcIlJcIjoyMzQsXCJHXCI6MjIsXCJCXCI6MzB9fSxcIkxpbmVXZWlnaHRcIjoyLjAsXCJMaW5lVHlwZVwiOjB9LFwiSXNWaXNpYmxlXCI6ZmFsc2V9fSxcIlRpdGxlU3R5bGVcIjp7XCIkaWRcIjpcIjIwOVwiLFwiRm9udFNldHRpbmdzXCI6e1wiJGlkXCI6XCIyMTBcIixcIkZvbnRTaXplXCI6MTEsXCJGb250TmFtZVwiOlwiQ2FsaWJyaVwiLFwiSXNCb2xkXCI6ZmFsc2UsXCJJc0l0YWxpY1wiOmZhbHNlLFwiSXNVbmRlcmxpbmVkXCI6ZmFsc2V9LFwiRm9yZWdyb3VuZFwiOntcIiRpZFwiOlwiMjExXCIsXCJDb2xvclwiOntcIiRpZFwiOlwiMjEyXCIsXCJBXCI6MjU1LFwiUlwiOjAsXCJHXCI6MCxcIkJcIjowfX0sXCJIb3Jpem9udGFsQWxpZ25tZW50XCI6MixcIklzVmlzaWJsZVwiOnRydWV9LFwiRGF0ZVN0eWxlXCI6e1wiJGlkXCI6XCIyMTNcIixcIkZvbnRTZXR0aW5nc1wiOntcIiRpZFwiOlwiMjE0XCIsXCJGb250U2l6ZVwiOjEwLFwiRm9udE5hbWVcIjpcIkNhbGlicmlcIixcIklzQm9sZFwiOmZhbHNlLFwiSXNJdGFsaWNcIjpmYWxzZSxcIklzVW5kZXJsaW5lZFwiOmZhbHNlfSxcIkZvcmVncm91bmRcIjp7XCIkaWRcIjpcIjIxNVwiLFwiQ29sb3JcIjp7XCIkaWRcIjpcIjIxNlwiLFwiQVwiOjI1NSxcIlJcIjoxNCxcIkdcIjo0MCxcIkJcIjo2NX19LFwiSG9yaXpvbnRhbEFsaWdubWVudFwiOjAsXCJJc1Zpc2libGVcIjp0cnVlfSxcIkRhdGVGb3JtYXRcIjp7XCIkaWRcIjpcIjIxN1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yMThcIixcIkZvcm1hdFwiOjAsXCJJc1Zpc2libGVcIjpmYWxzZSxcIkxhc3RLbm93blZpc2liaWxpdHlTdGF0ZVwiOmZhbHNlfSxcIlZhcmlhbmNlU3R5bGVcIjp7XCIkaWRcIjpcIjIxOVwiLFwiVmFyaWFuY2VUZXh0U3R5bGVcIjp7XCIkaWRcIjpcIjIyMFwiLFwiRm9udFNldHRpbmdzXCI6e1wiJGlkXCI6XCIyMjFcIixcIkZvbnRTaXplXCI6MTAsXCJGb250TmFtZVwiOlwiQ2FsaWJyaVwiLFwiSXNCb2xkXCI6ZmFsc2UsXCJJc0l0YWxpY1wiOmZhbHNlLFwiSXNVbmRlcmxpbmVkXCI6ZmFsc2V9LFwiRm9yZWdyb3VuZFwiOntcIiRpZFwiOlwiMjIyXCIsXCJDb2xvclwiOntcIiRpZFwiOlwiMjIzXCIsXCJBXCI6MjU1LFwiUlwiOjAsXCJHXCI6MCxcIkJcIjowfX0sXCJIb3Jpem9udGFsQWxpZ25tZW50XCI6MCxcIklzVmlzaWJsZVwiOnRydWV9fX0sXCJEZWZhdWx0U3dpbWxhbmVUYXNrU3R5bGVcIjp7XCIkaWRcIjpcIjIyNFwiLFwiU2hhcGVcIjoxLFwiU2hhcGVUaGlja25lc3NcIjowLFwiRHVyYXRpb25Gb3JtYXRcIjowLFwiUGVyY2VudGFnZUNvbXBsZXRlVGV4dFN0eWxlXCI6e1wiJGlkXCI6XCIyMjVcIixcIkZvbnRTZXR0aW5nc1wiOntcIiRpZFwiOlwiMjI2XCIsXCJGb250U2l6ZVwiOjEwLFwiRm9udE5hbWVcIjpcIkNhbGlicmlcIixcIklzQm9sZFwiOmZhbHNlLFwiSXNJdGFsaWNcIjpmYWxzZSxcIklzVW5kZXJsaW5lZFwiOmZhbHNlfSxcIkZvcmVncm91bmRcIjp7XCIkaWRcIjpcIjIyN1wiLFwiQ29sb3JcIjp7XCIkaWRcIjpcIjIyOFwiLFwiQVwiOjI1NSxcIlJcIjoyMzIsXCJHXCI6MjMyLFwiQlwiOjIzMn19LFwiSG9yaXpvbnRhbEFsaWdubWVudFwiOjEsXCJJc1Zpc2libGVcIjp0cnVlfSxcIlBlcmNlbnRhZ2VDb21wbGV0ZUhpZ2hsaWdodFN0eWxlXCI6e1wiJGlkXCI6XCIyMjlcIixcIkJhY2tncm91bmRcIjp7XCIkaWRcIjpcIjIzMFwiLFwiQ29sb3JcIjp7XCIkaWRcIjpcIjIzMVwiLFwiQVwiOjg5LFwiUlwiOjAsXCJHXCI6MCxcIkJcIjowfX19LFwiRHVyYXRpb25TdHlsZVwiOntcIiRpZFwiOlwiMjMyXCIsXCJGb250U2V0dGluZ3NcIjp7XCIkaWRcIjpcIjIzM1wiLFwiRm9udFNpemVcIjoxMCxcIkZvbnROYW1lXCI6XCJDYWxpYnJpXCIsXCJJc0JvbGRcIjpmYWxzZSxcIklzSXRhbGljXCI6ZmFsc2UsXCJJc1VuZGVybGluZWRcIjpmYWxzZX0sXCJGb3JlZ3JvdW5kXCI6e1wiJGlkXCI6XCIyMzRcIixcIkNvbG9yXCI6e1wiJGlkXCI6XCIyMzVcIixcIkFcIjoyNTUsXCJSXCI6MjM3LFwiR1wiOjEyNSxcIkJcIjo0OX19LFwiSG9yaXpvbnRhbEFsaWdubWVudFwiOjAsXCJJc1Zpc2libGVcIjpmYWxzZX0sXCJNYXJnaW5cIjp7XCIkaWRcIjpcIjIzNlwiLFwiVG9wXCI6MC4wLFwiTGVmdFwiOjAuMCxcIlJpZ2h0XCI6MC4wLFwiQm90dG9tXCI6MC4wfSxcIlN0YXJ0RGF0ZVBvc2l0aW9uXCI6MyxcIkVuZERhdGVQb3NpdGlvblwiOjMsXCJUaXRsZVBvc2l0aW9uXCI6NCxcIkR1cmF0aW9uUG9zaXRpb25cIjowLFwiUGVyY2VudGFnZUNvbXBsZXRlZFBvc2l0aW9uXCI6MixcIlZhcmlhbmNlUG9zaXRpb25cIjoyLFwiU3BhY2luZ1wiOjMsXCJCYXNlbGluZVN0eWxlXCI6e1wiJGlkXCI6XCIyMzdcIixcIkJhc2VsaW5lU2hhcGVTdHlsZVwiOntcIiRpZFwiOlwiMjM4XCIsXCJNYXJnaW5cIjp7XCIkaWRcIjpcIjIzOVwiLFwiVG9wXCI6MC4wLFwiTGVmdFwiOjAuMCxcIlJpZ2h0XCI6MC4wLFwiQm90dG9tXCI6MC4wfSxcIlBhZGRpbmdcIjp7XCIkaWRcIjpcIjI0MFwiLFwiVG9wXCI6MC4wLFwiTGVmdFwiOjAuMCxcIlJpZ2h0XCI6MC4wLFwiQm90dG9tXCI6MC4wfSxcIkJhY2tncm91bmRcIjp7XCIkaWRcIjpcIjI0MVwiLFwiQ29sb3JcIjp7XCIkaWRcIjpcIjI0MlwiLFwiQVwiOjE1MyxcIlJcIjowLFwiR1wiOjAsXCJCXCI6MH19LFwiSXNWaXNpYmxlXCI6ZmFsc2UsXCJXaWR0aFwiOjAuMCxcIkhlaWdodFwiOjAuMCxcIkJvcmRlclN0eWxlXCI6e1wiJGlkXCI6XCIyNDNcIixcIkxpbmVTdHlsZVwiOntcIiRpZFwiOlwiMjQ0XCIsXCJMaW5lQ29sb3JcIjp7XCIkaWRcIjpcIjI0NVwiLFwiQ29sb3JcIjp7XCIkaWRcIjpcIjI0NlwiLFwiQVwiOjI1NSxcIlJcIjoyNTUsXCJHXCI6MCxcIkJcIjowfX0sXCJMaW5lV2VpZ2h0XCI6Mi4wLFwiTGluZVR5cGVcIjowfSxcIklzVmlzaWJsZVwiOmZhbHNlfX19LFwiU2hhcGVTdHlsZVwiOntcIiRpZFwiOlwiMjQ3XCIsXCJNYXJnaW5cIjp7XCIkaWRcIjpcIjI0OFwiLFwiVG9wXCI6MC4wLFwiTGVmdFwiOjQuMCxcIlJpZ2h0XCI6NC4wLFwiQm90dG9tXCI6MC4wfSxcIlBhZGRpbmdcIjp7XCIkaWRcIjpcIjI0OVwiLFwiVG9wXCI6MC4wLFwiTGVmdFwiOjAuMCxcIlJpZ2h0XCI6MC4wLFwiQm90dG9tXCI6MC4wfSxcIkJhY2tncm91bmRcIjp7XCIkaWRcIjpcIjI1MFwiLFwiQ29sb3JcIjp7XCIkaWRcIjpcIjI1MVwiLFwiQVwiOjI1NSxcIlJcIjoyMSxcIkdcIjo5NixcIkJcIjoxMzB9fSxcIklzVmlzaWJsZVwiOnRydWUsXCJXaWR0aFwiOjAuMCxcIkhlaWdodFwiOjEwLjAsXCJCb3JkZXJTdHlsZVwiOntcIiRpZFwiOlwiMjUyXCIsXCJMaW5lU3R5bGVcIjp7XCIkaWRcIjpcIjI1M1wiLFwiTGluZUNvbG9yXCI6e1wiJGlkXCI6XCIyNTRcIixcIkNvbG9yXCI6e1wiJGlkXCI6XCIyNTVcIixcIkFcIjoyNTUsXCJSXCI6MjM0LFwiR1wiOjIyLFwiQlwiOjMwfX0sXCJMaW5lV2VpZ2h0XCI6Mi4wLFwiTGluZVR5cGVcIjowfSxcIklzVmlzaWJsZVwiOmZhbHNlfX0sXCJUaXRsZVN0eWxlXCI6e1wiJGlkXCI6XCIyNTZcIixcIkZvbnRTZXR0aW5nc1wiOntcIiRpZFwiOlwiMjU3XCIsXCJGb250U2l6ZVwiOjExLFwiRm9udE5hbWVcIjpcIkNhbGlicmlcIixcIklzQm9sZFwiOmZhbHNlLFwiSXNJdGFsaWNcIjpmYWxzZSxcIklzVW5kZXJsaW5lZFwiOmZhbHNlfSxcIkZvcmVncm91bmRcIjp7XCIkaWRcIjpcIjI1OFwiLFwiQ29sb3JcIjp7XCIkaWRcIjpcIjI1OVwiLFwiQVwiOjI1NSxcIlJcIjowLFwiR1wiOjAsXCJCXCI6MH19LFwiSG9yaXpvbnRhbEFsaWdubWVudFwiOjAsXCJJc1Zpc2libGVcIjp0cnVlfSxcIkRhdGVTdHlsZVwiOntcIiRpZFwiOlwiMjYwXCIsXCJGb250U2V0dGluZ3NcIjp7XCIkaWRcIjpcIjI2MVwiLFwiRm9udFNpemVcIjoxMCxcIkZvbnROYW1lXCI6XCJDYWxpYnJpXCIsXCJJc0JvbGRcIjpmYWxzZSxcIklzSXRhbGljXCI6ZmFsc2UsXCJJc1VuZGVybGluZWRcIjpmYWxzZX0sXCJGb3JlZ3JvdW5kXCI6e1wiJGlkXCI6XCIyNjJcIixcIkNvbG9yXCI6e1wiJGlkXCI6XCIyNjNcIixcIkFcIjoyNTUsXCJSXCI6MTQsXCJHXCI6NDAsXCJCXCI6NjV9fSxcIkhvcml6b250YWxBbGlnbm1lbnRcIjoyLFwiSXNWaXNpYmxlXCI6dHJ1ZX0sXCJEYXRlRm9ybWF0XCI6e1wiJGlkXCI6XCIyNjR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Y1XCIsXCJGb3JtYXRcIjowLFwiSXNWaXNpYmxlXCI6ZmFsc2UsXCJMYXN0S25vd25WaXNpYmlsaXR5U3RhdGVcIjpmYWxzZX0sXCJWYXJpYW5jZVN0eWxlXCI6e1wiJGlkXCI6XCIyNjZcIixcIlZhcmlhbmNlVGV4dFN0eWxlXCI6e1wiJGlkXCI6XCIyNjdcIixcIkZvbnRTZXR0aW5nc1wiOntcIiRpZFwiOlwiMjY4XCIsXCJGb250U2l6ZVwiOjEwLFwiRm9udE5hbWVcIjpcIkNhbGlicmlcIixcIklzQm9sZFwiOmZhbHNlLFwiSXNJdGFsaWNcIjpmYWxzZSxcIklzVW5kZXJsaW5lZFwiOmZhbHNlfSxcIkZvcmVncm91bmRcIjp7XCIkaWRcIjpcIjI2OVwiLFwiQ29sb3JcIjp7XCIkaWRcIjpcIjI3MFwiLFwiQVwiOjI1NSxcIlJcIjowLFwiR1wiOjAsXCJCXCI6MH19LFwiSG9yaXpvbnRhbEFsaWdubWVudFwiOjAsXCJJc1Zpc2libGVcIjp0cnVlfX19LFwiRGVmYXVsdFN3aW1sYW5lTW90U3R5bGVcIjp7XCIkaWRcIjpcIjI3MVwiLFwiU2hhcGVcIjoxLFwiU2hhcGVTaXplXCI6MCxcIkRldGFpbHNTcGFjaW5nXCI6MC4wLFwiUGFkZGluZ1wiOntcIiRpZFwiOlwiMjcyXCIsXCJUb3BcIjo1LjAsXCJMZWZ0XCI6My4wLFwiUmlnaHRcIjowLjAsXCJCb3R0b21cIjoyLjB9LFwiUG9zaXRpb25PblRhc2tcIjoxLFwiU2hhcGVTdHlsZVwiOntcIiRpZFwiOlwiMjczXCIsXCJNYXJnaW5cIjp7XCIkaWRcIjpcIjI3NFwiLFwiVG9wXCI6MC4wLFwiTGVmdFwiOjAuMCxcIlJpZ2h0XCI6MC4wLFwiQm90dG9tXCI6MC4wfSxcIlBhZGRpbmdcIjp7XCIkaWRcIjpcIjI3NVwiLFwiVG9wXCI6MC4wLFwiTGVmdFwiOjAuMCxcIlJpZ2h0XCI6MC4wLFwiQm90dG9tXCI6MC4wfSxcIkJhY2tncm91bmRcIjp7XCIkaWRcIjpcIjI3NlwiLFwiQ29sb3JcIjp7XCIkaWRcIjpcIjI3N1wiLFwiQVwiOjI1NSxcIlJcIjoxMSxcIkdcIjo0OCxcIkJcIjo2NX19LFwiSXNWaXNpYmxlXCI6dHJ1ZSxcIldpZHRoXCI6MTIuMCxcIkhlaWdodFwiOjE0LjAsXCJCb3JkZXJTdHlsZVwiOntcIiRpZFwiOlwiMjc4XCIsXCJMaW5lU3R5bGVcIjp7XCIkaWRcIjpcIjI3OVwiLFwiTGluZUNvbG9yXCI6e1wiJGlkXCI6XCIyODBcIixcIkNvbG9yXCI6e1wiJGlkXCI6XCIyODFcIixcIkFcIjoyNTUsXCJSXCI6MjU1LFwiR1wiOjAsXCJCXCI6MH19LFwiTGluZVdlaWdodFwiOjAuMCxcIkxpbmVUeXBlXCI6MH0sXCJJc1Zpc2libGVcIjpmYWxzZX19LFwiVGl0bGVTdHlsZVwiOntcIiRpZFwiOlwiMjgyXCIsXCJGb250U2V0dGluZ3NcIjp7XCIkaWRcIjpcIjI4M1wiLFwiRm9udFNpemVcIjoxMSxcIkZvbnROYW1lXCI6XCJDYWxpYnJpXCIsXCJJc0JvbGRcIjpmYWxzZSxcIklzSXRhbGljXCI6ZmFsc2UsXCJJc1VuZGVybGluZWRcIjpmYWxzZX0sXCJGb3JlZ3JvdW5kXCI6e1wiJGlkXCI6XCIyODRcIixcIkNvbG9yXCI6e1wiJGlkXCI6XCIyODVcIixcIkFcIjoyNTUsXCJSXCI6MCxcIkdcIjowLFwiQlwiOjB9fSxcIkhvcml6b250YWxBbGlnbm1lbnRcIjoxLFwiSXNWaXNpYmxlXCI6dHJ1ZX0sXCJEYXRlU3R5bGVcIjp7XCIkaWRcIjpcIjI4NlwiLFwiRm9udFNldHRpbmdzXCI6e1wiJGlkXCI6XCIyODdcIixcIkZvbnRTaXplXCI6MTAsXCJGb250TmFtZVwiOlwiQ2FsaWJyaVwiLFwiSXNCb2xkXCI6ZmFsc2UsXCJJc0l0YWxpY1wiOmZhbHNlLFwiSXNVbmRlcmxpbmVkXCI6ZmFsc2V9LFwiRm9yZWdyb3VuZFwiOntcIiRpZFwiOlwiMjg4XCIsXCJDb2xvclwiOntcIiRpZFwiOlwiMjg5XCIsXCJBXCI6MjU1LFwiUlwiOjE0LFwiR1wiOjQwLFwiQlwiOjY1fX0sXCJIb3Jpem9udGFsQWxpZ25tZW50XCI6MSxcIklzVmlzaWJsZVwiOnRydWV9LFwiRGF0ZUZvcm1hdFwiOntcIiRpZFwiOlwiMjkw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I5MVwiLFwiRm9ybWF0XCI6MCxcIklzVmlzaWJsZVwiOmZhbHNlLFwiTGFzdEtub3duVmlzaWJpbGl0eVN0YXRlXCI6ZmFsc2V9LFwiVmFyaWFuY2VTdHlsZVwiOntcIiRpZFwiOlwiMjkyXCIsXCJWYXJpYW5jZVRleHRTdHlsZVwiOntcIiRpZFwiOlwiMjkzXCIsXCJGb250U2V0dGluZ3NcIjp7XCIkaWRcIjpcIjI5NFwiLFwiRm9udFNpemVcIjoxMCxcIkZvbnROYW1lXCI6XCJDYWxpYnJpXCIsXCJJc0JvbGRcIjpmYWxzZSxcIklzSXRhbGljXCI6ZmFsc2UsXCJJc1VuZGVybGluZWRcIjpmYWxzZX0sXCJGb3JlZ3JvdW5kXCI6e1wiJGlkXCI6XCIyOTVcIixcIkNvbG9yXCI6e1wiJGlkXCI6XCIyOTZcIixcIkFcIjoyNTUsXCJSXCI6MCxcIkdcIjowLFwiQlwiOjB9fSxcIkhvcml6b250YWxBbGlnbm1lbnRcIjowLFwiSXNWaXNpYmxlXCI6dHJ1ZX19fX0sXCJfYWRkaXRpb25hbFN3aW1sYW5lVjJTdHlsZXNcIjpbe1wiJGlkXCI6XCIyOTdcIixcIlN0eWxlSWRcIjpcIjk4NTEzZTEwLTU1MWMtNGYzMC1hYzExLWEwNjkwZTkwMzEzNFwiLFwiTmFtZVwiOlwiU3dpbWxhbmUgU3R5bGUgMlwiLFwiSGVhZGVyU3R5bGVcIjp7XCIkaWRcIjpcIjI5OFwiLFwiVGV4dFN0eWxlXCI6e1wiJGlkXCI6XCIyOTlcIixcIkZvbnRTZXR0aW5nc1wiOntcIiRpZFwiOlwiMzAwXCIsXCJGb250U2l6ZVwiOjExLFwiRm9udE5hbWVcIjpcIkNhbGlicmlcIixcIklzQm9sZFwiOmZhbHNlLFwiSXNJdGFsaWNcIjpmYWxzZSxcIklzVW5kZXJsaW5lZFwiOmZhbHNlfSxcIkZvcmVncm91bmRcIjp7XCIkaWRcIjpcIjMwMVwiLFwiQ29sb3JcIjp7XCIkaWRcIjpcIjMwMlwiLFwiQVwiOjI1NSxcIlJcIjoyNTUsXCJHXCI6MjU1LFwiQlwiOjI1NX19LFwiSG9yaXpvbnRhbEFsaWdubWVudFwiOjEsXCJJc1Zpc2libGVcIjp0cnVlfSxcIlJlY3RhbmdsZVN0eWxlXCI6e1wiJGlkXCI6XCIzMDNcIixcIk1hcmdpblwiOntcIiRpZFwiOlwiMzA0XCIsXCJUb3BcIjowLjAsXCJMZWZ0XCI6MC4wLFwiUmlnaHRcIjowLjAsXCJCb3R0b21cIjowLjB9LFwiUGFkZGluZ1wiOntcIiRpZFwiOlwiMzA1XCIsXCJUb3BcIjowLjAsXCJMZWZ0XCI6MC4wLFwiUmlnaHRcIjowLjAsXCJCb3R0b21cIjowLjB9LFwiQmFja2dyb3VuZFwiOntcIiRpZFwiOlwiMzA2XCIsXCJDb2xvclwiOntcIiRpZFwiOlwiMzA3XCIsXCJBXCI6MjU1LFwiUlwiOjIzMyxcIkdcIjoxMTMsXCJCXCI6NTB9fSxcIklzVmlzaWJsZVwiOnRydWUsXCJXaWR0aFwiOjAuMCxcIkhlaWdodFwiOjAuMCxcIkJvcmRlclN0eWxlXCI6e1wiJGlkXCI6XCIzMDhcIixcIkxpbmVTdHlsZVwiOntcIiRpZFwiOlwiMzA5XCIsXCJMaW5lQ29sb3JcIjp7XCIkaWRcIjpcIjMxMFwiLFwiQ29sb3JcIjp7XCIkaWRcIjpcIjMxMVwiLFwiQVwiOjI1NSxcIlJcIjoyNTUsXCJHXCI6MjU1LFwiQlwiOjI1NX19LFwiTGluZVdlaWdodFwiOjAuMCxcIkxpbmVUeXBlXCI6MH0sXCJJc1Zpc2libGVcIjpmYWxzZX19fSxcIkJhY2tncm91bmRTdHlsZVwiOntcIiRpZFwiOlwiMzEyXCIsXCJNYXJnaW5cIjp7XCIkaWRcIjpcIjMxM1wiLFwiVG9wXCI6MC4wLFwiTGVmdFwiOjAuMCxcIlJpZ2h0XCI6MC4wLFwiQm90dG9tXCI6MC4wfSxcIlBhZGRpbmdcIjp7XCIkaWRcIjpcIjMxNFwiLFwiVG9wXCI6MC4wLFwiTGVmdFwiOjAuMCxcIlJpZ2h0XCI6MC4wLFwiQm90dG9tXCI6MC4wfSxcIkJhY2tncm91bmRcIjp7XCIkaWRcIjpcIjMxNVwiLFwiQ29sb3JcIjp7XCIkaWRcIjpcIjMxNlwiLFwiQVwiOjUxLFwiUlwiOjIwMCxcIkdcIjoyMDAsXCJCXCI6MjAwfX0sXCJJc1Zpc2libGVcIjp0cnVlLFwiV2lkdGhcIjowLjAsXCJIZWlnaHRcIjowLjAsXCJCb3JkZXJTdHlsZVwiOntcIiRpZFwiOlwiMzE3XCIsXCJMaW5lU3R5bGVcIjp7XCIkaWRcIjpcIjMxOFwiLFwiTGluZUNvbG9yXCI6e1wiJGlkXCI6XCIzMTlcIixcIkNvbG9yXCI6e1wiJGlkXCI6XCIzMjBcIixcIkFcIjoyNTUsXCJSXCI6MjM0LFwiR1wiOjIyLFwiQlwiOjMwfX0sXCJMaW5lV2VpZ2h0XCI6Mi4wLFwiTGluZVR5cGVcIjowfSxcIklzVmlzaWJsZVwiOmZhbHNlfX0sXCJJc0Fib3ZlVGltZWJhbmRcIjpmYWxzZSxcIlNwYWNpbmdcIjozLFwiRGVmYXVsdFN3aW1sYW5lQWN0aXZpdHlTdHlsZVwiOntcIiRpZFwiOlwiMzIxXCIsXCJIZWFkZXJTdHlsZVwiOntcIiRpZFwiOlwiMzIyXCIsXCJUZXh0U3R5bGVcIjp7XCIkaWRcIjpcIjMyM1wiLFwiRm9udFNldHRpbmdzXCI6e1wiJGlkXCI6XCIzMjRcIixcIkZvbnRTaXplXCI6MTEsXCJGb250TmFtZVwiOlwiQ2FsaWJyaVwiLFwiSXNCb2xkXCI6ZmFsc2UsXCJJc0l0YWxpY1wiOmZhbHNlLFwiSXNVbmRlcmxpbmVkXCI6ZmFsc2V9LFwiRm9yZWdyb3VuZFwiOntcIiRpZFwiOlwiMzI1XCIsXCJDb2xvclwiOntcIiRpZFwiOlwiMzI2XCIsXCJBXCI6MjU1LFwiUlwiOjAsXCJHXCI6MCxcIkJcIjowfX0sXCJIb3Jpem9udGFsQWxpZ25tZW50XCI6MCxcIklzVmlzaWJsZVwiOnRydWV9LFwiUmVjdGFuZ2xlU3R5bGVcIjp7XCIkaWRcIjpcIjMyN1wiLFwiTWFyZ2luXCI6e1wiJGlkXCI6XCIzMjhcIixcIlRvcFwiOjAuMCxcIkxlZnRcIjowLjAsXCJSaWdodFwiOjAuMCxcIkJvdHRvbVwiOjAuMH0sXCJQYWRkaW5nXCI6e1wiJGlkXCI6XCIzMjlcIixcIlRvcFwiOjAuMCxcIkxlZnRcIjowLjAsXCJSaWdodFwiOjAuMCxcIkJvdHRvbVwiOjAuMH0sXCJCYWNrZ3JvdW5kXCI6e1wiJGlkXCI6XCIzMzBcIixcIkNvbG9yXCI6e1wiJGlkXCI6XCIzMzFcIixcIkFcIjo2MyxcIlJcIjoyMzMsXCJHXCI6MTEzLFwiQlwiOjUwfX0sXCJJc1Zpc2libGVcIjp0cnVlLFwiV2lkdGhcIjowLjAsXCJIZWlnaHRcIjowLjAsXCJCb3JkZXJTdHlsZVwiOntcIiRpZFwiOlwiMzMyXCIsXCJMaW5lU3R5bGVcIjp7XCIkaWRcIjpcIjMzM1wiLFwiTGluZUNvbG9yXCI6e1wiJGlkXCI6XCIzMzRcIixcIkNvbG9yXCI6e1wiJGlkXCI6XCIzMzVcIixcIkFcIjoyNTUsXCJSXCI6MjU1LFwiR1wiOjI1NSxcIkJcIjoyNTV9fSxcIkxpbmVXZWlnaHRcIjowLjAsXCJMaW5lVHlwZVwiOjB9LFwiSXNWaXNpYmxlXCI6ZmFsc2V9fX0sXCJCYWNrZ3JvdW5kU3R5bGVcIjp7XCIkaWRcIjpcIjMzNlwiLFwiTWFyZ2luXCI6e1wiJGlkXCI6XCIzMzdcIixcIlRvcFwiOjAuMCxcIkxlZnRcIjowLjAsXCJSaWdodFwiOjAuMCxcIkJvdHRvbVwiOjAuMH0sXCJQYWRkaW5nXCI6e1wiJGlkXCI6XCIzMzhcIixcIlRvcFwiOjAuMCxcIkxlZnRcIjowLjAsXCJSaWdodFwiOjAuMCxcIkJvdHRvbVwiOjAuMH0sXCJCYWNrZ3JvdW5kXCI6e1wiJGlkXCI6XCIzMzlcIixcIkNvbG9yXCI6e1wiJGlkXCI6XCIzNDBcIixcIkFcIjo1MSxcIlJcIjoyMDAsXCJHXCI6MjAwLFwiQlwiOjIwMH19LFwiSXNWaXNpYmxlXCI6dHJ1ZSxcIldpZHRoXCI6MC4wLFwiSGVpZ2h0XCI6MC4wLFwiQm9yZGVyU3R5bGVcIjp7XCIkaWRcIjpcIjM0MVwiLFwiTGluZVN0eWxlXCI6e1wiJGlkXCI6XCIzNDJcIixcIkxpbmVDb2xvclwiOntcIiRpZFwiOlwiMzQzXCIsXCJDb2xvclwiOntcIiRpZFwiOlwiMzQ0XCIsXCJBXCI6MjU1LFwiUlwiOjIzNCxcIkdcIjoyMixcIkJcIjozMH19LFwiTGluZVdlaWdodFwiOjIuMCxcIkxpbmVUeXBlXCI6MH0sXCJJc1Zpc2libGVcIjpmYWxzZX19fSxcIkRlZmF1bHRTd2ltbGFuZU1pbGVzdG9uZVN0eWxlXCI6e1wiJGlkXCI6XCIzNDVcIixcIlRpdGxlUG9zaXRpb25cIjowLFwiRGF0ZVBvc2l0aW9uXCI6MixcIlZhcmlhbmNlUG9zaXRpb25cIjoyLFwiU2hhcGVUeXBlXCI6MSxcIlNoYXBlU2l6ZVwiOjAsXCJTcGFjaW5nXCI6NSxcIlNoYXBlU3R5bGVcIjp7XCIkaWRcIjpcIjM0NlwiLFwiTWFyZ2luXCI6e1wiJGlkXCI6XCIzNDdcIixcIlRvcFwiOjAuMCxcIkxlZnRcIjowLjAsXCJSaWdodFwiOjAuMCxcIkJvdHRvbVwiOjAuMH0sXCJQYWRkaW5nXCI6e1wiJGlkXCI6XCIzNDhcIixcIlRvcFwiOjAuMCxcIkxlZnRcIjowLjAsXCJSaWdodFwiOjAuMCxcIkJvdHRvbVwiOjAuMH0sXCJCYWNrZ3JvdW5kXCI6e1wiJGlkXCI6XCIzNDlcIixcIkNvbG9yXCI6e1wiJGlkXCI6XCIzNTBcIixcIkFcIjoyNTUsXCJSXCI6MjMzLFwiR1wiOjExMyxcIkJcIjo1MH19LFwiSXNWaXNpYmxlXCI6dHJ1ZSxcIldpZHRoXCI6MTIuMCxcIkhlaWdodFwiOjE0LjAsXCJCb3JkZXJTdHlsZVwiOntcIiRpZFwiOlwiMzUxXCIsXCJMaW5lU3R5bGVcIjp7XCIkaWRcIjpcIjM1MlwiLFwiTGluZUNvbG9yXCI6e1wiJGlkXCI6XCIzNTNcIixcIkNvbG9yXCI6e1wiJGlkXCI6XCIzNTRcIixcIkFcIjoyNTUsXCJSXCI6MjM0LFwiR1wiOjIyLFwiQlwiOjMwfX0sXCJMaW5lV2VpZ2h0XCI6Mi4wLFwiTGluZVR5cGVcIjowfSxcIklzVmlzaWJsZVwiOmZhbHNlfX0sXCJUaXRsZVN0eWxlXCI6e1wiJGlkXCI6XCIzNTVcIixcIkZvbnRTZXR0aW5nc1wiOntcIiRpZFwiOlwiMzU2XCIsXCJGb250U2l6ZVwiOjExLFwiRm9udE5hbWVcIjpcIkNhbGlicmlcIixcIklzQm9sZFwiOmZhbHNlLFwiSXNJdGFsaWNcIjpmYWxzZSxcIklzVW5kZXJsaW5lZFwiOmZhbHNlfSxcIkZvcmVncm91bmRcIjp7XCIkaWRcIjpcIjM1N1wiLFwiQ29sb3JcIjp7XCIkaWRcIjpcIjM1OFwiLFwiQVwiOjI1NSxcIlJcIjowLFwiR1wiOjAsXCJCXCI6MH19LFwiSG9yaXpvbnRhbEFsaWdubWVudFwiOjIsXCJJc1Zpc2libGVcIjp0cnVlfSxcIkRhdGVTdHlsZVwiOntcIiRpZFwiOlwiMzU5XCIsXCJGb250U2V0dGluZ3NcIjp7XCIkaWRcIjpcIjM2MFwiLFwiRm9udFNpemVcIjoxMCxcIkZvbnROYW1lXCI6XCJDYWxpYnJpXCIsXCJJc0JvbGRcIjpmYWxzZSxcIklzSXRhbGljXCI6ZmFsc2UsXCJJc1VuZGVybGluZWRcIjpmYWxzZX0sXCJGb3JlZ3JvdW5kXCI6e1wiJGlkXCI6XCIzNjFcIixcIkNvbG9yXCI6e1wiJGlkXCI6XCIzNjJcIixcIkFcIjoyNTUsXCJSXCI6MTQsXCJHXCI6NDAsXCJCXCI6NjV9fSxcIkhvcml6b250YWxBbGlnbm1lbnRcIjowLFwiSXNWaXNpYmxlXCI6dHJ1ZX0sXCJEYXRlRm9ybWF0XCI6e1wiJGlkXCI6XCIzNjN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zY0XCIsXCJGb3JtYXRcIjowLFwiSXNWaXNpYmxlXCI6ZmFsc2UsXCJMYXN0S25vd25WaXNpYmlsaXR5U3RhdGVcIjpmYWxzZX0sXCJWYXJpYW5jZVN0eWxlXCI6e1wiJGlkXCI6XCIzNjVcIixcIlZhcmlhbmNlVGV4dFN0eWxlXCI6e1wiJGlkXCI6XCIzNjZcIixcIkZvbnRTZXR0aW5nc1wiOntcIiRpZFwiOlwiMzY3XCIsXCJGb250U2l6ZVwiOjEwLFwiRm9udE5hbWVcIjpcIkNhbGlicmlcIixcIklzQm9sZFwiOmZhbHNlLFwiSXNJdGFsaWNcIjpmYWxzZSxcIklzVW5kZXJsaW5lZFwiOmZhbHNlfSxcIkZvcmVncm91bmRcIjp7XCIkaWRcIjpcIjM2OFwiLFwiQ29sb3JcIjp7XCIkaWRcIjpcIjM2OVwiLFwiQVwiOjI1NSxcIlJcIjowLFwiR1wiOjAsXCJCXCI6MH19LFwiSG9yaXpvbnRhbEFsaWdubWVudFwiOjAsXCJJc1Zpc2libGVcIjp0cnVlfX19LFwiRGVmYXVsdFN3aW1sYW5lVGFza1N0eWxlXCI6e1wiJGlkXCI6XCIzNzBcIixcIlNoYXBlXCI6MSxcIlNoYXBlVGhpY2tuZXNzXCI6MCxcIkR1cmF0aW9uRm9ybWF0XCI6MCxcIlBlcmNlbnRhZ2VDb21wbGV0ZVRleHRTdHlsZVwiOntcIiRpZFwiOlwiMzcxXCIsXCJGb250U2V0dGluZ3NcIjp7XCIkaWRcIjpcIjM3MlwiLFwiRm9udFNpemVcIjoxMCxcIkZvbnROYW1lXCI6XCJDYWxpYnJpXCIsXCJJc0JvbGRcIjpmYWxzZSxcIklzSXRhbGljXCI6ZmFsc2UsXCJJc1VuZGVybGluZWRcIjpmYWxzZX0sXCJGb3JlZ3JvdW5kXCI6e1wiJGlkXCI6XCIzNzNcIixcIkNvbG9yXCI6e1wiJGlkXCI6XCIzNzRcIixcIkFcIjoyNTUsXCJSXCI6MjMyLFwiR1wiOjIzMixcIkJcIjoyMzJ9fSxcIkhvcml6b250YWxBbGlnbm1lbnRcIjoxLFwiSXNWaXNpYmxlXCI6dHJ1ZX0sXCJQZXJjZW50YWdlQ29tcGxldGVIaWdobGlnaHRTdHlsZVwiOntcIiRpZFwiOlwiMzc1XCIsXCJCYWNrZ3JvdW5kXCI6e1wiJGlkXCI6XCIzNzZcIixcIkNvbG9yXCI6e1wiJGlkXCI6XCIzNzdcIixcIkFcIjo4OSxcIlJcIjowLFwiR1wiOjAsXCJCXCI6MH19fSxcIkR1cmF0aW9uU3R5bGVcIjp7XCIkaWRcIjpcIjM3OFwiLFwiRm9udFNldHRpbmdzXCI6e1wiJGlkXCI6XCIzNzlcIixcIkZvbnRTaXplXCI6MTAsXCJGb250TmFtZVwiOlwiQ2FsaWJyaVwiLFwiSXNCb2xkXCI6ZmFsc2UsXCJJc0l0YWxpY1wiOmZhbHNlLFwiSXNVbmRlcmxpbmVkXCI6ZmFsc2V9LFwiRm9yZWdyb3VuZFwiOntcIiRpZFwiOlwiMzgwXCIsXCJDb2xvclwiOntcIiRpZFwiOlwiMzgxXCIsXCJBXCI6MjU1LFwiUlwiOjIzNyxcIkdcIjoxMjUsXCJCXCI6NDl9fSxcIkhvcml6b250YWxBbGlnbm1lbnRcIjowLFwiSXNWaXNpYmxlXCI6ZmFsc2V9LFwiTWFyZ2luXCI6e1wiJGlkXCI6XCIzODJcIixcIlRvcFwiOjAuMCxcIkxlZnRcIjowLjAsXCJSaWdodFwiOjAuMCxcIkJvdHRvbVwiOjAuMH0sXCJTdGFydERhdGVQb3NpdGlvblwiOjMsXCJFbmREYXRlUG9zaXRpb25cIjozLFwiVGl0bGVQb3NpdGlvblwiOjQsXCJEdXJhdGlvblBvc2l0aW9uXCI6MCxcIlBlcmNlbnRhZ2VDb21wbGV0ZWRQb3NpdGlvblwiOjIsXCJWYXJpYW5jZVBvc2l0aW9uXCI6MixcIlNwYWNpbmdcIjozLFwiQmFzZWxpbmVTdHlsZVwiOntcIiRpZFwiOlwiMzgzXCIsXCJCYXNlbGluZVNoYXBlU3R5bGVcIjp7XCIkaWRcIjpcIjM4NFwiLFwiTWFyZ2luXCI6e1wiJGlkXCI6XCIzODVcIixcIlRvcFwiOjAuMCxcIkxlZnRcIjowLjAsXCJSaWdodFwiOjAuMCxcIkJvdHRvbVwiOjAuMH0sXCJQYWRkaW5nXCI6e1wiJGlkXCI6XCIzODZcIixcIlRvcFwiOjAuMCxcIkxlZnRcIjowLjAsXCJSaWdodFwiOjAuMCxcIkJvdHRvbVwiOjAuMH0sXCJCYWNrZ3JvdW5kXCI6e1wiJGlkXCI6XCIzODdcIixcIkNvbG9yXCI6e1wiJGlkXCI6XCIzODhcIixcIkFcIjoxNTMsXCJSXCI6MCxcIkdcIjowLFwiQlwiOjB9fSxcIklzVmlzaWJsZVwiOmZhbHNlLFwiV2lkdGhcIjowLjAsXCJIZWlnaHRcIjowLjAsXCJCb3JkZXJTdHlsZVwiOntcIiRpZFwiOlwiMzg5XCIsXCJMaW5lU3R5bGVcIjp7XCIkaWRcIjpcIjM5MFwiLFwiTGluZUNvbG9yXCI6e1wiJGlkXCI6XCIzOTFcIixcIkNvbG9yXCI6e1wiJGlkXCI6XCIzOTJcIixcIkFcIjoyNTUsXCJSXCI6MjU1LFwiR1wiOjAsXCJCXCI6MH19LFwiTGluZVdlaWdodFwiOjIuMCxcIkxpbmVUeXBlXCI6MH0sXCJJc1Zpc2libGVcIjpmYWxzZX19fSxcIlNoYXBlU3R5bGVcIjp7XCIkaWRcIjpcIjM5M1wiLFwiTWFyZ2luXCI6e1wiJGlkXCI6XCIzOTRcIixcIlRvcFwiOjAuMCxcIkxlZnRcIjo0LjAsXCJSaWdodFwiOjQuMCxcIkJvdHRvbVwiOjAuMH0sXCJQYWRkaW5nXCI6e1wiJGlkXCI6XCIzOTVcIixcIlRvcFwiOjAuMCxcIkxlZnRcIjowLjAsXCJSaWdodFwiOjAuMCxcIkJvdHRvbVwiOjAuMH0sXCJCYWNrZ3JvdW5kXCI6e1wiJGlkXCI6XCIzOTZcIixcIkNvbG9yXCI6e1wiJGlkXCI6XCIzOTdcIixcIkFcIjoyNTUsXCJSXCI6MjMzLFwiR1wiOjExMyxcIkJcIjo1MH19LFwiSXNWaXNpYmxlXCI6dHJ1ZSxcIldpZHRoXCI6MC4wLFwiSGVpZ2h0XCI6MTAuMCxcIkJvcmRlclN0eWxlXCI6e1wiJGlkXCI6XCIzOThcIixcIkxpbmVTdHlsZVwiOntcIiRpZFwiOlwiMzk5XCIsXCJMaW5lQ29sb3JcIjp7XCIkaWRcIjpcIjQwMFwiLFwiQ29sb3JcIjp7XCIkaWRcIjpcIjQwMVwiLFwiQVwiOjI1NSxcIlJcIjoyMzQsXCJHXCI6MjIsXCJCXCI6MzB9fSxcIkxpbmVXZWlnaHRcIjoyLjAsXCJMaW5lVHlwZVwiOjB9LFwiSXNWaXNpYmxlXCI6ZmFsc2V9fSxcIlRpdGxlU3R5bGVcIjp7XCIkaWRcIjpcIjQwMlwiLFwiRm9udFNldHRpbmdzXCI6e1wiJGlkXCI6XCI0MDNcIixcIkZvbnRTaXplXCI6MTEsXCJGb250TmFtZVwiOlwiQ2FsaWJyaVwiLFwiSXNCb2xkXCI6ZmFsc2UsXCJJc0l0YWxpY1wiOmZhbHNlLFwiSXNVbmRlcmxpbmVkXCI6ZmFsc2V9LFwiRm9yZWdyb3VuZFwiOntcIiRpZFwiOlwiNDA0XCIsXCJDb2xvclwiOntcIiRpZFwiOlwiNDA1XCIsXCJBXCI6MjU1LFwiUlwiOjAsXCJHXCI6MCxcIkJcIjowfX0sXCJIb3Jpem9udGFsQWxpZ25tZW50XCI6MCxcIklzVmlzaWJsZVwiOnRydWV9LFwiRGF0ZVN0eWxlXCI6e1wiJGlkXCI6XCI0MDZcIixcIkZvbnRTZXR0aW5nc1wiOntcIiRpZFwiOlwiNDA3XCIsXCJGb250U2l6ZVwiOjEwLFwiRm9udE5hbWVcIjpcIkNhbGlicmlcIixcIklzQm9sZFwiOmZhbHNlLFwiSXNJdGFsaWNcIjpmYWxzZSxcIklzVW5kZXJsaW5lZFwiOmZhbHNlfSxcIkZvcmVncm91bmRcIjp7XCIkaWRcIjpcIjQwOFwiLFwiQ29sb3JcIjp7XCIkaWRcIjpcIjQwOVwiLFwiQVwiOjI1NSxcIlJcIjoxNCxcIkdcIjo0MCxcIkJcIjo2NX19LFwiSG9yaXpvbnRhbEFsaWdubWVudFwiOjIsXCJJc1Zpc2libGVcIjp0cnVlfSxcIkRhdGVGb3JtYXRcIjp7XCIkaWRcIjpcIjQxM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MTFcIixcIkZvcm1hdFwiOjAsXCJJc1Zpc2libGVcIjpmYWxzZSxcIkxhc3RLbm93blZpc2liaWxpdHlTdGF0ZVwiOmZhbHNlfSxcIlZhcmlhbmNlU3R5bGVcIjp7XCIkaWRcIjpcIjQxMlwiLFwiVmFyaWFuY2VUZXh0U3R5bGVcIjp7XCIkaWRcIjpcIjQxM1wiLFwiRm9udFNldHRpbmdzXCI6e1wiJGlkXCI6XCI0MTRcIixcIkZvbnRTaXplXCI6MTAsXCJGb250TmFtZVwiOlwiQ2FsaWJyaVwiLFwiSXNCb2xkXCI6ZmFsc2UsXCJJc0l0YWxpY1wiOmZhbHNlLFwiSXNVbmRlcmxpbmVkXCI6ZmFsc2V9LFwiRm9yZWdyb3VuZFwiOntcIiRpZFwiOlwiNDE1XCIsXCJDb2xvclwiOntcIiRpZFwiOlwiNDE2XCIsXCJBXCI6MjU1LFwiUlwiOjAsXCJHXCI6MCxcIkJcIjowfX0sXCJIb3Jpem9udGFsQWxpZ25tZW50XCI6MCxcIklzVmlzaWJsZVwiOnRydWV9fX0sXCJEZWZhdWx0U3dpbWxhbmVNb3RTdHlsZVwiOntcIiRpZFwiOlwiNDE3XCIsXCJTaGFwZVwiOjEsXCJTaGFwZVNpemVcIjowLFwiRGV0YWlsc1NwYWNpbmdcIjowLjAsXCJQYWRkaW5nXCI6e1wiJGlkXCI6XCI0MThcIixcIlRvcFwiOjUuMCxcIkxlZnRcIjozLjAsXCJSaWdodFwiOjAuMCxcIkJvdHRvbVwiOjIuMH0sXCJQb3NpdGlvbk9uVGFza1wiOjEsXCJTaGFwZVN0eWxlXCI6e1wiJGlkXCI6XCI0MTlcIixcIk1hcmdpblwiOntcIiRpZFwiOlwiNDIwXCIsXCJUb3BcIjowLjAsXCJMZWZ0XCI6MC4wLFwiUmlnaHRcIjowLjAsXCJCb3R0b21cIjowLjB9LFwiUGFkZGluZ1wiOntcIiRpZFwiOlwiNDIxXCIsXCJUb3BcIjowLjAsXCJMZWZ0XCI6MC4wLFwiUmlnaHRcIjowLjAsXCJCb3R0b21cIjowLjB9LFwiQmFja2dyb3VuZFwiOntcIiRpZFwiOlwiNDIyXCIsXCJDb2xvclwiOntcIiRpZFwiOlwiNDIzXCIsXCJBXCI6MjU1LFwiUlwiOjEyOCxcIkdcIjo1MyxcIkJcIjoxNH19LFwiSXNWaXNpYmxlXCI6dHJ1ZSxcIldpZHRoXCI6MTIuMCxcIkhlaWdodFwiOjE0LjAsXCJCb3JkZXJTdHlsZVwiOntcIiRpZFwiOlwiNDI0XCIsXCJMaW5lU3R5bGVcIjp7XCIkaWRcIjpcIjQyNVwiLFwiTGluZUNvbG9yXCI6e1wiJGlkXCI6XCI0MjZcIixcIkNvbG9yXCI6e1wiJGlkXCI6XCI0MjdcIixcIkFcIjoyNTUsXCJSXCI6MjU1LFwiR1wiOjI1NSxcIkJcIjoyNTV9fSxcIkxpbmVXZWlnaHRcIjowLjAsXCJMaW5lVHlwZVwiOjB9LFwiSXNWaXNpYmxlXCI6ZmFsc2V9fSxcIlRpdGxlU3R5bGVcIjp7XCIkaWRcIjpcIjQyOFwiLFwiRm9udFNldHRpbmdzXCI6e1wiJGlkXCI6XCI0MjlcIixcIkZvbnRTaXplXCI6MTEsXCJGb250TmFtZVwiOlwiQ2FsaWJyaVwiLFwiSXNCb2xkXCI6ZmFsc2UsXCJJc0l0YWxpY1wiOmZhbHNlLFwiSXNVbmRlcmxpbmVkXCI6ZmFsc2V9LFwiRm9yZWdyb3VuZFwiOntcIiRpZFwiOlwiNDMwXCIsXCJDb2xvclwiOntcIiRpZFwiOlwiNDMxXCIsXCJBXCI6MjU1LFwiUlwiOjAsXCJHXCI6MCxcIkJcIjowfX0sXCJIb3Jpem9udGFsQWxpZ25tZW50XCI6MSxcIklzVmlzaWJsZVwiOnRydWV9LFwiRGF0ZVN0eWxlXCI6e1wiJGlkXCI6XCI0MzJcIixcIkZvbnRTZXR0aW5nc1wiOntcIiRpZFwiOlwiNDMzXCIsXCJGb250U2l6ZVwiOjEwLFwiRm9udE5hbWVcIjpcIkNhbGlicmlcIixcIklzQm9sZFwiOmZhbHNlLFwiSXNJdGFsaWNcIjpmYWxzZSxcIklzVW5kZXJsaW5lZFwiOmZhbHNlfSxcIkZvcmVncm91bmRcIjp7XCIkaWRcIjpcIjQzNFwiLFwiQ29sb3JcIjp7XCIkaWRcIjpcIjQzNVwiLFwiQVwiOjI1NSxcIlJcIjoxNCxcIkdcIjo0MCxcIkJcIjo2NX19LFwiSG9yaXpvbnRhbEFsaWdubWVudFwiOjEsXCJJc1Zpc2libGVcIjp0cnVlfSxcIkRhdGVGb3JtYXRcIjp7XCIkaWRcIjpcIjQzN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MzdcIixcIkZvcm1hdFwiOjAsXCJJc1Zpc2libGVcIjpmYWxzZSxcIkxhc3RLbm93blZpc2liaWxpdHlTdGF0ZVwiOmZhbHNlfSxcIlZhcmlhbmNlU3R5bGVcIjp7XCIkaWRcIjpcIjQzOFwiLFwiVmFyaWFuY2VUZXh0U3R5bGVcIjp7XCIkaWRcIjpcIjQzOVwiLFwiRm9udFNldHRpbmdzXCI6e1wiJGlkXCI6XCI0NDBcIixcIkZvbnRTaXplXCI6MTAsXCJGb250TmFtZVwiOlwiQ2FsaWJyaVwiLFwiSXNCb2xkXCI6ZmFsc2UsXCJJc0l0YWxpY1wiOmZhbHNlLFwiSXNVbmRlcmxpbmVkXCI6ZmFsc2V9LFwiRm9yZWdyb3VuZFwiOntcIiRpZFwiOlwiNDQxXCIsXCJDb2xvclwiOntcIiRpZFwiOlwiNDQyXCIsXCJBXCI6MjU1LFwiUlwiOjAsXCJHXCI6MCxcIkJcIjowfX0sXCJIb3Jpem9udGFsQWxpZ25tZW50XCI6MCxcIklzVmlzaWJsZVwiOnRydWV9fX19LHtcIiRpZFwiOlwiNDQzXCIsXCJTdHlsZUlkXCI6XCJiMjRmODA0NS1mNjliLTRhNDMtODI5Zi1hNTY1MDNmZGNkNjlcIixcIk5hbWVcIjpcIlN3aW1sYW5lIFN0eWxlIDNcIixcIkhlYWRlclN0eWxlXCI6e1wiJGlkXCI6XCI0NDRcIixcIlRleHRTdHlsZVwiOntcIiRpZFwiOlwiNDQ1XCIsXCJGb250U2V0dGluZ3NcIjp7XCIkaWRcIjpcIjQ0NlwiLFwiRm9udFNpemVcIjoxMSxcIkZvbnROYW1lXCI6XCJDYWxpYnJpXCIsXCJJc0JvbGRcIjpmYWxzZSxcIklzSXRhbGljXCI6ZmFsc2UsXCJJc1VuZGVybGluZWRcIjpmYWxzZX0sXCJGb3JlZ3JvdW5kXCI6e1wiJGlkXCI6XCI0NDdcIixcIkNvbG9yXCI6e1wiJGlkXCI6XCI0NDhcIixcIkFcIjoyNTUsXCJSXCI6MjU1LFwiR1wiOjI1NSxcIkJcIjoyNTV9fSxcIkhvcml6b250YWxBbGlnbm1lbnRcIjoxLFwiSXNWaXNpYmxlXCI6dHJ1ZX0sXCJSZWN0YW5nbGVTdHlsZVwiOntcIiRpZFwiOlwiNDQ5XCIsXCJNYXJnaW5cIjp7XCIkaWRcIjpcIjQ1MFwiLFwiVG9wXCI6MC4wLFwiTGVmdFwiOjAuMCxcIlJpZ2h0XCI6MC4wLFwiQm90dG9tXCI6MC4wfSxcIlBhZGRpbmdcIjp7XCIkaWRcIjpcIjQ1MVwiLFwiVG9wXCI6MC4wLFwiTGVmdFwiOjAuMCxcIlJpZ2h0XCI6MC4wLFwiQm90dG9tXCI6MC4wfSxcIkJhY2tncm91bmRcIjp7XCIkaWRcIjpcIjQ1MlwiLFwiQ29sb3JcIjp7XCIkaWRcIjpcIjQ1M1wiLFwiQVwiOjI1NSxcIlJcIjoyNSxcIkdcIjoxMDcsXCJCXCI6MzZ9fSxcIklzVmlzaWJsZVwiOnRydWUsXCJXaWR0aFwiOjAuMCxcIkhlaWdodFwiOjAuMCxcIkJvcmRlclN0eWxlXCI6e1wiJGlkXCI6XCI0NTRcIixcIkxpbmVTdHlsZVwiOntcIiRpZFwiOlwiNDU1XCIsXCJMaW5lQ29sb3JcIjp7XCIkaWRcIjpcIjQ1NlwiLFwiQ29sb3JcIjp7XCIkaWRcIjpcIjQ1N1wiLFwiQVwiOjI1NSxcIlJcIjoyNTUsXCJHXCI6MjU1LFwiQlwiOjI1NX19LFwiTGluZVdlaWdodFwiOjAuMCxcIkxpbmVUeXBlXCI6MH0sXCJJc1Zpc2libGVcIjpmYWxzZX19fSxcIkJhY2tncm91bmRTdHlsZVwiOntcIiRpZFwiOlwiNDU4XCIsXCJNYXJnaW5cIjp7XCIkaWRcIjpcIjQ1OVwiLFwiVG9wXCI6MC4wLFwiTGVmdFwiOjAuMCxcIlJpZ2h0XCI6MC4wLFwiQm90dG9tXCI6MC4wfSxcIlBhZGRpbmdcIjp7XCIkaWRcIjpcIjQ2MFwiLFwiVG9wXCI6MC4wLFwiTGVmdFwiOjAuMCxcIlJpZ2h0XCI6MC4wLFwiQm90dG9tXCI6MC4wfSxcIkJhY2tncm91bmRcIjp7XCIkaWRcIjpcIjQ2MVwiLFwiQ29sb3JcIjp7XCIkaWRcIjpcIjQ2MlwiLFwiQVwiOjUxLFwiUlwiOjIwMCxcIkdcIjoyMDAsXCJCXCI6MjAwfX0sXCJJc1Zpc2libGVcIjp0cnVlLFwiV2lkdGhcIjowLjAsXCJIZWlnaHRcIjowLjAsXCJCb3JkZXJTdHlsZVwiOntcIiRpZFwiOlwiNDYzXCIsXCJMaW5lU3R5bGVcIjp7XCIkaWRcIjpcIjQ2NFwiLFwiTGluZUNvbG9yXCI6e1wiJGlkXCI6XCI0NjVcIixcIkNvbG9yXCI6e1wiJGlkXCI6XCI0NjZcIixcIkFcIjoyNTUsXCJSXCI6MjM0LFwiR1wiOjIyLFwiQlwiOjMwfX0sXCJMaW5lV2VpZ2h0XCI6Mi4wLFwiTGluZVR5cGVcIjowfSxcIklzVmlzaWJsZVwiOmZhbHNlfX0sXCJJc0Fib3ZlVGltZWJhbmRcIjpmYWxzZSxcIlNwYWNpbmdcIjozLFwiRGVmYXVsdFN3aW1sYW5lQWN0aXZpdHlTdHlsZVwiOntcIiRpZFwiOlwiNDY3XCIsXCJIZWFkZXJTdHlsZVwiOntcIiRpZFwiOlwiNDY4XCIsXCJUZXh0U3R5bGVcIjp7XCIkaWRcIjpcIjQ2OVwiLFwiRm9udFNldHRpbmdzXCI6e1wiJGlkXCI6XCI0NzBcIixcIkZvbnRTaXplXCI6MTEsXCJGb250TmFtZVwiOlwiQ2FsaWJyaVwiLFwiSXNCb2xkXCI6ZmFsc2UsXCJJc0l0YWxpY1wiOmZhbHNlLFwiSXNVbmRlcmxpbmVkXCI6ZmFsc2V9LFwiRm9yZWdyb3VuZFwiOntcIiRpZFwiOlwiNDcxXCIsXCJDb2xvclwiOntcIiRpZFwiOlwiNDcyXCIsXCJBXCI6MjU1LFwiUlwiOjAsXCJHXCI6MCxcIkJcIjowfX0sXCJIb3Jpem9udGFsQWxpZ25tZW50XCI6MCxcIklzVmlzaWJsZVwiOnRydWV9LFwiUmVjdGFuZ2xlU3R5bGVcIjp7XCIkaWRcIjpcIjQ3M1wiLFwiTWFyZ2luXCI6e1wiJGlkXCI6XCI0NzRcIixcIlRvcFwiOjAuMCxcIkxlZnRcIjowLjAsXCJSaWdodFwiOjAuMCxcIkJvdHRvbVwiOjAuMH0sXCJQYWRkaW5nXCI6e1wiJGlkXCI6XCI0NzVcIixcIlRvcFwiOjAuMCxcIkxlZnRcIjowLjAsXCJSaWdodFwiOjAuMCxcIkJvdHRvbVwiOjAuMH0sXCJCYWNrZ3JvdW5kXCI6e1wiJGlkXCI6XCI0NzZcIixcIkNvbG9yXCI6e1wiJGlkXCI6XCI0NzdcIixcIkFcIjo2MyxcIlJcIjoyNSxcIkdcIjoxMDcsXCJCXCI6MzZ9fSxcIklzVmlzaWJsZVwiOnRydWUsXCJXaWR0aFwiOjAuMCxcIkhlaWdodFwiOjAuMCxcIkJvcmRlclN0eWxlXCI6e1wiJGlkXCI6XCI0NzhcIixcIkxpbmVTdHlsZVwiOntcIiRpZFwiOlwiNDc5XCIsXCJMaW5lQ29sb3JcIjp7XCIkaWRcIjpcIjQ4MFwiLFwiQ29sb3JcIjp7XCIkaWRcIjpcIjQ4MVwiLFwiQVwiOjI1NSxcIlJcIjoyNTUsXCJHXCI6MjU1LFwiQlwiOjI1NX19LFwiTGluZVdlaWdodFwiOjAuMCxcIkxpbmVUeXBlXCI6MH0sXCJJc1Zpc2libGVcIjpmYWxzZX19fSxcIkJhY2tncm91bmRTdHlsZVwiOntcIiRpZFwiOlwiNDgyXCIsXCJNYXJnaW5cIjp7XCIkaWRcIjpcIjQ4M1wiLFwiVG9wXCI6MC4wLFwiTGVmdFwiOjAuMCxcIlJpZ2h0XCI6MC4wLFwiQm90dG9tXCI6MC4wfSxcIlBhZGRpbmdcIjp7XCIkaWRcIjpcIjQ4NFwiLFwiVG9wXCI6MC4wLFwiTGVmdFwiOjAuMCxcIlJpZ2h0XCI6MC4wLFwiQm90dG9tXCI6MC4wfSxcIkJhY2tncm91bmRcIjp7XCIkaWRcIjpcIjQ4NVwiLFwiQ29sb3JcIjp7XCIkaWRcIjpcIjQ4NlwiLFwiQVwiOjUxLFwiUlwiOjIwMCxcIkdcIjoyMDAsXCJCXCI6MjAwfX0sXCJJc1Zpc2libGVcIjp0cnVlLFwiV2lkdGhcIjowLjAsXCJIZWlnaHRcIjowLjAsXCJCb3JkZXJTdHlsZVwiOntcIiRpZFwiOlwiNDg3XCIsXCJMaW5lU3R5bGVcIjp7XCIkaWRcIjpcIjQ4OFwiLFwiTGluZUNvbG9yXCI6e1wiJGlkXCI6XCI0ODlcIixcIkNvbG9yXCI6e1wiJGlkXCI6XCI0OTBcIixcIkFcIjoyNTUsXCJSXCI6MjM0LFwiR1wiOjIyLFwiQlwiOjMwfX0sXCJMaW5lV2VpZ2h0XCI6Mi4wLFwiTGluZVR5cGVcIjowfSxcIklzVmlzaWJsZVwiOmZhbHNlfX19LFwiRGVmYXVsdFN3aW1sYW5lTWlsZXN0b25lU3R5bGVcIjp7XCIkaWRcIjpcIjQ5MVwiLFwiVGl0bGVQb3NpdGlvblwiOjAsXCJEYXRlUG9zaXRpb25cIjoyLFwiVmFyaWFuY2VQb3NpdGlvblwiOjIsXCJTaGFwZVR5cGVcIjoxLFwiU2hhcGVTaXplXCI6MCxcIlNwYWNpbmdcIjo1LFwiU2hhcGVTdHlsZVwiOntcIiRpZFwiOlwiNDkyXCIsXCJNYXJnaW5cIjp7XCIkaWRcIjpcIjQ5M1wiLFwiVG9wXCI6MC4wLFwiTGVmdFwiOjAuMCxcIlJpZ2h0XCI6MC4wLFwiQm90dG9tXCI6MC4wfSxcIlBhZGRpbmdcIjp7XCIkaWRcIjpcIjQ5NFwiLFwiVG9wXCI6MC4wLFwiTGVmdFwiOjAuMCxcIlJpZ2h0XCI6MC4wLFwiQm90dG9tXCI6MC4wfSxcIkJhY2tncm91bmRcIjp7XCIkaWRcIjpcIjQ5NVwiLFwiQ29sb3JcIjp7XCIkaWRcIjpcIjQ5NlwiLFwiQVwiOjI1NSxcIlJcIjoyNSxcIkdcIjoxMDcsXCJCXCI6MzZ9fSxcIklzVmlzaWJsZVwiOnRydWUsXCJXaWR0aFwiOjEyLjAsXCJIZWlnaHRcIjoxNC4wLFwiQm9yZGVyU3R5bGVcIjp7XCIkaWRcIjpcIjQ5N1wiLFwiTGluZVN0eWxlXCI6e1wiJGlkXCI6XCI0OThcIixcIkxpbmVDb2xvclwiOntcIiRpZFwiOlwiNDk5XCIsXCJDb2xvclwiOntcIiRpZFwiOlwiNTAwXCIsXCJBXCI6MjU1LFwiUlwiOjIzNCxcIkdcIjoyMixcIkJcIjozMH19LFwiTGluZVdlaWdodFwiOjIuMCxcIkxpbmVUeXBlXCI6MH0sXCJJc1Zpc2libGVcIjpmYWxzZX19LFwiVGl0bGVTdHlsZVwiOntcIiRpZFwiOlwiNTAxXCIsXCJGb250U2V0dGluZ3NcIjp7XCIkaWRcIjpcIjUwMlwiLFwiRm9udFNpemVcIjoxMSxcIkZvbnROYW1lXCI6XCJDYWxpYnJpXCIsXCJJc0JvbGRcIjpmYWxzZSxcIklzSXRhbGljXCI6ZmFsc2UsXCJJc1VuZGVybGluZWRcIjpmYWxzZX0sXCJGb3JlZ3JvdW5kXCI6e1wiJGlkXCI6XCI1MDNcIixcIkNvbG9yXCI6e1wiJGlkXCI6XCI1MDRcIixcIkFcIjoyNTUsXCJSXCI6MCxcIkdcIjowLFwiQlwiOjB9fSxcIkhvcml6b250YWxBbGlnbm1lbnRcIjoyLFwiSXNWaXNpYmxlXCI6dHJ1ZX0sXCJEYXRlU3R5bGVcIjp7XCIkaWRcIjpcIjUwNVwiLFwiRm9udFNldHRpbmdzXCI6e1wiJGlkXCI6XCI1MDZcIixcIkZvbnRTaXplXCI6MTAsXCJGb250TmFtZVwiOlwiQ2FsaWJyaVwiLFwiSXNCb2xkXCI6ZmFsc2UsXCJJc0l0YWxpY1wiOmZhbHNlLFwiSXNVbmRlcmxpbmVkXCI6ZmFsc2V9LFwiRm9yZWdyb3VuZFwiOntcIiRpZFwiOlwiNTA3XCIsXCJDb2xvclwiOntcIiRpZFwiOlwiNTA4XCIsXCJBXCI6MjU1LFwiUlwiOjE0LFwiR1wiOjQwLFwiQlwiOjY1fX0sXCJIb3Jpem9udGFsQWxpZ25tZW50XCI6MCxcIklzVmlzaWJsZVwiOnRydWV9LFwiRGF0ZUZvcm1hdFwiOntcIiRpZFwiOlwiNTA5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xMFwiLFwiRm9ybWF0XCI6MCxcIklzVmlzaWJsZVwiOmZhbHNlLFwiTGFzdEtub3duVmlzaWJpbGl0eVN0YXRlXCI6ZmFsc2V9LFwiVmFyaWFuY2VTdHlsZVwiOntcIiRpZFwiOlwiNTExXCIsXCJWYXJpYW5jZVRleHRTdHlsZVwiOntcIiRpZFwiOlwiNTEyXCIsXCJGb250U2V0dGluZ3NcIjp7XCIkaWRcIjpcIjUxM1wiLFwiRm9udFNpemVcIjoxMCxcIkZvbnROYW1lXCI6XCJDYWxpYnJpXCIsXCJJc0JvbGRcIjpmYWxzZSxcIklzSXRhbGljXCI6ZmFsc2UsXCJJc1VuZGVybGluZWRcIjpmYWxzZX0sXCJGb3JlZ3JvdW5kXCI6e1wiJGlkXCI6XCI1MTRcIixcIkNvbG9yXCI6e1wiJGlkXCI6XCI1MTVcIixcIkFcIjoyNTUsXCJSXCI6MCxcIkdcIjowLFwiQlwiOjB9fSxcIkhvcml6b250YWxBbGlnbm1lbnRcIjowLFwiSXNWaXNpYmxlXCI6dHJ1ZX19fSxcIkRlZmF1bHRTd2ltbGFuZVRhc2tTdHlsZVwiOntcIiRpZFwiOlwiNTE2XCIsXCJTaGFwZVwiOjEsXCJTaGFwZVRoaWNrbmVzc1wiOjAsXCJEdXJhdGlvbkZvcm1hdFwiOjAsXCJQZXJjZW50YWdlQ29tcGxldGVUZXh0U3R5bGVcIjp7XCIkaWRcIjpcIjUxN1wiLFwiRm9udFNldHRpbmdzXCI6e1wiJGlkXCI6XCI1MThcIixcIkZvbnRTaXplXCI6MTAsXCJGb250TmFtZVwiOlwiQ2FsaWJyaVwiLFwiSXNCb2xkXCI6ZmFsc2UsXCJJc0l0YWxpY1wiOmZhbHNlLFwiSXNVbmRlcmxpbmVkXCI6ZmFsc2V9LFwiRm9yZWdyb3VuZFwiOntcIiRpZFwiOlwiNTE5XCIsXCJDb2xvclwiOntcIiRpZFwiOlwiNTIwXCIsXCJBXCI6MjU1LFwiUlwiOjIzMixcIkdcIjoyMzIsXCJCXCI6MjMyfX0sXCJIb3Jpem9udGFsQWxpZ25tZW50XCI6MSxcIklzVmlzaWJsZVwiOnRydWV9LFwiUGVyY2VudGFnZUNvbXBsZXRlSGlnaGxpZ2h0U3R5bGVcIjp7XCIkaWRcIjpcIjUyMVwiLFwiQmFja2dyb3VuZFwiOntcIiRpZFwiOlwiNTIyXCIsXCJDb2xvclwiOntcIiRpZFwiOlwiNTIzXCIsXCJBXCI6ODksXCJSXCI6MCxcIkdcIjowLFwiQlwiOjB9fX0sXCJEdXJhdGlvblN0eWxlXCI6e1wiJGlkXCI6XCI1MjRcIixcIkZvbnRTZXR0aW5nc1wiOntcIiRpZFwiOlwiNTI1XCIsXCJGb250U2l6ZVwiOjEwLFwiRm9udE5hbWVcIjpcIkNhbGlicmlcIixcIklzQm9sZFwiOmZhbHNlLFwiSXNJdGFsaWNcIjpmYWxzZSxcIklzVW5kZXJsaW5lZFwiOmZhbHNlfSxcIkZvcmVncm91bmRcIjp7XCIkaWRcIjpcIjUyNlwiLFwiQ29sb3JcIjp7XCIkaWRcIjpcIjUyN1wiLFwiQVwiOjI1NSxcIlJcIjoyMzcsXCJHXCI6MTI1LFwiQlwiOjQ5fX0sXCJIb3Jpem9udGFsQWxpZ25tZW50XCI6MCxcIklzVmlzaWJsZVwiOmZhbHNlfSxcIk1hcmdpblwiOntcIiRpZFwiOlwiNTI4XCIsXCJUb3BcIjowLjAsXCJMZWZ0XCI6MC4wLFwiUmlnaHRcIjowLjAsXCJCb3R0b21cIjowLjB9LFwiU3RhcnREYXRlUG9zaXRpb25cIjozLFwiRW5kRGF0ZVBvc2l0aW9uXCI6MyxcIlRpdGxlUG9zaXRpb25cIjo0LFwiRHVyYXRpb25Qb3NpdGlvblwiOjAsXCJQZXJjZW50YWdlQ29tcGxldGVkUG9zaXRpb25cIjoyLFwiVmFyaWFuY2VQb3NpdGlvblwiOjIsXCJTcGFjaW5nXCI6MyxcIkJhc2VsaW5lU3R5bGVcIjp7XCIkaWRcIjpcIjUyOVwiLFwiQmFzZWxpbmVTaGFwZVN0eWxlXCI6e1wiJGlkXCI6XCI1MzBcIixcIk1hcmdpblwiOntcIiRpZFwiOlwiNTMxXCIsXCJUb3BcIjowLjAsXCJMZWZ0XCI6MC4wLFwiUmlnaHRcIjowLjAsXCJCb3R0b21cIjowLjB9LFwiUGFkZGluZ1wiOntcIiRpZFwiOlwiNTMyXCIsXCJUb3BcIjowLjAsXCJMZWZ0XCI6MC4wLFwiUmlnaHRcIjowLjAsXCJCb3R0b21cIjowLjB9LFwiQmFja2dyb3VuZFwiOntcIiRpZFwiOlwiNTMzXCIsXCJDb2xvclwiOntcIiRpZFwiOlwiNTM0XCIsXCJBXCI6MTUzLFwiUlwiOjAsXCJHXCI6MCxcIkJcIjowfX0sXCJJc1Zpc2libGVcIjpmYWxzZSxcIldpZHRoXCI6MC4wLFwiSGVpZ2h0XCI6MC4wLFwiQm9yZGVyU3R5bGVcIjp7XCIkaWRcIjpcIjUzNVwiLFwiTGluZVN0eWxlXCI6e1wiJGlkXCI6XCI1MzZcIixcIkxpbmVDb2xvclwiOntcIiRpZFwiOlwiNTM3XCIsXCJDb2xvclwiOntcIiRpZFwiOlwiNTM4XCIsXCJBXCI6MjU1LFwiUlwiOjI1NSxcIkdcIjowLFwiQlwiOjB9fSxcIkxpbmVXZWlnaHRcIjoyLjAsXCJMaW5lVHlwZVwiOjB9LFwiSXNWaXNpYmxlXCI6ZmFsc2V9fX0sXCJTaGFwZVN0eWxlXCI6e1wiJGlkXCI6XCI1MzlcIixcIk1hcmdpblwiOntcIiRpZFwiOlwiNTQwXCIsXCJUb3BcIjowLjAsXCJMZWZ0XCI6NC4wLFwiUmlnaHRcIjo0LjAsXCJCb3R0b21cIjowLjB9LFwiUGFkZGluZ1wiOntcIiRpZFwiOlwiNTQxXCIsXCJUb3BcIjowLjAsXCJMZWZ0XCI6MC4wLFwiUmlnaHRcIjowLjAsXCJCb3R0b21cIjowLjB9LFwiQmFja2dyb3VuZFwiOntcIiRpZFwiOlwiNTQyXCIsXCJDb2xvclwiOntcIiRpZFwiOlwiNTQzXCIsXCJBXCI6MjU1LFwiUlwiOjI1LFwiR1wiOjEwNyxcIkJcIjozNn19LFwiSXNWaXNpYmxlXCI6dHJ1ZSxcIldpZHRoXCI6MC4wLFwiSGVpZ2h0XCI6MTAuMCxcIkJvcmRlclN0eWxlXCI6e1wiJGlkXCI6XCI1NDRcIixcIkxpbmVTdHlsZVwiOntcIiRpZFwiOlwiNTQ1XCIsXCJMaW5lQ29sb3JcIjp7XCIkaWRcIjpcIjU0NlwiLFwiQ29sb3JcIjp7XCIkaWRcIjpcIjU0N1wiLFwiQVwiOjI1NSxcIlJcIjoyMzQsXCJHXCI6MjIsXCJCXCI6MzB9fSxcIkxpbmVXZWlnaHRcIjoyLjAsXCJMaW5lVHlwZVwiOjB9LFwiSXNWaXNpYmxlXCI6ZmFsc2V9fSxcIlRpdGxlU3R5bGVcIjp7XCIkaWRcIjpcIjU0OFwiLFwiRm9udFNldHRpbmdzXCI6e1wiJGlkXCI6XCI1NDlcIixcIkZvbnRTaXplXCI6MTEsXCJGb250TmFtZVwiOlwiQ2FsaWJyaVwiLFwiSXNCb2xkXCI6ZmFsc2UsXCJJc0l0YWxpY1wiOmZhbHNlLFwiSXNVbmRlcmxpbmVkXCI6ZmFsc2V9LFwiRm9yZWdyb3VuZFwiOntcIiRpZFwiOlwiNTUwXCIsXCJDb2xvclwiOntcIiRpZFwiOlwiNTUxXCIsXCJBXCI6MjU1LFwiUlwiOjAsXCJHXCI6MCxcIkJcIjowfX0sXCJIb3Jpem9udGFsQWxpZ25tZW50XCI6MCxcIklzVmlzaWJsZVwiOnRydWV9LFwiRGF0ZVN0eWxlXCI6e1wiJGlkXCI6XCI1NTJcIixcIkZvbnRTZXR0aW5nc1wiOntcIiRpZFwiOlwiNTUzXCIsXCJGb250U2l6ZVwiOjEwLFwiRm9udE5hbWVcIjpcIkNhbGlicmlcIixcIklzQm9sZFwiOmZhbHNlLFwiSXNJdGFsaWNcIjpmYWxzZSxcIklzVW5kZXJsaW5lZFwiOmZhbHNlfSxcIkZvcmVncm91bmRcIjp7XCIkaWRcIjpcIjU1NFwiLFwiQ29sb3JcIjp7XCIkaWRcIjpcIjU1NVwiLFwiQVwiOjI1NSxcIlJcIjoxNCxcIkdcIjo0MCxcIkJcIjo2NX19LFwiSG9yaXpvbnRhbEFsaWdubWVudFwiOjIsXCJJc1Zpc2libGVcIjp0cnVlfSxcIkRhdGVGb3JtYXRcIjp7XCIkaWRcIjpcIjU1N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NTdcIixcIkZvcm1hdFwiOjAsXCJJc1Zpc2libGVcIjpmYWxzZSxcIkxhc3RLbm93blZpc2liaWxpdHlTdGF0ZVwiOmZhbHNlfSxcIlZhcmlhbmNlU3R5bGVcIjp7XCIkaWRcIjpcIjU1OFwiLFwiVmFyaWFuY2VUZXh0U3R5bGVcIjp7XCIkaWRcIjpcIjU1OVwiLFwiRm9udFNldHRpbmdzXCI6e1wiJGlkXCI6XCI1NjBcIixcIkZvbnRTaXplXCI6MTAsXCJGb250TmFtZVwiOlwiQ2FsaWJyaVwiLFwiSXNCb2xkXCI6ZmFsc2UsXCJJc0l0YWxpY1wiOmZhbHNlLFwiSXNVbmRlcmxpbmVkXCI6ZmFsc2V9LFwiRm9yZWdyb3VuZFwiOntcIiRpZFwiOlwiNTYxXCIsXCJDb2xvclwiOntcIiRpZFwiOlwiNTYyXCIsXCJBXCI6MjU1LFwiUlwiOjAsXCJHXCI6MCxcIkJcIjowfX0sXCJIb3Jpem9udGFsQWxpZ25tZW50XCI6MCxcIklzVmlzaWJsZVwiOnRydWV9fX0sXCJEZWZhdWx0U3dpbWxhbmVNb3RTdHlsZVwiOntcIiRpZFwiOlwiNTYzXCIsXCJTaGFwZVwiOjEsXCJTaGFwZVNpemVcIjowLFwiRGV0YWlsc1NwYWNpbmdcIjowLjAsXCJQYWRkaW5nXCI6e1wiJGlkXCI6XCI1NjRcIixcIlRvcFwiOjUuMCxcIkxlZnRcIjozLjAsXCJSaWdodFwiOjAuMCxcIkJvdHRvbVwiOjIuMH0sXCJQb3NpdGlvbk9uVGFza1wiOjEsXCJTaGFwZVN0eWxlXCI6e1wiJGlkXCI6XCI1NjVcIixcIk1hcmdpblwiOntcIiRpZFwiOlwiNTY2XCIsXCJUb3BcIjowLjAsXCJMZWZ0XCI6MC4wLFwiUmlnaHRcIjowLjAsXCJCb3R0b21cIjowLjB9LFwiUGFkZGluZ1wiOntcIiRpZFwiOlwiNTY3XCIsXCJUb3BcIjowLjAsXCJMZWZ0XCI6MC4wLFwiUmlnaHRcIjowLjAsXCJCb3R0b21cIjowLjB9LFwiQmFja2dyb3VuZFwiOntcIiRpZFwiOlwiNTY4XCIsXCJDb2xvclwiOntcIiRpZFwiOlwiNTY5XCIsXCJBXCI6MjU1LFwiUlwiOjEzLFwiR1wiOjUzLFwiQlwiOjE4fX0sXCJJc1Zpc2libGVcIjp0cnVlLFwiV2lkdGhcIjoxMi4wLFwiSGVpZ2h0XCI6MTQuMCxcIkJvcmRlclN0eWxlXCI6e1wiJGlkXCI6XCI1NzBcIixcIkxpbmVTdHlsZVwiOntcIiRpZFwiOlwiNTcxXCIsXCJMaW5lQ29sb3JcIjp7XCIkaWRcIjpcIjU3MlwiLFwiQ29sb3JcIjp7XCIkaWRcIjpcIjU3M1wiLFwiQVwiOjI1NSxcIlJcIjoyNTUsXCJHXCI6MjU1LFwiQlwiOjI1NX19LFwiTGluZVdlaWdodFwiOjAuMCxcIkxpbmVUeXBlXCI6MH0sXCJJc1Zpc2libGVcIjpmYWxzZX19LFwiVGl0bGVTdHlsZVwiOntcIiRpZFwiOlwiNTc0XCIsXCJGb250U2V0dGluZ3NcIjp7XCIkaWRcIjpcIjU3NVwiLFwiRm9udFNpemVcIjoxMSxcIkZvbnROYW1lXCI6XCJDYWxpYnJpXCIsXCJJc0JvbGRcIjpmYWxzZSxcIklzSXRhbGljXCI6ZmFsc2UsXCJJc1VuZGVybGluZWRcIjpmYWxzZX0sXCJGb3JlZ3JvdW5kXCI6e1wiJGlkXCI6XCI1NzZcIixcIkNvbG9yXCI6e1wiJGlkXCI6XCI1NzdcIixcIkFcIjoyNTUsXCJSXCI6MCxcIkdcIjowLFwiQlwiOjB9fSxcIkhvcml6b250YWxBbGlnbm1lbnRcIjoxLFwiSXNWaXNpYmxlXCI6dHJ1ZX0sXCJEYXRlU3R5bGVcIjp7XCIkaWRcIjpcIjU3OFwiLFwiRm9udFNldHRpbmdzXCI6e1wiJGlkXCI6XCI1NzlcIixcIkZvbnRTaXplXCI6MTAsXCJGb250TmFtZVwiOlwiQ2FsaWJyaVwiLFwiSXNCb2xkXCI6ZmFsc2UsXCJJc0l0YWxpY1wiOmZhbHNlLFwiSXNVbmRlcmxpbmVkXCI6ZmFsc2V9LFwiRm9yZWdyb3VuZFwiOntcIiRpZFwiOlwiNTgwXCIsXCJDb2xvclwiOntcIiRpZFwiOlwiNTgxXCIsXCJBXCI6MjU1LFwiUlwiOjE0LFwiR1wiOjQwLFwiQlwiOjY1fX0sXCJIb3Jpem9udGFsQWxpZ25tZW50XCI6MSxcIklzVmlzaWJsZVwiOnRydWV9LFwiRGF0ZUZvcm1hdFwiOntcIiRpZFwiOlwiNTg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4M1wiLFwiRm9ybWF0XCI6MCxcIklzVmlzaWJsZVwiOmZhbHNlLFwiTGFzdEtub3duVmlzaWJpbGl0eVN0YXRlXCI6ZmFsc2V9LFwiVmFyaWFuY2VTdHlsZVwiOntcIiRpZFwiOlwiNTg0XCIsXCJWYXJpYW5jZVRleHRTdHlsZVwiOntcIiRpZFwiOlwiNTg1XCIsXCJGb250U2V0dGluZ3NcIjp7XCIkaWRcIjpcIjU4NlwiLFwiRm9udFNpemVcIjoxMCxcIkZvbnROYW1lXCI6XCJDYWxpYnJpXCIsXCJJc0JvbGRcIjpmYWxzZSxcIklzSXRhbGljXCI6ZmFsc2UsXCJJc1VuZGVybGluZWRcIjpmYWxzZX0sXCJGb3JlZ3JvdW5kXCI6e1wiJGlkXCI6XCI1ODdcIixcIkNvbG9yXCI6e1wiJGlkXCI6XCI1ODhcIixcIkFcIjoyNTUsXCJSXCI6MCxcIkdcIjowLFwiQlwiOjB9fSxcIkhvcml6b250YWxBbGlnbm1lbnRcIjowLFwiSXNWaXNpYmxlXCI6dHJ1ZX19fX0se1wiJGlkXCI6XCI1ODlcIixcIlN0eWxlSWRcIjpcIjA3MDJkZWE4LWMxMTQtNGQ3MS1iZTQwLWNkMzA2MmM0Njk3MFwiLFwiTmFtZVwiOlwiU3dpbWxhbmUgU3R5bGUgNFwiLFwiSGVhZGVyU3R5bGVcIjp7XCIkaWRcIjpcIjU5MFwiLFwiVGV4dFN0eWxlXCI6e1wiJGlkXCI6XCI1OTFcIixcIkZvbnRTZXR0aW5nc1wiOntcIiRpZFwiOlwiNTkyXCIsXCJGb250U2l6ZVwiOjExLFwiRm9udE5hbWVcIjpcIkNhbGlicmlcIixcIklzQm9sZFwiOmZhbHNlLFwiSXNJdGFsaWNcIjpmYWxzZSxcIklzVW5kZXJsaW5lZFwiOmZhbHNlfSxcIkZvcmVncm91bmRcIjp7XCIkaWRcIjpcIjU5M1wiLFwiQ29sb3JcIjp7XCIkaWRcIjpcIjU5NFwiLFwiQVwiOjI1NSxcIlJcIjoyNTUsXCJHXCI6MjU1LFwiQlwiOjI1NX19LFwiSG9yaXpvbnRhbEFsaWdubWVudFwiOjAsXCJJc1Zpc2libGVcIjp0cnVlfSxcIlJlY3RhbmdsZVN0eWxlXCI6e1wiJGlkXCI6XCI1OTVcIixcIk1hcmdpblwiOntcIiRpZFwiOlwiNTk2XCIsXCJUb3BcIjowLjAsXCJMZWZ0XCI6MC4wLFwiUmlnaHRcIjowLjAsXCJCb3R0b21cIjowLjB9LFwiUGFkZGluZ1wiOntcIiRpZFwiOlwiNTk3XCIsXCJUb3BcIjowLjAsXCJMZWZ0XCI6MC4wLFwiUmlnaHRcIjowLjAsXCJCb3R0b21cIjowLjB9LFwiQmFja2dyb3VuZFwiOntcIiRpZFwiOlwiNTk4XCIsXCJDb2xvclwiOntcIiRpZFwiOlwiNTk5XCIsXCJBXCI6MjU1LFwiUlwiOjE1LFwiR1wiOjE1OCxcIkJcIjoyMTN9fSxcIklzVmlzaWJsZVwiOnRydWUsXCJXaWR0aFwiOjAuMCxcIkhlaWdodFwiOjAuMCxcIkJvcmRlclN0eWxlXCI6e1wiJGlkXCI6XCI2MDBcIixcIkxpbmVTdHlsZVwiOntcIiRpZFwiOlwiNjAxXCIsXCJMaW5lQ29sb3JcIjp7XCIkaWRcIjpcIjYwMlwiLFwiQ29sb3JcIjp7XCIkaWRcIjpcIjYwM1wiLFwiQVwiOjI1NSxcIlJcIjoyNTUsXCJHXCI6MjU1LFwiQlwiOjI1NX19LFwiTGluZVdlaWdodFwiOjAuMCxcIkxpbmVUeXBlXCI6MH0sXCJJc1Zpc2libGVcIjpmYWxzZX19fSxcIkJhY2tncm91bmRTdHlsZVwiOntcIiRpZFwiOlwiNjA0XCIsXCJNYXJnaW5cIjp7XCIkaWRcIjpcIjYwNVwiLFwiVG9wXCI6MC4wLFwiTGVmdFwiOjAuMCxcIlJpZ2h0XCI6MC4wLFwiQm90dG9tXCI6MC4wfSxcIlBhZGRpbmdcIjp7XCIkaWRcIjpcIjYwNlwiLFwiVG9wXCI6MC4wLFwiTGVmdFwiOjAuMCxcIlJpZ2h0XCI6MC4wLFwiQm90dG9tXCI6MC4wfSxcIkJhY2tncm91bmRcIjp7XCIkaWRcIjpcIjYwN1wiLFwiQ29sb3JcIjp7XCIkaWRcIjpcIjYwOFwiLFwiQVwiOjUxLFwiUlwiOjIwMCxcIkdcIjoyMDAsXCJCXCI6MjAwfX0sXCJJc1Zpc2libGVcIjp0cnVlLFwiV2lkdGhcIjowLjAsXCJIZWlnaHRcIjowLjAsXCJCb3JkZXJTdHlsZVwiOntcIiRpZFwiOlwiNjA5XCIsXCJMaW5lU3R5bGVcIjp7XCIkaWRcIjpcIjYxMFwiLFwiTGluZUNvbG9yXCI6e1wiJGlkXCI6XCI2MTFcIixcIkNvbG9yXCI6e1wiJGlkXCI6XCI2MTJcIixcIkFcIjoyNTUsXCJSXCI6MjM0LFwiR1wiOjIyLFwiQlwiOjMwfX0sXCJMaW5lV2VpZ2h0XCI6Mi4wLFwiTGluZVR5cGVcIjowfSxcIklzVmlzaWJsZVwiOmZhbHNlfX0sXCJJc0Fib3ZlVGltZWJhbmRcIjpmYWxzZSxcIlNwYWNpbmdcIjozLFwiRGVmYXVsdFN3aW1sYW5lQWN0aXZpdHlTdHlsZVwiOntcIiRpZFwiOlwiNjEzXCIsXCJIZWFkZXJTdHlsZVwiOntcIiRpZFwiOlwiNjE0XCIsXCJUZXh0U3R5bGVcIjp7XCIkaWRcIjpcIjYxNVwiLFwiRm9udFNldHRpbmdzXCI6e1wiJGlkXCI6XCI2MTZcIixcIkZvbnRTaXplXCI6MTEsXCJGb250TmFtZVwiOlwiQ2FsaWJyaVwiLFwiSXNCb2xkXCI6ZmFsc2UsXCJJc0l0YWxpY1wiOmZhbHNlLFwiSXNVbmRlcmxpbmVkXCI6ZmFsc2V9LFwiRm9yZWdyb3VuZFwiOntcIiRpZFwiOlwiNjE3XCIsXCJDb2xvclwiOntcIiRpZFwiOlwiNjE4XCIsXCJBXCI6MjU1LFwiUlwiOjAsXCJHXCI6MCxcIkJcIjowfX0sXCJIb3Jpem9udGFsQWxpZ25tZW50XCI6MCxcIklzVmlzaWJsZVwiOnRydWV9LFwiUmVjdGFuZ2xlU3R5bGVcIjp7XCIkaWRcIjpcIjYxOVwiLFwiTWFyZ2luXCI6e1wiJGlkXCI6XCI2MjBcIixcIlRvcFwiOjAuMCxcIkxlZnRcIjowLjAsXCJSaWdodFwiOjAuMCxcIkJvdHRvbVwiOjAuMH0sXCJQYWRkaW5nXCI6e1wiJGlkXCI6XCI2MjFcIixcIlRvcFwiOjAuMCxcIkxlZnRcIjowLjAsXCJSaWdodFwiOjAuMCxcIkJvdHRvbVwiOjAuMH0sXCJCYWNrZ3JvdW5kXCI6e1wiJGlkXCI6XCI2MjJcIixcIkNvbG9yXCI6e1wiJGlkXCI6XCI2MjNcIixcIkFcIjoxMjcsXCJSXCI6MTUsXCJHXCI6MTU4LFwiQlwiOjIxM319LFwiSXNWaXNpYmxlXCI6dHJ1ZSxcIldpZHRoXCI6MC4wLFwiSGVpZ2h0XCI6MC4wLFwiQm9yZGVyU3R5bGVcIjp7XCIkaWRcIjpcIjYyNFwiLFwiTGluZVN0eWxlXCI6e1wiJGlkXCI6XCI2MjVcIixcIkxpbmVDb2xvclwiOntcIiRpZFwiOlwiNjI2XCIsXCJDb2xvclwiOntcIiRpZFwiOlwiNjI3XCIsXCJBXCI6MjU1LFwiUlwiOjI1NSxcIkdcIjowLFwiQlwiOjB9fSxcIkxpbmVXZWlnaHRcIjowLjAsXCJMaW5lVHlwZVwiOjB9LFwiSXNWaXNpYmxlXCI6ZmFsc2V9fX0sXCJCYWNrZ3JvdW5kU3R5bGVcIjp7XCIkaWRcIjpcIjYyOFwiLFwiTWFyZ2luXCI6e1wiJGlkXCI6XCI2MjlcIixcIlRvcFwiOjAuMCxcIkxlZnRcIjowLjAsXCJSaWdodFwiOjAuMCxcIkJvdHRvbVwiOjAuMH0sXCJQYWRkaW5nXCI6e1wiJGlkXCI6XCI2MzBcIixcIlRvcFwiOjAuMCxcIkxlZnRcIjowLjAsXCJSaWdodFwiOjAuMCxcIkJvdHRvbVwiOjAuMH0sXCJCYWNrZ3JvdW5kXCI6e1wiJGlkXCI6XCI2MzFcIixcIkNvbG9yXCI6e1wiJGlkXCI6XCI2MzJcIixcIkFcIjo1MSxcIlJcIjoyMDAsXCJHXCI6MjAwLFwiQlwiOjIwMH19LFwiSXNWaXNpYmxlXCI6dHJ1ZSxcIldpZHRoXCI6MC4wLFwiSGVpZ2h0XCI6MC4wLFwiQm9yZGVyU3R5bGVcIjp7XCIkaWRcIjpcIjYzM1wiLFwiTGluZVN0eWxlXCI6e1wiJGlkXCI6XCI2MzRcIixcIkxpbmVDb2xvclwiOntcIiRpZFwiOlwiNjM1XCIsXCJDb2xvclwiOntcIiRpZFwiOlwiNjM2XCIsXCJBXCI6MjU1LFwiUlwiOjIzNCxcIkdcIjoyMixcIkJcIjozMH19LFwiTGluZVdlaWdodFwiOjIuMCxcIkxpbmVUeXBlXCI6MH0sXCJJc1Zpc2libGVcIjpmYWxzZX19fSxcIkRlZmF1bHRTd2ltbGFuZU1pbGVzdG9uZVN0eWxlXCI6e1wiJGlkXCI6XCI2MzdcIixcIlRpdGxlUG9zaXRpb25cIjowLFwiRGF0ZVBvc2l0aW9uXCI6MixcIlZhcmlhbmNlUG9zaXRpb25cIjoyLFwiU2hhcGVUeXBlXCI6MSxcIlNoYXBlU2l6ZVwiOjAsXCJTcGFjaW5nXCI6NSxcIlNoYXBlU3R5bGVcIjp7XCIkaWRcIjpcIjYzOFwiLFwiTWFyZ2luXCI6e1wiJGlkXCI6XCI2MzlcIixcIlRvcFwiOjAuMCxcIkxlZnRcIjowLjAsXCJSaWdodFwiOjAuMCxcIkJvdHRvbVwiOjAuMH0sXCJQYWRkaW5nXCI6e1wiJGlkXCI6XCI2NDBcIixcIlRvcFwiOjAuMCxcIkxlZnRcIjowLjAsXCJSaWdodFwiOjAuMCxcIkJvdHRvbVwiOjAuMH0sXCJCYWNrZ3JvdW5kXCI6e1wiJGlkXCI6XCI2NDFcIixcIkNvbG9yXCI6e1wiJGlkXCI6XCI2NDJcIixcIkFcIjoyNTUsXCJSXCI6MTUsXCJHXCI6MTU4LFwiQlwiOjIxM319LFwiSXNWaXNpYmxlXCI6dHJ1ZSxcIldpZHRoXCI6MTIuMCxcIkhlaWdodFwiOjE0LjAsXCJCb3JkZXJTdHlsZVwiOntcIiRpZFwiOlwiNjQzXCIsXCJMaW5lU3R5bGVcIjp7XCIkaWRcIjpcIjY0NFwiLFwiTGluZUNvbG9yXCI6e1wiJGlkXCI6XCI2NDVcIixcIkNvbG9yXCI6e1wiJGlkXCI6XCI2NDZcIixcIkFcIjoyNTUsXCJSXCI6MjM0LFwiR1wiOjIyLFwiQlwiOjMwfX0sXCJMaW5lV2VpZ2h0XCI6Mi4wLFwiTGluZVR5cGVcIjowfSxcIklzVmlzaWJsZVwiOmZhbHNlfX0sXCJUaXRsZVN0eWxlXCI6e1wiJGlkXCI6XCI2NDdcIixcIkZvbnRTZXR0aW5nc1wiOntcIiRpZFwiOlwiNjQ4XCIsXCJGb250U2l6ZVwiOjExLFwiRm9udE5hbWVcIjpcIkNhbGlicmlcIixcIklzQm9sZFwiOmZhbHNlLFwiSXNJdGFsaWNcIjpmYWxzZSxcIklzVW5kZXJsaW5lZFwiOmZhbHNlfSxcIkZvcmVncm91bmRcIjp7XCIkaWRcIjpcIjY0OVwiLFwiQ29sb3JcIjp7XCIkaWRcIjpcIjY1MFwiLFwiQVwiOjI1NSxcIlJcIjowLFwiR1wiOjAsXCJCXCI6MH19LFwiSG9yaXpvbnRhbEFsaWdubWVudFwiOjIsXCJJc1Zpc2libGVcIjp0cnVlfSxcIkRhdGVTdHlsZVwiOntcIiRpZFwiOlwiNjUxXCIsXCJGb250U2V0dGluZ3NcIjp7XCIkaWRcIjpcIjY1MlwiLFwiRm9udFNpemVcIjoxMCxcIkZvbnROYW1lXCI6XCJDYWxpYnJpXCIsXCJJc0JvbGRcIjpmYWxzZSxcIklzSXRhbGljXCI6ZmFsc2UsXCJJc1VuZGVybGluZWRcIjpmYWxzZX0sXCJGb3JlZ3JvdW5kXCI6e1wiJGlkXCI6XCI2NTNcIixcIkNvbG9yXCI6e1wiJGlkXCI6XCI2NTRcIixcIkFcIjoyNTUsXCJSXCI6MTQsXCJHXCI6NDAsXCJCXCI6NjV9fSxcIkhvcml6b250YWxBbGlnbm1lbnRcIjowLFwiSXNWaXNpYmxlXCI6dHJ1ZX0sXCJEYXRlRm9ybWF0XCI6e1wiJGlkXCI6XCI2NTV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jU2XCIsXCJGb3JtYXRcIjowLFwiSXNWaXNpYmxlXCI6ZmFsc2UsXCJMYXN0S25vd25WaXNpYmlsaXR5U3RhdGVcIjpmYWxzZX0sXCJWYXJpYW5jZVN0eWxlXCI6e1wiJGlkXCI6XCI2NTdcIixcIlZhcmlhbmNlVGV4dFN0eWxlXCI6e1wiJGlkXCI6XCI2NThcIixcIkZvbnRTZXR0aW5nc1wiOntcIiRpZFwiOlwiNjU5XCIsXCJGb250U2l6ZVwiOjEwLFwiRm9udE5hbWVcIjpcIkNhbGlicmlcIixcIklzQm9sZFwiOmZhbHNlLFwiSXNJdGFsaWNcIjpmYWxzZSxcIklzVW5kZXJsaW5lZFwiOmZhbHNlfSxcIkZvcmVncm91bmRcIjp7XCIkaWRcIjpcIjY2MFwiLFwiQ29sb3JcIjp7XCIkaWRcIjpcIjY2MVwiLFwiQVwiOjI1NSxcIlJcIjowLFwiR1wiOjAsXCJCXCI6MH19LFwiSG9yaXpvbnRhbEFsaWdubWVudFwiOjAsXCJJc1Zpc2libGVcIjp0cnVlfX19LFwiRGVmYXVsdFN3aW1sYW5lVGFza1N0eWxlXCI6e1wiJGlkXCI6XCI2NjJcIixcIlNoYXBlXCI6MSxcIlNoYXBlVGhpY2tuZXNzXCI6MCxcIkR1cmF0aW9uRm9ybWF0XCI6MCxcIlBlcmNlbnRhZ2VDb21wbGV0ZVRleHRTdHlsZVwiOntcIiRpZFwiOlwiNjYzXCIsXCJGb250U2V0dGluZ3NcIjp7XCIkaWRcIjpcIjY2NFwiLFwiRm9udFNpemVcIjoxMCxcIkZvbnROYW1lXCI6XCJDYWxpYnJpXCIsXCJJc0JvbGRcIjpmYWxzZSxcIklzSXRhbGljXCI6ZmFsc2UsXCJJc1VuZGVybGluZWRcIjpmYWxzZX0sXCJGb3JlZ3JvdW5kXCI6e1wiJGlkXCI6XCI2NjVcIixcIkNvbG9yXCI6e1wiJGlkXCI6XCI2NjZcIixcIkFcIjoyNTUsXCJSXCI6MjMyLFwiR1wiOjIzMixcIkJcIjoyMzJ9fSxcIkhvcml6b250YWxBbGlnbm1lbnRcIjoxLFwiSXNWaXNpYmxlXCI6dHJ1ZX0sXCJQZXJjZW50YWdlQ29tcGxldGVIaWdobGlnaHRTdHlsZVwiOntcIiRpZFwiOlwiNjY3XCIsXCJCYWNrZ3JvdW5kXCI6e1wiJGlkXCI6XCI2NjhcIixcIkNvbG9yXCI6e1wiJGlkXCI6XCI2NjlcIixcIkFcIjo4OSxcIlJcIjowLFwiR1wiOjAsXCJCXCI6MH19fSxcIkR1cmF0aW9uU3R5bGVcIjp7XCIkaWRcIjpcIjY3MFwiLFwiRm9udFNldHRpbmdzXCI6e1wiJGlkXCI6XCI2NzFcIixcIkZvbnRTaXplXCI6MTAsXCJGb250TmFtZVwiOlwiQ2FsaWJyaVwiLFwiSXNCb2xkXCI6ZmFsc2UsXCJJc0l0YWxpY1wiOmZhbHNlLFwiSXNVbmRlcmxpbmVkXCI6ZmFsc2V9LFwiRm9yZWdyb3VuZFwiOntcIiRpZFwiOlwiNjcyXCIsXCJDb2xvclwiOntcIiRpZFwiOlwiNjczXCIsXCJBXCI6MjU1LFwiUlwiOjIzNyxcIkdcIjoxMjUsXCJCXCI6NDl9fSxcIkhvcml6b250YWxBbGlnbm1lbnRcIjowLFwiSXNWaXNpYmxlXCI6ZmFsc2V9LFwiTWFyZ2luXCI6e1wiJGlkXCI6XCI2NzRcIixcIlRvcFwiOjAuMCxcIkxlZnRcIjowLjAsXCJSaWdodFwiOjAuMCxcIkJvdHRvbVwiOjAuMH0sXCJTdGFydERhdGVQb3NpdGlvblwiOjMsXCJFbmREYXRlUG9zaXRpb25cIjozLFwiVGl0bGVQb3NpdGlvblwiOjQsXCJEdXJhdGlvblBvc2l0aW9uXCI6MCxcIlBlcmNlbnRhZ2VDb21wbGV0ZWRQb3NpdGlvblwiOjIsXCJWYXJpYW5jZVBvc2l0aW9uXCI6MixcIlNwYWNpbmdcIjozLFwiQmFzZWxpbmVTdHlsZVwiOntcIiRpZFwiOlwiNjc1XCIsXCJCYXNlbGluZVNoYXBlU3R5bGVcIjp7XCIkaWRcIjpcIjY3NlwiLFwiTWFyZ2luXCI6e1wiJGlkXCI6XCI2NzdcIixcIlRvcFwiOjAuMCxcIkxlZnRcIjowLjAsXCJSaWdodFwiOjAuMCxcIkJvdHRvbVwiOjAuMH0sXCJQYWRkaW5nXCI6e1wiJGlkXCI6XCI2NzhcIixcIlRvcFwiOjAuMCxcIkxlZnRcIjowLjAsXCJSaWdodFwiOjAuMCxcIkJvdHRvbVwiOjAuMH0sXCJCYWNrZ3JvdW5kXCI6e1wiJGlkXCI6XCI2NzlcIixcIkNvbG9yXCI6e1wiJGlkXCI6XCI2ODBcIixcIkFcIjoxNTMsXCJSXCI6MCxcIkdcIjowLFwiQlwiOjB9fSxcIklzVmlzaWJsZVwiOmZhbHNlLFwiV2lkdGhcIjowLjAsXCJIZWlnaHRcIjowLjAsXCJCb3JkZXJTdHlsZVwiOntcIiRpZFwiOlwiNjgxXCIsXCJMaW5lU3R5bGVcIjp7XCIkaWRcIjpcIjY4MlwiLFwiTGluZUNvbG9yXCI6e1wiJGlkXCI6XCI2ODNcIixcIkNvbG9yXCI6e1wiJGlkXCI6XCI2ODRcIixcIkFcIjoyNTUsXCJSXCI6MjU1LFwiR1wiOjAsXCJCXCI6MH19LFwiTGluZVdlaWdodFwiOjIuMCxcIkxpbmVUeXBlXCI6MH0sXCJJc1Zpc2libGVcIjpmYWxzZX19fSxcIlNoYXBlU3R5bGVcIjp7XCIkaWRcIjpcIjY4NVwiLFwiTWFyZ2luXCI6e1wiJGlkXCI6XCI2ODZcIixcIlRvcFwiOjAuMCxcIkxlZnRcIjo0LjAsXCJSaWdodFwiOjQuMCxcIkJvdHRvbVwiOjAuMH0sXCJQYWRkaW5nXCI6e1wiJGlkXCI6XCI2ODdcIixcIlRvcFwiOjAuMCxcIkxlZnRcIjowLjAsXCJSaWdodFwiOjAuMCxcIkJvdHRvbVwiOjAuMH0sXCJCYWNrZ3JvdW5kXCI6e1wiJGlkXCI6XCI2ODhcIixcIkNvbG9yXCI6e1wiJGlkXCI6XCI2ODlcIixcIkFcIjoyNTUsXCJSXCI6MTUsXCJHXCI6MTU4LFwiQlwiOjIxM319LFwiSXNWaXNpYmxlXCI6dHJ1ZSxcIldpZHRoXCI6MC4wLFwiSGVpZ2h0XCI6MTAuMCxcIkJvcmRlclN0eWxlXCI6e1wiJGlkXCI6XCI2OTBcIixcIkxpbmVTdHlsZVwiOntcIiRpZFwiOlwiNjkxXCIsXCJMaW5lQ29sb3JcIjp7XCIkaWRcIjpcIjY5MlwiLFwiQ29sb3JcIjp7XCIkaWRcIjpcIjY5M1wiLFwiQVwiOjI1NSxcIlJcIjoyMzQsXCJHXCI6MjIsXCJCXCI6MzB9fSxcIkxpbmVXZWlnaHRcIjoyLjAsXCJMaW5lVHlwZVwiOjB9LFwiSXNWaXNpYmxlXCI6ZmFsc2V9fSxcIlRpdGxlU3R5bGVcIjp7XCIkaWRcIjpcIjY5NFwiLFwiRm9udFNldHRpbmdzXCI6e1wiJGlkXCI6XCI2OTVcIixcIkZvbnRTaXplXCI6MTEsXCJGb250TmFtZVwiOlwiQ2FsaWJyaVwiLFwiSXNCb2xkXCI6ZmFsc2UsXCJJc0l0YWxpY1wiOmZhbHNlLFwiSXNVbmRlcmxpbmVkXCI6ZmFsc2V9LFwiRm9yZWdyb3VuZFwiOntcIiRpZFwiOlwiNjk2XCIsXCJDb2xvclwiOntcIiRpZFwiOlwiNjk3XCIsXCJBXCI6MjU1LFwiUlwiOjAsXCJHXCI6MCxcIkJcIjowfX0sXCJIb3Jpem9udGFsQWxpZ25tZW50XCI6MCxcIklzVmlzaWJsZVwiOnRydWV9LFwiRGF0ZVN0eWxlXCI6e1wiJGlkXCI6XCI2OThcIixcIkZvbnRTZXR0aW5nc1wiOntcIiRpZFwiOlwiNjk5XCIsXCJGb250U2l6ZVwiOjEwLFwiRm9udE5hbWVcIjpcIkNhbGlicmlcIixcIklzQm9sZFwiOmZhbHNlLFwiSXNJdGFsaWNcIjpmYWxzZSxcIklzVW5kZXJsaW5lZFwiOmZhbHNlfSxcIkZvcmVncm91bmRcIjp7XCIkaWRcIjpcIjcwMFwiLFwiQ29sb3JcIjp7XCIkaWRcIjpcIjcwMVwiLFwiQVwiOjI1NSxcIlJcIjoxNCxcIkdcIjo0MCxcIkJcIjo2NX19LFwiSG9yaXpvbnRhbEFsaWdubWVudFwiOjIsXCJJc1Zpc2libGVcIjp0cnVlfSxcIkRhdGVGb3JtYXRcIjp7XCIkaWRcIjpcIjcw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DNcIixcIkZvcm1hdFwiOjAsXCJJc1Zpc2libGVcIjpmYWxzZSxcIkxhc3RLbm93blZpc2liaWxpdHlTdGF0ZVwiOmZhbHNlfSxcIlZhcmlhbmNlU3R5bGVcIjp7XCIkaWRcIjpcIjcwNFwiLFwiVmFyaWFuY2VUZXh0U3R5bGVcIjp7XCIkaWRcIjpcIjcwNVwiLFwiRm9udFNldHRpbmdzXCI6e1wiJGlkXCI6XCI3MDZcIixcIkZvbnRTaXplXCI6MTAsXCJGb250TmFtZVwiOlwiQ2FsaWJyaVwiLFwiSXNCb2xkXCI6ZmFsc2UsXCJJc0l0YWxpY1wiOmZhbHNlLFwiSXNVbmRlcmxpbmVkXCI6ZmFsc2V9LFwiRm9yZWdyb3VuZFwiOntcIiRpZFwiOlwiNzA3XCIsXCJDb2xvclwiOntcIiRpZFwiOlwiNzA4XCIsXCJBXCI6MjU1LFwiUlwiOjAsXCJHXCI6MCxcIkJcIjowfX0sXCJIb3Jpem9udGFsQWxpZ25tZW50XCI6MCxcIklzVmlzaWJsZVwiOnRydWV9fX0sXCJEZWZhdWx0U3dpbWxhbmVNb3RTdHlsZVwiOntcIiRpZFwiOlwiNzA5XCIsXCJTaGFwZVwiOjEsXCJTaGFwZVNpemVcIjowLFwiRGV0YWlsc1NwYWNpbmdcIjowLjAsXCJQYWRkaW5nXCI6e1wiJGlkXCI6XCI3MTBcIixcIlRvcFwiOjUuMCxcIkxlZnRcIjozLjAsXCJSaWdodFwiOjAuMCxcIkJvdHRvbVwiOjIuMH0sXCJQb3NpdGlvbk9uVGFza1wiOjEsXCJTaGFwZVN0eWxlXCI6e1wiJGlkXCI6XCI3MTFcIixcIk1hcmdpblwiOntcIiRpZFwiOlwiNzEyXCIsXCJUb3BcIjowLjAsXCJMZWZ0XCI6MC4wLFwiUmlnaHRcIjowLjAsXCJCb3R0b21cIjowLjB9LFwiUGFkZGluZ1wiOntcIiRpZFwiOlwiNzEzXCIsXCJUb3BcIjowLjAsXCJMZWZ0XCI6MC4wLFwiUmlnaHRcIjowLjAsXCJCb3R0b21cIjowLjB9LFwiQmFja2dyb3VuZFwiOntcIiRpZFwiOlwiNzE0XCIsXCJDb2xvclwiOntcIiRpZFwiOlwiNzE1XCIsXCJBXCI6MjU1LFwiUlwiOjExLFwiR1wiOjExOCxcIkJcIjoxNTl9fSxcIklzVmlzaWJsZVwiOnRydWUsXCJXaWR0aFwiOjEyLjAsXCJIZWlnaHRcIjoxNC4wLFwiQm9yZGVyU3R5bGVcIjp7XCIkaWRcIjpcIjcxNlwiLFwiTGluZVN0eWxlXCI6e1wiJGlkXCI6XCI3MTdcIixcIkxpbmVDb2xvclwiOntcIiRpZFwiOlwiNzE4XCIsXCJDb2xvclwiOntcIiRpZFwiOlwiNzE5XCIsXCJBXCI6MjU1LFwiUlwiOjI1NSxcIkdcIjowLFwiQlwiOjB9fSxcIkxpbmVXZWlnaHRcIjowLjAsXCJMaW5lVHlwZVwiOjB9LFwiSXNWaXNpYmxlXCI6ZmFsc2V9fSxcIlRpdGxlU3R5bGVcIjp7XCIkaWRcIjpcIjcyMFwiLFwiRm9udFNldHRpbmdzXCI6e1wiJGlkXCI6XCI3MjFcIixcIkZvbnRTaXplXCI6MTEsXCJGb250TmFtZVwiOlwiQ2FsaWJyaVwiLFwiSXNCb2xkXCI6ZmFsc2UsXCJJc0l0YWxpY1wiOmZhbHNlLFwiSXNVbmRlcmxpbmVkXCI6ZmFsc2V9LFwiRm9yZWdyb3VuZFwiOntcIiRpZFwiOlwiNzIyXCIsXCJDb2xvclwiOntcIiRpZFwiOlwiNzIzXCIsXCJBXCI6MjU1LFwiUlwiOjAsXCJHXCI6MCxcIkJcIjowfX0sXCJIb3Jpem9udGFsQWxpZ25tZW50XCI6MSxcIklzVmlzaWJsZVwiOnRydWV9LFwiRGF0ZVN0eWxlXCI6e1wiJGlkXCI6XCI3MjRcIixcIkZvbnRTZXR0aW5nc1wiOntcIiRpZFwiOlwiNzI1XCIsXCJGb250U2l6ZVwiOjEwLFwiRm9udE5hbWVcIjpcIkNhbGlicmlcIixcIklzQm9sZFwiOmZhbHNlLFwiSXNJdGFsaWNcIjpmYWxzZSxcIklzVW5kZXJsaW5lZFwiOmZhbHNlfSxcIkZvcmVncm91bmRcIjp7XCIkaWRcIjpcIjcyNlwiLFwiQ29sb3JcIjp7XCIkaWRcIjpcIjcyN1wiLFwiQVwiOjI1NSxcIlJcIjoxNCxcIkdcIjo0MCxcIkJcIjo2NX19LFwiSG9yaXpvbnRhbEFsaWdubWVudFwiOjEsXCJJc1Zpc2libGVcIjp0cnVlfSxcIkRhdGVGb3JtYXRcIjp7XCIkaWRcIjpcIjcyO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jlcIixcIkZvcm1hdFwiOjAsXCJJc1Zpc2libGVcIjpmYWxzZSxcIkxhc3RLbm93blZpc2liaWxpdHlTdGF0ZVwiOmZhbHNlfSxcIlZhcmlhbmNlU3R5bGVcIjp7XCIkaWRcIjpcIjczMFwiLFwiVmFyaWFuY2VUZXh0U3R5bGVcIjp7XCIkaWRcIjpcIjczMVwiLFwiRm9udFNldHRpbmdzXCI6e1wiJGlkXCI6XCI3MzJcIixcIkZvbnRTaXplXCI6MTAsXCJGb250TmFtZVwiOlwiQ2FsaWJyaVwiLFwiSXNCb2xkXCI6ZmFsc2UsXCJJc0l0YWxpY1wiOmZhbHNlLFwiSXNVbmRlcmxpbmVkXCI6ZmFsc2V9LFwiRm9yZWdyb3VuZFwiOntcIiRpZFwiOlwiNzMzXCIsXCJDb2xvclwiOntcIiRpZFwiOlwiNzM0XCIsXCJBXCI6MjU1LFwiUlwiOjAsXCJHXCI6MCxcIkJcIjowfX0sXCJIb3Jpem9udGFsQWxpZ25tZW50XCI6MCxcIklzVmlzaWJsZVwiOnRydWV9fX19XSxcIkdyaWRsaW5lUGFuZWxTdHlsZVwiOntcIiRpZFwiOlwiNzM1XCIsXCJHcmlkbGluZVN0eWxlXCI6e1wiJGlkXCI6XCI3MzZcIixcIkxpbmVDb2xvclwiOntcIiRpZFwiOlwiNzM3XCIsXCJDb2xvclwiOntcIiRpZFwiOlwiNzM4XCIsXCJBXCI6MzgsXCJSXCI6OTEsXCJHXCI6MTU1LFwiQlwiOjIxM319LFwiTGluZVdlaWdodFwiOjEuMCxcIkxpbmVUeXBlXCI6MH0sXCJJc1Zpc2libGVcIjp0cnVlfSxcIkFjdGl2aXR5TGluZVBhbmVsU3R5bGVcIjp7XCIkaWRcIjpcIjczOVwiLFwiQWN0aXZpdHlMaW5lU3R5bGVcIjp7XCIkaWRcIjpcIjc0MFwiLFwiTGluZUNvbG9yXCI6e1wiJGlkXCI6XCI3NDFcIixcIkNvbG9yXCI6e1wiJGlkXCI6XCI3NDJcIixcIkFcIjozOCxcIlJcIjo2OCxcIkdcIjoxMTQsXCJCXCI6MTk2fX0sXCJMaW5lV2VpZ2h0XCI6MS4wLFwiTGluZVR5cGVcIjowfSxcIklzVmlzaWJsZVwiOnRydWV9LFwiRGVmYXVsdERlcGVuZGVuY3lTdHlsZVwiOntcIiRpZFwiOlwiNzQzXCIsXCJMaW5lU3R5bGVcIjp7XCIkaWRcIjpcIjc0NFwiLFwiTGluZUNvbG9yXCI6e1wiJGlkXCI6XCI3NDVcIixcIkNvbG9yXCI6e1wiJGlkXCI6XCI3NDZcIixcIkFcIjoyNTUsXCJSXCI6MCxcIkdcIjowLFwiQlwiOjB9fSxcIkxpbmVXZWlnaHRcIjoxLjAsXCJMaW5lVHlwZVwiOjB9LFwiRW5kQXJyb3doZWFkTGluZVN0eWxlXCI6e1wiJGlkXCI6XCI3NDdcIixcIktpbmRcIjoxLFwiV2lkdGhcIjoxLFwiTGVuZ3RoXCI6MH0sXCJCcmluZ1RvRnJvbnRcIjpmYWxzZSxcIlJhZGl1c1wiOjMuMH0sXCJDcml0aWNhbFBhdGhTdHlsZVwiOntcIiRpZFwiOlwiNzQ4XCIsXCJDcml0aWNhbFBhdGhTdHlsZU9wdGlvbnNcIjozMCxcIkxpbmVTdHlsZVwiOntcIiRpZFwiOlwiNzQ5XCIsXCJMaW5lQ29sb3JcIjp7XCIkaWRcIjpcIjc1MFwiLFwiQ29sb3JcIjp7XCIkaWRcIjpcIjc1MVwiLFwiQVwiOjI1NSxcIlJcIjoyMjIsXCJHXCI6NTAsXCJCXCI6NTB9fSxcIkxpbmVXZWlnaHRcIjoxLjAsXCJMaW5lVHlwZVwiOjB9LFwiVGl0bGVGb3JlZ3JvdW5kXCI6e1wiJGlkXCI6XCI3NTJcIixcIkNvbG9yXCI6e1wiJGlkXCI6XCI3NTNcIixcIkFcIjoyNTUsXCJSXCI6MTc2LFwiR1wiOjE5LFwiQlwiOjI1fX0sXCJTaGFwZXNCYWNrZ3JvdW5kXCI6e1wiJGlkXCI6XCI3NTRcIixcIkNvbG9yXCI6e1wiJGlkXCI6XCI3NTVcIixcIkFcIjoyNTUsXCJSXCI6MjUzLFwiR1wiOjIwMyxcIkJcIjoyMDh9fSxcIlNoYXBlc0JvcmRlclN0eWxlXCI6e1wiJGlkXCI6XCI3NTZcIixcIkxpbmVDb2xvclwiOntcIiRpZFwiOlwiNzU3XCIsXCJDb2xvclwiOntcIiRpZFwiOlwiNzU4XCIsXCJBXCI6MjU1LFwiUlwiOjIzNCxcIkdcIjoyMixcIkJcIjozMH19LFwiTGluZVdlaWdodFwiOjIuMCxcIkxpbmVUeXBlXCI6MH19LFwiUGFuZWxzU3BhY2luZ0RlZmluaXRpb25cIjp7XCIkaWRcIjpcIjc1OVwiLFwiU3BhY2luZ0Fib3ZlVGltZWJhbmRcIjozLFwiU3BhY2luZ0JlbG93VGltZWJhbmRcIjozLFwiU3BhY2luZ0Fib3ZlQmV0d2VlblN3aW1sYW5lc0FuZFRhc2tzXCI6NSxcIlNwYWNpbmdCZWxvd0JldHdlZW5Td2ltbGFuZXNBbmRUYXNrc1wiOjV9LFwiQ29uZGl0aW9uYWxGb3JtYXR0aW5nXCI6e1wiJGlkXCI6XCI3NjBcIixcIlB2QUZvcm1hdHRpbmdcIjp7XCIkaWRcIjpcIjc2MVwiLFwiRGVsYXlUYXNrU3R5bGVcIjp7XCIkaWRcIjpcIjc2MlwiLFwiU3R5bGVPcHRpb25zXCI6MjQsXCJUaXRsZUZvcmVncm91bmRcIjp7XCIkaWRcIjpcIjc2M1wiLFwiQ29sb3JcIjp7XCIkaWRcIjpcIjc2NFwiLFwiQVwiOjI1NSxcIlJcIjoxNzUsXCJHXCI6MCxcIkJcIjowfX0sXCJBY3R1YWxTaGFwZXNCYWNrZ3JvdW5kXCI6e1wiJGlkXCI6XCI3NjVcIixcIkNvbG9yXCI6e1wiJGlkXCI6XCI3NjZcIixcIkFcIjo2MixcIlJcIjoyNTUsXCJHXCI6MCxcIkJcIjowfX0sXCJBY3R1YWxTaGFwZXNCb3JkZXJTdHlsZVwiOntcIiRpZFwiOlwiNzY3XCIsXCJMaW5lQ29sb3JcIjp7XCIkaWRcIjpcIjc2OFwiLFwiQ29sb3JcIjp7XCIkaWRcIjpcIjc2OVwiLFwiQVwiOjE2MyxcIlJcIjoyNTUsXCJHXCI6MCxcIkJcIjowfX0sXCJMaW5lV2VpZ2h0XCI6My4wLFwiTGluZVR5cGVcIjowfSxcIkJhc2VsaW5lU2hhcGVzQmFja2dyb3VuZFwiOntcIiRpZFwiOlwiNzcwXCIsXCJDb2xvclwiOntcIiRpZFwiOlwiNzcxXCIsXCJBXCI6MTg0LFwiUlwiOjI1NSxcIkdcIjowLFwiQlwiOjB9fSxcIlZhcmlhbmNlRm9yZWdyb3VuZFwiOntcIiRpZFwiOlwiNzcyXCIsXCJDb2xvclwiOntcIiRpZFwiOlwiNzczXCIsXCJBXCI6MjU1LFwiUlwiOjE3NSxcIkdcIjowLFwiQlwiOjB9fX0sXCJEZWxheU1pbGVzdG9uZVN0eWxlXCI6e1wiJGlkXCI6XCI3NzRcIixcIlN0eWxlT3B0aW9uc1wiOjE4LFwiVGl0bGVGb3JlZ3JvdW5kXCI6e1wiJGlkXCI6XCI3NzVcIixcIkNvbG9yXCI6e1wiJGlkXCI6XCI3NzZcIixcIkFcIjoyNTUsXCJSXCI6MTc1LFwiR1wiOjAsXCJCXCI6MH19LFwiQWN0dWFsU2hhcGVzQmFja2dyb3VuZFwiOntcIiRpZFwiOlwiNzc3XCIsXCJDb2xvclwiOntcIiRpZFwiOlwiNzc4XCIsXCJBXCI6MjU1LFwiUlwiOjIyMixcIkdcIjo4MCxcIkJcIjo1MH19LFwiQWN0dWFsU2hhcGVzQm9yZGVyU3R5bGVcIjp7XCIkaWRcIjpcIjc3OVwiLFwiTGluZUNvbG9yXCI6e1wiJGlkXCI6XCI3ODBcIixcIkNvbG9yXCI6e1wiJGlkXCI6XCI3ODFcIixcIkFcIjoxNjMsXCJSXCI6MjU1LFwiR1wiOjAsXCJCXCI6MH19LFwiTGluZVdlaWdodFwiOjMuMCxcIkxpbmVUeXBlXCI6MH0sXCJCYXNlbGluZVNoYXBlc0JhY2tncm91bmRcIjp7XCIkaWRcIjpcIjc4MlwiLFwiQ29sb3JcIjp7XCIkaWRcIjpcIjc4M1wiLFwiQVwiOjE4NCxcIlJcIjoyNTUsXCJHXCI6MCxcIkJcIjowfX0sXCJWYXJpYW5jZUZvcmVncm91bmRcIjp7XCIkaWRcIjpcIjc4NFwiLFwiQ29sb3JcIjp7XCIkaWRcIjpcIjc4NVwiLFwiQVwiOjI1NSxcIlJcIjoxNzUsXCJHXCI6MCxcIkJcIjowfX19LFwiQWR2YW5jZVRhc2tTdHlsZVwiOntcIiRpZFwiOlwiNzg2XCIsXCJTdHlsZU9wdGlvbnNcIjoyNCxcIlRpdGxlRm9yZWdyb3VuZFwiOntcIiRpZFwiOlwiNzg3XCIsXCJDb2xvclwiOntcIiRpZFwiOlwiNzg4XCIsXCJBXCI6MjU1LFwiUlwiOjAsXCJHXCI6MTEwLFwiQlwiOjB9fSxcIkFjdHVhbFNoYXBlc0JhY2tncm91bmRcIjp7XCIkaWRcIjpcIjc4OVwiLFwiQ29sb3JcIjp7XCIkaWRcIjpcIjc5MFwiLFwiQVwiOjYxLFwiUlwiOjAsXCJHXCI6MTI4LFwiQlwiOjB9fSxcIkFjdHVhbFNoYXBlc0JvcmRlclN0eWxlXCI6e1wiJGlkXCI6XCI3OTFcIixcIkxpbmVDb2xvclwiOntcIiRpZFwiOlwiNzkyXCIsXCJDb2xvclwiOntcIiRpZFwiOlwiNzkzXCIsXCJBXCI6MTYzLFwiUlwiOjAsXCJHXCI6MTI4LFwiQlwiOjB9fSxcIkxpbmVXZWlnaHRcIjozLjAsXCJMaW5lVHlwZVwiOjB9LFwiQmFzZWxpbmVTaGFwZXNCYWNrZ3JvdW5kXCI6e1wiJGlkXCI6XCI3OTRcIixcIkNvbG9yXCI6e1wiJGlkXCI6XCI3OTVcIixcIkFcIjoxODQsXCJSXCI6MCxcIkdcIjoxMjgsXCJCXCI6MH19LFwiVmFyaWFuY2VGb3JlZ3JvdW5kXCI6e1wiJGlkXCI6XCI3OTZcIixcIkNvbG9yXCI6e1wiJGlkXCI6XCI3OTdcIixcIkFcIjoyNTUsXCJSXCI6MCxcIkdcIjoxMTAsXCJCXCI6MH19fSxcIkFkdmFuY2VNaWxlc3RvbmVTdHlsZVwiOntcIiRpZFwiOlwiNzk4XCIsXCJTdHlsZU9wdGlvbnNcIjoxOCxcIlRpdGxlRm9yZWdyb3VuZFwiOntcIiRpZFwiOlwiNzk5XCIsXCJDb2xvclwiOntcIiRpZFwiOlwiODAwXCIsXCJBXCI6MjU1LFwiUlwiOjAsXCJHXCI6MTEwLFwiQlwiOjB9fSxcIkFjdHVhbFNoYXBlc0JhY2tncm91bmRcIjp7XCIkaWRcIjpcIjgwMVwiLFwiQ29sb3JcIjp7XCIkaWRcIjpcIjgwMlwiLFwiQVwiOjI1NSxcIlJcIjoyMCxcIkdcIjoxMDAsXCJCXCI6MH19LFwiQWN0dWFsU2hhcGVzQm9yZGVyU3R5bGVcIjp7XCIkaWRcIjpcIjgwM1wiLFwiTGluZUNvbG9yXCI6e1wiJGlkXCI6XCI4MDRcIixcIkNvbG9yXCI6e1wiJGlkXCI6XCI4MDVcIixcIkFcIjoxNjMsXCJSXCI6MCxcIkdcIjoxMjgsXCJCXCI6MH19LFwiTGluZVdlaWdodFwiOjMuMCxcIkxpbmVUeXBlXCI6MH0sXCJCYXNlbGluZVNoYXBlc0JhY2tncm91bmRcIjp7XCIkaWRcIjpcIjgwNlwiLFwiQ29sb3JcIjp7XCIkaWRcIjpcIjgwN1wiLFwiQVwiOjE4NCxcIlJcIjowLFwiR1wiOjEyOCxcIkJcIjowfX0sXCJWYXJpYW5jZUZvcmVncm91bmRcIjp7XCIkaWRcIjpcIjgwOFwiLFwiQ29sb3JcIjp7XCIkaWRcIjpcIjgwOVwiLFwiQVwiOjI1NSxcIlJcIjowLFwiR1wiOjExMCxcIkJcIjowfX19fX0sXCJfc2VsZWN0ZWRUaGVtZVByZXNldENvbG9yc1wiOntcIiRpZFwiOlwiODEwXCIsXCJUZXh0TGlnaHRcIjp7XCIkaWRcIjpcIjgxMVwiLFwiQVwiOjI1NSxcIlJcIjoyNTUsXCJHXCI6MjU1LFwiQlwiOjI1NX0sXCJUZXh0RGFya1wiOntcIiRpZFwiOlwiODEyXCIsXCJBXCI6MjU1LFwiUlwiOjAsXCJHXCI6MCxcIkJcIjowfSxcIkFjY2VudDFcIjp7XCIkaWRcIjpcIjgxM1wiLFwiQVwiOjI1NSxcIlJcIjoyMzIsXCJHXCI6MjMyLFwiQlwiOjIzMn0sXCJBY2NlbnQyXCI6e1wiJGlkXCI6XCI4MTRcIixcIkFcIjoyNTUsXCJSXCI6MTQsXCJHXCI6NDAsXCJCXCI6NjV9LFwiQWNjZW50M1wiOntcIiRpZFwiOlwiODE1XCIsXCJBXCI6MjU1LFwiUlwiOjIxLFwiR1wiOjk2LFwiQlwiOjEzMH0sXCJBY2NlbnQ0XCI6e1wiJGlkXCI6XCI4MTZcIixcIkFcIjoyNTUsXCJSXCI6MjMzLFwiR1wiOjExMyxcIkJcIjo1MH0sXCJBY2NlbnQ1XCI6e1wiJGlkXCI6XCI4MTdcIixcIkFcIjoyNTUsXCJSXCI6MjUsXCJHXCI6MTA3LFwiQlwiOjM2fSxcIkFjY2VudDZcIjp7XCIkaWRcIjpcIjgxOFwiLFwiQVwiOjI1NSxcIlJcIjoxNSxcIkdcIjoxNTgsXCJCXCI6MjEzfSxcIkFjY2VudDdcIjp7XCIkaWRcIjpcIjgxOVwiLFwiQVwiOjI1NSxcIlJcIjoxNjAsXCJHXCI6NDMsXCJCXCI6MTQ3fSxcIkFjY2VudDhcIjp7XCIkaWRcIjpcIjgyMFwiLFwiQVwiOjI1NSxcIlJcIjo3OCxcIkdcIjoxNjcsXCJCXCI6NDZ9fSxcIl9jdXN0b21QcmVzZXRDb2xvcnNcIjp7XCIkaWRcIjpcIjgyMVwifX19IiwiUmVjZW50Q29sb3JzQ29sbGVjdGlvbiI6IltcIiNGRjRFQTcyRVwiLFwiI0ZGRkVCQTBBXCIsXCIjRkYwRjlFRDVcIl0ifSwiU2V0dGluZ3MiOnsiJGlkIjoiMTk5NiIsIkltcGFPcHRpb25zIjp7IiRpZCI6IjE5OTciLCJMZWZ0VG9SaWdodCI6ZmFsc2UsIlBheWxvYWRPcHRpb25zIjoy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ZmFsc2UsIkltcG9ydFR5cGUiOjAsIkZpbGVQYXRoIjpudWxsLCJUaW1lQ29uZmlndXJhdGlvbiI6eyIkaWQiOiIxOTk4IiwiVXNlVGltZSI6ZmFsc2UsIldvcmtEYXlTdGFydCI6IjAwOjAwOjAwIiwiV29ya0RheUVuZCI6IjIzOjU5OjAwIn0sIkxhc3RVc2VkVGVtcGxhdGVJZCI6IjAwMDAwMDAwLTAwMDAtMDAwMC0wMDAwLTAwMDAwMDAwMDAwMCIsIkxhc3RVc2VkVGhlbWVEZXRhaWxzIjp7IiRpZCI6IjE5OTkiLCJJZCI6IjA0ODcxNWIwLWQ1NzgtNGMyZi1hMzI2LTg4MThiZTI0NzI0OSIsIlRpdGxlIjoiQmFzZWxpbmUiLCJDYXRlZ29yeSI6MX0sIkZpcnN0V2Vla09mWWVhciI6MCwiUGxhY2VNaWxlc3RvbmVBdFRoZUJlZ2lubmluZ09mVGhlRGF5IjpmYWxzZSwiRGVwZW5kZW5jeVNjaGVkdWxpbmdTZXR0aW5ncyI6eyIkaWQiOiIyMDAwIiwiRGVwZW5kZW5jaWVzU2NoZWR1bGluZ01vZGVTZXR0aW5nIjoiRmxleGlibGUiLCJEZXBlbmRlbmNpZXNQcmV2aW91c1NjaGVkdWxpbmdNb2RlIjoiRmxleGlibGUiLCJPbkJyZWFraW5nRmxleGlibGVTY2hlZHVsaW5nTW9kZVNldHRpbmciOiJBc2tFdmVyeXRpbWUiLCJPbkJyZWFraW5nU3RyaWN0U2NoZWR1bGluZ01vZGVTZXR0aW5nIjoiQXNrRXZlcnl0aW1lIn0sIkRlcGVuZGVuY3lNb2R1bGVFbmFibGVkIjp0cnVlLCJQbGFubmVkTW9kdWxlRW5hYmxlZCI6ZmFsc2UsIk9sZEZpeGVkSW50ZXJ2YWxzUmVuZGVyaW5nU3RyYXRlZ3lVc2VkQmVmb3JlIjpmYWxzZSwiRGVwZW5kZW5jaWVzIjp7Il9kZXBlbmRlbmNpZXMiOltdfX0="/>
  <p:tag name="__MASTER" val="__part_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XSwiSGFzQmFzZWxpbmVzIjpmYWxzZSwiQ3VsdHVyZUluZm9OYW1lIjoiZW4tVVMiLCJTdHlsZU5hbWUiOm51bGwsIlZlcnNpb24iOnsiJGlkIjoiMiIsIlZlcnNpb24iOiI1LjYuMCIsIk9yaWdpbmFsQXNzZW1ibHlWZXJzaW9uIjpudWxsLCJFZGl0aW9uIjpudWxsLCJMYXN0U2F2ZWRFZGl0aW9uIjowLCJJc1BsdXNFZGl0aW9uIjpmYWxzZSwiSXNQcm9FZGl0aW9uIjpmYWxzZX0sIkVmZmVjdCI6MCwiU3R5bGUiOnsiJGlkIjoiMyIsIkRlZmF1bHREZXBlbmRlbmN5U3R5bGUiOnsiJGlkIjoiNCIsIkxpbmVTdHlsZSI6eyIkaWQiOiI1IiwiTGluZUNvbG9yIjp7IiRpZCI6IjYiLCIkdHlwZSI6Ik5MUkUuQ29tbW9uLkRvbS5Tb2xpZENvbG9yQnJ1c2gsIE5MUkUuQ29tbW9uIiwiQ29sb3IiOnsiJGlkIjoiNyIsIkEiOjI1NSwiUiI6MCwiRyI6MCwiQiI6MH19LCJMaW5lV2VpZ2h0IjoxLjAsIkxpbmVUeXBlIjowLCJQYXJlbnRTdHlsZSI6bnVsbH0sIkVuZEFycm93aGVhZExpbmVTdHlsZSI6eyIkaWQiOiI4IiwiS2luZCI6MSwiV2lkdGgiOjEsIkxlbmd0aCI6MCwiUGFyZW50U3R5bGUiOm51bGx9LCJCcmluZ1RvRnJvbnQiOmZhbHNlLCJFbGJvd1JhZGl1cyI6My4wLCJNYXJnaW4iOnsiJGlkIjoiOSIsIlRvcCI6MC4wLCJMZWZ0IjowLjAsIlJpZ2h0IjowLjAsIkJvdHRvbSI6MC4wfSwiUGFkZGluZyI6eyIkaWQiOiIxMCIsIlRvcCI6MC4wLCJMZWZ0IjowLjAsIlJpZ2h0IjowLjAsIkJvdHRvbSI6MC4wfSwiQmFja2dyb3VuZCI6bnVsbCwiSXNWaXNpYmxlIjp0cnVlLCJXaWR0aCI6MC4wLCJIZWlnaHQiOjAuMCwiQm9yZGVyU3R5bGUiOm51bGwsIlBhcmVudFN0eWxlIjpudWxsfSwiQ3JpdGljYWxQYXRoU3R5bGUiOnsiJGlkIjoiMTEiLCJDcml0aWNhbFBhdGhTdHlsZU9wdGlvbnMiOjMwLCJMaW5lU3R5bGUiOnsiJGlkIjoiMTIiLCJMaW5lQ29sb3IiOnsiJGlkIjoiMTMiLCIkdHlwZSI6Ik5MUkUuQ29tbW9uLkRvbS5Tb2xpZENvbG9yQnJ1c2gsIE5MUkUuQ29tbW9uIiwiQ29sb3IiOnsiJGlkIjoiMTQiLCJBIjoyNTUsIlIiOjIyMiwiRyI6NTAsIkIiOjUwfX0sIkxpbmVXZWlnaHQiOjEuMCwiTGluZVR5cGUiOjAsIlBhcmVudFN0eWxlIjpudWxsfSwiVGl0bGVGb3JlZ3JvdW5kIjp7IiRpZCI6IjE1IiwiQ29sb3IiOnsiJGlkIjoiMTYiLCJBIjoyNTUsIlIiOjE3NiwiRyI6MTksIkIiOjI1fX0sIlNoYXBlc0JhY2tncm91bmQiOnsiJGlkIjoiMTciLCJDb2xvciI6eyIkaWQiOiIxOCIsIkEiOjI1NSwiUiI6MjUzLCJHIjoyMDMsIkIiOjIwOH19LCJTaGFwZXNCb3JkZXJTdHlsZSI6eyIkaWQiOiIxOSIsIkxpbmVDb2xvciI6eyIkaWQiOiIyMCIsIiR0eXBlIjoiTkxSRS5Db21tb24uRG9tLlNvbGlkQ29sb3JCcnVzaCwgTkxSRS5Db21tb24iLCJDb2xvciI6eyIkaWQiOiIyMSIsIkEiOjI1NSwiUiI6MjM0LCJHIjoyMiwiQiI6MzB9fSwiTGluZVdlaWdodCI6Mi4wLCJMaW5lVHlwZSI6MCwiUGFyZW50U3R5bGUiOm51bGx9LCJNYXJnaW4iOnsiJGlkIjoiMjIiLCJUb3AiOjAuMCwiTGVmdCI6MC4wLCJSaWdodCI6MC4wLCJCb3R0b20iOjAuMH0sIlBhZGRpbmciOnsiJGlkIjoiMjMiLCJUb3AiOjAuMCwiTGVmdCI6MC4wLCJSaWdodCI6MC4wLCJCb3R0b20iOjAuMH0sIkJhY2tncm91bmQiOm51bGwsIklzVmlzaWJsZSI6ZmFsc2UsIldpZHRoIjowLjAsIkhlaWdodCI6MC4wLCJCb3JkZXJTdHlsZSI6eyIkaWQiOiIyNCIsIkxpbmVDb2xvciI6bnVsbCwiTGluZVdlaWdodCI6MC4wLCJMaW5lVHlwZSI6MCwiUGFyZW50U3R5bGUiOm51bGx9LCJQYXJlbnRTdHlsZSI6bnVsbH0sIlBhbmVsc1NwYWNpbmdEZWZpbml0aW9uIjp7IiRpZCI6IjI1IiwiU3BhY2luZ0Fib3ZlVGltZWJhbmQiOjMsIlNwYWNpbmdCZWxvd1RpbWViYW5kIjozLCJTcGFjaW5nQWJvdmVCZXR3ZWVuU3dpbWxhbmVzQW5kVGFza3MiOjUsIlNwYWNpbmdCZWxvd0JldHdlZW5Td2ltbGFuZXNBbmRUYXNrcyI6NX0sIlRpbWViYW5kU3R5bGUiOnsiJGlkIjoiMjYiLCJTY2FsZU1hcmtpbmciOjAsIlNoYXBlIjowLCJTaGFwZVN0eWxlIjp7IiRpZCI6IjI3IiwiTWFyZ2luIjp7IiRpZCI6IjI4IiwiVG9wIjowLjAsIkxlZnQiOjEwLjAsIlJpZ2h0IjoxMC4wLCJCb3R0b20iOjAuMH0sIlBhZGRpbmciOnsiJGlkIjoiMjkiLCJUb3AiOjAuMCwiTGVmdCI6MC4wLCJSaWdodCI6MC4wLCJCb3R0b20iOjAuMH0sIkJhY2tncm91bmQiOnsiJGlkIjoiMzAiLCJDb2xvciI6eyIkaWQiOiIzMSIsIkEiOjI1NSwiUiI6MTQsIkciOjQwLCJCIjo2NX19LCJJc1Zpc2libGUiOnRydWUsIldpZHRoIjowLjAsIkhlaWdodCI6MjAuMCwiQm9yZGVyU3R5bGUiOnsiJGlkIjoiMzIiLCJMaW5lQ29sb3IiOnsiJGlkIjoiMzMiLCIkdHlwZSI6Ik5MUkUuQ29tbW9uLkRvbS5Tb2xpZENvbG9yQnJ1c2gsIE5MUkUuQ29tbW9uIiwiQ29sb3IiOnsiJGlkIjoiMzQiLCJBIjoyNTUsIlIiOjI1NSwiRyI6MCwiQiI6MH19LCJMaW5lV2VpZ2h0IjowLjAsIkxpbmVUeXBlIjowLCJQYXJlbnRTdHlsZSI6bnVsbH0sIlBhcmVudFN0eWxlIjpudWxsfSwiTWlkZGxlVGllclNoYXBlU3R5bGUiOnsiJGlkIjoiMzUiLCJNYXJnaW4iOnsiJGlkIjoiMzYiLCJUb3AiOjAuMCwiTGVmdCI6MTAuMCwiUmlnaHQiOjEwLjAsIkJvdHRvbSI6MC4wfSwiUGFkZGluZyI6eyIkaWQiOiIzNyIsIlRvcCI6MC4wLCJMZWZ0IjowLjAsIlJpZ2h0IjowLjAsIkJvdHRvbSI6MC4wfSwiQmFja2dyb3VuZCI6eyIkaWQiOiIzOCIsIkNvbG9yIjp7IiRpZCI6IjM5IiwiQSI6MjU1LCJSIjoxNCwiRyI6NDAsIkIiOjY1fX0sIklzVmlzaWJsZSI6dHJ1ZSwiV2lkdGgiOjAuMCwiSGVpZ2h0IjoyMC4wLCJCb3JkZXJTdHlsZSI6eyIkaWQiOiI0MCIsIkxpbmVDb2xvciI6eyIkcmVmIjoiMzMifSwiTGluZVdlaWdodCI6MC4wLCJMaW5lVHlwZSI6MCwiUGFyZW50U3R5bGUiOm51bGx9LCJQYXJlbnRTdHlsZSI6bnVsbH0sIkJvdHRvbVRpZXJTaGFwZVN0eWxlIjp7IiRpZCI6IjQxIiwiTWFyZ2luIjp7IiRpZCI6IjQyIiwiVG9wIjowLjAsIkxlZnQiOjEwLjAsIlJpZ2h0IjoxMC4wLCJCb3R0b20iOjAuMH0sIlBhZGRpbmciOnsiJGlkIjoiNDMiLCJUb3AiOjAuMCwiTGVmdCI6MC4wLCJSaWdodCI6MC4wLCJCb3R0b20iOjAuMH0sIkJhY2tncm91bmQiOnsiJGlkIjoiNDQiLCJDb2xvciI6eyIkaWQiOiI0NSIsIkEiOjI1NSwiUiI6MTQsIkciOjQwLCJCIjo2NX19LCJJc1Zpc2libGUiOnRydWUsIldpZHRoIjowLjAsIkhlaWdodCI6MjAuMCwiQm9yZGVyU3R5bGUiOnsiJGlkIjoiNDYiLCJMaW5lQ29sb3IiOnsiJHJlZiI6IjMzIn0sIkxpbmVXZWlnaHQiOjAuMCwiTGluZVR5cGUiOjAsIlBhcmVudFN0eWxlIjpudWxsfSwiUGFyZW50U3R5bGUiOm51bGx9LCJSaWdodEVuZENhcHNTdHlsZSI6eyIkaWQiOiI0NyIsIkZvbnRTZXR0aW5ncyI6eyIkaWQiOiI0OCIsIkZvbnRTaXplIjoxOCwiRm9udE5hbWUiOiJDYWxpYnJpIiwiSXNCb2xkIjp0cnVlLCJJc0l0YWxpYyI6ZmFsc2UsIklzVW5kZXJsaW5lZCI6ZmFsc2UsIlBhcmVudFN0eWxlIjpudWxsfSwiQXV0b1NpemUiOjAsIkZvcmVncm91bmQiOnsiJGlkIjoiNDkiLCJDb2xvciI6eyIkaWQiOiI1MCIsIkEiOjI1NSwiUiI6MjMzLCJHIjoxMTMsIkIiOjUwfX0sIk1heFdpZHRoIjoyMDAuMCwiTWF4SGVpZ2h0IjoiSW5maW5pdHkiLCJTbWFydEZvcmVncm91bmRJc0FjdGl2ZSI6ZmFsc2UsIkhvcml6b250YWxBbGlnbm1lbnQiOjAsIlZlcnRpY2FsQWxpZ25tZW50IjoxLCJTbWFydEZvcmVncm91bmQiOm51bGwsIkJhY2tncm91bmRGaWxsVHlwZSI6MCwiTWFyZ2luIjp7IiRpZCI6IjUxIiwiVG9wIjowLjAsIkxlZnQiOjAuMCwiUmlnaHQiOjIwLjAsIkJvdHRvbSI6MC4wfSwiUGFkZGluZyI6eyIkaWQiOiI1MiIsIlRvcCI6MC4wLCJMZWZ0IjowLjAsIlJpZ2h0IjowLjAsIkJvdHRvbSI6MC4wfSwiQmFja2dyb3VuZCI6eyIkaWQiOiI1MyIsIkNvbG9yIjp7IiRpZCI6IjU0IiwiQSI6MjU1LCJSIjoyMzMsIkciOjExMywiQiI6NTB9fSwiSXNWaXNpYmxlIjpmYWxzZSwiV2lkdGgiOjAuMCwiSGVpZ2h0IjowLjAsIkJvcmRlclN0eWxlIjp7IiRpZCI6IjU1IiwiTGluZUNvbG9yIjpudWxsLCJMaW5lV2VpZ2h0IjowLjAsIkxpbmVUeXBlIjowLCJQYXJlbnRTdHlsZSI6bnVsbH0sIlBhcmVudFN0eWxlIjpudWxsfSwiTGVmdEVuZENhcHNTdHlsZSI6eyIkaWQiOiI1NiIsIkZvbnRTZXR0aW5ncyI6eyIkaWQiOiI1NyIsIkZvbnRTaXplIjoxOCwiRm9udE5hbWUiOiJDYWxpYnJpIiwiSXNCb2xkIjp0cnVlLCJJc0l0YWxpYyI6ZmFsc2UsIklzVW5kZXJsaW5lZCI6ZmFsc2UsIlBhcmVudFN0eWxlIjpudWxsfSwiQXV0b1NpemUiOjAsIkZvcmVncm91bmQiOnsiJGlkIjoiNTgiLCJDb2xvciI6eyIkaWQiOiI1OS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YwIiwiVG9wIjowLjAsIkxlZnQiOjIwLjAsIlJpZ2h0IjowLjAsIkJvdHRvbSI6MC4wfSwiUGFkZGluZyI6eyIkaWQiOiI2MSIsIlRvcCI6MC4wLCJMZWZ0IjowLjAsIlJpZ2h0IjowLjAsIkJvdHRvbSI6MC4wfSwiQmFja2dyb3VuZCI6eyIkaWQiOiI2MiIsIkNvbG9yIjp7IiRpZCI6IjYzIiwiQSI6MjU1LCJSIjoyMzcsIkciOjEyNSwiQiI6NDl9fSwiSXNWaXNpYmxlIjpmYWxzZSwiV2lkdGgiOjAuMCwiSGVpZ2h0IjowLjAsIkJvcmRlclN0eWxlIjp7IiRpZCI6IjY0IiwiTGluZUNvbG9yIjpudWxsLCJMaW5lV2VpZ2h0IjowLjAsIkxpbmVUeXBlIjowLCJQYXJlbnRTdHlsZSI6bnVsbH0sIlBhcmVudFN0eWxlIjpudWxsfSwiVG9kYXlUZXh0U3R5bGUiOnsiJGlkIjoiNjUiLCJGb250U2V0dGluZ3MiOnsiJGlkIjoiNjYiLCJGb250U2l6ZSI6MTIsIkZvbnROYW1lIjoiQ2FsaWJyaSIsIklzQm9sZCI6ZmFsc2UsIklzSXRhbGljIjpmYWxzZSwiSXNVbmRlcmxpbmVkIjpmYWxzZSwiUGFyZW50U3R5bGUiOm51bGx9LCJBdXRvU2l6ZSI6MCwiRm9yZWdyb3VuZCI6eyIkaWQiOiI2NyIsIkNvbG9yIjp7IiRpZCI6IjY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5IiwiVG9wIjowLjAsIkxlZnQiOjAuMCwiUmlnaHQiOjAuMCwiQm90dG9tIjowLjB9LCJQYWRkaW5nIjp7IiRpZCI6IjcwIiwiVG9wIjowLjAsIkxlZnQiOjAuMCwiUmlnaHQiOjAuMCwiQm90dG9tIjowLjB9LCJCYWNrZ3JvdW5kIjp7IiRpZCI6IjcxIiwiQ29sb3IiOnsiJGlkIjoiNzIiLCJBIjoyNTUsIlIiOjAsIkciOjAsIkIiOjB9fSwiSXNWaXNpYmxlIjpmYWxzZSwiV2lkdGgiOjAuMCwiSGVpZ2h0IjowLjAsIkJvcmRlclN0eWxlIjp7IiRpZCI6IjczIiwiTGluZUNvbG9yIjpudWxsLCJMaW5lV2VpZ2h0IjowLjAsIkxpbmVUeXBlIjowLCJQYXJlbnRTdHlsZSI6bnVsbH0sIlBhcmVudFN0eWxlIjpudWxsfSwiVG9kYXlNYXJrZXJTdHlsZSI6eyIkaWQiOiI3NCIsIk1hcmdpbiI6eyIkaWQiOiI3NSIsIlRvcCI6MC4wLCJMZWZ0IjowLjAsIlJpZ2h0IjowLjAsIkJvdHRvbSI6MC4wfSwiUGFkZGluZyI6eyIkaWQiOiI3NiIsIlRvcCI6MC4wLCJMZWZ0IjowLjAsIlJpZ2h0IjowLjAsIkJvdHRvbSI6MC4wfSwiQmFja2dyb3VuZCI6eyIkaWQiOiI3NyIsIkNvbG9yIjp7IiRpZCI6Ijc4IiwiQSI6MjU1LCJSIjoyNTUsIkciOjAsIkIiOjB9fSwiSXNWaXNpYmxlIjp0cnVlLCJXaWR0aCI6MC4wLCJIZWlnaHQiOjAuMCwiQm9yZGVyU3R5bGUiOm51bGwsIlBhcmVudFN0eWxlIjpudWxsfSwiU2NhbGVTdHlsZSI6eyIkaWQiOiI3OSIsIlNoYXBlIjozLCJTaG93U2VnbWVudFNlcGFyYXRvcnMiOnRydWUsIlNlZ21lbnRTZXBhcmF0b3JPcGFjaXR5IjozMCwiSGFzQmVlblZpc2libGVCZWZvcmUiOmZhbHNlLCJGb250U2V0dGluZ3MiOnsiJGlkIjoiODAiLCJGb250U2l6ZSI6MTIsIkZvbnROYW1lIjoiQ2FsaWJyaSIsIklzQm9sZCI6ZmFsc2UsIklzSXRhbGljIjpmYWxzZSwiSXNVbmRlcmxpbmVkIjpmYWxzZSwiUGFyZW50U3R5bGUiOm51bGx9LCJBdXRvU2l6ZSI6MCwiRm9yZWdyb3VuZCI6eyIkaWQiOiI4MSIsIkNvbG9yIjp7IiRpZCI6IjgyIiwiQSI6MjU1LCJSIjoyMzIsIkciOjIzMiwiQiI6MjMyfX0sIk1heFdpZHRoIjoyMDAuMCwiTWF4SGVpZ2h0IjoiSW5maW5pdHkiLCJTbWFydEZvcmVncm91bmRJc0FjdGl2ZSI6ZmFsc2UsIkhvcml6b250YWxBbGlnbm1lbnQiOjAsIlZlcnRpY2FsQWxpZ25tZW50IjoxLCJTbWFydEZvcmVncm91bmQiOm51bGwsIkJhY2tncm91bmRGaWxsVHlwZSI6MCwiTWFyZ2luIjp7IiRpZCI6IjgzIiwiVG9wIjowLjAsIkxlZnQiOjQuMCwiUmlnaHQiOjQuMCwiQm90dG9tIjowLjB9LCJQYWRkaW5nIjp7IiRpZCI6Ijg0IiwiVG9wIjowLjAsIkxlZnQiOjAuMCwiUmlnaHQiOjAuMCwiQm90dG9tIjowLjB9LCJCYWNrZ3JvdW5kIjp7IiRpZCI6Ijg1IiwiQ29sb3IiOnsiJGlkIjoiODYiLCJBIjoyNTUsIlIiOjE0LCJHIjo0MCwiQiI6NjV9fSwiSXNWaXNpYmxlIjp0cnVlLCJXaWR0aCI6MC4wLCJIZWlnaHQiOjAuMCwiQm9yZGVyU3R5bGUiOnsiJGlkIjoiODciLCJMaW5lQ29sb3IiOm51bGwsIkxpbmVXZWlnaHQiOjAuMCwiTGluZVR5cGUiOjAsIlBhcmVudFN0eWxlIjpudWxsfSwiUGFyZW50U3R5bGUiOm51bGx9LCJTaW5nbGVTY2FsZVNoYXBlU3R5bGUiOnsiJGlkIjoiODgiLCJTaGFwZSI6MCwiSGVpZ2h0IjowLjB9LCJNaWRkbGVUaWVyU2NhbGVTdHlsZSI6eyIkaWQiOiI4OSIsIlNoYXBlIjozLCJTaG93U2VnbWVudFNlcGFyYXRvcnMiOnRydWUsIlNlZ21lbnRTZXBhcmF0b3JPcGFjaXR5IjozMCwiSGFzQmVlblZpc2libGVCZWZvcmUiOmZhbHNlLCJGb250U2V0dGluZ3MiOnsiJGlkIjoiOTAiLCJGb250U2l6ZSI6MTIsIkZvbnROYW1lIjoiQ2FsaWJyaSIsIklzQm9sZCI6ZmFsc2UsIklzSXRhbGljIjpmYWxzZSwiSXNVbmRlcmxpbmVkIjpmYWxzZSwiUGFyZW50U3R5bGUiOm51bGx9LCJBdXRvU2l6ZSI6MCwiRm9yZWdyb3VuZCI6eyIkaWQiOiI5MSIsIkNvbG9yIjp7IiRpZCI6IjkyIiwiQSI6MjU1LCJSIjoyMzIsIkciOjIzMiwiQiI6MjMyfX0sIk1heFdpZHRoIjoyMDAuMCwiTWF4SGVpZ2h0IjoiSW5maW5pdHkiLCJTbWFydEZvcmVncm91bmRJc0FjdGl2ZSI6ZmFsc2UsIkhvcml6b250YWxBbGlnbm1lbnQiOjAsIlZlcnRpY2FsQWxpZ25tZW50IjoxLCJTbWFydEZvcmVncm91bmQiOm51bGwsIkJhY2tncm91bmRGaWxsVHlwZSI6MCwiTWFyZ2luIjp7IiRpZCI6IjkzIiwiVG9wIjowLjAsIkxlZnQiOjQuMCwiUmlnaHQiOjQuMCwiQm90dG9tIjowLjB9LCJQYWRkaW5nIjp7IiRpZCI6Ijk0IiwiVG9wIjowLjAsIkxlZnQiOjAuMCwiUmlnaHQiOjAuMCwiQm90dG9tIjowLjB9LCJCYWNrZ3JvdW5kIjp7IiRpZCI6Ijk1IiwiQ29sb3IiOnsiJGlkIjoiOTYiLCJBIjoyNTUsIlIiOjE0LCJHIjo0MCwiQiI6NjV9fSwiSXNWaXNpYmxlIjpmYWxzZSwiV2lkdGgiOjAuMCwiSGVpZ2h0IjowLjAsIkJvcmRlclN0eWxlIjp7IiRpZCI6Ijk3IiwiTGluZUNvbG9yIjpudWxsLCJMaW5lV2VpZ2h0IjowLjAsIkxpbmVUeXBlIjowLCJQYXJlbnRTdHlsZSI6bnVsbH0sIlBhcmVudFN0eWxlIjpudWxsfSwiQm90dG9tVGllclNjYWxlU3R5bGUiOnsiJGlkIjoiOTgiLCJTaGFwZSI6MywiU2hvd1NlZ21lbnRTZXBhcmF0b3JzIjp0cnVlLCJTZWdtZW50U2VwYXJhdG9yT3BhY2l0eSI6MzAsIkhhc0JlZW5WaXNpYmxlQmVmb3JlIjpmYWxzZSwiRm9udFNldHRpbmdzIjp7IiRpZCI6Ijk5IiwiRm9udFNpemUiOjEyLCJGb250TmFtZSI6IkNhbGlicmkiLCJJc0JvbGQiOmZhbHNlLCJJc0l0YWxpYyI6ZmFsc2UsIklzVW5kZXJsaW5lZCI6ZmFsc2UsIlBhcmVudFN0eWxlIjpudWxsfSwiQXV0b1NpemUiOjAsIkZvcmVncm91bmQiOnsiJGlkIjoiMTAwIiwiQ29sb3IiOnsiJGlkIjoiMTAxIiwiQSI6MjU1LCJSIjoyMzIsIkciOjIzMiwiQiI6MjMyfX0sIk1heFdpZHRoIjoyMDAuMCwiTWF4SGVpZ2h0IjoiSW5maW5pdHkiLCJTbWFydEZvcmVncm91bmRJc0FjdGl2ZSI6ZmFsc2UsIkhvcml6b250YWxBbGlnbm1lbnQiOjAsIlZlcnRpY2FsQWxpZ25tZW50IjoxLCJTbWFydEZvcmVncm91bmQiOm51bGwsIkJhY2tncm91bmRGaWxsVHlwZSI6MCwiTWFyZ2luIjp7IiRpZCI6IjEwMiIsIlRvcCI6MC4wLCJMZWZ0Ijo0LjAsIlJpZ2h0Ijo0LjAsIkJvdHRvbSI6MC4wfSwiUGFkZGluZyI6eyIkaWQiOiIxMDMiLCJUb3AiOjAuMCwiTGVmdCI6MC4wLCJSaWdodCI6MC4wLCJCb3R0b20iOjAuMH0sIkJhY2tncm91bmQiOnsiJGlkIjoiMTA0IiwiQ29sb3IiOnsiJGlkIjoiMTA1IiwiQSI6MjU1LCJSIjoxNCwiRyI6NDAsIkIiOjY1fX0sIklzVmlzaWJsZSI6ZmFsc2UsIldpZHRoIjowLjAsIkhlaWdodCI6MC4wLCJCb3JkZXJTdHlsZSI6eyIkaWQiOiIxMDYiLCJMaW5lQ29sb3IiOm51bGwsIkxpbmVXZWlnaHQiOjAuMCwiTGluZVR5cGUiOjAsIlBhcmVudFN0eWxlIjpudWxsfSwiUGFyZW50U3R5bGUiOm51bGx9LCJFbGFwc2VkVGltZUJhY2tncm91bmQiOnsiJGlkIjoiMTA3IiwiQ29sb3IiOnsiJGlkIjoiMTA4IiwiQSI6MTkxLCJSIjoyNTUsIkciOjAsIkIiOjB9fSwiQXBwZW5kWWVhck9uWWVhckNoYW5nZSI6ZmFsc2UsIkVsYXBzZWRUaW1lRm9ybWF0IjowLCJUb2RheU1hcmtlclBvc2l0aW9uIjowLCJRdWlja1Bvc2l0aW9uIjozLCJBYnNvbHV0ZVBvc2l0aW9uIjoxMzUuMCwiTWFyZ2luIjp7IiRpZCI6IjEwOSIsIlRvcCI6MC4wLCJMZWZ0IjoxMC4wLCJSaWdodCI6MTAuMCwiQm90dG9tIjowLjB9LCJQYWRkaW5nIjp7IiRpZCI6IjExMCIsIlRvcCI6MC4wLCJMZWZ0IjowLjAsIlJpZ2h0IjowLjAsIkJvdHRvbSI6MC4wfSwiQmFja2dyb3VuZCI6eyIkaWQiOiIxMTEiLCJDb2xvciI6eyIkaWQiOiIxMTIiLCJBIjoyNTUsIlIiOjQ3LCJHIjo1NCwiQiI6MTUzfX0sIklzVmlzaWJsZSI6ZmFsc2UsIldpZHRoIjowLjAsIkhlaWdodCI6MC4wLCJCb3JkZXJTdHlsZSI6bnVsbCwiUGFyZW50U3R5bGUiOm51bGx9LCJEZWZhdWx0TWlsZXN0b25lU3R5bGUiOnsiJGlkIjoiMTEzIiwiU2hhcGUiOjIsIkNvbm5lY3Rvck1hcmdpbiI6eyIkaWQiOiIxMTQiLCJUb3AiOjAuMCwiTGVmdCI6Mi4wLCJSaWdodCI6Mi4wLCJCb3R0b20iOjAuMH0sIkNvbm5lY3RvclN0eWxlIjp7IiRpZCI6IjExNSIsIkxpbmVDb2xvciI6eyIkaWQiOiIxMTYiLCIkdHlwZSI6Ik5MUkUuQ29tbW9uLkRvbS5Tb2xpZENvbG9yQnJ1c2gsIE5MUkUuQ29tbW9uIiwiQ29sb3IiOnsiJGlkIjoiMTE3IiwiQSI6MTI3LCJSIjoyMzMsIkciOjExMywiQiI6NTB9fSwiTGluZVdlaWdodCI6MS4wLCJMaW5lVHlwZSI6MCwiUGFyZW50U3R5bGUiOm51bGx9LCJJc0JlbG93VGltZWJhbmQiOmZhbHNlLCJQb3NpdGlvbk9uVGFzayI6MCwiSGlkZURhdGUiOmZhbHNlLCJTaGFwZVNpemUiOjEsIlNwYWNpbmciOjAuMCwiUGFkZGluZyI6eyIkaWQiOiIxMTgiLCJUb3AiOjUuMCwiTGVmdCI6My4wLCJSaWdodCI6MC4wLCJCb3R0b20iOjIuMH0sIlNoYXBlU3R5bGUiOnsiJGlkIjoiMTE5IiwiTWFyZ2luIjp7IiRpZCI6IjEyMCIsIlRvcCI6MC4wLCJMZWZ0IjowLjAsIlJpZ2h0IjowLjAsIkJvdHRvbSI6MC4wfSwiUGFkZGluZyI6eyIkaWQiOiIxMjEiLCJUb3AiOjAuMCwiTGVmdCI6MC4wLCJSaWdodCI6MC4wLCJCb3R0b20iOjAuMH0sIkJhY2tncm91bmQiOnsiJGlkIjoiMTIyIiwiQ29sb3IiOnsiJGlkIjoiMTIzIiwiQSI6MjU1LCJSIjoyMzMsIkciOjExMywiQiI6NTB9fSwiSXNWaXNpYmxlIjp0cnVlLCJXaWR0aCI6MTguMCwiSGVpZ2h0IjoyMC4wLCJCb3JkZXJTdHlsZSI6eyIkaWQiOiIxMjQiLCJMaW5lQ29sb3IiOnsiJGlkIjoiMTI1IiwiJHR5cGUiOiJOTFJFLkNvbW1vbi5Eb20uU29saWRDb2xvckJydXNoLCBOTFJFLkNvbW1vbiIsIkNvbG9yIjp7IiRpZCI6IjEyNiIsIkEiOjI1NSwiUiI6MjM0LCJHIjoyMiwiQiI6MzB9fSwiTGluZVdlaWdodCI6MC4wLCJMaW5lVHlwZSI6MCwiUGFyZW50U3R5bGUiOm51bGx9LCJQYXJlbnRTdHlsZSI6bnVsbH0sIlRpdGxlU3R5bGUiOnsiJGlkIjoiMTI3IiwiRm9udFNldHRpbmdzIjp7IiRpZCI6IjEyOCIsIkZvbnRTaXplIjoxMSwiRm9udE5hbWUiOiJDYWxpYnJpIiwiSXNCb2xkIjp0cnVlLCJJc0l0YWxpYyI6ZmFsc2UsIklzVW5kZXJsaW5lZCI6ZmFsc2UsIlBhcmVudFN0eWxlIjpudWxsfSwiQXV0b1NpemUiOjAsIkZvcmVncm91bmQiOnsiJGlkIjoiMTI5IiwiQ29sb3IiOnsiJGlkIjoiMTM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zMSIsIlRvcCI6MC4wLCJMZWZ0IjowLjAsIlJpZ2h0IjowLjAsIkJvdHRvbSI6MC4wfSwiUGFkZGluZyI6eyIkaWQiOiIxMzIiLCJUb3AiOjAuMCwiTGVmdCI6MC4wLCJSaWdodCI6MC4wLCJCb3R0b20iOjAuMH0sIkJhY2tncm91bmQiOnsiJGlkIjoiMTMzIiwiQ29sb3IiOnsiJGlkIjoiMTM0IiwiQSI6MjU1LCJSIjowLCJHIjowLCJCIjowfX0sIklzVmlzaWJsZSI6dHJ1ZSwiV2lkdGgiOjAuMCwiSGVpZ2h0IjowLjAsIkJvcmRlclN0eWxlIjp7IiRpZCI6IjEzNSIsIkxpbmVDb2xvciI6bnVsbCwiTGluZVdlaWdodCI6MC4wLCJMaW5lVHlwZSI6MCwiUGFyZW50U3R5bGUiOm51bGx9LCJQYXJlbnRTdHlsZSI6bnVsbH0sIkRhdGVTdHlsZSI6eyIkaWQiOiIxMzYiLCJGb250U2V0dGluZ3MiOnsiJGlkIjoiMTM3IiwiRm9udFNpemUiOjEwLCJGb250TmFtZSI6IkNhbGlicmkiLCJJc0JvbGQiOmZhbHNlLCJJc0l0YWxpYyI6ZmFsc2UsIklzVW5kZXJsaW5lZCI6ZmFsc2UsIlBhcmVudFN0eWxlIjpudWxsfSwiQXV0b1NpemUiOjAsIkZvcmVncm91bmQiOnsiJGlkIjoiMTM4IiwiQ29sb3IiOnsiJGlkIjoiMTM5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0MCIsIlRvcCI6MC4wLCJMZWZ0IjowLjAsIlJpZ2h0IjowLjAsIkJvdHRvbSI6MC4wfSwiUGFkZGluZyI6eyIkaWQiOiIxNDEiLCJUb3AiOjAuMCwiTGVmdCI6MC4wLCJSaWdodCI6MC4wLCJCb3R0b20iOjAuMH0sIkJhY2tncm91bmQiOnsiJGlkIjoiMTQyIiwiQ29sb3IiOnsiJGlkIjoiMTQzIiwiQSI6MjU1LCJSIjoxNCwiRyI6NDAsIkIiOjY1fX0sIklzVmlzaWJsZSI6dHJ1ZSwiV2lkdGgiOjAuMCwiSGVpZ2h0IjowLjAsIkJvcmRlclN0eWxlIjp7IiRpZCI6IjE0NCIsIkxpbmVDb2xvciI6bnVsbCwiTGluZVdlaWdodCI6MC4wLCJMaW5lVHlwZSI6MCwiUGFyZW50U3R5bGUiOm51bGx9LCJQYXJlbnRTdHlsZSI6bnVsbH0sIkRhdGVGb3JtYXQiOnsiJGlkIjoiMTQ1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0NiIsIkZvcm1hdCI6MCwiSXNWaXNpYmxlIjpmYWxzZSwiTGFzdEtub3duVmlzaWJpbGl0eVN0YXRlIjpmYWxzZX0sIklzVmlzaWJsZSI6dHJ1ZSwiVmFyaWFuY2VTdHlsZSI6eyIkaWQiOiIxNDciLCJUZXh0U3R5bGUiOnsiJGlkIjoiMTQ4IiwiRm9udFNldHRpbmdzIjp7IiRpZCI6IjE0OSIsIkZvbnRTaXplIjoxMCwiRm9udE5hbWUiOiJDYWxpYnJpIiwiSXNCb2xkIjpmYWxzZSwiSXNJdGFsaWMiOmZhbHNlLCJJc1VuZGVybGluZWQiOmZhbHNlLCJQYXJlbnRTdHlsZSI6bnVsbH0sIkF1dG9TaXplIjowLCJGb3JlZ3JvdW5kIjp7IiRpZCI6IjE1MCIsIkNvbG9yIjp7IiRpZCI6IjE1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TIiLCJUb3AiOjAuMCwiTGVmdCI6MC4wLCJSaWdodCI6MC4wLCJCb3R0b20iOjAuMH0sIlBhZGRpbmciOnsiJGlkIjoiMTUzIiwiVG9wIjowLjAsIkxlZnQiOjAuMCwiUmlnaHQiOjAuMCwiQm90dG9tIjowLjB9LCJCYWNrZ3JvdW5kIjp7IiRpZCI6IjE1NCIsIkNvbG9yIjp7IiRpZCI6IjE1NSIsIkEiOjI1NSwiUiI6MCwiRyI6MCwiQiI6MH19LCJJc1Zpc2libGUiOnRydWUsIldpZHRoIjowLjAsIkhlaWdodCI6MC4wLCJCb3JkZXJTdHlsZSI6eyIkaWQiOiIxNTYiLCJMaW5lQ29sb3IiOm51bGwsIkxpbmVXZWlnaHQiOjAuMCwiTGluZVR5cGUiOjAsIlBhcmVudFN0eWxlIjpudWxsfSwiUGFyZW50U3R5bGUiOm51bGx9LCJQYXJlbnRTdHlsZSI6bnVsbH0sIlBhcmVudFN0eWxlIjpudWxsfSwiRGVmYXVsdE1vdFN0eWxlIjp7IiRpZCI6IjE1NyIsIlNoYXBlIjoyLCJDb25uZWN0b3JNYXJnaW4iOnsiJGlkIjoiMTU4IiwiVG9wIjowLjAsIkxlZnQiOjIuMCwiUmlnaHQiOjIuMCwiQm90dG9tIjowLjB9LCJDb25uZWN0b3JTdHlsZSI6eyIkaWQiOiIxNTkiLCJMaW5lQ29sb3IiOnsiJGlkIjoiMTYwIiwiJHR5cGUiOiJOTFJFLkNvbW1vbi5Eb20uU29saWRDb2xvckJydXNoLCBOTFJFLkNvbW1vbiIsIkNvbG9yIjp7IiRpZCI6IjE2MSIsIkEiOjEyNywiUiI6MjMzLCJHIjoxMTMsIkIiOjUwfX0sIkxpbmVXZWlnaHQiOjEuMCwiTGluZVR5cGUiOjAsIlBhcmVudFN0eWxlIjpudWxsfSwiSXNCZWxvd1RpbWViYW5kIjpmYWxzZSwiUG9zaXRpb25PblRhc2siOjEsIkhpZGVEYXRlIjpmYWxzZSwiU2hhcGVTaXplIjoxLCJTcGFjaW5nIjowLjAsIlBhZGRpbmciOnsiJGlkIjoiMTYyIiwiVG9wIjo1LjAsIkxlZnQiOjMuMCwiUmlnaHQiOjAuMCwiQm90dG9tIjoyLjB9LCJTaGFwZVN0eWxlIjp7IiRpZCI6IjE2MyIsIk1hcmdpbiI6eyIkaWQiOiIxNjQiLCJUb3AiOjAuMCwiTGVmdCI6MC4wLCJSaWdodCI6MC4wLCJCb3R0b20iOjAuMH0sIlBhZGRpbmciOnsiJGlkIjoiMTY1IiwiVG9wIjowLjAsIkxlZnQiOjAuMCwiUmlnaHQiOjAuMCwiQm90dG9tIjowLjB9LCJCYWNrZ3JvdW5kIjp7IiRpZCI6IjE2NiIsIkNvbG9yIjp7IiRpZCI6IjE2NyIsIkEiOjI1NSwiUiI6MjMzLCJHIjoxMTMsIkIiOjUwfX0sIklzVmlzaWJsZSI6dHJ1ZSwiV2lkdGgiOjEzLjAsIkhlaWdodCI6MTMuMCwiQm9yZGVyU3R5bGUiOnsiJGlkIjoiMTY4IiwiTGluZUNvbG9yIjp7IiRpZCI6IjE2OSIsIiR0eXBlIjoiTkxSRS5Db21tb24uRG9tLlNvbGlkQ29sb3JCcnVzaCwgTkxSRS5Db21tb24iLCJDb2xvciI6eyIkaWQiOiIxNzAiLCJBIjoyNTUsIlIiOjIzNCwiRyI6MjIsIkIiOjMwfX0sIkxpbmVXZWlnaHQiOjAuMCwiTGluZVR5cGUiOjAsIlBhcmVudFN0eWxlIjpudWxsfSwiUGFyZW50U3R5bGUiOm51bGx9LCJUaXRsZVN0eWxlIjp7IiRpZCI6IjE3MSIsIkZvbnRTZXR0aW5ncyI6eyIkaWQiOiIxNzIiLCJGb250U2l6ZSI6MTEsIkZvbnROYW1lIjoiQ2FsaWJyaSIsIklzQm9sZCI6dHJ1ZSwiSXNJdGFsaWMiOmZhbHNlLCJJc1VuZGVybGluZWQiOmZhbHNlLCJQYXJlbnRTdHlsZSI6bnVsbH0sIkF1dG9TaXplIjowLCJGb3JlZ3JvdW5kIjp7IiRpZCI6IjE3MyIsIkNvbG9yIjp7IiRpZCI6IjE3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zUiLCJUb3AiOjAuMCwiTGVmdCI6MC4wLCJSaWdodCI6MC4wLCJCb3R0b20iOjAuMH0sIlBhZGRpbmciOnsiJGlkIjoiMTc2IiwiVG9wIjowLjAsIkxlZnQiOjAuMCwiUmlnaHQiOjAuMCwiQm90dG9tIjowLjB9LCJCYWNrZ3JvdW5kIjp7IiRpZCI6IjE3NyIsIkNvbG9yIjp7IiRpZCI6IjE3OCIsIkEiOjI1NSwiUiI6MCwiRyI6MCwiQiI6MH19LCJJc1Zpc2libGUiOnRydWUsIldpZHRoIjowLjAsIkhlaWdodCI6MC4wLCJCb3JkZXJTdHlsZSI6eyIkaWQiOiIxNzkiLCJMaW5lQ29sb3IiOm51bGwsIkxpbmVXZWlnaHQiOjAuMCwiTGluZVR5cGUiOjAsIlBhcmVudFN0eWxlIjpudWxsfSwiUGFyZW50U3R5bGUiOm51bGx9LCJEYXRlU3R5bGUiOnsiJGlkIjoiMTgwIiwiRm9udFNldHRpbmdzIjp7IiRpZCI6IjE4MSIsIkZvbnRTaXplIjoxMCwiRm9udE5hbWUiOiJDYWxpYnJpIiwiSXNCb2xkIjpmYWxzZSwiSXNJdGFsaWMiOmZhbHNlLCJJc1VuZGVybGluZWQiOmZhbHNlLCJQYXJlbnRTdHlsZSI6bnVsbH0sIkF1dG9TaXplIjowLCJGb3JlZ3JvdW5kIjp7IiRpZCI6IjE4MiIsIkNvbG9yIjp7IiRpZCI6IjE4My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xODQiLCJUb3AiOjAuMCwiTGVmdCI6MC4wLCJSaWdodCI6MC4wLCJCb3R0b20iOjAuMH0sIlBhZGRpbmciOnsiJGlkIjoiMTg1IiwiVG9wIjowLjAsIkxlZnQiOjAuMCwiUmlnaHQiOjAuMCwiQm90dG9tIjowLjB9LCJCYWNrZ3JvdW5kIjp7IiRpZCI6IjE4NiIsIkNvbG9yIjp7IiRpZCI6IjE4NyIsIkEiOjI1NSwiUiI6MTQsIkciOjQwLCJCIjo2NX19LCJJc1Zpc2libGUiOnRydWUsIldpZHRoIjowLjAsIkhlaWdodCI6MC4wLCJCb3JkZXJTdHlsZSI6eyIkaWQiOiIxODgiLCJMaW5lQ29sb3IiOm51bGwsIkxpbmVXZWlnaHQiOjAuMCwiTGluZVR5cGUiOjAsIlBhcmVudFN0eWxlIjpudWxsfSwiUGFyZW50U3R5bGUiOm51bGx9LCJEYXRlRm9ybWF0Ijp7IiRpZCI6IjE4O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TAiLCJGb3JtYXQiOjAsIklzVmlzaWJsZSI6ZmFsc2UsIkxhc3RLbm93blZpc2liaWxpdHlTdGF0ZSI6ZmFsc2V9LCJJc1Zpc2libGUiOnRydWUsIlZhcmlhbmNlU3R5bGUiOnsiJGlkIjoiMTkxIiwiVGV4dFN0eWxlIjp7IiRpZCI6IjE5MiIsIkZvbnRTZXR0aW5ncyI6eyIkaWQiOiIxOTMiLCJGb250U2l6ZSI6MTAsIkZvbnROYW1lIjoiQ2FsaWJyaSIsIklzQm9sZCI6ZmFsc2UsIklzSXRhbGljIjpmYWxzZSwiSXNVbmRlcmxpbmVkIjpmYWxzZSwiUGFyZW50U3R5bGUiOm51bGx9LCJBdXRvU2l6ZSI6MCwiRm9yZWdyb3VuZCI6eyIkaWQiOiIxOTQiLCJDb2xvciI6eyIkaWQiOiIxOT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k2IiwiVG9wIjowLjAsIkxlZnQiOjAuMCwiUmlnaHQiOjAuMCwiQm90dG9tIjowLjB9LCJQYWRkaW5nIjp7IiRpZCI6IjE5NyIsIlRvcCI6MC4wLCJMZWZ0IjowLjAsIlJpZ2h0IjowLjAsIkJvdHRvbSI6MC4wfSwiQmFja2dyb3VuZCI6eyIkaWQiOiIxOTgiLCJDb2xvciI6eyIkaWQiOiIxOTkiLCJBIjoyNTUsIlIiOjAsIkciOjAsIkIiOjB9fSwiSXNWaXNpYmxlIjp0cnVlLCJXaWR0aCI6MC4wLCJIZWlnaHQiOjAuMCwiQm9yZGVyU3R5bGUiOnsiJGlkIjoiMjAwIiwiTGluZUNvbG9yIjpudWxsLCJMaW5lV2VpZ2h0IjowLjAsIkxpbmVUeXBlIjowLCJQYXJlbnRTdHlsZSI6bnVsbH0sIlBhcmVudFN0eWxlIjpudWxsfSwiUGFyZW50U3R5bGUiOm51bGx9LCJQYXJlbnRTdHlsZSI6bnVsbH0sIkRlZmF1bHRUYXNrU3R5bGUiOnsiJGlkIjoiMjAxIiwiU2hhcGUiOjMsIlNoYXBlVGhpY2tuZXNzIjowLCJEdXJhdGlvbkZvcm1hdCI6MCwiSW5jbHVkZU5vbldvcmtpbmdEYXlzSW5EdXJhdGlvbiI6ZmFsc2UsIlBlcmNlbnRhZ2VDb21wbGV0ZVN0eWxlIjp7IiRpZCI6IjIwMiIsIkZvbnRTZXR0aW5ncyI6eyIkaWQiOiIyMDMiLCJGb250U2l6ZSI6MTAsIkZvbnROYW1lIjoiQ2FsaWJyaSIsIklzQm9sZCI6ZmFsc2UsIklzSXRhbGljIjpmYWxzZSwiSXNVbmRlcmxpbmVkIjpmYWxzZSwiUGFyZW50U3R5bGUiOm51bGx9LCJBdXRvU2l6ZSI6MCwiRm9yZWdyb3VuZCI6eyIkaWQiOiIyMDQiLCJDb2xvciI6eyIkaWQiOiIyMDU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jA2IiwiVG9wIjowLjAsIkxlZnQiOjAuMCwiUmlnaHQiOjAuMCwiQm90dG9tIjowLjB9LCJQYWRkaW5nIjp7IiRpZCI6IjIwNyIsIlRvcCI6MC4wLCJMZWZ0IjowLjAsIlJpZ2h0IjowLjAsIkJvdHRvbSI6MC4wfSwiQmFja2dyb3VuZCI6eyIkaWQiOiIyMDgiLCJDb2xvciI6eyIkaWQiOiIyMDkiLCJBIjo4OSwiUiI6MCwiRyI6MCwiQiI6MH19LCJJc1Zpc2libGUiOnRydWUsIldpZHRoIjowLjAsIkhlaWdodCI6MC4wLCJCb3JkZXJTdHlsZSI6eyIkaWQiOiIyMTAiLCJMaW5lQ29sb3IiOm51bGwsIkxpbmVXZWlnaHQiOjAuMCwiTGluZVR5cGUiOjAsIlBhcmVudFN0eWxlIjpudWxsfSwiUGFyZW50U3R5bGUiOm51bGx9LCJEdXJhdGlvblN0eWxlIjp7IiRpZCI6IjIxMSIsIkZvbnRTZXR0aW5ncyI6eyIkaWQiOiIyMTIiLCJGb250U2l6ZSI6MTAsIkZvbnROYW1lIjoiQ2FsaWJyaSIsIklzQm9sZCI6ZmFsc2UsIklzSXRhbGljIjpmYWxzZSwiSXNVbmRlcmxpbmVkIjpmYWxzZSwiUGFyZW50U3R5bGUiOm51bGx9LCJBdXRvU2l6ZSI6MCwiRm9yZWdyb3VuZCI6eyIkaWQiOiIyMTMiLCJDb2xvciI6eyIkaWQiOiIyMTQ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yMTUiLCJUb3AiOjAuMCwiTGVmdCI6MC4wLCJSaWdodCI6MC4wLCJCb3R0b20iOjAuMH0sIlBhZGRpbmciOnsiJGlkIjoiMjE2IiwiVG9wIjowLjAsIkxlZnQiOjAuMCwiUmlnaHQiOjAuMCwiQm90dG9tIjowLjB9LCJCYWNrZ3JvdW5kIjp7IiRpZCI6IjIxNyIsIkNvbG9yIjp7IiRpZCI6IjIxOCIsIkEiOjI1NSwiUiI6MjM3LCJHIjoxMjUsIkIiOjQ5fX0sIklzVmlzaWJsZSI6dHJ1ZSwiV2lkdGgiOjAuMCwiSGVpZ2h0IjowLjAsIkJvcmRlclN0eWxlIjp7IiRpZCI6IjIxOSIsIkxpbmVDb2xvciI6bnVsbCwiTGluZVdlaWdodCI6MC4wLCJMaW5lVHlwZSI6MCwiUGFyZW50U3R5bGUiOm51bGx9LCJQYXJlbnRTdHlsZSI6bnVsbH0sIkhvcml6b250YWxDb25uZWN0b3JTdHlsZSI6eyIkaWQiOiIyMjAiLCJMaW5lQ29sb3IiOnsiJGlkIjoiMjIxIiwiJHR5cGUiOiJOTFJFLkNvbW1vbi5Eb20uU29saWRDb2xvckJydXNoLCBOTFJFLkNvbW1vbiIsIkNvbG9yIjp7IiRpZCI6IjIyMiIsIkEiOjUxLCJSIjoyMSwiRyI6OTYsIkIiOjEzMH19LCJMaW5lV2VpZ2h0IjoxLjAsIkxpbmVUeXBlIjowLCJQYXJlbnRTdHlsZSI6bnVsbH0sIlZlcnRpY2FsQ29ubmVjdG9yU3R5bGUiOnsiJGlkIjoiMjIzIiwiTGluZUNvbG9yIjp7IiRpZCI6IjIyNCIsIiR0eXBlIjoiTkxSRS5Db21tb24uRG9tLlNvbGlkQ29sb3JCcnVzaCwgTkxSRS5Db21tb24iLCJDb2xvciI6eyIkaWQiOiIyMjU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MiwiU3BhY2luZyI6MywiSXNCZWxvd1RpbWViYW5kIjpmYWxzZSwiUGVyY2VudGFnZUNvbXBsZXRlU2hhcGVPcGFjaXR5IjozNSwiQmFzZWxpbmVTdHlsZSI6eyIkaWQiOiIyMjYiLCJTaGFwZVN0eWxlIjp7IiRpZCI6IjIyNyIsIk1hcmdpbiI6eyIkaWQiOiIyMjgiLCJUb3AiOjAuMCwiTGVmdCI6MC4wLCJSaWdodCI6MC4wLCJCb3R0b20iOjAuMH0sIlBhZGRpbmciOnsiJGlkIjoiMjI5IiwiVG9wIjowLjAsIkxlZnQiOjAuMCwiUmlnaHQiOjAuMCwiQm90dG9tIjowLjB9LCJCYWNrZ3JvdW5kIjp7IiRpZCI6IjIzMCIsIkNvbG9yIjp7IiRpZCI6IjIzMSIsIkEiOjE1MywiUiI6MCwiRyI6MCwiQiI6MH19LCJJc1Zpc2libGUiOnRydWUsIldpZHRoIjowLjAsIkhlaWdodCI6MC4wLCJCb3JkZXJTdHlsZSI6eyIkaWQiOiIyMzIiLCJMaW5lQ29sb3IiOnsiJGlkIjoiMjMzIiwiJHR5cGUiOiJOTFJFLkNvbW1vbi5Eb20uU29saWRDb2xvckJydXNoLCBOTFJFLkNvbW1vbiIsIkNvbG9yIjp7IiRpZCI6IjIzNCIsIkEiOjI1NSwiUiI6MjU1LCJHIjowLCJCIjowfX0sIkxpbmVXZWlnaHQiOjAuMCwiTGluZVR5cGUiOjAsIlBhcmVudFN0eWxlIjpudWxsfSwiUGFyZW50U3R5bGUiOm51bGx9LCJNYXJnaW4iOnsiJGlkIjoiMjM1IiwiVG9wIjowLjAsIkxlZnQiOjAuMCwiUmlnaHQiOjAuMCwiQm90dG9tIjowLjB9LCJQYWRkaW5nIjp7IiRpZCI6IjIzNiIsIlRvcCI6MC4wLCJMZWZ0IjowLjAsIlJpZ2h0IjowLjAsIkJvdHRvbSI6MC4wfSwiQmFja2dyb3VuZCI6bnVsbCwiSXNWaXNpYmxlIjp0cnVlLCJXaWR0aCI6MC4wLCJIZWlnaHQiOjAuMCwiQm9yZGVyU3R5bGUiOm51bGwsIlBhcmVudFN0eWxlIjpudWxsfSwiU2hhcGVTdHlsZSI6eyIkaWQiOiIyMzciLCJNYXJnaW4iOnsiJGlkIjoiMjM4IiwiVG9wIjowLjAsIkxlZnQiOjQuMCwiUmlnaHQiOjQuMCwiQm90dG9tIjowLjB9LCJQYWRkaW5nIjp7IiRpZCI6IjIzOSIsIlRvcCI6MC4wLCJMZWZ0IjowLjAsIlJpZ2h0IjowLjAsIkJvdHRvbSI6MC4wfSwiQmFja2dyb3VuZCI6eyIkaWQiOiIyNDAiLCJDb2xvciI6eyIkaWQiOiIyNDEiLCJBIjoyNTUsIlIiOjIxLCJHIjo5NiwiQiI6MTMwfX0sIklzVmlzaWJsZSI6dHJ1ZSwiV2lkdGgiOjAuMCwiSGVpZ2h0IjoxMC4wLCJCb3JkZXJTdHlsZSI6eyIkaWQiOiIyNDIiLCJMaW5lQ29sb3IiOnsiJGlkIjoiMjQzIiwiJHR5cGUiOiJOTFJFLkNvbW1vbi5Eb20uU29saWRDb2xvckJydXNoLCBOTFJFLkNvbW1vbiIsIkNvbG9yIjp7IiRpZCI6IjI0NCIsIkEiOjI1NSwiUiI6MjM0LCJHIjoyMiwiQiI6MzB9fSwiTGluZVdlaWdodCI6MC4wLCJMaW5lVHlwZSI6MCwiUGFyZW50U3R5bGUiOm51bGx9LCJQYXJlbnRTdHlsZSI6bnVsbH0sIlRpdGxlU3R5bGUiOnsiJGlkIjoiMjQ1IiwiRm9udFNldHRpbmdzIjp7IiRpZCI6IjI0NiIsIkZvbnRTaXplIjoxMSwiRm9udE5hbWUiOiJDYWxpYnJpIiwiSXNCb2xkIjpmYWxzZSwiSXNJdGFsaWMiOmZhbHNlLCJJc1VuZGVybGluZWQiOmZhbHNlLCJQYXJlbnRTdHlsZSI6bnVsbH0sIkF1dG9TaXplIjowLCJGb3JlZ3JvdW5kIjp7IiRpZCI6IjI0NyIsIkNvbG9yIjp7IiRpZCI6IjI0OC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yNDkiLCJUb3AiOjAuMCwiTGVmdCI6MC4wLCJSaWdodCI6MC4wLCJCb3R0b20iOjAuMH0sIlBhZGRpbmciOnsiJGlkIjoiMjUwIiwiVG9wIjowLjAsIkxlZnQiOjAuMCwiUmlnaHQiOjAuMCwiQm90dG9tIjowLjB9LCJCYWNrZ3JvdW5kIjp7IiRpZCI6IjI1MSIsIkNvbG9yIjp7IiRpZCI6IjI1MiIsIkEiOjI1NSwiUiI6MCwiRyI6MCwiQiI6MH19LCJJc1Zpc2libGUiOnRydWUsIldpZHRoIjowLjAsIkhlaWdodCI6MC4wLCJCb3JkZXJTdHlsZSI6eyIkaWQiOiIyNTMiLCJMaW5lQ29sb3IiOm51bGwsIkxpbmVXZWlnaHQiOjAuMCwiTGluZVR5cGUiOjAsIlBhcmVudFN0eWxlIjpudWxsfSwiUGFyZW50U3R5bGUiOm51bGx9LCJEYXRlU3R5bGUiOnsiJGlkIjoiMjU0IiwiRm9udFNldHRpbmdzIjp7IiRpZCI6IjI1NSIsIkZvbnRTaXplIjoxMCwiRm9udE5hbWUiOiJDYWxpYnJpIiwiSXNCb2xkIjpmYWxzZSwiSXNJdGFsaWMiOmZhbHNlLCJJc1VuZGVybGluZWQiOmZhbHNlLCJQYXJlbnRTdHlsZSI6bnVsbH0sIkF1dG9TaXplIjowLCJGb3JlZ3JvdW5kIjp7IiRpZCI6IjI1NiIsIkNvbG9yIjp7IiRpZCI6IjI1Ny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yNTgiLCJUb3AiOjAuMCwiTGVmdCI6MC4wLCJSaWdodCI6MC4wLCJCb3R0b20iOjAuMH0sIlBhZGRpbmciOnsiJGlkIjoiMjU5IiwiVG9wIjowLjAsIkxlZnQiOjAuMCwiUmlnaHQiOjAuMCwiQm90dG9tIjowLjB9LCJCYWNrZ3JvdW5kIjp7IiRpZCI6IjI2MCIsIkNvbG9yIjp7IiRpZCI6IjI2MSIsIkEiOjI1NSwiUiI6MTQsIkciOjQwLCJCIjo2NX19LCJJc1Zpc2libGUiOnRydWUsIldpZHRoIjowLjAsIkhlaWdodCI6MC4wLCJCb3JkZXJTdHlsZSI6eyIkaWQiOiIyNjIiLCJMaW5lQ29sb3IiOm51bGwsIkxpbmVXZWlnaHQiOjAuMCwiTGluZVR5cGUiOjAsIlBhcmVudFN0eWxlIjpudWxsfSwiUGFyZW50U3R5bGUiOm51bGx9LCJEYXRlRm9ybWF0Ijp7IiRpZCI6IjI2M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NjQiLCJGb3JtYXQiOjAsIklzVmlzaWJsZSI6ZmFsc2UsIkxhc3RLbm93blZpc2liaWxpdHlTdGF0ZSI6ZmFsc2V9LCJJc1Zpc2libGUiOnRydWUsIlZhcmlhbmNlU3R5bGUiOnsiJGlkIjoiMjY1IiwiVGV4dFN0eWxlIjp7IiRpZCI6IjI2NiIsIkZvbnRTZXR0aW5ncyI6eyIkaWQiOiIyNjciLCJGb250U2l6ZSI6MTAsIkZvbnROYW1lIjoiQ2FsaWJyaSIsIklzQm9sZCI6ZmFsc2UsIklzSXRhbGljIjpmYWxzZSwiSXNVbmRlcmxpbmVkIjpmYWxzZSwiUGFyZW50U3R5bGUiOm51bGx9LCJBdXRvU2l6ZSI6MCwiRm9yZWdyb3VuZCI6eyIkaWQiOiIyNjgiLCJDb2xvciI6eyIkaWQiOiIyNj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cwIiwiVG9wIjowLjAsIkxlZnQiOjAuMCwiUmlnaHQiOjAuMCwiQm90dG9tIjowLjB9LCJQYWRkaW5nIjp7IiRpZCI6IjI3MSIsIlRvcCI6MC4wLCJMZWZ0IjowLjAsIlJpZ2h0IjowLjAsIkJvdHRvbSI6MC4wfSwiQmFja2dyb3VuZCI6eyIkaWQiOiIyNzIiLCJDb2xvciI6eyIkaWQiOiIyNzMiLCJBIjoyNTUsIlIiOjAsIkciOjAsIkIiOjB9fSwiSXNWaXNpYmxlIjp0cnVlLCJXaWR0aCI6MC4wLCJIZWlnaHQiOjAuMCwiQm9yZGVyU3R5bGUiOnsiJGlkIjoiMjc0IiwiTGluZUNvbG9yIjpudWxsLCJMaW5lV2VpZ2h0IjowLjAsIkxpbmVUeXBlIjowLCJQYXJlbnRTdHlsZSI6bnVsbH0sIlBhcmVudFN0eWxlIjpudWxsfSwiUGFyZW50U3R5bGUiOm51bGx9LCJQYXJlbnRTdHlsZSI6bnVsbCwiX2V4cGxpY2l0bHlTZXQiOnsiJGlkIjoiMjc1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lsZXN0b25lU3R5bGUiOm51bGwsIkdyaWRsaW5lUGFuZWxTdHlsZSI6eyIkaWQiOiIyNzYiLCJHcmlkbGluZVN0eWxlIjp7IiRpZCI6IjI3NyIsIkxpbmVDb2xvciI6eyIkaWQiOiIyNzgiLCIkdHlwZSI6Ik5MUkUuQ29tbW9uLkRvbS5Tb2xpZENvbG9yQnJ1c2gsIE5MUkUuQ29tbW9uIiwiQ29sb3IiOnsiJGlkIjoiMjc5IiwiQSI6MzgsIlIiOjkxLCJHIjoxNTUsIkIiOjIxM319LCJMaW5lV2VpZ2h0IjoxLjAsIkxpbmVUeXBlIjowLCJQYXJlbnRTdHlsZSI6bnVsbH0sIk1hcmdpbiI6eyIkaWQiOiIyODAiLCJUb3AiOjAuMCwiTGVmdCI6MC4wLCJSaWdodCI6MC4wLCJCb3R0b20iOjAuMH0sIlBhZGRpbmciOnsiJGlkIjoiMjgxIiwiVG9wIjowLjAsIkxlZnQiOjAuMCwiUmlnaHQiOjAuMCwiQm90dG9tIjowLjB9LCJCYWNrZ3JvdW5kIjpudWxsLCJJc1Zpc2libGUiOnRydWUsIldpZHRoIjowLjAsIkhlaWdodCI6MC4wLCJCb3JkZXJTdHlsZSI6eyIkaWQiOiIyODIiLCJMaW5lQ29sb3IiOm51bGwsIkxpbmVXZWlnaHQiOjAuMCwiTGluZVR5cGUiOjAsIlBhcmVudFN0eWxlIjpudWxsfSwiUGFyZW50U3R5bGUiOm51bGx9LCJBY3Rpdml0eUxpbmVQYW5lbFN0eWxlIjp7IiRpZCI6IjI4MyIsIkFjdGl2aXR5TGluZVN0eWxlIjp7IiRpZCI6IjI4NCIsIkxpbmVDb2xvciI6eyIkaWQiOiIyODUiLCIkdHlwZSI6Ik5MUkUuQ29tbW9uLkRvbS5Tb2xpZENvbG9yQnJ1c2gsIE5MUkUuQ29tbW9uIiwiQ29sb3IiOnsiJGlkIjoiMjg2IiwiQSI6MzgsIlIiOjY4LCJHIjoxMTQsIkIiOjE5Nn19LCJMaW5lV2VpZ2h0IjoxLjAsIkxpbmVUeXBlIjowLCJQYXJlbnRTdHlsZSI6bnVsbH0sIk1hcmdpbiI6eyIkaWQiOiIyODciLCJUb3AiOjAuMCwiTGVmdCI6MC4wLCJSaWdodCI6MC4wLCJCb3R0b20iOjAuMH0sIlBhZGRpbmciOnsiJGlkIjoiMjg4IiwiVG9wIjowLjAsIkxlZnQiOjAuMCwiUmlnaHQiOjAuMCwiQm90dG9tIjowLjB9LCJCYWNrZ3JvdW5kIjpudWxsLCJJc1Zpc2libGUiOnRydWUsIldpZHRoIjowLjAsIkhlaWdodCI6MC4wLCJCb3JkZXJTdHlsZSI6eyIkaWQiOiIyODkiLCJMaW5lQ29sb3IiOm51bGwsIkxpbmVXZWlnaHQiOjAuMCwiTGluZVR5cGUiOjAsIlBhcmVudFN0eWxlIjpudWxsfSwiUGFyZW50U3R5bGUiOm51bGx9LCJfc2VsZWN0ZWRUaGVtZVByZXNldENvbG9ycyI6eyIkaWQiOiIyOTAiLCJUZXh0TGlnaHQiOnsiJGlkIjoiMjkxIiwiQSI6MjU1LCJSIjoyNTUsIkciOjI1NSwiQiI6MjU1fSwiVGV4dERhcmsiOnsiJGlkIjoiMjkyIiwiQSI6MjU1LCJSIjowLCJHIjowLCJCIjowfSwiQWNjZW50MSI6eyIkaWQiOiIyOTMiLCJBIjoyNTUsIlIiOjIzMiwiRyI6MjMyLCJCIjoyMzJ9LCJBY2NlbnQyIjp7IiRpZCI6IjI5NCIsIkEiOjI1NSwiUiI6MTQsIkciOjQwLCJCIjo2NX0sIkFjY2VudDMiOnsiJGlkIjoiMjk1IiwiQSI6MjU1LCJSIjoyMSwiRyI6OTYsIkIiOjEzMH0sIkFjY2VudDQiOnsiJGlkIjoiMjk2IiwiQSI6MjU1LCJSIjoyMzMsIkciOjExMywiQiI6NTB9LCJBY2NlbnQ1Ijp7IiRpZCI6IjI5NyIsIkEiOjI1NSwiUiI6MjUsIkciOjEwNywiQiI6MzZ9LCJBY2NlbnQ2Ijp7IiRpZCI6IjI5OCIsIkEiOjI1NSwiUiI6MTUsIkciOjE1OCwiQiI6MjEzfSwiQWNjZW50NyI6eyIkaWQiOiIyOTkiLCJBIjoyNTUsIlIiOjE2MCwiRyI6NDMsIkIiOjE0N30sIkFjY2VudDgiOnsiJGlkIjoiMzAwIiwiQSI6MjU1LCJSIjo3OCwiRyI6MTY3LCJCIjo0Nn19LCJTaG93RWxhcHNlZFRpbWVHcmFkaWVudFN0eWxlIjpmYWxzZSwiVGltZWJhbmRSZXNlcnZlZExlZnRBcmVhU3R5bGUiOnsiJGlkIjoiMzAxIiwiQWN0aXZpdHlIZWFkZXJXaWR0aCI6MC4wLCJJc1NldCI6ZmFsc2V9LCJEZWZhdWx0U3dpbWxhbmVTdHlsZSI6bnVsbCwiRGVmYXVsdFN3aW1sYW5lVjJTdHlsZSI6eyIkaWQiOiIzMDIiLCJTdHlsZUlkIjoiMzMyY2ZiMTMtYjQwMS00ZWMzLWI2NTUtNzM5NjhkMDRkNzQ5IiwiSGVhZGVyU3R5bGUiOnsiJGlkIjoiMzAzIiwiVGV4dElzVmVydGljYWwiOmZhbHNlLCJUZXh0U3R5bGUiOnsiJGlkIjoiMzA0IiwiRm9udFNldHRpbmdzIjp7IiRpZCI6IjMwNSIsIkZvbnRTaXplIjoxMSwiRm9udE5hbWUiOiJDYWxpYnJpIiwiSXNCb2xkIjpmYWxzZSwiSXNJdGFsaWMiOmZhbHNlLCJJc1VuZGVybGluZWQiOmZhbHNlLCJQYXJlbnRTdHlsZSI6bnVsbH0sIkF1dG9TaXplIjoyLCJGb3JlZ3JvdW5kIjp7IiRpZCI6IjMwNiIsIkNvbG9yIjp7IiRpZCI6IjMwNy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MwOCIsIlRvcCI6MC4wLCJMZWZ0IjowLjAsIlJpZ2h0IjowLjAsIkJvdHRvbSI6MC4wfSwiUGFkZGluZyI6eyIkaWQiOiIzMDkiLCJUb3AiOjAuMCwiTGVmdCI6MC4wLCJSaWdodCI6MC4wLCJCb3R0b20iOjAuMH0sIkJhY2tncm91bmQiOnsiJGlkIjoiMzEwIiwiQ29sb3IiOnsiJGlkIjoiMzExIiwiQSI6MjU1LCJSIjoyNTUsIkciOjI1NSwiQiI6MjU1fX0sIklzVmlzaWJsZSI6dHJ1ZSwiV2lkdGgiOjAuMCwiSGVpZ2h0IjowLjAsIkJvcmRlclN0eWxlIjpudWxsLCJQYXJlbnRTdHlsZSI6bnVsbH0sIlJlY3RhbmdsZVN0eWxlIjp7IiRpZCI6IjMxMiIsIk1hcmdpbiI6eyIkaWQiOiIzMTMiLCJUb3AiOjAuMCwiTGVmdCI6MC4wLCJSaWdodCI6MC4wLCJCb3R0b20iOjAuMH0sIlBhZGRpbmciOnsiJGlkIjoiMzE0IiwiVG9wIjowLjAsIkxlZnQiOjAuMCwiUmlnaHQiOjAuMCwiQm90dG9tIjowLjB9LCJCYWNrZ3JvdW5kIjp7IiRpZCI6IjMxNSIsIkNvbG9yIjp7IiRpZCI6IjMxNiIsIkEiOjI1NSwiUiI6MjEsIkciOjk2LCJCIjoxMzB9fSwiSXNWaXNpYmxlIjp0cnVlLCJXaWR0aCI6MC4wLCJIZWlnaHQiOjAuMCwiQm9yZGVyU3R5bGUiOnsiJGlkIjoiMzE3IiwiTGluZUNvbG9yIjp7IiRpZCI6IjMxOCIsIiR0eXBlIjoiTkxSRS5Db21tb24uRG9tLlNvbGlkQ29sb3JCcnVzaCwgTkxSRS5Db21tb24iLCJDb2xvciI6eyIkaWQiOiIzMTkiLCJBIjoyNTUsIlIiOjI1NSwiRyI6MjU1LCJCIjoyNTV9fSwiTGluZVdlaWdodCI6MC4wLCJMaW5lVHlwZSI6MCwiUGFyZW50U3R5bGUiOm51bGx9LCJQYXJlbnRTdHlsZSI6bnVsbH0sIk1hcmdpbiI6eyIkaWQiOiIzMjAiLCJUb3AiOjAuMCwiTGVmdCI6MC4wLCJSaWdodCI6MC4wLCJCb3R0b20iOjAuMH0sIlBhZGRpbmciOnsiJGlkIjoiMzIxIiwiVG9wIjowLjAsIkxlZnQiOjAuMCwiUmlnaHQiOjAuMCwiQm90dG9tIjowLjB9LCJCYWNrZ3JvdW5kIjpudWxsLCJJc1Zpc2libGUiOnRydWUsIldpZHRoIjowLjAsIkhlaWdodCI6MC4wLCJCb3JkZXJTdHlsZSI6bnVsbCwiUGFyZW50U3R5bGUiOm51bGx9LCJCYWNrZ3JvdW5kU3R5bGUiOnsiJGlkIjoiMzIyIiwiTWFyZ2luIjp7IiRpZCI6IjMyMyIsIlRvcCI6MC4wLCJMZWZ0IjowLjAsIlJpZ2h0IjowLjAsIkJvdHRvbSI6MC4wfSwiUGFkZGluZyI6eyIkaWQiOiIzMjQiLCJUb3AiOjAuMCwiTGVmdCI6MC4wLCJSaWdodCI6MC4wLCJCb3R0b20iOjAuMH0sIkJhY2tncm91bmQiOnsiJGlkIjoiMzI1IiwiQ29sb3IiOnsiJGlkIjoiMzI2IiwiQSI6NTEsIlIiOjIwMCwiRyI6MjAwLCJCIjoyMDB9fSwiSXNWaXNpYmxlIjp0cnVlLCJXaWR0aCI6MC4wLCJIZWlnaHQiOjAuMCwiQm9yZGVyU3R5bGUiOnsiJGlkIjoiMzI3IiwiTGluZUNvbG9yIjp7IiRpZCI6IjMyOCIsIiR0eXBlIjoiTkxSRS5Db21tb24uRG9tLlNvbGlkQ29sb3JCcnVzaCwgTkxSRS5Db21tb24iLCJDb2xvciI6eyIkaWQiOiIzMjkiLCJBIjoyNTUsIlIiOjIzNCwiRyI6MjIsIkIiOjMwfX0sIkxpbmVXZWlnaHQiOjAuMCwiTGluZVR5cGUiOjAsIlBhcmVudFN0eWxlIjpudWxsfSwiUGFyZW50U3R5bGUiOm51bGx9LCJJc0Fib3ZlVGltZWJhbmQiOmZhbHNlLCJTcGFjaW5nIjozLCJEZWZhdWx0U3dpbWxhbmVUYXNrU3R5bGUiOnsiJGlkIjoiMzMwIiwiJHR5cGUiOiJOTFJFLkNvbW1vbi5Eb20uU3R5bGVzLkV4cGxpY2l0U2V0YWJsZVRhc2tTdHlsZSwgTkxSRS5Db21tb24iLCJTaGFwZSI6MSwiU2hhcGVUaGlja25lc3MiOjAsIkR1cmF0aW9uRm9ybWF0IjowLCJJbmNsdWRlTm9uV29ya2luZ0RheXNJbkR1cmF0aW9uIjpmYWxzZSwiUGVyY2VudGFnZUNvbXBsZXRlU3R5bGUiOnsiJGlkIjoiMzMxIiwiRm9udFNldHRpbmdzIjp7IiRpZCI6IjMzMiIsIkZvbnRTaXplIjoxMCwiRm9udE5hbWUiOiJDYWxpYnJpIiwiSXNCb2xkIjpmYWxzZSwiSXNJdGFsaWMiOmZhbHNlLCJJc1VuZGVybGluZWQiOmZhbHNlLCJQYXJlbnRTdHlsZSI6bnVsbH0sIkF1dG9TaXplIjowLCJGb3JlZ3JvdW5kIjp7IiRpZCI6IjMzMyIsIkNvbG9yIjp7IiRpZCI6IjMzNC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zMzUiLCJUb3AiOjAuMCwiTGVmdCI6MC4wLCJSaWdodCI6MC4wLCJCb3R0b20iOjAuMH0sIlBhZGRpbmciOnsiJGlkIjoiMzM2IiwiVG9wIjowLjAsIkxlZnQiOjAuMCwiUmlnaHQiOjAuMCwiQm90dG9tIjowLjB9LCJCYWNrZ3JvdW5kIjp7IiRpZCI6IjMzNyIsIkNvbG9yIjp7IiRpZCI6IjMzOCIsIkEiOjg5LCJSIjowLCJHIjowLCJCIjowfX0sIklzVmlzaWJsZSI6dHJ1ZSwiV2lkdGgiOjAuMCwiSGVpZ2h0IjowLjAsIkJvcmRlclN0eWxlIjp7IiRpZCI6IjMzOSIsIkxpbmVDb2xvciI6bnVsbCwiTGluZVdlaWdodCI6MC4wLCJMaW5lVHlwZSI6MCwiUGFyZW50U3R5bGUiOm51bGx9LCJQYXJlbnRTdHlsZSI6bnVsbH0sIkR1cmF0aW9uU3R5bGUiOnsiJGlkIjoiMzQwIiwiRm9udFNldHRpbmdzIjp7IiRpZCI6IjM0MSIsIkZvbnRTaXplIjoxMCwiRm9udE5hbWUiOiJDYWxpYnJpIiwiSXNCb2xkIjpmYWxzZSwiSXNJdGFsaWMiOmZhbHNlLCJJc1VuZGVybGluZWQiOmZhbHNlLCJQYXJlbnRTdHlsZSI6bnVsbH0sIkF1dG9TaXplIjowLCJGb3JlZ3JvdW5kIjp7IiRpZCI6IjM0MiIsIkNvbG9yIjp7IiRpZCI6IjM0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M0NCIsIlRvcCI6MC4wLCJMZWZ0IjowLjAsIlJpZ2h0IjowLjAsIkJvdHRvbSI6MC4wfSwiUGFkZGluZyI6eyIkaWQiOiIzNDUiLCJUb3AiOjAuMCwiTGVmdCI6MC4wLCJSaWdodCI6MC4wLCJCb3R0b20iOjAuMH0sIkJhY2tncm91bmQiOnsiJGlkIjoiMzQ2IiwiQ29sb3IiOnsiJGlkIjoiMzQ3IiwiQSI6MjU1LCJSIjoyMzcsIkciOjEyNSwiQiI6NDl9fSwiSXNWaXNpYmxlIjp0cnVlLCJXaWR0aCI6MC4wLCJIZWlnaHQiOjAuMCwiQm9yZGVyU3R5bGUiOnsiJGlkIjoiMzQ4IiwiTGluZUNvbG9yIjpudWxsLCJMaW5lV2VpZ2h0IjowLjAsIkxpbmVUeXBlIjowLCJQYXJlbnRTdHlsZSI6bnVsbH0sIlBhcmVudFN0eWxlIjpudWxsfSwiSG9yaXpvbnRhbENvbm5lY3RvclN0eWxlIjp7IiRpZCI6IjM0OSIsIkxpbmVDb2xvciI6eyIkaWQiOiIzNTAiLCIkdHlwZSI6Ik5MUkUuQ29tbW9uLkRvbS5Tb2xpZENvbG9yQnJ1c2gsIE5MUkUuQ29tbW9uIiwiQ29sb3IiOnsiJGlkIjoiMzUxIiwiQSI6MjU1LCJSIjowLCJHIjowLCJCIjowfX0sIkxpbmVXZWlnaHQiOjAuMCwiTGluZVR5cGUiOjAsIlBhcmVudFN0eWxlIjpudWxsfSwiVmVydGljYWxDb25uZWN0b3JTdHlsZSI6eyIkaWQiOiIzNTIiLCJMaW5lQ29sb3IiOnsiJGlkIjoiMzUzIiwiJHR5cGUiOiJOTFJFLkNvbW1vbi5Eb20uU29saWRDb2xvckJydXNoLCBOTFJFLkNvbW1vbiIsIkNvbG9yIjp7IiRpZCI6IjM1NC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yLCJTcGFjaW5nIjozLCJJc0JlbG93VGltZWJhbmQiOmZhbHNlLCJQZXJjZW50YWdlQ29tcGxldGVTaGFwZU9wYWNpdHkiOjM1LCJCYXNlbGluZVN0eWxlIjp7IiRpZCI6IjM1NSIsIlNoYXBlU3R5bGUiOnsiJGlkIjoiMzU2IiwiTWFyZ2luIjp7IiRpZCI6IjM1NyIsIlRvcCI6MC4wLCJMZWZ0IjowLjAsIlJpZ2h0IjowLjAsIkJvdHRvbSI6MC4wfSwiUGFkZGluZyI6eyIkaWQiOiIzNTgiLCJUb3AiOjAuMCwiTGVmdCI6MC4wLCJSaWdodCI6MC4wLCJCb3R0b20iOjAuMH0sIkJhY2tncm91bmQiOnsiJGlkIjoiMzU5IiwiQ29sb3IiOnsiJGlkIjoiMzYwIiwiQSI6MTUzLCJSIjowLCJHIjowLCJCIjowfX0sIklzVmlzaWJsZSI6dHJ1ZSwiV2lkdGgiOjAuMCwiSGVpZ2h0IjowLjAsIkJvcmRlclN0eWxlIjp7IiRpZCI6IjM2MSIsIkxpbmVDb2xvciI6eyIkaWQiOiIzNjIiLCIkdHlwZSI6Ik5MUkUuQ29tbW9uLkRvbS5Tb2xpZENvbG9yQnJ1c2gsIE5MUkUuQ29tbW9uIiwiQ29sb3IiOnsiJGlkIjoiMzYzIiwiQSI6MjU1LCJSIjoyNTUsIkciOjAsIkIiOjB9fSwiTGluZVdlaWdodCI6MC4wLCJMaW5lVHlwZSI6MCwiUGFyZW50U3R5bGUiOm51bGx9LCJQYXJlbnRTdHlsZSI6bnVsbH0sIk1hcmdpbiI6eyIkaWQiOiIzNjQiLCJUb3AiOjAuMCwiTGVmdCI6MC4wLCJSaWdodCI6MC4wLCJCb3R0b20iOjAuMH0sIlBhZGRpbmciOnsiJGlkIjoiMzY1IiwiVG9wIjowLjAsIkxlZnQiOjAuMCwiUmlnaHQiOjAuMCwiQm90dG9tIjowLjB9LCJCYWNrZ3JvdW5kIjpudWxsLCJJc1Zpc2libGUiOnRydWUsIldpZHRoIjowLjAsIkhlaWdodCI6MC4wLCJCb3JkZXJTdHlsZSI6bnVsbCwiUGFyZW50U3R5bGUiOm51bGx9LCJTaGFwZVN0eWxlIjp7IiRpZCI6IjM2NiIsIk1hcmdpbiI6eyIkaWQiOiIzNjciLCJUb3AiOjAuMCwiTGVmdCI6NC4wLCJSaWdodCI6NC4wLCJCb3R0b20iOjAuMH0sIlBhZGRpbmciOnsiJGlkIjoiMzY4IiwiVG9wIjowLjAsIkxlZnQiOjAuMCwiUmlnaHQiOjAuMCwiQm90dG9tIjowLjB9LCJCYWNrZ3JvdW5kIjp7IiRpZCI6IjM2OSIsIkNvbG9yIjp7IiRpZCI6IjM3MCIsIkEiOjI1NSwiUiI6MjEsIkciOjk2LCJCIjoxMzB9fSwiSXNWaXNpYmxlIjp0cnVlLCJXaWR0aCI6MC4wLCJIZWlnaHQiOjEwLjAsIkJvcmRlclN0eWxlIjp7IiRpZCI6IjM3MSIsIkxpbmVDb2xvciI6eyIkaWQiOiIzNzIiLCIkdHlwZSI6Ik5MUkUuQ29tbW9uLkRvbS5Tb2xpZENvbG9yQnJ1c2gsIE5MUkUuQ29tbW9uIiwiQ29sb3IiOnsiJGlkIjoiMzczIiwiQSI6MjU1LCJSIjoyMzQsIkciOjIyLCJCIjozMH19LCJMaW5lV2VpZ2h0IjowLjAsIkxpbmVUeXBlIjowLCJQYXJlbnRTdHlsZSI6bnVsbH0sIlBhcmVudFN0eWxlIjpudWxsfSwiVGl0bGVTdHlsZSI6eyIkaWQiOiIzNzQiLCJGb250U2V0dGluZ3MiOnsiJGlkIjoiMzc1IiwiRm9udFNpemUiOjExLCJGb250TmFtZSI6IkNhbGlicmkiLCJJc0JvbGQiOmZhbHNlLCJJc0l0YWxpYyI6ZmFsc2UsIklzVW5kZXJsaW5lZCI6ZmFsc2UsIlBhcmVudFN0eWxlIjpudWxsfSwiQXV0b1NpemUiOjAsIkZvcmVncm91bmQiOnsiJGlkIjoiMzc2IiwiQ29sb3IiOnsiJGlkIjoiMzc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3OCIsIlRvcCI6MC4wLCJMZWZ0IjowLjAsIlJpZ2h0IjowLjAsIkJvdHRvbSI6MC4wfSwiUGFkZGluZyI6eyIkaWQiOiIzNzkiLCJUb3AiOjAuMCwiTGVmdCI6MC4wLCJSaWdodCI6MC4wLCJCb3R0b20iOjAuMH0sIkJhY2tncm91bmQiOnsiJGlkIjoiMzgwIiwiQ29sb3IiOnsiJGlkIjoiMzgxIiwiQSI6MjU1LCJSIjowLCJHIjowLCJCIjowfX0sIklzVmlzaWJsZSI6dHJ1ZSwiV2lkdGgiOjAuMCwiSGVpZ2h0IjowLjAsIkJvcmRlclN0eWxlIjp7IiRpZCI6IjM4MiIsIkxpbmVDb2xvciI6bnVsbCwiTGluZVdlaWdodCI6MC4wLCJMaW5lVHlwZSI6MCwiUGFyZW50U3R5bGUiOm51bGx9LCJQYXJlbnRTdHlsZSI6bnVsbH0sIkRhdGVTdHlsZSI6eyIkaWQiOiIzODMiLCJGb250U2V0dGluZ3MiOnsiJGlkIjoiMzg0IiwiRm9udFNpemUiOjEwLCJGb250TmFtZSI6IkNhbGlicmkiLCJJc0JvbGQiOmZhbHNlLCJJc0l0YWxpYyI6ZmFsc2UsIklzVW5kZXJsaW5lZCI6ZmFsc2UsIlBhcmVudFN0eWxlIjpudWxsfSwiQXV0b1NpemUiOjAsIkZvcmVncm91bmQiOnsiJGlkIjoiMzg1IiwiQ29sb3IiOnsiJGlkIjoiMzg2IiwiQSI6MjU1LCJSIjoxNCwiRyI6NDAsIkIiOjY1fX0sIk1heFdpZHRoIjoyMDAuMCwiTWF4SGVpZ2h0IjoiSW5maW5pdHkiLCJTbWFydEZvcmVncm91bmRJc0FjdGl2ZSI6ZmFsc2UsIkhvcml6b250YWxBbGlnbm1lbnQiOjIsIlZlcnRpY2FsQWxpZ25tZW50IjoxLCJTbWFydEZvcmVncm91bmQiOm51bGwsIkJhY2tncm91bmRGaWxsVHlwZSI6MCwiTWFyZ2luIjp7IiRpZCI6IjM4NyIsIlRvcCI6MC4wLCJMZWZ0IjowLjAsIlJpZ2h0IjowLjAsIkJvdHRvbSI6MC4wfSwiUGFkZGluZyI6eyIkaWQiOiIzODgiLCJUb3AiOjAuMCwiTGVmdCI6MC4wLCJSaWdodCI6MC4wLCJCb3R0b20iOjAuMH0sIkJhY2tncm91bmQiOnsiJGlkIjoiMzg5IiwiQ29sb3IiOnsiJGlkIjoiMzkwIiwiQSI6MjU1LCJSIjoxNCwiRyI6NDAsIkIiOjY1fX0sIklzVmlzaWJsZSI6dHJ1ZSwiV2lkdGgiOjAuMCwiSGVpZ2h0IjowLjAsIkJvcmRlclN0eWxlIjp7IiRpZCI6IjM5MSIsIkxpbmVDb2xvciI6bnVsbCwiTGluZVdlaWdodCI6MC4wLCJMaW5lVHlwZSI6MCwiUGFyZW50U3R5bGUiOm51bGx9LCJQYXJlbnRTdHlsZSI6bnVsbH0sIkRhdGVGb3JtYXQiOnsiJGlkIjoiMzk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5MyIsIkZvcm1hdCI6MCwiSXNWaXNpYmxlIjpmYWxzZSwiTGFzdEtub3duVmlzaWJpbGl0eVN0YXRlIjpmYWxzZX0sIklzVmlzaWJsZSI6dHJ1ZSwiVmFyaWFuY2VTdHlsZSI6eyIkaWQiOiIzOTQiLCJUZXh0U3R5bGUiOnsiJGlkIjoiMzk1IiwiRm9udFNldHRpbmdzIjp7IiRpZCI6IjM5NiIsIkZvbnRTaXplIjoxMCwiRm9udE5hbWUiOiJDYWxpYnJpIiwiSXNCb2xkIjpmYWxzZSwiSXNJdGFsaWMiOmZhbHNlLCJJc1VuZGVybGluZWQiOmZhbHNlLCJQYXJlbnRTdHlsZSI6bnVsbH0sIkF1dG9TaXplIjowLCJGb3JlZ3JvdW5kIjp7IiRpZCI6IjM5NyIsIkNvbG9yIjp7IiRpZCI6IjM5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OTkiLCJUb3AiOjAuMCwiTGVmdCI6MC4wLCJSaWdodCI6MC4wLCJCb3R0b20iOjAuMH0sIlBhZGRpbmciOnsiJGlkIjoiNDAwIiwiVG9wIjowLjAsIkxlZnQiOjAuMCwiUmlnaHQiOjAuMCwiQm90dG9tIjowLjB9LCJCYWNrZ3JvdW5kIjp7IiRpZCI6IjQwMSIsIkNvbG9yIjp7IiRpZCI6IjQwMiIsIkEiOjI1NSwiUiI6MCwiRyI6MCwiQiI6MH19LCJJc1Zpc2libGUiOnRydWUsIldpZHRoIjowLjAsIkhlaWdodCI6MC4wLCJCb3JkZXJTdHlsZSI6eyIkaWQiOiI0MDMiLCJMaW5lQ29sb3IiOm51bGwsIkxpbmVXZWlnaHQiOjAuMCwiTGluZVR5cGUiOjAsIlBhcmVudFN0eWxlIjpudWxsfSwiUGFyZW50U3R5bGUiOm51bGx9LCJQYXJlbnRTdHlsZSI6bnVsbH0sIlBhcmVudFN0eWxlIjpudWxsLCJfZXhwbGljaXRseVNldCI6eyIkaWQiOiI0MDQ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0MDUiLCJTaGFwZSI6MSwiQ29ubmVjdG9yTWFyZ2luIjp7IiRpZCI6IjQwNiIsIlRvcCI6MC4wLCJMZWZ0IjoyLjAsIlJpZ2h0IjoyLjAsIkJvdHRvbSI6MC4wfSwiQ29ubmVjdG9yU3R5bGUiOnsiJGlkIjoiNDA3IiwiTGluZUNvbG9yIjp7IiRpZCI6IjQwOCIsIiR0eXBlIjoiTkxSRS5Db21tb24uRG9tLlNvbGlkQ29sb3JCcnVzaCwgTkxSRS5Db21tb24iLCJDb2xvciI6eyIkaWQiOiI0MDkiLCJBIjoxMjcsIlIiOjExLCJHIjo0OCwiQiI6NjV9fSwiTGluZVdlaWdodCI6MS4wLCJMaW5lVHlwZSI6MCwiUGFyZW50U3R5bGUiOm51bGx9LCJJc0JlbG93VGltZWJhbmQiOmZhbHNlLCJQb3NpdGlvbk9uVGFzayI6MSwiSGlkZURhdGUiOmZhbHNlLCJTaGFwZVNpemUiOjAsIlNwYWNpbmciOjAuMCwiUGFkZGluZyI6eyIkaWQiOiI0MTAiLCJUb3AiOjUuMCwiTGVmdCI6My4wLCJSaWdodCI6MC4wLCJCb3R0b20iOjIuMH0sIlNoYXBlU3R5bGUiOnsiJGlkIjoiNDExIiwiTWFyZ2luIjp7IiRpZCI6IjQxMiIsIlRvcCI6MC4wLCJMZWZ0IjowLjAsIlJpZ2h0IjowLjAsIkJvdHRvbSI6MC4wfSwiUGFkZGluZyI6eyIkaWQiOiI0MTMiLCJUb3AiOjAuMCwiTGVmdCI6MC4wLCJSaWdodCI6MC4wLCJCb3R0b20iOjAuMH0sIkJhY2tncm91bmQiOnsiJGlkIjoiNDE0IiwiQ29sb3IiOnsiJGlkIjoiNDE1IiwiQSI6MjU1LCJSIjoxMSwiRyI6NDgsIkIiOjY1fX0sIklzVmlzaWJsZSI6dHJ1ZSwiV2lkdGgiOjEyLjAsIkhlaWdodCI6MTQuMCwiQm9yZGVyU3R5bGUiOnsiJGlkIjoiNDE2IiwiTGluZUNvbG9yIjp7IiRpZCI6IjQxNyIsIiR0eXBlIjoiTkxSRS5Db21tb24uRG9tLlNvbGlkQ29sb3JCcnVzaCwgTkxSRS5Db21tb24iLCJDb2xvciI6eyIkaWQiOiI0MTgiLCJBIjoyNTUsIlIiOjI1NSwiRyI6MCwiQiI6MH19LCJMaW5lV2VpZ2h0IjowLjAsIkxpbmVUeXBlIjowLCJQYXJlbnRTdHlsZSI6bnVsbH0sIlBhcmVudFN0eWxlIjpudWxsfSwiVGl0bGVTdHlsZSI6eyIkaWQiOiI0MTkiLCJGb250U2V0dGluZ3MiOnsiJGlkIjoiNDIwIiwiRm9udFNpemUiOjExLCJGb250TmFtZSI6IkNhbGlicmkiLCJJc0JvbGQiOmZhbHNlLCJJc0l0YWxpYyI6ZmFsc2UsIklzVW5kZXJsaW5lZCI6ZmFsc2UsIlBhcmVudFN0eWxlIjpudWxsfSwiQXV0b1NpemUiOjAsIkZvcmVncm91bmQiOnsiJGlkIjoiNDIxIiwiQ29sb3IiOnsiJGlkIjoiNDI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QyMyIsIlRvcCI6MC4wLCJMZWZ0IjowLjAsIlJpZ2h0IjowLjAsIkJvdHRvbSI6MC4wfSwiUGFkZGluZyI6eyIkaWQiOiI0MjQiLCJUb3AiOjAuMCwiTGVmdCI6MC4wLCJSaWdodCI6MC4wLCJCb3R0b20iOjAuMH0sIkJhY2tncm91bmQiOnsiJGlkIjoiNDI1IiwiQ29sb3IiOnsiJGlkIjoiNDI2IiwiQSI6MjU1LCJSIjowLCJHIjowLCJCIjowfX0sIklzVmlzaWJsZSI6dHJ1ZSwiV2lkdGgiOjAuMCwiSGVpZ2h0IjowLjAsIkJvcmRlclN0eWxlIjp7IiRpZCI6IjQyNyIsIkxpbmVDb2xvciI6bnVsbCwiTGluZVdlaWdodCI6MC4wLCJMaW5lVHlwZSI6MCwiUGFyZW50U3R5bGUiOm51bGx9LCJQYXJlbnRTdHlsZSI6bnVsbH0sIkRhdGVTdHlsZSI6eyIkaWQiOiI0MjgiLCJGb250U2V0dGluZ3MiOnsiJGlkIjoiNDI5IiwiRm9udFNpemUiOjEwLCJGb250TmFtZSI6IkNhbGlicmkiLCJJc0JvbGQiOmZhbHNlLCJJc0l0YWxpYyI6ZmFsc2UsIklzVW5kZXJsaW5lZCI6ZmFsc2UsIlBhcmVudFN0eWxlIjpudWxsfSwiQXV0b1NpemUiOjAsIkZvcmVncm91bmQiOnsiJGlkIjoiNDMwIiwiQ29sb3IiOnsiJGlkIjoiNDM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QzMiIsIlRvcCI6MC4wLCJMZWZ0IjowLjAsIlJpZ2h0IjowLjAsIkJvdHRvbSI6MC4wfSwiUGFkZGluZyI6eyIkaWQiOiI0MzMiLCJUb3AiOjAuMCwiTGVmdCI6MC4wLCJSaWdodCI6MC4wLCJCb3R0b20iOjAuMH0sIkJhY2tncm91bmQiOnsiJGlkIjoiNDM0IiwiQ29sb3IiOnsiJGlkIjoiNDM1IiwiQSI6MjU1LCJSIjoxNCwiRyI6NDAsIkIiOjY1fX0sIklzVmlzaWJsZSI6dHJ1ZSwiV2lkdGgiOjAuMCwiSGVpZ2h0IjowLjAsIkJvcmRlclN0eWxlIjp7IiRpZCI6IjQzNiIsIkxpbmVDb2xvciI6bnVsbCwiTGluZVdlaWdodCI6MC4wLCJMaW5lVHlwZSI6MCwiUGFyZW50U3R5bGUiOm51bGx9LCJQYXJlbnRTdHlsZSI6bnVsbH0sIkRhdGVGb3JtYXQiOnsiJGlkIjoiNDM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zOCIsIkZvcm1hdCI6MCwiSXNWaXNpYmxlIjpmYWxzZSwiTGFzdEtub3duVmlzaWJpbGl0eVN0YXRlIjpmYWxzZX0sIklzVmlzaWJsZSI6dHJ1ZSwiVmFyaWFuY2VTdHlsZSI6eyIkaWQiOiI0MzkiLCJUZXh0U3R5bGUiOnsiJGlkIjoiNDQwIiwiRm9udFNldHRpbmdzIjp7IiRpZCI6IjQ0MSIsIkZvbnRTaXplIjoxMCwiRm9udE5hbWUiOiJDYWxpYnJpIiwiSXNCb2xkIjpmYWxzZSwiSXNJdGFsaWMiOmZhbHNlLCJJc1VuZGVybGluZWQiOmZhbHNlLCJQYXJlbnRTdHlsZSI6bnVsbH0sIkF1dG9TaXplIjowLCJGb3JlZ3JvdW5kIjp7IiRpZCI6IjQ0MiIsIkNvbG9yIjp7IiRpZCI6IjQ0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DQiLCJUb3AiOjAuMCwiTGVmdCI6MC4wLCJSaWdodCI6MC4wLCJCb3R0b20iOjAuMH0sIlBhZGRpbmciOnsiJGlkIjoiNDQ1IiwiVG9wIjowLjAsIkxlZnQiOjAuMCwiUmlnaHQiOjAuMCwiQm90dG9tIjowLjB9LCJCYWNrZ3JvdW5kIjp7IiRpZCI6IjQ0NiIsIkNvbG9yIjp7IiRpZCI6IjQ0NyIsIkEiOjI1NSwiUiI6MCwiRyI6MCwiQiI6MH19LCJJc1Zpc2libGUiOnRydWUsIldpZHRoIjowLjAsIkhlaWdodCI6MC4wLCJCb3JkZXJTdHlsZSI6eyIkaWQiOiI0NDgiLCJMaW5lQ29sb3IiOm51bGwsIkxpbmVXZWlnaHQiOjAuMCwiTGluZVR5cGUiOjAsIlBhcmVudFN0eWxlIjpudWxsfSwiUGFyZW50U3R5bGUiOm51bGx9LCJQYXJlbnRTdHlsZSI6bnVsbH0sIlBhcmVudFN0eWxlIjpudWxsfSwiRGVmYXVsdFN3aW1sYW5lTWlsZXN0b25lU3R5bGUiOnsiJGlkIjoiNDQ5IiwiVGl0bGVQb3NpdGlvbiI6IkxlZnQiLCJEYXRlUG9zaXRpb24iOiJSaWdodCIsIlZhcmlhbmNlUG9zaXRpb24iOiJSaWdodCIsIlNoYXBlVHlwZSI6MSwiU2hhcGVTaXplIjowLCJTcGFjaW5nIjo1LCJTaGFwZVN0eWxlIjp7IiRpZCI6IjQ1MCIsIk1hcmdpbiI6eyIkaWQiOiI0NTEiLCJUb3AiOjAuMCwiTGVmdCI6MC4wLCJSaWdodCI6MC4wLCJCb3R0b20iOjAuMH0sIlBhZGRpbmciOnsiJGlkIjoiNDUyIiwiVG9wIjowLjAsIkxlZnQiOjAuMCwiUmlnaHQiOjAuMCwiQm90dG9tIjowLjB9LCJCYWNrZ3JvdW5kIjp7IiRpZCI6IjQ1MyIsIkNvbG9yIjp7IiRpZCI6IjQ1NCIsIkEiOjI1NSwiUiI6MjEsIkciOjk2LCJCIjoxMzB9fSwiSXNWaXNpYmxlIjp0cnVlLCJXaWR0aCI6MTIuMCwiSGVpZ2h0IjoxNC4wLCJCb3JkZXJTdHlsZSI6eyIkaWQiOiI0NTUiLCJMaW5lQ29sb3IiOnsiJGlkIjoiNDU2IiwiJHR5cGUiOiJOTFJFLkNvbW1vbi5Eb20uU29saWRDb2xvckJydXNoLCBOTFJFLkNvbW1vbiIsIkNvbG9yIjp7IiRpZCI6IjQ1NyIsIkEiOjI1NSwiUiI6MjM0LCJHIjoyMiwiQiI6MzB9fSwiTGluZVdlaWdodCI6MC4wLCJMaW5lVHlwZSI6MCwiUGFyZW50U3R5bGUiOm51bGx9LCJQYXJlbnRTdHlsZSI6bnVsbH0sIlRpdGxlU3R5bGUiOnsiJGlkIjoiNDU4IiwiRm9udFNldHRpbmdzIjp7IiRpZCI6IjQ1OSIsIkZvbnRTaXplIjoxMSwiRm9udE5hbWUiOiJDYWxpYnJpIiwiSXNCb2xkIjpmYWxzZSwiSXNJdGFsaWMiOmZhbHNlLCJJc1VuZGVybGluZWQiOmZhbHNlLCJQYXJlbnRTdHlsZSI6bnVsbH0sIkF1dG9TaXplIjowLCJGb3JlZ3JvdW5kIjp7IiRpZCI6IjQ2MCIsIkNvbG9yIjp7IiRpZCI6IjQ2MS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0NjIiLCJUb3AiOjAuMCwiTGVmdCI6MC4wLCJSaWdodCI6MC4wLCJCb3R0b20iOjAuMH0sIlBhZGRpbmciOnsiJGlkIjoiNDYzIiwiVG9wIjowLjAsIkxlZnQiOjAuMCwiUmlnaHQiOjAuMCwiQm90dG9tIjowLjB9LCJCYWNrZ3JvdW5kIjp7IiRpZCI6IjQ2NCIsIkNvbG9yIjp7IiRpZCI6IjQ2NSIsIkEiOjI1NSwiUiI6MCwiRyI6MCwiQiI6MH19LCJJc1Zpc2libGUiOnRydWUsIldpZHRoIjowLjAsIkhlaWdodCI6MC4wLCJCb3JkZXJTdHlsZSI6eyIkaWQiOiI0NjYiLCJMaW5lQ29sb3IiOm51bGwsIkxpbmVXZWlnaHQiOjAuMCwiTGluZVR5cGUiOjAsIlBhcmVudFN0eWxlIjpudWxsfSwiUGFyZW50U3R5bGUiOm51bGx9LCJEYXRlU3R5bGUiOnsiJGlkIjoiNDY3IiwiRm9udFNldHRpbmdzIjp7IiRpZCI6IjQ2OCIsIkZvbnRTaXplIjoxMCwiRm9udE5hbWUiOiJDYWxpYnJpIiwiSXNCb2xkIjpmYWxzZSwiSXNJdGFsaWMiOmZhbHNlLCJJc1VuZGVybGluZWQiOmZhbHNlLCJQYXJlbnRTdHlsZSI6bnVsbH0sIkF1dG9TaXplIjowLCJGb3JlZ3JvdW5kIjp7IiRpZCI6IjQ2OSIsIkNvbG9yIjp7IiRpZCI6IjQ3MC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0NzEiLCJUb3AiOjAuMCwiTGVmdCI6MC4wLCJSaWdodCI6MC4wLCJCb3R0b20iOjAuMH0sIlBhZGRpbmciOnsiJGlkIjoiNDcyIiwiVG9wIjowLjAsIkxlZnQiOjAuMCwiUmlnaHQiOjAuMCwiQm90dG9tIjowLjB9LCJCYWNrZ3JvdW5kIjp7IiRpZCI6IjQ3MyIsIkNvbG9yIjp7IiRpZCI6IjQ3NCIsIkEiOjI1NSwiUiI6MTQsIkciOjQwLCJCIjo2NX19LCJJc1Zpc2libGUiOnRydWUsIldpZHRoIjowLjAsIkhlaWdodCI6MC4wLCJCb3JkZXJTdHlsZSI6eyIkaWQiOiI0NzUiLCJMaW5lQ29sb3IiOm51bGwsIkxpbmVXZWlnaHQiOjAuMCwiTGluZVR5cGUiOjAsIlBhcmVudFN0eWxlIjpudWxsfSwiUGFyZW50U3R5bGUiOm51bGx9LCJEYXRlRm9ybWF0Ijp7IiRpZCI6IjQ3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NzciLCJGb3JtYXQiOjAsIklzVmlzaWJsZSI6ZmFsc2UsIkxhc3RLbm93blZpc2liaWxpdHlTdGF0ZSI6ZmFsc2V9LCJJc1Zpc2libGUiOnRydWUsIlZhcmlhbmNlU3R5bGUiOnsiJGlkIjoiNDc4IiwiVGV4dFN0eWxlIjp7IiRpZCI6IjQ3OSIsIkZvbnRTZXR0aW5ncyI6eyIkaWQiOiI0ODAiLCJGb250U2l6ZSI6MTAsIkZvbnROYW1lIjoiQ2FsaWJyaSIsIklzQm9sZCI6ZmFsc2UsIklzSXRhbGljIjpmYWxzZSwiSXNVbmRlcmxpbmVkIjpmYWxzZSwiUGFyZW50U3R5bGUiOm51bGx9LCJBdXRvU2l6ZSI6MCwiRm9yZWdyb3VuZCI6eyIkaWQiOiI0ODEiLCJDb2xvciI6eyIkaWQiOiI0OD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gzIiwiVG9wIjowLjAsIkxlZnQiOjAuMCwiUmlnaHQiOjAuMCwiQm90dG9tIjowLjB9LCJQYWRkaW5nIjp7IiRpZCI6IjQ4NCIsIlRvcCI6MC4wLCJMZWZ0IjowLjAsIlJpZ2h0IjowLjAsIkJvdHRvbSI6MC4wfSwiQmFja2dyb3VuZCI6eyIkaWQiOiI0ODUiLCJDb2xvciI6eyIkaWQiOiI0ODYiLCJBIjoyNTUsIlIiOjAsIkciOjAsIkIiOjB9fSwiSXNWaXNpYmxlIjp0cnVlLCJXaWR0aCI6MC4wLCJIZWlnaHQiOjAuMCwiQm9yZGVyU3R5bGUiOnsiJGlkIjoiNDg3IiwiTGluZUNvbG9yIjpudWxsLCJMaW5lV2VpZ2h0IjowLjAsIkxpbmVUeXBlIjowLCJQYXJlbnRTdHlsZSI6bnVsbH0sIlBhcmVudFN0eWxlIjpudWxsfSwiUGFyZW50U3R5bGUiOm51bGx9LCJQYXJlbnRTdHlsZSI6bnVsbH0sIkRlZmF1bHRTd2ltbGFuZUFjdGl2aXR5U3R5bGUiOnsiJGlkIjoiNDg4IiwiSGVhZGVyU3R5bGUiOnsiJGlkIjoiNDg5IiwiVGV4dFN0eWxlIjp7IiRpZCI6IjQ5MCIsIkZvbnRTZXR0aW5ncyI6eyIkaWQiOiI0OTEiLCJGb250U2l6ZSI6MTEsIkZvbnROYW1lIjoiQ2FsaWJyaSIsIklzQm9sZCI6ZmFsc2UsIklzSXRhbGljIjpmYWxzZSwiSXNVbmRlcmxpbmVkIjpmYWxzZSwiUGFyZW50U3R5bGUiOm51bGx9LCJBdXRvU2l6ZSI6MiwiRm9yZWdyb3VuZCI6eyIkaWQiOiI0OTIiLCJDb2xvciI6eyIkaWQiOiI0OTMiLCJBIjoyNTUsIlIiOjAsIkciOjAsIkIiOjB9fSwiTWF4V2lkdGgiOiJJbmZpbml0eSIsIk1heEhlaWdodCI6IkluZmluaXR5IiwiU21hcnRGb3JlZ3JvdW5kSXNBY3RpdmUiOmZhbHNlLCJIb3Jpem9udGFsQWxpZ25tZW50IjowLCJWZXJ0aWNhbEFsaWdubWVudCI6MCwiU21hcnRGb3JlZ3JvdW5kIjpudWxsLCJCYWNrZ3JvdW5kRmlsbFR5cGUiOjAsIk1hcmdpbiI6eyIkaWQiOiI0OTQiLCJUb3AiOjAuMCwiTGVmdCI6MC4wLCJSaWdodCI6MC4wLCJCb3R0b20iOjAuMH0sIlBhZGRpbmciOnsiJGlkIjoiNDk1IiwiVG9wIjowLjAsIkxlZnQiOjAuMCwiUmlnaHQiOjAuMCwiQm90dG9tIjowLjB9LCJCYWNrZ3JvdW5kIjp7IiRpZCI6IjQ5NiIsIkNvbG9yIjp7IiRpZCI6IjQ5NyIsIkEiOjI1NSwiUiI6MCwiRyI6MCwiQiI6MH19LCJJc1Zpc2libGUiOnRydWUsIldpZHRoIjowLjAsIkhlaWdodCI6MC4wLCJCb3JkZXJTdHlsZSI6bnVsbCwiUGFyZW50U3R5bGUiOm51bGx9LCJSZWN0YW5nbGVTdHlsZSI6eyIkaWQiOiI0OTgiLCJNYXJnaW4iOnsiJGlkIjoiNDk5IiwiVG9wIjowLjAsIkxlZnQiOjAuMCwiUmlnaHQiOjAuMCwiQm90dG9tIjowLjB9LCJQYWRkaW5nIjp7IiRpZCI6IjUwMCIsIlRvcCI6MC4wLCJMZWZ0IjowLjAsIlJpZ2h0IjowLjAsIkJvdHRvbSI6MC4wfSwiQmFja2dyb3VuZCI6eyIkaWQiOiI1MDEiLCJDb2xvciI6eyIkaWQiOiI1MDIiLCJBIjo2MywiUiI6MjEsIkciOjk2LCJCIjoxMzB9fSwiSXNWaXNpYmxlIjp0cnVlLCJXaWR0aCI6MC4wLCJIZWlnaHQiOjAuMCwiQm9yZGVyU3R5bGUiOnsiJGlkIjoiNTAzIiwiTGluZUNvbG9yIjp7IiRpZCI6IjUwNCIsIiR0eXBlIjoiTkxSRS5Db21tb24uRG9tLlNvbGlkQ29sb3JCcnVzaCwgTkxSRS5Db21tb24iLCJDb2xvciI6eyIkaWQiOiI1MDUiLCJBIjoyNTUsIlIiOjI1NSwiRyI6MCwiQiI6MH19LCJMaW5lV2VpZ2h0IjowLjAsIkxpbmVUeXBlIjowLCJQYXJlbnRTdHlsZSI6bnVsbH0sIlBhcmVudFN0eWxlIjpudWxsfSwiTWFyZ2luIjp7IiRpZCI6IjUwNiIsIlRvcCI6MC4wLCJMZWZ0IjowLjAsIlJpZ2h0IjowLjAsIkJvdHRvbSI6MC4wfSwiUGFkZGluZyI6eyIkaWQiOiI1MDciLCJUb3AiOjAuMCwiTGVmdCI6MC4wLCJSaWdodCI6MC4wLCJCb3R0b20iOjAuMH0sIkJhY2tncm91bmQiOm51bGwsIklzVmlzaWJsZSI6dHJ1ZSwiV2lkdGgiOjAuMCwiSGVpZ2h0IjowLjAsIkJvcmRlclN0eWxlIjpudWxsLCJQYXJlbnRTdHlsZSI6bnVsbH0sIkJhY2tncm91bmRTdHlsZSI6eyIkaWQiOiI1MDgiLCJNYXJnaW4iOnsiJGlkIjoiNTA5IiwiVG9wIjowLjAsIkxlZnQiOjAuMCwiUmlnaHQiOjAuMCwiQm90dG9tIjowLjB9LCJQYWRkaW5nIjp7IiRpZCI6IjUxMCIsIlRvcCI6MC4wLCJMZWZ0IjowLjAsIlJpZ2h0IjowLjAsIkJvdHRvbSI6MC4wfSwiQmFja2dyb3VuZCI6eyIkaWQiOiI1MTEiLCJDb2xvciI6eyIkaWQiOiI1MTIiLCJBIjo1MSwiUiI6MjAwLCJHIjoyMDAsIkIiOjIwMH19LCJJc1Zpc2libGUiOnRydWUsIldpZHRoIjowLjAsIkhlaWdodCI6MC4wLCJCb3JkZXJTdHlsZSI6eyIkaWQiOiI1MTMiLCJMaW5lQ29sb3IiOnsiJGlkIjoiNTE0IiwiJHR5cGUiOiJOTFJFLkNvbW1vbi5Eb20uU29saWRDb2xvckJydXNoLCBOTFJFLkNvbW1vbiIsIkNvbG9yIjp7IiRpZCI6IjUxNSIsIkEiOjI1NSwiUiI6MjM0LCJHIjoyMiwiQiI6MzB9fSwiTGluZVdlaWdodCI6MC4wLCJMaW5lVHlwZSI6MCwiUGFyZW50U3R5bGUiOm51bGx9LCJQYXJlbnRTdHlsZSI6bnVsbH0sIk1hcmdpbiI6eyIkaWQiOiI1MTYiLCJUb3AiOjAuMCwiTGVmdCI6MC4wLCJSaWdodCI6MC4wLCJCb3R0b20iOjAuMH0sIlBhZGRpbmciOnsiJGlkIjoiNTE3IiwiVG9wIjowLjAsIkxlZnQiOjAuMCwiUmlnaHQiOjAuMCwiQm90dG9tIjowLjB9LCJJc1Zpc2libGUiOnRydWUsIldpZHRoIjowLjAsIkhlaWdodCI6MC4wLCJCb3JkZXJTdHlsZSI6eyIkaWQiOiI1MTgiLCJMaW5lQ29sb3IiOm51bGwsIkxpbmVXZWlnaHQiOjAuMCwiTGluZVR5cGUiOjAsIlBhcmVudFN0eWxlIjpudWxsfSwiUGFyZW50U3R5bGUiOm51bGx9LCJNYXJnaW4iOnsiJGlkIjoiNTE5IiwiVG9wIjowLjAsIkxlZnQiOjAuMCwiUmlnaHQiOjAuMCwiQm90dG9tIjowLjB9LCJQYWRkaW5nIjp7IiRpZCI6IjUyMCIsIlRvcCI6MC4wLCJMZWZ0IjowLjAsIlJpZ2h0IjowLjAsIkJvdHRvbSI6MC4wfSwiSXNWaXNpYmxlIjp0cnVlLCJXaWR0aCI6MC4wLCJIZWlnaHQiOjAuMCwiQm9yZGVyU3R5bGUiOnsiJGlkIjoiNTIxIiwiTGluZUNvbG9yIjpudWxsLCJMaW5lV2VpZ2h0IjowLjAsIkxpbmVUeXBlIjowLCJQYXJlbnRTdHlsZSI6bnVsbH0sIlBhcmVudFN0eWxlIjpudWxsfSwiX2FkZGl0aW9uYWxTd2ltbGFuZVYyU3R5bGVzIjpbeyIkaWQiOiI1MjIiLCJTdHlsZUlkIjoiOTg1MTNlMTAtNTUxYy00ZjMwLWFjMTEtYTA2OTBlOTAzMTM0IiwiSGVhZGVyU3R5bGUiOnsiJGlkIjoiNTIzIiwiVGV4dElzVmVydGljYWwiOmZhbHNlLCJUZXh0U3R5bGUiOnsiJGlkIjoiNTI0IiwiRm9udFNldHRpbmdzIjp7IiRpZCI6IjUyNSIsIkZvbnRTaXplIjoxMSwiRm9udE5hbWUiOiJDYWxpYnJpIiwiSXNCb2xkIjpmYWxzZSwiSXNJdGFsaWMiOmZhbHNlLCJJc1VuZGVybGluZWQiOmZhbHNlLCJQYXJlbnRTdHlsZSI6bnVsbH0sIkF1dG9TaXplIjoyLCJGb3JlZ3JvdW5kIjp7IiRpZCI6IjUyNiIsIkNvbG9yIjp7IiRpZCI6IjUyNyIsIkEiOjI1NSwiUiI6MjU1LCJHIjoyNTUsIkIiOjI1NX19LCJNYXhXaWR0aCI6IkluZmluaXR5IiwiTWF4SGVpZ2h0IjoiSW5maW5pdHkiLCJTbWFydEZvcmVncm91bmRJc0FjdGl2ZSI6ZmFsc2UsIkhvcml6b250YWxBbGlnbm1lbnQiOjEsIlZlcnRpY2FsQWxpZ25tZW50IjowLCJTbWFydEZvcmVncm91bmQiOm51bGwsIkJhY2tncm91bmRGaWxsVHlwZSI6MCwiTWFyZ2luIjp7IiRpZCI6IjUyOCIsIlRvcCI6MC4wLCJMZWZ0IjowLjAsIlJpZ2h0IjowLjAsIkJvdHRvbSI6MC4wfSwiUGFkZGluZyI6eyIkaWQiOiI1MjkiLCJUb3AiOjAuMCwiTGVmdCI6MC4wLCJSaWdodCI6MC4wLCJCb3R0b20iOjAuMH0sIkJhY2tncm91bmQiOnsiJGlkIjoiNTMwIiwiQ29sb3IiOnsiJGlkIjoiNTMxIiwiQSI6MjU1LCJSIjoyNTUsIkciOjI1NSwiQiI6MjU1fX0sIklzVmlzaWJsZSI6dHJ1ZSwiV2lkdGgiOjAuMCwiSGVpZ2h0IjowLjAsIkJvcmRlclN0eWxlIjpudWxsLCJQYXJlbnRTdHlsZSI6bnVsbH0sIlJlY3RhbmdsZVN0eWxlIjp7IiRpZCI6IjUzMiIsIk1hcmdpbiI6eyIkaWQiOiI1MzMiLCJUb3AiOjAuMCwiTGVmdCI6MC4wLCJSaWdodCI6MC4wLCJCb3R0b20iOjAuMH0sIlBhZGRpbmciOnsiJGlkIjoiNTM0IiwiVG9wIjowLjAsIkxlZnQiOjAuMCwiUmlnaHQiOjAuMCwiQm90dG9tIjowLjB9LCJCYWNrZ3JvdW5kIjp7IiRpZCI6IjUzNSIsIkNvbG9yIjp7IiRpZCI6IjUzNiIsIkEiOjI1NSwiUiI6MjMzLCJHIjoxMTMsIkIiOjUwfX0sIklzVmlzaWJsZSI6dHJ1ZSwiV2lkdGgiOjAuMCwiSGVpZ2h0IjowLjAsIkJvcmRlclN0eWxlIjp7IiRpZCI6IjUzNyIsIkxpbmVDb2xvciI6eyIkaWQiOiI1MzgiLCIkdHlwZSI6Ik5MUkUuQ29tbW9uLkRvbS5Tb2xpZENvbG9yQnJ1c2gsIE5MUkUuQ29tbW9uIiwiQ29sb3IiOnsiJGlkIjoiNTM5IiwiQSI6MjU1LCJSIjoyNTUsIkciOjI1NSwiQiI6MjU1fX0sIkxpbmVXZWlnaHQiOjAuMCwiTGluZVR5cGUiOjAsIlBhcmVudFN0eWxlIjpudWxsfSwiUGFyZW50U3R5bGUiOm51bGx9LCJNYXJnaW4iOnsiJGlkIjoiNTQwIiwiVG9wIjowLjAsIkxlZnQiOjAuMCwiUmlnaHQiOjAuMCwiQm90dG9tIjowLjB9LCJQYWRkaW5nIjp7IiRpZCI6IjU0MSIsIlRvcCI6MC4wLCJMZWZ0IjowLjAsIlJpZ2h0IjowLjAsIkJvdHRvbSI6MC4wfSwiQmFja2dyb3VuZCI6bnVsbCwiSXNWaXNpYmxlIjp0cnVlLCJXaWR0aCI6MC4wLCJIZWlnaHQiOjAuMCwiQm9yZGVyU3R5bGUiOm51bGwsIlBhcmVudFN0eWxlIjpudWxsfSwiQmFja2dyb3VuZFN0eWxlIjp7IiRpZCI6IjU0MiIsIk1hcmdpbiI6eyIkaWQiOiI1NDMiLCJUb3AiOjAuMCwiTGVmdCI6MC4wLCJSaWdodCI6MC4wLCJCb3R0b20iOjAuMH0sIlBhZGRpbmciOnsiJGlkIjoiNTQ0IiwiVG9wIjowLjAsIkxlZnQiOjAuMCwiUmlnaHQiOjAuMCwiQm90dG9tIjowLjB9LCJCYWNrZ3JvdW5kIjp7IiRpZCI6IjU0NSIsIkNvbG9yIjp7IiRpZCI6IjU0NiIsIkEiOjUxLCJSIjoyMDAsIkciOjIwMCwiQiI6MjAwfX0sIklzVmlzaWJsZSI6dHJ1ZSwiV2lkdGgiOjAuMCwiSGVpZ2h0IjowLjAsIkJvcmRlclN0eWxlIjp7IiRpZCI6IjU0NyIsIkxpbmVDb2xvciI6eyIkaWQiOiI1NDgiLCIkdHlwZSI6Ik5MUkUuQ29tbW9uLkRvbS5Tb2xpZENvbG9yQnJ1c2gsIE5MUkUuQ29tbW9uIiwiQ29sb3IiOnsiJGlkIjoiNTQ5IiwiQSI6MjU1LCJSIjoyMzQsIkciOjIyLCJCIjozMH19LCJMaW5lV2VpZ2h0IjowLjAsIkxpbmVUeXBlIjowLCJQYXJlbnRTdHlsZSI6bnVsbH0sIlBhcmVudFN0eWxlIjpudWxsfSwiSXNBYm92ZVRpbWViYW5kIjpmYWxzZSwiU3BhY2luZyI6MywiRGVmYXVsdFN3aW1sYW5lVGFza1N0eWxlIjp7IiRpZCI6IjU1MCIsIiR0eXBlIjoiTkxSRS5Db21tb24uRG9tLlN0eWxlcy5FeHBsaWNpdFNldGFibGVUYXNrU3R5bGUsIE5MUkUuQ29tbW9uIiwiU2hhcGUiOjEsIlNoYXBlVGhpY2tuZXNzIjowLCJEdXJhdGlvbkZvcm1hdCI6MCwiSW5jbHVkZU5vbldvcmtpbmdEYXlzSW5EdXJhdGlvbiI6ZmFsc2UsIlBlcmNlbnRhZ2VDb21wbGV0ZVN0eWxlIjp7IiRpZCI6IjU1MSIsIkZvbnRTZXR0aW5ncyI6eyIkaWQiOiI1NTIiLCJGb250U2l6ZSI6MTAsIkZvbnROYW1lIjoiQ2FsaWJyaSIsIklzQm9sZCI6ZmFsc2UsIklzSXRhbGljIjpmYWxzZSwiSXNVbmRlcmxpbmVkIjpmYWxzZSwiUGFyZW50U3R5bGUiOm51bGx9LCJBdXRvU2l6ZSI6MCwiRm9yZWdyb3VuZCI6eyIkaWQiOiI1NTMiLCJDb2xvciI6eyIkaWQiOiI1NT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TU1IiwiVG9wIjowLjAsIkxlZnQiOjAuMCwiUmlnaHQiOjAuMCwiQm90dG9tIjowLjB9LCJQYWRkaW5nIjp7IiRpZCI6IjU1NiIsIlRvcCI6MC4wLCJMZWZ0IjowLjAsIlJpZ2h0IjowLjAsIkJvdHRvbSI6MC4wfSwiQmFja2dyb3VuZCI6eyIkaWQiOiI1NTciLCJDb2xvciI6eyIkaWQiOiI1NTgiLCJBIjo4OSwiUiI6MCwiRyI6MCwiQiI6MH19LCJJc1Zpc2libGUiOnRydWUsIldpZHRoIjowLjAsIkhlaWdodCI6MC4wLCJCb3JkZXJTdHlsZSI6eyIkaWQiOiI1NTkiLCJMaW5lQ29sb3IiOm51bGwsIkxpbmVXZWlnaHQiOjAuMCwiTGluZVR5cGUiOjAsIlBhcmVudFN0eWxlIjpudWxsfSwiUGFyZW50U3R5bGUiOm51bGx9LCJEdXJhdGlvblN0eWxlIjp7IiRpZCI6IjU2MCIsIkZvbnRTZXR0aW5ncyI6eyIkaWQiOiI1NjEiLCJGb250U2l6ZSI6MTAsIkZvbnROYW1lIjoiQ2FsaWJyaSIsIklzQm9sZCI6ZmFsc2UsIklzSXRhbGljIjpmYWxzZSwiSXNVbmRlcmxpbmVkIjpmYWxzZSwiUGFyZW50U3R5bGUiOm51bGx9LCJBdXRvU2l6ZSI6MCwiRm9yZWdyb3VuZCI6eyIkaWQiOiI1NjIiLCJDb2xvciI6eyIkaWQiOiI1Nj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1NjQiLCJUb3AiOjAuMCwiTGVmdCI6MC4wLCJSaWdodCI6MC4wLCJCb3R0b20iOjAuMH0sIlBhZGRpbmciOnsiJGlkIjoiNTY1IiwiVG9wIjowLjAsIkxlZnQiOjAuMCwiUmlnaHQiOjAuMCwiQm90dG9tIjowLjB9LCJCYWNrZ3JvdW5kIjp7IiRpZCI6IjU2NiIsIkNvbG9yIjp7IiRpZCI6IjU2NyIsIkEiOjI1NSwiUiI6MjM3LCJHIjoxMjUsIkIiOjQ5fX0sIklzVmlzaWJsZSI6dHJ1ZSwiV2lkdGgiOjAuMCwiSGVpZ2h0IjowLjAsIkJvcmRlclN0eWxlIjp7IiRpZCI6IjU2OCIsIkxpbmVDb2xvciI6bnVsbCwiTGluZVdlaWdodCI6MC4wLCJMaW5lVHlwZSI6MCwiUGFyZW50U3R5bGUiOm51bGx9LCJQYXJlbnRTdHlsZSI6bnVsbH0sIkhvcml6b250YWxDb25uZWN0b3JTdHlsZSI6eyIkaWQiOiI1NjkiLCJMaW5lQ29sb3IiOnsiJGlkIjoiNTcwIiwiJHR5cGUiOiJOTFJFLkNvbW1vbi5Eb20uU29saWRDb2xvckJydXNoLCBOTFJFLkNvbW1vbiIsIkNvbG9yIjp7IiRpZCI6IjU3MSIsIkEiOjI1NSwiUiI6MCwiRyI6MCwiQiI6MH19LCJMaW5lV2VpZ2h0IjowLjAsIkxpbmVUeXBlIjowLCJQYXJlbnRTdHlsZSI6bnVsbH0sIlZlcnRpY2FsQ29ubmVjdG9yU3R5bGUiOnsiJGlkIjoiNTcyIiwiTGluZUNvbG9yIjp7IiRpZCI6IjU3MyIsIiR0eXBlIjoiTkxSRS5Db21tb24uRG9tLlNvbGlkQ29sb3JCcnVzaCwgTkxSRS5Db21tb24iLCJDb2xvciI6eyIkaWQiOiI1NzQ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1NzUiLCJTaGFwZVN0eWxlIjp7IiRpZCI6IjU3NiIsIk1hcmdpbiI6eyIkaWQiOiI1NzciLCJUb3AiOjAuMCwiTGVmdCI6MC4wLCJSaWdodCI6MC4wLCJCb3R0b20iOjAuMH0sIlBhZGRpbmciOnsiJGlkIjoiNTc4IiwiVG9wIjowLjAsIkxlZnQiOjAuMCwiUmlnaHQiOjAuMCwiQm90dG9tIjowLjB9LCJCYWNrZ3JvdW5kIjp7IiRpZCI6IjU3OSIsIkNvbG9yIjp7IiRpZCI6IjU4MCIsIkEiOjE1MywiUiI6MCwiRyI6MCwiQiI6MH19LCJJc1Zpc2libGUiOnRydWUsIldpZHRoIjowLjAsIkhlaWdodCI6MC4wLCJCb3JkZXJTdHlsZSI6eyIkaWQiOiI1ODEiLCJMaW5lQ29sb3IiOnsiJGlkIjoiNTgyIiwiJHR5cGUiOiJOTFJFLkNvbW1vbi5Eb20uU29saWRDb2xvckJydXNoLCBOTFJFLkNvbW1vbiIsIkNvbG9yIjp7IiRpZCI6IjU4MyIsIkEiOjI1NSwiUiI6MjU1LCJHIjowLCJCIjowfX0sIkxpbmVXZWlnaHQiOjAuMCwiTGluZVR5cGUiOjAsIlBhcmVudFN0eWxlIjpudWxsfSwiUGFyZW50U3R5bGUiOm51bGx9LCJNYXJnaW4iOnsiJGlkIjoiNTg0IiwiVG9wIjowLjAsIkxlZnQiOjAuMCwiUmlnaHQiOjAuMCwiQm90dG9tIjowLjB9LCJQYWRkaW5nIjp7IiRpZCI6IjU4NSIsIlRvcCI6MC4wLCJMZWZ0IjowLjAsIlJpZ2h0IjowLjAsIkJvdHRvbSI6MC4wfSwiQmFja2dyb3VuZCI6bnVsbCwiSXNWaXNpYmxlIjp0cnVlLCJXaWR0aCI6MC4wLCJIZWlnaHQiOjAuMCwiQm9yZGVyU3R5bGUiOm51bGwsIlBhcmVudFN0eWxlIjpudWxsfSwiU2hhcGVTdHlsZSI6eyIkaWQiOiI1ODYiLCJNYXJnaW4iOnsiJGlkIjoiNTg3IiwiVG9wIjowLjAsIkxlZnQiOjQuMCwiUmlnaHQiOjQuMCwiQm90dG9tIjowLjB9LCJQYWRkaW5nIjp7IiRpZCI6IjU4OCIsIlRvcCI6MC4wLCJMZWZ0IjowLjAsIlJpZ2h0IjowLjAsIkJvdHRvbSI6MC4wfSwiQmFja2dyb3VuZCI6eyIkaWQiOiI1ODkiLCJDb2xvciI6eyIkaWQiOiI1OTAiLCJBIjoyNTUsIlIiOjIzMywiRyI6MTEzLCJCIjo1MH19LCJJc1Zpc2libGUiOnRydWUsIldpZHRoIjowLjAsIkhlaWdodCI6MTAuMCwiQm9yZGVyU3R5bGUiOnsiJGlkIjoiNTkxIiwiTGluZUNvbG9yIjp7IiRpZCI6IjU5MiIsIiR0eXBlIjoiTkxSRS5Db21tb24uRG9tLlNvbGlkQ29sb3JCcnVzaCwgTkxSRS5Db21tb24iLCJDb2xvciI6eyIkaWQiOiI1OTMiLCJBIjoyNTUsIlIiOjIzNCwiRyI6MjIsIkIiOjMwfX0sIkxpbmVXZWlnaHQiOjAuMCwiTGluZVR5cGUiOjAsIlBhcmVudFN0eWxlIjpudWxsfSwiUGFyZW50U3R5bGUiOm51bGx9LCJUaXRsZVN0eWxlIjp7IiRpZCI6IjU5NCIsIkZvbnRTZXR0aW5ncyI6eyIkaWQiOiI1OTUiLCJGb250U2l6ZSI6MTEsIkZvbnROYW1lIjoiQ2FsaWJyaSIsIklzQm9sZCI6ZmFsc2UsIklzSXRhbGljIjpmYWxzZSwiSXNVbmRlcmxpbmVkIjpmYWxzZSwiUGFyZW50U3R5bGUiOm51bGx9LCJBdXRvU2l6ZSI6MCwiRm9yZWdyb3VuZCI6eyIkaWQiOiI1OTYiLCJDb2xvciI6eyIkaWQiOiI1OT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k4IiwiVG9wIjowLjAsIkxlZnQiOjAuMCwiUmlnaHQiOjAuMCwiQm90dG9tIjowLjB9LCJQYWRkaW5nIjp7IiRpZCI6IjU5OSIsIlRvcCI6MC4wLCJMZWZ0IjowLjAsIlJpZ2h0IjowLjAsIkJvdHRvbSI6MC4wfSwiQmFja2dyb3VuZCI6eyIkaWQiOiI2MDAiLCJDb2xvciI6eyIkaWQiOiI2MDEiLCJBIjoyNTUsIlIiOjAsIkciOjAsIkIiOjB9fSwiSXNWaXNpYmxlIjp0cnVlLCJXaWR0aCI6MC4wLCJIZWlnaHQiOjAuMCwiQm9yZGVyU3R5bGUiOnsiJGlkIjoiNjAyIiwiTGluZUNvbG9yIjpudWxsLCJMaW5lV2VpZ2h0IjowLjAsIkxpbmVUeXBlIjowLCJQYXJlbnRTdHlsZSI6bnVsbH0sIlBhcmVudFN0eWxlIjpudWxsfSwiRGF0ZVN0eWxlIjp7IiRpZCI6IjYwMyIsIkZvbnRTZXR0aW5ncyI6eyIkaWQiOiI2MDQiLCJGb250U2l6ZSI6MTAsIkZvbnROYW1lIjoiQ2FsaWJyaSIsIklzQm9sZCI6ZmFsc2UsIklzSXRhbGljIjpmYWxzZSwiSXNVbmRlcmxpbmVkIjpmYWxzZSwiUGFyZW50U3R5bGUiOm51bGx9LCJBdXRvU2l6ZSI6MCwiRm9yZWdyb3VuZCI6eyIkaWQiOiI2MDUiLCJDb2xvciI6eyIkaWQiOiI2MD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NjA3IiwiVG9wIjowLjAsIkxlZnQiOjAuMCwiUmlnaHQiOjAuMCwiQm90dG9tIjowLjB9LCJQYWRkaW5nIjp7IiRpZCI6IjYwOCIsIlRvcCI6MC4wLCJMZWZ0IjowLjAsIlJpZ2h0IjowLjAsIkJvdHRvbSI6MC4wfSwiQmFja2dyb3VuZCI6eyIkaWQiOiI2MDkiLCJDb2xvciI6eyIkaWQiOiI2MTAiLCJBIjoyNTUsIlIiOjE0LCJHIjo0MCwiQiI6NjV9fSwiSXNWaXNpYmxlIjp0cnVlLCJXaWR0aCI6MC4wLCJIZWlnaHQiOjAuMCwiQm9yZGVyU3R5bGUiOnsiJGlkIjoiNjExIiwiTGluZUNvbG9yIjpudWxsLCJMaW5lV2VpZ2h0IjowLjAsIkxpbmVUeXBlIjowLCJQYXJlbnRTdHlsZSI6bnVsbH0sIlBhcmVudFN0eWxlIjpudWxsfSwiRGF0ZUZvcm1hdCI6eyIkaWQiOiI2MT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EzIiwiRm9ybWF0IjowLCJJc1Zpc2libGUiOmZhbHNlLCJMYXN0S25vd25WaXNpYmlsaXR5U3RhdGUiOmZhbHNlfSwiSXNWaXNpYmxlIjp0cnVlLCJWYXJpYW5jZVN0eWxlIjp7IiRpZCI6IjYxNCIsIlRleHRTdHlsZSI6eyIkaWQiOiI2MTUiLCJGb250U2V0dGluZ3MiOnsiJGlkIjoiNjE2IiwiRm9udFNpemUiOjEwLCJGb250TmFtZSI6IkNhbGlicmkiLCJJc0JvbGQiOmZhbHNlLCJJc0l0YWxpYyI6ZmFsc2UsIklzVW5kZXJsaW5lZCI6ZmFsc2UsIlBhcmVudFN0eWxlIjpudWxsfSwiQXV0b1NpemUiOjAsIkZvcmVncm91bmQiOnsiJGlkIjoiNjE3IiwiQ29sb3IiOnsiJGlkIjoiNjE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xOSIsIlRvcCI6MC4wLCJMZWZ0IjowLjAsIlJpZ2h0IjowLjAsIkJvdHRvbSI6MC4wfSwiUGFkZGluZyI6eyIkaWQiOiI2MjAiLCJUb3AiOjAuMCwiTGVmdCI6MC4wLCJSaWdodCI6MC4wLCJCb3R0b20iOjAuMH0sIkJhY2tncm91bmQiOnsiJGlkIjoiNjIxIiwiQ29sb3IiOnsiJGlkIjoiNjIyIiwiQSI6MjU1LCJSIjowLCJHIjowLCJCIjowfX0sIklzVmlzaWJsZSI6dHJ1ZSwiV2lkdGgiOjAuMCwiSGVpZ2h0IjowLjAsIkJvcmRlclN0eWxlIjp7IiRpZCI6IjYyMyIsIkxpbmVDb2xvciI6bnVsbCwiTGluZVdlaWdodCI6MC4wLCJMaW5lVHlwZSI6MCwiUGFyZW50U3R5bGUiOm51bGx9LCJQYXJlbnRTdHlsZSI6bnVsbH0sIlBhcmVudFN0eWxlIjpudWxsfSwiUGFyZW50U3R5bGUiOm51bGwsIl9leHBsaWNpdGx5U2V0Ijp7IiRpZCI6IjYy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YyNSIsIlNoYXBlIjoxLCJDb25uZWN0b3JNYXJnaW4iOnsiJGlkIjoiNjI2IiwiVG9wIjowLjAsIkxlZnQiOjIuMCwiUmlnaHQiOjIuMCwiQm90dG9tIjowLjB9LCJDb25uZWN0b3JTdHlsZSI6eyIkaWQiOiI2MjciLCJMaW5lQ29sb3IiOnsiJGlkIjoiNjI4IiwiJHR5cGUiOiJOTFJFLkNvbW1vbi5Eb20uU29saWRDb2xvckJydXNoLCBOTFJFLkNvbW1vbiIsIkNvbG9yIjp7IiRpZCI6IjYyOSIsIkEiOjEyNywiUiI6MTI4LCJHIjo1MywiQiI6MTR9fSwiTGluZVdlaWdodCI6MS4wLCJMaW5lVHlwZSI6MCwiUGFyZW50U3R5bGUiOm51bGx9LCJJc0JlbG93VGltZWJhbmQiOmZhbHNlLCJQb3NpdGlvbk9uVGFzayI6MSwiSGlkZURhdGUiOmZhbHNlLCJTaGFwZVNpemUiOjAsIlNwYWNpbmciOjAuMCwiUGFkZGluZyI6eyIkaWQiOiI2MzAiLCJUb3AiOjUuMCwiTGVmdCI6My4wLCJSaWdodCI6MC4wLCJCb3R0b20iOjIuMH0sIlNoYXBlU3R5bGUiOnsiJGlkIjoiNjMxIiwiTWFyZ2luIjp7IiRpZCI6IjYzMiIsIlRvcCI6MC4wLCJMZWZ0IjowLjAsIlJpZ2h0IjowLjAsIkJvdHRvbSI6MC4wfSwiUGFkZGluZyI6eyIkaWQiOiI2MzMiLCJUb3AiOjAuMCwiTGVmdCI6MC4wLCJSaWdodCI6MC4wLCJCb3R0b20iOjAuMH0sIkJhY2tncm91bmQiOnsiJGlkIjoiNjM0IiwiQ29sb3IiOnsiJGlkIjoiNjM1IiwiQSI6MjU1LCJSIjoxMjgsIkciOjUzLCJCIjoxNH19LCJJc1Zpc2libGUiOnRydWUsIldpZHRoIjoxMi4wLCJIZWlnaHQiOjE0LjAsIkJvcmRlclN0eWxlIjp7IiRpZCI6IjYzNiIsIkxpbmVDb2xvciI6eyIkaWQiOiI2MzciLCIkdHlwZSI6Ik5MUkUuQ29tbW9uLkRvbS5Tb2xpZENvbG9yQnJ1c2gsIE5MUkUuQ29tbW9uIiwiQ29sb3IiOnsiJGlkIjoiNjM4IiwiQSI6MjU1LCJSIjoyNTUsIkciOjI1NSwiQiI6MjU1fX0sIkxpbmVXZWlnaHQiOjAuMCwiTGluZVR5cGUiOjAsIlBhcmVudFN0eWxlIjpudWxsfSwiUGFyZW50U3R5bGUiOm51bGx9LCJUaXRsZVN0eWxlIjp7IiRpZCI6IjYzOSIsIkZvbnRTZXR0aW5ncyI6eyIkaWQiOiI2NDAiLCJGb250U2l6ZSI6MTEsIkZvbnROYW1lIjoiQ2FsaWJyaSIsIklzQm9sZCI6ZmFsc2UsIklzSXRhbGljIjpmYWxzZSwiSXNVbmRlcmxpbmVkIjpmYWxzZSwiUGFyZW50U3R5bGUiOm51bGx9LCJBdXRvU2l6ZSI6MCwiRm9yZWdyb3VuZCI6eyIkaWQiOiI2NDEiLCJDb2xvciI6eyIkaWQiOiI2NDI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NjQzIiwiVG9wIjowLjAsIkxlZnQiOjAuMCwiUmlnaHQiOjAuMCwiQm90dG9tIjowLjB9LCJQYWRkaW5nIjp7IiRpZCI6IjY0NCIsIlRvcCI6MC4wLCJMZWZ0IjowLjAsIlJpZ2h0IjowLjAsIkJvdHRvbSI6MC4wfSwiQmFja2dyb3VuZCI6eyIkaWQiOiI2NDUiLCJDb2xvciI6eyIkaWQiOiI2NDYiLCJBIjoyNTUsIlIiOjAsIkciOjAsIkIiOjB9fSwiSXNWaXNpYmxlIjp0cnVlLCJXaWR0aCI6MC4wLCJIZWlnaHQiOjAuMCwiQm9yZGVyU3R5bGUiOnsiJGlkIjoiNjQ3IiwiTGluZUNvbG9yIjpudWxsLCJMaW5lV2VpZ2h0IjowLjAsIkxpbmVUeXBlIjowLCJQYXJlbnRTdHlsZSI6bnVsbH0sIlBhcmVudFN0eWxlIjpudWxsfSwiRGF0ZVN0eWxlIjp7IiRpZCI6IjY0OCIsIkZvbnRTZXR0aW5ncyI6eyIkaWQiOiI2NDkiLCJGb250U2l6ZSI6MTAsIkZvbnROYW1lIjoiQ2FsaWJyaSIsIklzQm9sZCI6ZmFsc2UsIklzSXRhbGljIjpmYWxzZSwiSXNVbmRlcmxpbmVkIjpmYWxzZSwiUGFyZW50U3R5bGUiOm51bGx9LCJBdXRvU2l6ZSI6MCwiRm9yZWdyb3VuZCI6eyIkaWQiOiI2NTAiLCJDb2xvciI6eyIkaWQiOiI2NTEiLCJBIjoyNTUsIlIiOjE0LCJHIjo0MCwiQiI6NjV9fSwiTWF4V2lkdGgiOjIwMC4wLCJNYXhIZWlnaHQiOiJJbmZpbml0eSIsIlNtYXJ0Rm9yZWdyb3VuZElzQWN0aXZlIjpmYWxzZSwiSG9yaXpvbnRhbEFsaWdubWVudCI6MSwiVmVydGljYWxBbGlnbm1lbnQiOjEsIlNtYXJ0Rm9yZWdyb3VuZCI6bnVsbCwiQmFja2dyb3VuZEZpbGxUeXBlIjowLCJNYXJnaW4iOnsiJGlkIjoiNjUyIiwiVG9wIjowLjAsIkxlZnQiOjAuMCwiUmlnaHQiOjAuMCwiQm90dG9tIjowLjB9LCJQYWRkaW5nIjp7IiRpZCI6IjY1MyIsIlRvcCI6MC4wLCJMZWZ0IjowLjAsIlJpZ2h0IjowLjAsIkJvdHRvbSI6MC4wfSwiQmFja2dyb3VuZCI6eyIkaWQiOiI2NTQiLCJDb2xvciI6eyIkaWQiOiI2NTUiLCJBIjoyNTUsIlIiOjE0LCJHIjo0MCwiQiI6NjV9fSwiSXNWaXNpYmxlIjp0cnVlLCJXaWR0aCI6MC4wLCJIZWlnaHQiOjAuMCwiQm9yZGVyU3R5bGUiOnsiJGlkIjoiNjU2IiwiTGluZUNvbG9yIjpudWxsLCJMaW5lV2VpZ2h0IjowLjAsIkxpbmVUeXBlIjowLCJQYXJlbnRTdHlsZSI6bnVsbH0sIlBhcmVudFN0eWxlIjpudWxsfSwiRGF0ZUZvcm1hdCI6eyIkaWQiOiI2NT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U4IiwiRm9ybWF0IjowLCJJc1Zpc2libGUiOmZhbHNlLCJMYXN0S25vd25WaXNpYmlsaXR5U3RhdGUiOmZhbHNlfSwiSXNWaXNpYmxlIjpmYWxzZSwiVmFyaWFuY2VTdHlsZSI6eyIkaWQiOiI2NTkiLCJUZXh0U3R5bGUiOnsiJGlkIjoiNjYwIiwiRm9udFNldHRpbmdzIjp7IiRpZCI6IjY2MSIsIkZvbnRTaXplIjoxMCwiRm9udE5hbWUiOiJDYWxpYnJpIiwiSXNCb2xkIjpmYWxzZSwiSXNJdGFsaWMiOmZhbHNlLCJJc1VuZGVybGluZWQiOmZhbHNlLCJQYXJlbnRTdHlsZSI6bnVsbH0sIkF1dG9TaXplIjowLCJGb3JlZ3JvdW5kIjp7IiRpZCI6IjY2MiIsIkNvbG9yIjp7IiRpZCI6IjY2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2NjQiLCJUb3AiOjAuMCwiTGVmdCI6MC4wLCJSaWdodCI6MC4wLCJCb3R0b20iOjAuMH0sIlBhZGRpbmciOnsiJGlkIjoiNjY1IiwiVG9wIjowLjAsIkxlZnQiOjAuMCwiUmlnaHQiOjAuMCwiQm90dG9tIjowLjB9LCJCYWNrZ3JvdW5kIjp7IiRpZCI6IjY2NiIsIkNvbG9yIjp7IiRpZCI6IjY2NyIsIkEiOjI1NSwiUiI6MCwiRyI6MCwiQiI6MH19LCJJc1Zpc2libGUiOnRydWUsIldpZHRoIjowLjAsIkhlaWdodCI6MC4wLCJCb3JkZXJTdHlsZSI6eyIkaWQiOiI2NjgiLCJMaW5lQ29sb3IiOm51bGwsIkxpbmVXZWlnaHQiOjAuMCwiTGluZVR5cGUiOjAsIlBhcmVudFN0eWxlIjpudWxsfSwiUGFyZW50U3R5bGUiOm51bGx9LCJQYXJlbnRTdHlsZSI6bnVsbH0sIlBhcmVudFN0eWxlIjpudWxsfSwiRGVmYXVsdFN3aW1sYW5lTWlsZXN0b25lU3R5bGUiOnsiJGlkIjoiNjY5IiwiVGl0bGVQb3NpdGlvbiI6IkxlZnQiLCJEYXRlUG9zaXRpb24iOiJSaWdodCIsIlZhcmlhbmNlUG9zaXRpb24iOiJSaWdodCIsIlNoYXBlVHlwZSI6MSwiU2hhcGVTaXplIjowLCJTcGFjaW5nIjo1LCJTaGFwZVN0eWxlIjp7IiRpZCI6IjY3MCIsIk1hcmdpbiI6eyIkaWQiOiI2NzEiLCJUb3AiOjAuMCwiTGVmdCI6MC4wLCJSaWdodCI6MC4wLCJCb3R0b20iOjAuMH0sIlBhZGRpbmciOnsiJGlkIjoiNjcyIiwiVG9wIjowLjAsIkxlZnQiOjAuMCwiUmlnaHQiOjAuMCwiQm90dG9tIjowLjB9LCJCYWNrZ3JvdW5kIjp7IiRpZCI6IjY3MyIsIkNvbG9yIjp7IiRpZCI6IjY3NCIsIkEiOjI1NSwiUiI6MjMzLCJHIjoxMTMsIkIiOjUwfX0sIklzVmlzaWJsZSI6dHJ1ZSwiV2lkdGgiOjEyLjAsIkhlaWdodCI6MTQuMCwiQm9yZGVyU3R5bGUiOnsiJGlkIjoiNjc1IiwiTGluZUNvbG9yIjp7IiRpZCI6IjY3NiIsIiR0eXBlIjoiTkxSRS5Db21tb24uRG9tLlNvbGlkQ29sb3JCcnVzaCwgTkxSRS5Db21tb24iLCJDb2xvciI6eyIkaWQiOiI2NzciLCJBIjoyNTUsIlIiOjIzNCwiRyI6MjIsIkIiOjMwfX0sIkxpbmVXZWlnaHQiOjAuMCwiTGluZVR5cGUiOjAsIlBhcmVudFN0eWxlIjpudWxsfSwiUGFyZW50U3R5bGUiOm51bGx9LCJUaXRsZVN0eWxlIjp7IiRpZCI6IjY3OCIsIkZvbnRTZXR0aW5ncyI6eyIkaWQiOiI2NzkiLCJGb250U2l6ZSI6MTEsIkZvbnROYW1lIjoiQ2FsaWJyaSIsIklzQm9sZCI6ZmFsc2UsIklzSXRhbGljIjpmYWxzZSwiSXNVbmRlcmxpbmVkIjpmYWxzZSwiUGFyZW50U3R5bGUiOm51bGx9LCJBdXRvU2l6ZSI6MCwiRm9yZWdyb3VuZCI6eyIkaWQiOiI2ODAiLCJDb2xvciI6eyIkaWQiOiI2ODE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NjgyIiwiVG9wIjowLjAsIkxlZnQiOjAuMCwiUmlnaHQiOjAuMCwiQm90dG9tIjowLjB9LCJQYWRkaW5nIjp7IiRpZCI6IjY4MyIsIlRvcCI6MC4wLCJMZWZ0IjowLjAsIlJpZ2h0IjowLjAsIkJvdHRvbSI6MC4wfSwiQmFja2dyb3VuZCI6eyIkaWQiOiI2ODQiLCJDb2xvciI6eyIkaWQiOiI2ODUiLCJBIjoyNTUsIlIiOjAsIkciOjAsIkIiOjB9fSwiSXNWaXNpYmxlIjp0cnVlLCJXaWR0aCI6MC4wLCJIZWlnaHQiOjAuMCwiQm9yZGVyU3R5bGUiOnsiJGlkIjoiNjg2IiwiTGluZUNvbG9yIjpudWxsLCJMaW5lV2VpZ2h0IjowLjAsIkxpbmVUeXBlIjowLCJQYXJlbnRTdHlsZSI6bnVsbH0sIlBhcmVudFN0eWxlIjpudWxsfSwiRGF0ZVN0eWxlIjp7IiRpZCI6IjY4NyIsIkZvbnRTZXR0aW5ncyI6eyIkaWQiOiI2ODgiLCJGb250U2l6ZSI6MTAsIkZvbnROYW1lIjoiQ2FsaWJyaSIsIklzQm9sZCI6ZmFsc2UsIklzSXRhbGljIjpmYWxzZSwiSXNVbmRlcmxpbmVkIjpmYWxzZSwiUGFyZW50U3R5bGUiOm51bGx9LCJBdXRvU2l6ZSI6MCwiRm9yZWdyb3VuZCI6eyIkaWQiOiI2ODkiLCJDb2xvciI6eyIkaWQiOiI2OTA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NjkxIiwiVG9wIjowLjAsIkxlZnQiOjAuMCwiUmlnaHQiOjAuMCwiQm90dG9tIjowLjB9LCJQYWRkaW5nIjp7IiRpZCI6IjY5MiIsIlRvcCI6MC4wLCJMZWZ0IjowLjAsIlJpZ2h0IjowLjAsIkJvdHRvbSI6MC4wfSwiQmFja2dyb3VuZCI6eyIkaWQiOiI2OTMiLCJDb2xvciI6eyIkaWQiOiI2OTQiLCJBIjoyNTUsIlIiOjE0LCJHIjo0MCwiQiI6NjV9fSwiSXNWaXNpYmxlIjp0cnVlLCJXaWR0aCI6MC4wLCJIZWlnaHQiOjAuMCwiQm9yZGVyU3R5bGUiOnsiJGlkIjoiNjk1IiwiTGluZUNvbG9yIjpudWxsLCJMaW5lV2VpZ2h0IjowLjAsIkxpbmVUeXBlIjowLCJQYXJlbnRTdHlsZSI6bnVsbH0sIlBhcmVudFN0eWxlIjpudWxsfSwiRGF0ZUZvcm1hdCI6eyIkaWQiOiI2O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k3IiwiRm9ybWF0IjowLCJJc1Zpc2libGUiOmZhbHNlLCJMYXN0S25vd25WaXNpYmlsaXR5U3RhdGUiOmZhbHNlfSwiSXNWaXNpYmxlIjp0cnVlLCJWYXJpYW5jZVN0eWxlIjp7IiRpZCI6IjY5OCIsIlRleHRTdHlsZSI6eyIkaWQiOiI2OTkiLCJGb250U2V0dGluZ3MiOnsiJGlkIjoiNzAwIiwiRm9udFNpemUiOjEwLCJGb250TmFtZSI6IkNhbGlicmkiLCJJc0JvbGQiOmZhbHNlLCJJc0l0YWxpYyI6ZmFsc2UsIklzVW5kZXJsaW5lZCI6ZmFsc2UsIlBhcmVudFN0eWxlIjpudWxsfSwiQXV0b1NpemUiOjAsIkZvcmVncm91bmQiOnsiJGlkIjoiNzAxIiwiQ29sb3IiOnsiJGlkIjoiNzA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cwMyIsIlRvcCI6MC4wLCJMZWZ0IjowLjAsIlJpZ2h0IjowLjAsIkJvdHRvbSI6MC4wfSwiUGFkZGluZyI6eyIkaWQiOiI3MDQiLCJUb3AiOjAuMCwiTGVmdCI6MC4wLCJSaWdodCI6MC4wLCJCb3R0b20iOjAuMH0sIkJhY2tncm91bmQiOnsiJGlkIjoiNzA1IiwiQ29sb3IiOnsiJGlkIjoiNzA2IiwiQSI6MjU1LCJSIjowLCJHIjowLCJCIjowfX0sIklzVmlzaWJsZSI6dHJ1ZSwiV2lkdGgiOjAuMCwiSGVpZ2h0IjowLjAsIkJvcmRlclN0eWxlIjp7IiRpZCI6IjcwNyIsIkxpbmVDb2xvciI6bnVsbCwiTGluZVdlaWdodCI6MC4wLCJMaW5lVHlwZSI6MCwiUGFyZW50U3R5bGUiOm51bGx9LCJQYXJlbnRTdHlsZSI6bnVsbH0sIlBhcmVudFN0eWxlIjpudWxsfSwiUGFyZW50U3R5bGUiOm51bGx9LCJEZWZhdWx0U3dpbWxhbmVBY3Rpdml0eVN0eWxlIjp7IiRpZCI6IjcwOCIsIkhlYWRlclN0eWxlIjp7IiRpZCI6IjcwOSIsIlRleHRTdHlsZSI6eyIkaWQiOiI3MTAiLCJGb250U2V0dGluZ3MiOnsiJGlkIjoiNzExIiwiRm9udFNpemUiOjExLCJGb250TmFtZSI6IkNhbGlicmkiLCJJc0JvbGQiOmZhbHNlLCJJc0l0YWxpYyI6ZmFsc2UsIklzVW5kZXJsaW5lZCI6ZmFsc2UsIlBhcmVudFN0eWxlIjpudWxsfSwiQXV0b1NpemUiOjIsIkZvcmVncm91bmQiOnsiJGlkIjoiNzEyIiwiQ29sb3IiOnsiJGlkIjoiNzE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NzE0IiwiVG9wIjowLjAsIkxlZnQiOjAuMCwiUmlnaHQiOjAuMCwiQm90dG9tIjowLjB9LCJQYWRkaW5nIjp7IiRpZCI6IjcxNSIsIlRvcCI6MC4wLCJMZWZ0IjowLjAsIlJpZ2h0IjowLjAsIkJvdHRvbSI6MC4wfSwiQmFja2dyb3VuZCI6eyIkaWQiOiI3MTYiLCJDb2xvciI6eyIkaWQiOiI3MTciLCJBIjoyNTUsIlIiOjAsIkciOjAsIkIiOjB9fSwiSXNWaXNpYmxlIjp0cnVlLCJXaWR0aCI6MC4wLCJIZWlnaHQiOjAuMCwiQm9yZGVyU3R5bGUiOm51bGwsIlBhcmVudFN0eWxlIjpudWxsfSwiUmVjdGFuZ2xlU3R5bGUiOnsiJGlkIjoiNzE4IiwiTWFyZ2luIjp7IiRpZCI6IjcxOSIsIlRvcCI6MC4wLCJMZWZ0IjowLjAsIlJpZ2h0IjowLjAsIkJvdHRvbSI6MC4wfSwiUGFkZGluZyI6eyIkaWQiOiI3MjAiLCJUb3AiOjAuMCwiTGVmdCI6MC4wLCJSaWdodCI6MC4wLCJCb3R0b20iOjAuMH0sIkJhY2tncm91bmQiOnsiJGlkIjoiNzIxIiwiQ29sb3IiOnsiJGlkIjoiNzIyIiwiQSI6NjMsIlIiOjIzMywiRyI6MTEzLCJCIjo1MH19LCJJc1Zpc2libGUiOnRydWUsIldpZHRoIjowLjAsIkhlaWdodCI6MC4wLCJCb3JkZXJTdHlsZSI6eyIkaWQiOiI3MjMiLCJMaW5lQ29sb3IiOnsiJGlkIjoiNzI0IiwiJHR5cGUiOiJOTFJFLkNvbW1vbi5Eb20uU29saWRDb2xvckJydXNoLCBOTFJFLkNvbW1vbiIsIkNvbG9yIjp7IiRpZCI6IjcyNSIsIkEiOjI1NSwiUiI6MjU1LCJHIjoyNTUsIkIiOjI1NX19LCJMaW5lV2VpZ2h0IjowLjAsIkxpbmVUeXBlIjowLCJQYXJlbnRTdHlsZSI6bnVsbH0sIlBhcmVudFN0eWxlIjpudWxsfSwiTWFyZ2luIjp7IiRpZCI6IjcyNiIsIlRvcCI6MC4wLCJMZWZ0IjowLjAsIlJpZ2h0IjowLjAsIkJvdHRvbSI6MC4wfSwiUGFkZGluZyI6eyIkaWQiOiI3MjciLCJUb3AiOjAuMCwiTGVmdCI6MC4wLCJSaWdodCI6MC4wLCJCb3R0b20iOjAuMH0sIkJhY2tncm91bmQiOm51bGwsIklzVmlzaWJsZSI6dHJ1ZSwiV2lkdGgiOjAuMCwiSGVpZ2h0IjowLjAsIkJvcmRlclN0eWxlIjpudWxsLCJQYXJlbnRTdHlsZSI6bnVsbH0sIkJhY2tncm91bmRTdHlsZSI6eyIkaWQiOiI3MjgiLCJNYXJnaW4iOnsiJGlkIjoiNzI5IiwiVG9wIjowLjAsIkxlZnQiOjAuMCwiUmlnaHQiOjAuMCwiQm90dG9tIjowLjB9LCJQYWRkaW5nIjp7IiRpZCI6IjczMCIsIlRvcCI6MC4wLCJMZWZ0IjowLjAsIlJpZ2h0IjowLjAsIkJvdHRvbSI6MC4wfSwiQmFja2dyb3VuZCI6eyIkaWQiOiI3MzEiLCJDb2xvciI6eyIkaWQiOiI3MzIiLCJBIjo1MSwiUiI6MjAwLCJHIjoyMDAsIkIiOjIwMH19LCJJc1Zpc2libGUiOnRydWUsIldpZHRoIjowLjAsIkhlaWdodCI6MC4wLCJCb3JkZXJTdHlsZSI6eyIkaWQiOiI3MzMiLCJMaW5lQ29sb3IiOnsiJGlkIjoiNzM0IiwiJHR5cGUiOiJOTFJFLkNvbW1vbi5Eb20uU29saWRDb2xvckJydXNoLCBOTFJFLkNvbW1vbiIsIkNvbG9yIjp7IiRpZCI6IjczNSIsIkEiOjI1NSwiUiI6MjM0LCJHIjoyMiwiQiI6MzB9fSwiTGluZVdlaWdodCI6MC4wLCJMaW5lVHlwZSI6MCwiUGFyZW50U3R5bGUiOm51bGx9LCJQYXJlbnRTdHlsZSI6bnVsbH0sIk1hcmdpbiI6eyIkaWQiOiI3MzYiLCJUb3AiOjAuMCwiTGVmdCI6MC4wLCJSaWdodCI6MC4wLCJCb3R0b20iOjAuMH0sIlBhZGRpbmciOnsiJGlkIjoiNzM3IiwiVG9wIjowLjAsIkxlZnQiOjAuMCwiUmlnaHQiOjAuMCwiQm90dG9tIjowLjB9LCJJc1Zpc2libGUiOnRydWUsIldpZHRoIjowLjAsIkhlaWdodCI6MC4wLCJCb3JkZXJTdHlsZSI6eyIkaWQiOiI3MzgiLCJMaW5lQ29sb3IiOm51bGwsIkxpbmVXZWlnaHQiOjAuMCwiTGluZVR5cGUiOjAsIlBhcmVudFN0eWxlIjpudWxsfSwiUGFyZW50U3R5bGUiOm51bGx9LCJNYXJnaW4iOnsiJGlkIjoiNzM5IiwiVG9wIjowLjAsIkxlZnQiOjAuMCwiUmlnaHQiOjAuMCwiQm90dG9tIjowLjB9LCJQYWRkaW5nIjp7IiRpZCI6Ijc0MCIsIlRvcCI6MC4wLCJMZWZ0IjowLjAsIlJpZ2h0IjowLjAsIkJvdHRvbSI6MC4wfSwiSXNWaXNpYmxlIjp0cnVlLCJXaWR0aCI6MC4wLCJIZWlnaHQiOjAuMCwiQm9yZGVyU3R5bGUiOnsiJGlkIjoiNzQxIiwiTGluZUNvbG9yIjpudWxsLCJMaW5lV2VpZ2h0IjowLjAsIkxpbmVUeXBlIjowLCJQYXJlbnRTdHlsZSI6bnVsbH0sIlBhcmVudFN0eWxlIjpudWxsfSx7IiRpZCI6Ijc0MiIsIlN0eWxlSWQiOiJiMjRmODA0NS1mNjliLTRhNDMtODI5Zi1hNTY1MDNmZGNkNjkiLCJIZWFkZXJTdHlsZSI6eyIkaWQiOiI3NDMiLCJUZXh0SXNWZXJ0aWNhbCI6ZmFsc2UsIlRleHRTdHlsZSI6eyIkaWQiOiI3NDQiLCJGb250U2V0dGluZ3MiOnsiJGlkIjoiNzQ1IiwiRm9udFNpemUiOjExLCJGb250TmFtZSI6IkNhbGlicmkiLCJJc0JvbGQiOmZhbHNlLCJJc0l0YWxpYyI6ZmFsc2UsIklzVW5kZXJsaW5lZCI6ZmFsc2UsIlBhcmVudFN0eWxlIjpudWxsfSwiQXV0b1NpemUiOjIsIkZvcmVncm91bmQiOnsiJGlkIjoiNzQ2IiwiQ29sb3IiOnsiJGlkIjoiNzQ3IiwiQSI6MjU1LCJSIjoyNTUsIkciOjI1NSwiQiI6MjU1fX0sIk1heFdpZHRoIjoiSW5maW5pdHkiLCJNYXhIZWlnaHQiOiJJbmZpbml0eSIsIlNtYXJ0Rm9yZWdyb3VuZElzQWN0aXZlIjpmYWxzZSwiSG9yaXpvbnRhbEFsaWdubWVudCI6MSwiVmVydGljYWxBbGlnbm1lbnQiOjAsIlNtYXJ0Rm9yZWdyb3VuZCI6bnVsbCwiQmFja2dyb3VuZEZpbGxUeXBlIjowLCJNYXJnaW4iOnsiJGlkIjoiNzQ4IiwiVG9wIjowLjAsIkxlZnQiOjAuMCwiUmlnaHQiOjAuMCwiQm90dG9tIjowLjB9LCJQYWRkaW5nIjp7IiRpZCI6Ijc0OSIsIlRvcCI6MC4wLCJMZWZ0IjowLjAsIlJpZ2h0IjowLjAsIkJvdHRvbSI6MC4wfSwiQmFja2dyb3VuZCI6eyIkaWQiOiI3NTAiLCJDb2xvciI6eyIkaWQiOiI3NTEiLCJBIjoyNTUsIlIiOjI1NSwiRyI6MjU1LCJCIjoyNTV9fSwiSXNWaXNpYmxlIjp0cnVlLCJXaWR0aCI6MC4wLCJIZWlnaHQiOjAuMCwiQm9yZGVyU3R5bGUiOm51bGwsIlBhcmVudFN0eWxlIjpudWxsfSwiUmVjdGFuZ2xlU3R5bGUiOnsiJGlkIjoiNzUyIiwiTWFyZ2luIjp7IiRpZCI6Ijc1MyIsIlRvcCI6MC4wLCJMZWZ0IjowLjAsIlJpZ2h0IjowLjAsIkJvdHRvbSI6MC4wfSwiUGFkZGluZyI6eyIkaWQiOiI3NTQiLCJUb3AiOjAuMCwiTGVmdCI6MC4wLCJSaWdodCI6MC4wLCJCb3R0b20iOjAuMH0sIkJhY2tncm91bmQiOnsiJGlkIjoiNzU1IiwiQ29sb3IiOnsiJGlkIjoiNzU2IiwiQSI6MjU1LCJSIjoyNSwiRyI6MTA3LCJCIjozNn19LCJJc1Zpc2libGUiOnRydWUsIldpZHRoIjowLjAsIkhlaWdodCI6MC4wLCJCb3JkZXJTdHlsZSI6eyIkaWQiOiI3NTciLCJMaW5lQ29sb3IiOnsiJGlkIjoiNzU4IiwiJHR5cGUiOiJOTFJFLkNvbW1vbi5Eb20uU29saWRDb2xvckJydXNoLCBOTFJFLkNvbW1vbiIsIkNvbG9yIjp7IiRpZCI6Ijc1OSIsIkEiOjI1NSwiUiI6MjU1LCJHIjoyNTUsIkIiOjI1NX19LCJMaW5lV2VpZ2h0IjowLjAsIkxpbmVUeXBlIjowLCJQYXJlbnRTdHlsZSI6bnVsbH0sIlBhcmVudFN0eWxlIjpudWxsfSwiTWFyZ2luIjp7IiRpZCI6Ijc2MCIsIlRvcCI6MC4wLCJMZWZ0IjowLjAsIlJpZ2h0IjowLjAsIkJvdHRvbSI6MC4wfSwiUGFkZGluZyI6eyIkaWQiOiI3NjEiLCJUb3AiOjAuMCwiTGVmdCI6MC4wLCJSaWdodCI6MC4wLCJCb3R0b20iOjAuMH0sIkJhY2tncm91bmQiOm51bGwsIklzVmlzaWJsZSI6dHJ1ZSwiV2lkdGgiOjAuMCwiSGVpZ2h0IjowLjAsIkJvcmRlclN0eWxlIjpudWxsLCJQYXJlbnRTdHlsZSI6bnVsbH0sIkJhY2tncm91bmRTdHlsZSI6eyIkaWQiOiI3NjIiLCJNYXJnaW4iOnsiJGlkIjoiNzYzIiwiVG9wIjowLjAsIkxlZnQiOjAuMCwiUmlnaHQiOjAuMCwiQm90dG9tIjowLjB9LCJQYWRkaW5nIjp7IiRpZCI6Ijc2NCIsIlRvcCI6MC4wLCJMZWZ0IjowLjAsIlJpZ2h0IjowLjAsIkJvdHRvbSI6MC4wfSwiQmFja2dyb3VuZCI6eyIkaWQiOiI3NjUiLCJDb2xvciI6eyIkaWQiOiI3NjYiLCJBIjo1MSwiUiI6MjAwLCJHIjoyMDAsIkIiOjIwMH19LCJJc1Zpc2libGUiOnRydWUsIldpZHRoIjowLjAsIkhlaWdodCI6MC4wLCJCb3JkZXJTdHlsZSI6eyIkaWQiOiI3NjciLCJMaW5lQ29sb3IiOnsiJGlkIjoiNzY4IiwiJHR5cGUiOiJOTFJFLkNvbW1vbi5Eb20uU29saWRDb2xvckJydXNoLCBOTFJFLkNvbW1vbiIsIkNvbG9yIjp7IiRpZCI6Ijc2OSIsIkEiOjI1NSwiUiI6MjM0LCJHIjoyMiwiQiI6MzB9fSwiTGluZVdlaWdodCI6MC4wLCJMaW5lVHlwZSI6MCwiUGFyZW50U3R5bGUiOm51bGx9LCJQYXJlbnRTdHlsZSI6bnVsbH0sIklzQWJvdmVUaW1lYmFuZCI6ZmFsc2UsIlNwYWNpbmciOjMsIkRlZmF1bHRTd2ltbGFuZVRhc2tTdHlsZSI6eyIkaWQiOiI3NzAiLCIkdHlwZSI6Ik5MUkUuQ29tbW9uLkRvbS5TdHlsZXMuRXhwbGljaXRTZXRhYmxlVGFza1N0eWxlLCBOTFJFLkNvbW1vbiIsIlNoYXBlIjoxLCJTaGFwZVRoaWNrbmVzcyI6MCwiRHVyYXRpb25Gb3JtYXQiOjAsIkluY2x1ZGVOb25Xb3JraW5nRGF5c0luRHVyYXRpb24iOmZhbHNlLCJQZXJjZW50YWdlQ29tcGxldGVTdHlsZSI6eyIkaWQiOiI3NzEiLCJGb250U2V0dGluZ3MiOnsiJGlkIjoiNzcyIiwiRm9udFNpemUiOjEwLCJGb250TmFtZSI6IkNhbGlicmkiLCJJc0JvbGQiOmZhbHNlLCJJc0l0YWxpYyI6ZmFsc2UsIklzVW5kZXJsaW5lZCI6ZmFsc2UsIlBhcmVudFN0eWxlIjpudWxsfSwiQXV0b1NpemUiOjAsIkZvcmVncm91bmQiOnsiJGlkIjoiNzczIiwiQ29sb3IiOnsiJGlkIjoiNzc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c3NSIsIlRvcCI6MC4wLCJMZWZ0IjowLjAsIlJpZ2h0IjowLjAsIkJvdHRvbSI6MC4wfSwiUGFkZGluZyI6eyIkaWQiOiI3NzYiLCJUb3AiOjAuMCwiTGVmdCI6MC4wLCJSaWdodCI6MC4wLCJCb3R0b20iOjAuMH0sIkJhY2tncm91bmQiOnsiJGlkIjoiNzc3IiwiQ29sb3IiOnsiJGlkIjoiNzc4IiwiQSI6ODksIlIiOjAsIkciOjAsIkIiOjB9fSwiSXNWaXNpYmxlIjp0cnVlLCJXaWR0aCI6MC4wLCJIZWlnaHQiOjAuMCwiQm9yZGVyU3R5bGUiOnsiJGlkIjoiNzc5IiwiTGluZUNvbG9yIjpudWxsLCJMaW5lV2VpZ2h0IjowLjAsIkxpbmVUeXBlIjowLCJQYXJlbnRTdHlsZSI6bnVsbH0sIlBhcmVudFN0eWxlIjpudWxsfSwiRHVyYXRpb25TdHlsZSI6eyIkaWQiOiI3ODAiLCJGb250U2V0dGluZ3MiOnsiJGlkIjoiNzgxIiwiRm9udFNpemUiOjEwLCJGb250TmFtZSI6IkNhbGlicmkiLCJJc0JvbGQiOmZhbHNlLCJJc0l0YWxpYyI6ZmFsc2UsIklzVW5kZXJsaW5lZCI6ZmFsc2UsIlBhcmVudFN0eWxlIjpudWxsfSwiQXV0b1NpemUiOjAsIkZvcmVncm91bmQiOnsiJGlkIjoiNzgyIiwiQ29sb3IiOnsiJGlkIjoiNzgz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Nzg0IiwiVG9wIjowLjAsIkxlZnQiOjAuMCwiUmlnaHQiOjAuMCwiQm90dG9tIjowLjB9LCJQYWRkaW5nIjp7IiRpZCI6Ijc4NSIsIlRvcCI6MC4wLCJMZWZ0IjowLjAsIlJpZ2h0IjowLjAsIkJvdHRvbSI6MC4wfSwiQmFja2dyb3VuZCI6eyIkaWQiOiI3ODYiLCJDb2xvciI6eyIkaWQiOiI3ODciLCJBIjoyNTUsIlIiOjIzNywiRyI6MTI1LCJCIjo0OX19LCJJc1Zpc2libGUiOnRydWUsIldpZHRoIjowLjAsIkhlaWdodCI6MC4wLCJCb3JkZXJTdHlsZSI6eyIkaWQiOiI3ODgiLCJMaW5lQ29sb3IiOm51bGwsIkxpbmVXZWlnaHQiOjAuMCwiTGluZVR5cGUiOjAsIlBhcmVudFN0eWxlIjpudWxsfSwiUGFyZW50U3R5bGUiOm51bGx9LCJIb3Jpem9udGFsQ29ubmVjdG9yU3R5bGUiOnsiJGlkIjoiNzg5IiwiTGluZUNvbG9yIjp7IiRpZCI6Ijc5MCIsIiR0eXBlIjoiTkxSRS5Db21tb24uRG9tLlNvbGlkQ29sb3JCcnVzaCwgTkxSRS5Db21tb24iLCJDb2xvciI6eyIkaWQiOiI3OTEiLCJBIjoyNTUsIlIiOjAsIkciOjAsIkIiOjB9fSwiTGluZVdlaWdodCI6MC4wLCJMaW5lVHlwZSI6MCwiUGFyZW50U3R5bGUiOm51bGx9LCJWZXJ0aWNhbENvbm5lY3RvclN0eWxlIjp7IiRpZCI6Ijc5MiIsIkxpbmVDb2xvciI6eyIkaWQiOiI3OTMiLCIkdHlwZSI6Ik5MUkUuQ29tbW9uLkRvbS5Tb2xpZENvbG9yQnJ1c2gsIE5MUkUuQ29tbW9uIiwiQ29sb3IiOnsiJGlkIjoiNzk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Nzk1IiwiU2hhcGVTdHlsZSI6eyIkaWQiOiI3OTYiLCJNYXJnaW4iOnsiJGlkIjoiNzk3IiwiVG9wIjowLjAsIkxlZnQiOjAuMCwiUmlnaHQiOjAuMCwiQm90dG9tIjowLjB9LCJQYWRkaW5nIjp7IiRpZCI6Ijc5OCIsIlRvcCI6MC4wLCJMZWZ0IjowLjAsIlJpZ2h0IjowLjAsIkJvdHRvbSI6MC4wfSwiQmFja2dyb3VuZCI6eyIkaWQiOiI3OTkiLCJDb2xvciI6eyIkaWQiOiI4MDAiLCJBIjoxNTMsIlIiOjAsIkciOjAsIkIiOjB9fSwiSXNWaXNpYmxlIjp0cnVlLCJXaWR0aCI6MC4wLCJIZWlnaHQiOjAuMCwiQm9yZGVyU3R5bGUiOnsiJGlkIjoiODAxIiwiTGluZUNvbG9yIjp7IiRpZCI6IjgwMiIsIiR0eXBlIjoiTkxSRS5Db21tb24uRG9tLlNvbGlkQ29sb3JCcnVzaCwgTkxSRS5Db21tb24iLCJDb2xvciI6eyIkaWQiOiI4MDMiLCJBIjoyNTUsIlIiOjI1NSwiRyI6MCwiQiI6MH19LCJMaW5lV2VpZ2h0IjowLjAsIkxpbmVUeXBlIjowLCJQYXJlbnRTdHlsZSI6bnVsbH0sIlBhcmVudFN0eWxlIjpudWxsfSwiTWFyZ2luIjp7IiRpZCI6IjgwNCIsIlRvcCI6MC4wLCJMZWZ0IjowLjAsIlJpZ2h0IjowLjAsIkJvdHRvbSI6MC4wfSwiUGFkZGluZyI6eyIkaWQiOiI4MDUiLCJUb3AiOjAuMCwiTGVmdCI6MC4wLCJSaWdodCI6MC4wLCJCb3R0b20iOjAuMH0sIkJhY2tncm91bmQiOm51bGwsIklzVmlzaWJsZSI6dHJ1ZSwiV2lkdGgiOjAuMCwiSGVpZ2h0IjowLjAsIkJvcmRlclN0eWxlIjpudWxsLCJQYXJlbnRTdHlsZSI6bnVsbH0sIlNoYXBlU3R5bGUiOnsiJGlkIjoiODA2IiwiTWFyZ2luIjp7IiRpZCI6IjgwNyIsIlRvcCI6MC4wLCJMZWZ0Ijo0LjAsIlJpZ2h0Ijo0LjAsIkJvdHRvbSI6MC4wfSwiUGFkZGluZyI6eyIkaWQiOiI4MDgiLCJUb3AiOjAuMCwiTGVmdCI6MC4wLCJSaWdodCI6MC4wLCJCb3R0b20iOjAuMH0sIkJhY2tncm91bmQiOnsiJGlkIjoiODA5IiwiQ29sb3IiOnsiJGlkIjoiODEwIiwiQSI6MjU1LCJSIjoyNSwiRyI6MTA3LCJCIjozNn19LCJJc1Zpc2libGUiOnRydWUsIldpZHRoIjowLjAsIkhlaWdodCI6MTAuMCwiQm9yZGVyU3R5bGUiOnsiJGlkIjoiODExIiwiTGluZUNvbG9yIjp7IiRpZCI6IjgxMiIsIiR0eXBlIjoiTkxSRS5Db21tb24uRG9tLlNvbGlkQ29sb3JCcnVzaCwgTkxSRS5Db21tb24iLCJDb2xvciI6eyIkaWQiOiI4MTMiLCJBIjoyNTUsIlIiOjIzNCwiRyI6MjIsIkIiOjMwfX0sIkxpbmVXZWlnaHQiOjAuMCwiTGluZVR5cGUiOjAsIlBhcmVudFN0eWxlIjpudWxsfSwiUGFyZW50U3R5bGUiOm51bGx9LCJUaXRsZVN0eWxlIjp7IiRpZCI6IjgxNCIsIkZvbnRTZXR0aW5ncyI6eyIkaWQiOiI4MTUiLCJGb250U2l6ZSI6MTEsIkZvbnROYW1lIjoiQ2FsaWJyaSIsIklzQm9sZCI6ZmFsc2UsIklzSXRhbGljIjpmYWxzZSwiSXNVbmRlcmxpbmVkIjpmYWxzZSwiUGFyZW50U3R5bGUiOm51bGx9LCJBdXRvU2l6ZSI6MCwiRm9yZWdyb3VuZCI6eyIkaWQiOiI4MTYiLCJDb2xvciI6eyIkaWQiOiI4MT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DE4IiwiVG9wIjowLjAsIkxlZnQiOjAuMCwiUmlnaHQiOjAuMCwiQm90dG9tIjowLjB9LCJQYWRkaW5nIjp7IiRpZCI6IjgxOSIsIlRvcCI6MC4wLCJMZWZ0IjowLjAsIlJpZ2h0IjowLjAsIkJvdHRvbSI6MC4wfSwiQmFja2dyb3VuZCI6eyIkaWQiOiI4MjAiLCJDb2xvciI6eyIkaWQiOiI4MjEiLCJBIjoyNTUsIlIiOjAsIkciOjAsIkIiOjB9fSwiSXNWaXNpYmxlIjp0cnVlLCJXaWR0aCI6MC4wLCJIZWlnaHQiOjAuMCwiQm9yZGVyU3R5bGUiOnsiJGlkIjoiODIyIiwiTGluZUNvbG9yIjpudWxsLCJMaW5lV2VpZ2h0IjowLjAsIkxpbmVUeXBlIjowLCJQYXJlbnRTdHlsZSI6bnVsbH0sIlBhcmVudFN0eWxlIjpudWxsfSwiRGF0ZVN0eWxlIjp7IiRpZCI6IjgyMyIsIkZvbnRTZXR0aW5ncyI6eyIkaWQiOiI4MjQiLCJGb250U2l6ZSI6MTAsIkZvbnROYW1lIjoiQ2FsaWJyaSIsIklzQm9sZCI6ZmFsc2UsIklzSXRhbGljIjpmYWxzZSwiSXNVbmRlcmxpbmVkIjpmYWxzZSwiUGFyZW50U3R5bGUiOm51bGx9LCJBdXRvU2l6ZSI6MCwiRm9yZWdyb3VuZCI6eyIkaWQiOiI4MjUiLCJDb2xvciI6eyIkaWQiOiI4Mj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ODI3IiwiVG9wIjowLjAsIkxlZnQiOjAuMCwiUmlnaHQiOjAuMCwiQm90dG9tIjowLjB9LCJQYWRkaW5nIjp7IiRpZCI6IjgyOCIsIlRvcCI6MC4wLCJMZWZ0IjowLjAsIlJpZ2h0IjowLjAsIkJvdHRvbSI6MC4wfSwiQmFja2dyb3VuZCI6eyIkaWQiOiI4MjkiLCJDb2xvciI6eyIkaWQiOiI4MzAiLCJBIjoyNTUsIlIiOjE0LCJHIjo0MCwiQiI6NjV9fSwiSXNWaXNpYmxlIjp0cnVlLCJXaWR0aCI6MC4wLCJIZWlnaHQiOjAuMCwiQm9yZGVyU3R5bGUiOnsiJGlkIjoiODMxIiwiTGluZUNvbG9yIjpudWxsLCJMaW5lV2VpZ2h0IjowLjAsIkxpbmVUeXBlIjowLCJQYXJlbnRTdHlsZSI6bnVsbH0sIlBhcmVudFN0eWxlIjpudWxsfSwiRGF0ZUZvcm1hdCI6eyIkaWQiOiI4Mz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DMzIiwiRm9ybWF0IjowLCJJc1Zpc2libGUiOmZhbHNlLCJMYXN0S25vd25WaXNpYmlsaXR5U3RhdGUiOmZhbHNlfSwiSXNWaXNpYmxlIjp0cnVlLCJWYXJpYW5jZVN0eWxlIjp7IiRpZCI6IjgzNCIsIlRleHRTdHlsZSI6eyIkaWQiOiI4MzUiLCJGb250U2V0dGluZ3MiOnsiJGlkIjoiODM2IiwiRm9udFNpemUiOjEwLCJGb250TmFtZSI6IkNhbGlicmkiLCJJc0JvbGQiOmZhbHNlLCJJc0l0YWxpYyI6ZmFsc2UsIklzVW5kZXJsaW5lZCI6ZmFsc2UsIlBhcmVudFN0eWxlIjpudWxsfSwiQXV0b1NpemUiOjAsIkZvcmVncm91bmQiOnsiJGlkIjoiODM3IiwiQ29sb3IiOnsiJGlkIjoiODM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gzOSIsIlRvcCI6MC4wLCJMZWZ0IjowLjAsIlJpZ2h0IjowLjAsIkJvdHRvbSI6MC4wfSwiUGFkZGluZyI6eyIkaWQiOiI4NDAiLCJUb3AiOjAuMCwiTGVmdCI6MC4wLCJSaWdodCI6MC4wLCJCb3R0b20iOjAuMH0sIkJhY2tncm91bmQiOnsiJGlkIjoiODQxIiwiQ29sb3IiOnsiJGlkIjoiODQyIiwiQSI6MjU1LCJSIjowLCJHIjowLCJCIjowfX0sIklzVmlzaWJsZSI6dHJ1ZSwiV2lkdGgiOjAuMCwiSGVpZ2h0IjowLjAsIkJvcmRlclN0eWxlIjp7IiRpZCI6Ijg0MyIsIkxpbmVDb2xvciI6bnVsbCwiTGluZVdlaWdodCI6MC4wLCJMaW5lVHlwZSI6MCwiUGFyZW50U3R5bGUiOm51bGx9LCJQYXJlbnRTdHlsZSI6bnVsbH0sIlBhcmVudFN0eWxlIjpudWxsfSwiUGFyZW50U3R5bGUiOm51bGwsIl9leHBsaWNpdGx5U2V0Ijp7IiRpZCI6Ijg0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g0NSIsIlNoYXBlIjoxLCJDb25uZWN0b3JNYXJnaW4iOnsiJGlkIjoiODQ2IiwiVG9wIjowLjAsIkxlZnQiOjIuMCwiUmlnaHQiOjIuMCwiQm90dG9tIjowLjB9LCJDb25uZWN0b3JTdHlsZSI6eyIkaWQiOiI4NDciLCJMaW5lQ29sb3IiOnsiJGlkIjoiODQ4IiwiJHR5cGUiOiJOTFJFLkNvbW1vbi5Eb20uU29saWRDb2xvckJydXNoLCBOTFJFLkNvbW1vbiIsIkNvbG9yIjp7IiRpZCI6Ijg0OSIsIkEiOjEyNywiUiI6MTMsIkciOjUzLCJCIjoxOH19LCJMaW5lV2VpZ2h0IjoxLjAsIkxpbmVUeXBlIjowLCJQYXJlbnRTdHlsZSI6bnVsbH0sIklzQmVsb3dUaW1lYmFuZCI6ZmFsc2UsIlBvc2l0aW9uT25UYXNrIjoxLCJIaWRlRGF0ZSI6ZmFsc2UsIlNoYXBlU2l6ZSI6MCwiU3BhY2luZyI6MC4wLCJQYWRkaW5nIjp7IiRpZCI6Ijg1MCIsIlRvcCI6NS4wLCJMZWZ0IjozLjAsIlJpZ2h0IjowLjAsIkJvdHRvbSI6Mi4wfSwiU2hhcGVTdHlsZSI6eyIkaWQiOiI4NTEiLCJNYXJnaW4iOnsiJGlkIjoiODUyIiwiVG9wIjowLjAsIkxlZnQiOjAuMCwiUmlnaHQiOjAuMCwiQm90dG9tIjowLjB9LCJQYWRkaW5nIjp7IiRpZCI6Ijg1MyIsIlRvcCI6MC4wLCJMZWZ0IjowLjAsIlJpZ2h0IjowLjAsIkJvdHRvbSI6MC4wfSwiQmFja2dyb3VuZCI6eyIkaWQiOiI4NTQiLCJDb2xvciI6eyIkaWQiOiI4NTUiLCJBIjoyNTUsIlIiOjEzLCJHIjo1MywiQiI6MTh9fSwiSXNWaXNpYmxlIjp0cnVlLCJXaWR0aCI6MTIuMCwiSGVpZ2h0IjoxNC4wLCJCb3JkZXJTdHlsZSI6eyIkaWQiOiI4NTYiLCJMaW5lQ29sb3IiOnsiJGlkIjoiODU3IiwiJHR5cGUiOiJOTFJFLkNvbW1vbi5Eb20uU29saWRDb2xvckJydXNoLCBOTFJFLkNvbW1vbiIsIkNvbG9yIjp7IiRpZCI6Ijg1OCIsIkEiOjI1NSwiUiI6MjU1LCJHIjoyNTUsIkIiOjI1NX19LCJMaW5lV2VpZ2h0IjowLjAsIkxpbmVUeXBlIjowLCJQYXJlbnRTdHlsZSI6bnVsbH0sIlBhcmVudFN0eWxlIjpudWxsfSwiVGl0bGVTdHlsZSI6eyIkaWQiOiI4NTkiLCJGb250U2V0dGluZ3MiOnsiJGlkIjoiODYwIiwiRm9udFNpemUiOjExLCJGb250TmFtZSI6IkNhbGlicmkiLCJJc0JvbGQiOmZhbHNlLCJJc0l0YWxpYyI6ZmFsc2UsIklzVW5kZXJsaW5lZCI6ZmFsc2UsIlBhcmVudFN0eWxlIjpudWxsfSwiQXV0b1NpemUiOjAsIkZvcmVncm91bmQiOnsiJGlkIjoiODYxIiwiQ29sb3IiOnsiJGlkIjoiODY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g2MyIsIlRvcCI6MC4wLCJMZWZ0IjowLjAsIlJpZ2h0IjowLjAsIkJvdHRvbSI6MC4wfSwiUGFkZGluZyI6eyIkaWQiOiI4NjQiLCJUb3AiOjAuMCwiTGVmdCI6MC4wLCJSaWdodCI6MC4wLCJCb3R0b20iOjAuMH0sIkJhY2tncm91bmQiOnsiJGlkIjoiODY1IiwiQ29sb3IiOnsiJGlkIjoiODY2IiwiQSI6MjU1LCJSIjowLCJHIjowLCJCIjowfX0sIklzVmlzaWJsZSI6dHJ1ZSwiV2lkdGgiOjAuMCwiSGVpZ2h0IjowLjAsIkJvcmRlclN0eWxlIjp7IiRpZCI6Ijg2NyIsIkxpbmVDb2xvciI6bnVsbCwiTGluZVdlaWdodCI6MC4wLCJMaW5lVHlwZSI6MCwiUGFyZW50U3R5bGUiOm51bGx9LCJQYXJlbnRTdHlsZSI6bnVsbH0sIkRhdGVTdHlsZSI6eyIkaWQiOiI4NjgiLCJGb250U2V0dGluZ3MiOnsiJGlkIjoiODY5IiwiRm9udFNpemUiOjEwLCJGb250TmFtZSI6IkNhbGlicmkiLCJJc0JvbGQiOmZhbHNlLCJJc0l0YWxpYyI6ZmFsc2UsIklzVW5kZXJsaW5lZCI6ZmFsc2UsIlBhcmVudFN0eWxlIjpudWxsfSwiQXV0b1NpemUiOjAsIkZvcmVncm91bmQiOnsiJGlkIjoiODcwIiwiQ29sb3IiOnsiJGlkIjoiODc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g3MiIsIlRvcCI6MC4wLCJMZWZ0IjowLjAsIlJpZ2h0IjowLjAsIkJvdHRvbSI6MC4wfSwiUGFkZGluZyI6eyIkaWQiOiI4NzMiLCJUb3AiOjAuMCwiTGVmdCI6MC4wLCJSaWdodCI6MC4wLCJCb3R0b20iOjAuMH0sIkJhY2tncm91bmQiOnsiJGlkIjoiODc0IiwiQ29sb3IiOnsiJGlkIjoiODc1IiwiQSI6MjU1LCJSIjoxNCwiRyI6NDAsIkIiOjY1fX0sIklzVmlzaWJsZSI6dHJ1ZSwiV2lkdGgiOjAuMCwiSGVpZ2h0IjowLjAsIkJvcmRlclN0eWxlIjp7IiRpZCI6Ijg3NiIsIkxpbmVDb2xvciI6bnVsbCwiTGluZVdlaWdodCI6MC4wLCJMaW5lVHlwZSI6MCwiUGFyZW50U3R5bGUiOm51bGx9LCJQYXJlbnRTdHlsZSI6bnVsbH0sIkRhdGVGb3JtYXQiOnsiJGlkIjoiODc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g3OCIsIkZvcm1hdCI6MCwiSXNWaXNpYmxlIjpmYWxzZSwiTGFzdEtub3duVmlzaWJpbGl0eVN0YXRlIjpmYWxzZX0sIklzVmlzaWJsZSI6ZmFsc2UsIlZhcmlhbmNlU3R5bGUiOnsiJGlkIjoiODc5IiwiVGV4dFN0eWxlIjp7IiRpZCI6Ijg4MCIsIkZvbnRTZXR0aW5ncyI6eyIkaWQiOiI4ODEiLCJGb250U2l6ZSI6MTAsIkZvbnROYW1lIjoiQ2FsaWJyaSIsIklzQm9sZCI6ZmFsc2UsIklzSXRhbGljIjpmYWxzZSwiSXNVbmRlcmxpbmVkIjpmYWxzZSwiUGFyZW50U3R5bGUiOm51bGx9LCJBdXRvU2l6ZSI6MCwiRm9yZWdyb3VuZCI6eyIkaWQiOiI4ODIiLCJDb2xvciI6eyIkaWQiOiI4OD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Dg0IiwiVG9wIjowLjAsIkxlZnQiOjAuMCwiUmlnaHQiOjAuMCwiQm90dG9tIjowLjB9LCJQYWRkaW5nIjp7IiRpZCI6Ijg4NSIsIlRvcCI6MC4wLCJMZWZ0IjowLjAsIlJpZ2h0IjowLjAsIkJvdHRvbSI6MC4wfSwiQmFja2dyb3VuZCI6eyIkaWQiOiI4ODYiLCJDb2xvciI6eyIkaWQiOiI4ODciLCJBIjoyNTUsIlIiOjAsIkciOjAsIkIiOjB9fSwiSXNWaXNpYmxlIjp0cnVlLCJXaWR0aCI6MC4wLCJIZWlnaHQiOjAuMCwiQm9yZGVyU3R5bGUiOnsiJGlkIjoiODg4IiwiTGluZUNvbG9yIjpudWxsLCJMaW5lV2VpZ2h0IjowLjAsIkxpbmVUeXBlIjowLCJQYXJlbnRTdHlsZSI6bnVsbH0sIlBhcmVudFN0eWxlIjpudWxsfSwiUGFyZW50U3R5bGUiOm51bGx9LCJQYXJlbnRTdHlsZSI6bnVsbH0sIkRlZmF1bHRTd2ltbGFuZU1pbGVzdG9uZVN0eWxlIjp7IiRpZCI6Ijg4OSIsIlRpdGxlUG9zaXRpb24iOiJMZWZ0IiwiRGF0ZVBvc2l0aW9uIjoiUmlnaHQiLCJWYXJpYW5jZVBvc2l0aW9uIjoiUmlnaHQiLCJTaGFwZVR5cGUiOjEsIlNoYXBlU2l6ZSI6MCwiU3BhY2luZyI6NSwiU2hhcGVTdHlsZSI6eyIkaWQiOiI4OTAiLCJNYXJnaW4iOnsiJGlkIjoiODkxIiwiVG9wIjowLjAsIkxlZnQiOjAuMCwiUmlnaHQiOjAuMCwiQm90dG9tIjowLjB9LCJQYWRkaW5nIjp7IiRpZCI6Ijg5MiIsIlRvcCI6MC4wLCJMZWZ0IjowLjAsIlJpZ2h0IjowLjAsIkJvdHRvbSI6MC4wfSwiQmFja2dyb3VuZCI6eyIkaWQiOiI4OTMiLCJDb2xvciI6eyIkaWQiOiI4OTQiLCJBIjoyNTUsIlIiOjI1LCJHIjoxMDcsIkIiOjM2fX0sIklzVmlzaWJsZSI6dHJ1ZSwiV2lkdGgiOjEyLjAsIkhlaWdodCI6MTQuMCwiQm9yZGVyU3R5bGUiOnsiJGlkIjoiODk1IiwiTGluZUNvbG9yIjp7IiRpZCI6Ijg5NiIsIiR0eXBlIjoiTkxSRS5Db21tb24uRG9tLlNvbGlkQ29sb3JCcnVzaCwgTkxSRS5Db21tb24iLCJDb2xvciI6eyIkaWQiOiI4OTciLCJBIjoyNTUsIlIiOjIzNCwiRyI6MjIsIkIiOjMwfX0sIkxpbmVXZWlnaHQiOjAuMCwiTGluZVR5cGUiOjAsIlBhcmVudFN0eWxlIjpudWxsfSwiUGFyZW50U3R5bGUiOm51bGx9LCJUaXRsZVN0eWxlIjp7IiRpZCI6Ijg5OCIsIkZvbnRTZXR0aW5ncyI6eyIkaWQiOiI4OTkiLCJGb250U2l6ZSI6MTEsIkZvbnROYW1lIjoiQ2FsaWJyaSIsIklzQm9sZCI6ZmFsc2UsIklzSXRhbGljIjpmYWxzZSwiSXNVbmRlcmxpbmVkIjpmYWxzZSwiUGFyZW50U3R5bGUiOm51bGx9LCJBdXRvU2l6ZSI6MCwiRm9yZWdyb3VuZCI6eyIkaWQiOiI5MDAiLCJDb2xvciI6eyIkaWQiOiI5MDE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OTAyIiwiVG9wIjowLjAsIkxlZnQiOjAuMCwiUmlnaHQiOjAuMCwiQm90dG9tIjowLjB9LCJQYWRkaW5nIjp7IiRpZCI6IjkwMyIsIlRvcCI6MC4wLCJMZWZ0IjowLjAsIlJpZ2h0IjowLjAsIkJvdHRvbSI6MC4wfSwiQmFja2dyb3VuZCI6eyIkaWQiOiI5MDQiLCJDb2xvciI6eyIkaWQiOiI5MDUiLCJBIjoyNTUsIlIiOjAsIkciOjAsIkIiOjB9fSwiSXNWaXNpYmxlIjp0cnVlLCJXaWR0aCI6MC4wLCJIZWlnaHQiOjAuMCwiQm9yZGVyU3R5bGUiOnsiJGlkIjoiOTA2IiwiTGluZUNvbG9yIjpudWxsLCJMaW5lV2VpZ2h0IjowLjAsIkxpbmVUeXBlIjowLCJQYXJlbnRTdHlsZSI6bnVsbH0sIlBhcmVudFN0eWxlIjpudWxsfSwiRGF0ZVN0eWxlIjp7IiRpZCI6IjkwNyIsIkZvbnRTZXR0aW5ncyI6eyIkaWQiOiI5MDgiLCJGb250U2l6ZSI6MTAsIkZvbnROYW1lIjoiQ2FsaWJyaSIsIklzQm9sZCI6ZmFsc2UsIklzSXRhbGljIjpmYWxzZSwiSXNVbmRlcmxpbmVkIjpmYWxzZSwiUGFyZW50U3R5bGUiOm51bGx9LCJBdXRvU2l6ZSI6MCwiRm9yZWdyb3VuZCI6eyIkaWQiOiI5MDkiLCJDb2xvciI6eyIkaWQiOiI5MTA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OTExIiwiVG9wIjowLjAsIkxlZnQiOjAuMCwiUmlnaHQiOjAuMCwiQm90dG9tIjowLjB9LCJQYWRkaW5nIjp7IiRpZCI6IjkxMiIsIlRvcCI6MC4wLCJMZWZ0IjowLjAsIlJpZ2h0IjowLjAsIkJvdHRvbSI6MC4wfSwiQmFja2dyb3VuZCI6eyIkaWQiOiI5MTMiLCJDb2xvciI6eyIkaWQiOiI5MTQiLCJBIjoyNTUsIlIiOjE0LCJHIjo0MCwiQiI6NjV9fSwiSXNWaXNpYmxlIjp0cnVlLCJXaWR0aCI6MC4wLCJIZWlnaHQiOjAuMCwiQm9yZGVyU3R5bGUiOnsiJGlkIjoiOTE1IiwiTGluZUNvbG9yIjpudWxsLCJMaW5lV2VpZ2h0IjowLjAsIkxpbmVUeXBlIjowLCJQYXJlbnRTdHlsZSI6bnVsbH0sIlBhcmVudFN0eWxlIjpudWxsfSwiRGF0ZUZvcm1hdCI6eyIkaWQiOiI5M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E3IiwiRm9ybWF0IjowLCJJc1Zpc2libGUiOmZhbHNlLCJMYXN0S25vd25WaXNpYmlsaXR5U3RhdGUiOmZhbHNlfSwiSXNWaXNpYmxlIjp0cnVlLCJWYXJpYW5jZVN0eWxlIjp7IiRpZCI6IjkxOCIsIlRleHRTdHlsZSI6eyIkaWQiOiI5MTkiLCJGb250U2V0dGluZ3MiOnsiJGlkIjoiOTIwIiwiRm9udFNpemUiOjEwLCJGb250TmFtZSI6IkNhbGlicmkiLCJJc0JvbGQiOmZhbHNlLCJJc0l0YWxpYyI6ZmFsc2UsIklzVW5kZXJsaW5lZCI6ZmFsc2UsIlBhcmVudFN0eWxlIjpudWxsfSwiQXV0b1NpemUiOjAsIkZvcmVncm91bmQiOnsiJGlkIjoiOTIxIiwiQ29sb3IiOnsiJGlkIjoiOTI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kyMyIsIlRvcCI6MC4wLCJMZWZ0IjowLjAsIlJpZ2h0IjowLjAsIkJvdHRvbSI6MC4wfSwiUGFkZGluZyI6eyIkaWQiOiI5MjQiLCJUb3AiOjAuMCwiTGVmdCI6MC4wLCJSaWdodCI6MC4wLCJCb3R0b20iOjAuMH0sIkJhY2tncm91bmQiOnsiJGlkIjoiOTI1IiwiQ29sb3IiOnsiJGlkIjoiOTI2IiwiQSI6MjU1LCJSIjowLCJHIjowLCJCIjowfX0sIklzVmlzaWJsZSI6dHJ1ZSwiV2lkdGgiOjAuMCwiSGVpZ2h0IjowLjAsIkJvcmRlclN0eWxlIjp7IiRpZCI6IjkyNyIsIkxpbmVDb2xvciI6bnVsbCwiTGluZVdlaWdodCI6MC4wLCJMaW5lVHlwZSI6MCwiUGFyZW50U3R5bGUiOm51bGx9LCJQYXJlbnRTdHlsZSI6bnVsbH0sIlBhcmVudFN0eWxlIjpudWxsfSwiUGFyZW50U3R5bGUiOm51bGx9LCJEZWZhdWx0U3dpbWxhbmVBY3Rpdml0eVN0eWxlIjp7IiRpZCI6IjkyOCIsIkhlYWRlclN0eWxlIjp7IiRpZCI6IjkyOSIsIlRleHRTdHlsZSI6eyIkaWQiOiI5MzAiLCJGb250U2V0dGluZ3MiOnsiJGlkIjoiOTMxIiwiRm9udFNpemUiOjExLCJGb250TmFtZSI6IkNhbGlicmkiLCJJc0JvbGQiOmZhbHNlLCJJc0l0YWxpYyI6ZmFsc2UsIklzVW5kZXJsaW5lZCI6ZmFsc2UsIlBhcmVudFN0eWxlIjpudWxsfSwiQXV0b1NpemUiOjIsIkZvcmVncm91bmQiOnsiJGlkIjoiOTMyIiwiQ29sb3IiOnsiJGlkIjoiOTM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OTM0IiwiVG9wIjowLjAsIkxlZnQiOjAuMCwiUmlnaHQiOjAuMCwiQm90dG9tIjowLjB9LCJQYWRkaW5nIjp7IiRpZCI6IjkzNSIsIlRvcCI6MC4wLCJMZWZ0IjowLjAsIlJpZ2h0IjowLjAsIkJvdHRvbSI6MC4wfSwiQmFja2dyb3VuZCI6eyIkaWQiOiI5MzYiLCJDb2xvciI6eyIkaWQiOiI5MzciLCJBIjoyNTUsIlIiOjAsIkciOjAsIkIiOjB9fSwiSXNWaXNpYmxlIjp0cnVlLCJXaWR0aCI6MC4wLCJIZWlnaHQiOjAuMCwiQm9yZGVyU3R5bGUiOm51bGwsIlBhcmVudFN0eWxlIjpudWxsfSwiUmVjdGFuZ2xlU3R5bGUiOnsiJGlkIjoiOTM4IiwiTWFyZ2luIjp7IiRpZCI6IjkzOSIsIlRvcCI6MC4wLCJMZWZ0IjowLjAsIlJpZ2h0IjowLjAsIkJvdHRvbSI6MC4wfSwiUGFkZGluZyI6eyIkaWQiOiI5NDAiLCJUb3AiOjAuMCwiTGVmdCI6MC4wLCJSaWdodCI6MC4wLCJCb3R0b20iOjAuMH0sIkJhY2tncm91bmQiOnsiJGlkIjoiOTQxIiwiQ29sb3IiOnsiJGlkIjoiOTQyIiwiQSI6NjMsIlIiOjI1LCJHIjoxMDcsIkIiOjM2fX0sIklzVmlzaWJsZSI6dHJ1ZSwiV2lkdGgiOjAuMCwiSGVpZ2h0IjowLjAsIkJvcmRlclN0eWxlIjp7IiRpZCI6Ijk0MyIsIkxpbmVDb2xvciI6eyIkaWQiOiI5NDQiLCIkdHlwZSI6Ik5MUkUuQ29tbW9uLkRvbS5Tb2xpZENvbG9yQnJ1c2gsIE5MUkUuQ29tbW9uIiwiQ29sb3IiOnsiJGlkIjoiOTQ1IiwiQSI6MjU1LCJSIjoyNTUsIkciOjI1NSwiQiI6MjU1fX0sIkxpbmVXZWlnaHQiOjAuMCwiTGluZVR5cGUiOjAsIlBhcmVudFN0eWxlIjpudWxsfSwiUGFyZW50U3R5bGUiOm51bGx9LCJNYXJnaW4iOnsiJGlkIjoiOTQ2IiwiVG9wIjowLjAsIkxlZnQiOjAuMCwiUmlnaHQiOjAuMCwiQm90dG9tIjowLjB9LCJQYWRkaW5nIjp7IiRpZCI6Ijk0NyIsIlRvcCI6MC4wLCJMZWZ0IjowLjAsIlJpZ2h0IjowLjAsIkJvdHRvbSI6MC4wfSwiQmFja2dyb3VuZCI6bnVsbCwiSXNWaXNpYmxlIjp0cnVlLCJXaWR0aCI6MC4wLCJIZWlnaHQiOjAuMCwiQm9yZGVyU3R5bGUiOm51bGwsIlBhcmVudFN0eWxlIjpudWxsfSwiQmFja2dyb3VuZFN0eWxlIjp7IiRpZCI6Ijk0OCIsIk1hcmdpbiI6eyIkaWQiOiI5NDkiLCJUb3AiOjAuMCwiTGVmdCI6MC4wLCJSaWdodCI6MC4wLCJCb3R0b20iOjAuMH0sIlBhZGRpbmciOnsiJGlkIjoiOTUwIiwiVG9wIjowLjAsIkxlZnQiOjAuMCwiUmlnaHQiOjAuMCwiQm90dG9tIjowLjB9LCJCYWNrZ3JvdW5kIjp7IiRpZCI6Ijk1MSIsIkNvbG9yIjp7IiRpZCI6Ijk1MiIsIkEiOjUxLCJSIjoyMDAsIkciOjIwMCwiQiI6MjAwfX0sIklzVmlzaWJsZSI6dHJ1ZSwiV2lkdGgiOjAuMCwiSGVpZ2h0IjowLjAsIkJvcmRlclN0eWxlIjp7IiRpZCI6Ijk1MyIsIkxpbmVDb2xvciI6eyIkaWQiOiI5NTQiLCIkdHlwZSI6Ik5MUkUuQ29tbW9uLkRvbS5Tb2xpZENvbG9yQnJ1c2gsIE5MUkUuQ29tbW9uIiwiQ29sb3IiOnsiJGlkIjoiOTU1IiwiQSI6MjU1LCJSIjoyMzQsIkciOjIyLCJCIjozMH19LCJMaW5lV2VpZ2h0IjowLjAsIkxpbmVUeXBlIjowLCJQYXJlbnRTdHlsZSI6bnVsbH0sIlBhcmVudFN0eWxlIjpudWxsfSwiTWFyZ2luIjp7IiRpZCI6Ijk1NiIsIlRvcCI6MC4wLCJMZWZ0IjowLjAsIlJpZ2h0IjowLjAsIkJvdHRvbSI6MC4wfSwiUGFkZGluZyI6eyIkaWQiOiI5NTciLCJUb3AiOjAuMCwiTGVmdCI6MC4wLCJSaWdodCI6MC4wLCJCb3R0b20iOjAuMH0sIklzVmlzaWJsZSI6dHJ1ZSwiV2lkdGgiOjAuMCwiSGVpZ2h0IjowLjAsIkJvcmRlclN0eWxlIjp7IiRpZCI6Ijk1OCIsIkxpbmVDb2xvciI6bnVsbCwiTGluZVdlaWdodCI6MC4wLCJMaW5lVHlwZSI6MCwiUGFyZW50U3R5bGUiOm51bGx9LCJQYXJlbnRTdHlsZSI6bnVsbH0sIk1hcmdpbiI6eyIkaWQiOiI5NTkiLCJUb3AiOjAuMCwiTGVmdCI6MC4wLCJSaWdodCI6MC4wLCJCb3R0b20iOjAuMH0sIlBhZGRpbmciOnsiJGlkIjoiOTYwIiwiVG9wIjowLjAsIkxlZnQiOjAuMCwiUmlnaHQiOjAuMCwiQm90dG9tIjowLjB9LCJJc1Zpc2libGUiOnRydWUsIldpZHRoIjowLjAsIkhlaWdodCI6MC4wLCJCb3JkZXJTdHlsZSI6eyIkaWQiOiI5NjEiLCJMaW5lQ29sb3IiOm51bGwsIkxpbmVXZWlnaHQiOjAuMCwiTGluZVR5cGUiOjAsIlBhcmVudFN0eWxlIjpudWxsfSwiUGFyZW50U3R5bGUiOm51bGx9LHsiJGlkIjoiOTYyIiwiU3R5bGVJZCI6IjA3MDJkZWE4LWMxMTQtNGQ3MS1iZTQwLWNkMzA2MmM0Njk3MCIsIkhlYWRlclN0eWxlIjp7IiRpZCI6Ijk2MyIsIlRleHRJc1ZlcnRpY2FsIjpmYWxzZSwiVGV4dFN0eWxlIjp7IiRpZCI6Ijk2NCIsIkZvbnRTZXR0aW5ncyI6eyIkaWQiOiI5NjUiLCJGb250U2l6ZSI6MTEsIkZvbnROYW1lIjoiQ2FsaWJyaSIsIklzQm9sZCI6ZmFsc2UsIklzSXRhbGljIjpmYWxzZSwiSXNVbmRlcmxpbmVkIjpmYWxzZSwiUGFyZW50U3R5bGUiOm51bGx9LCJBdXRvU2l6ZSI6MiwiRm9yZWdyb3VuZCI6eyIkaWQiOiI5NjYiLCJDb2xvciI6eyIkaWQiOiI5Njc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5NjgiLCJUb3AiOjAuMCwiTGVmdCI6MC4wLCJSaWdodCI6MC4wLCJCb3R0b20iOjAuMH0sIlBhZGRpbmciOnsiJGlkIjoiOTY5IiwiVG9wIjowLjAsIkxlZnQiOjAuMCwiUmlnaHQiOjAuMCwiQm90dG9tIjowLjB9LCJCYWNrZ3JvdW5kIjp7IiRpZCI6Ijk3MCIsIkNvbG9yIjp7IiRpZCI6Ijk3MSIsIkEiOjI1NSwiUiI6MjU1LCJHIjoyNTUsIkIiOjI1NX19LCJJc1Zpc2libGUiOnRydWUsIldpZHRoIjowLjAsIkhlaWdodCI6MC4wLCJCb3JkZXJTdHlsZSI6bnVsbCwiUGFyZW50U3R5bGUiOm51bGx9LCJSZWN0YW5nbGVTdHlsZSI6eyIkaWQiOiI5NzIiLCJNYXJnaW4iOnsiJGlkIjoiOTczIiwiVG9wIjowLjAsIkxlZnQiOjAuMCwiUmlnaHQiOjAuMCwiQm90dG9tIjowLjB9LCJQYWRkaW5nIjp7IiRpZCI6Ijk3NCIsIlRvcCI6MC4wLCJMZWZ0IjowLjAsIlJpZ2h0IjowLjAsIkJvdHRvbSI6MC4wfSwiQmFja2dyb3VuZCI6eyIkaWQiOiI5NzUiLCJDb2xvciI6eyIkaWQiOiI5NzYiLCJBIjoyNTUsIlIiOjE1LCJHIjoxNTgsIkIiOjIxM319LCJJc1Zpc2libGUiOnRydWUsIldpZHRoIjowLjAsIkhlaWdodCI6MC4wLCJCb3JkZXJTdHlsZSI6eyIkaWQiOiI5NzciLCJMaW5lQ29sb3IiOnsiJGlkIjoiOTc4IiwiJHR5cGUiOiJOTFJFLkNvbW1vbi5Eb20uU29saWRDb2xvckJydXNoLCBOTFJFLkNvbW1vbiIsIkNvbG9yIjp7IiRpZCI6Ijk3OSIsIkEiOjI1NSwiUiI6MjU1LCJHIjoyNTUsIkIiOjI1NX19LCJMaW5lV2VpZ2h0IjowLjAsIkxpbmVUeXBlIjowLCJQYXJlbnRTdHlsZSI6bnVsbH0sIlBhcmVudFN0eWxlIjpudWxsfSwiTWFyZ2luIjp7IiRpZCI6Ijk4MCIsIlRvcCI6MC4wLCJMZWZ0IjowLjAsIlJpZ2h0IjowLjAsIkJvdHRvbSI6MC4wfSwiUGFkZGluZyI6eyIkaWQiOiI5ODEiLCJUb3AiOjAuMCwiTGVmdCI6MC4wLCJSaWdodCI6MC4wLCJCb3R0b20iOjAuMH0sIkJhY2tncm91bmQiOm51bGwsIklzVmlzaWJsZSI6dHJ1ZSwiV2lkdGgiOjAuMCwiSGVpZ2h0IjowLjAsIkJvcmRlclN0eWxlIjpudWxsLCJQYXJlbnRTdHlsZSI6bnVsbH0sIkJhY2tncm91bmRTdHlsZSI6eyIkaWQiOiI5ODIiLCJNYXJnaW4iOnsiJGlkIjoiOTgzIiwiVG9wIjowLjAsIkxlZnQiOjAuMCwiUmlnaHQiOjAuMCwiQm90dG9tIjowLjB9LCJQYWRkaW5nIjp7IiRpZCI6Ijk4NCIsIlRvcCI6MC4wLCJMZWZ0IjowLjAsIlJpZ2h0IjowLjAsIkJvdHRvbSI6MC4wfSwiQmFja2dyb3VuZCI6eyIkaWQiOiI5ODUiLCJDb2xvciI6eyIkaWQiOiI5ODYiLCJBIjo1MSwiUiI6MjAwLCJHIjoyMDAsIkIiOjIwMH19LCJJc1Zpc2libGUiOnRydWUsIldpZHRoIjowLjAsIkhlaWdodCI6MC4wLCJCb3JkZXJTdHlsZSI6eyIkaWQiOiI5ODciLCJMaW5lQ29sb3IiOnsiJGlkIjoiOTg4IiwiJHR5cGUiOiJOTFJFLkNvbW1vbi5Eb20uU29saWRDb2xvckJydXNoLCBOTFJFLkNvbW1vbiIsIkNvbG9yIjp7IiRpZCI6Ijk4OSIsIkEiOjI1NSwiUiI6MjM0LCJHIjoyMiwiQiI6MzB9fSwiTGluZVdlaWdodCI6MC4wLCJMaW5lVHlwZSI6MCwiUGFyZW50U3R5bGUiOm51bGx9LCJQYXJlbnRTdHlsZSI6bnVsbH0sIklzQWJvdmVUaW1lYmFuZCI6ZmFsc2UsIlNwYWNpbmciOjMsIkRlZmF1bHRTd2ltbGFuZVRhc2tTdHlsZSI6eyIkaWQiOiI5OTAiLCIkdHlwZSI6Ik5MUkUuQ29tbW9uLkRvbS5TdHlsZXMuRXhwbGljaXRTZXRhYmxlVGFza1N0eWxlLCBOTFJFLkNvbW1vbiIsIlNoYXBlIjoxLCJTaGFwZVRoaWNrbmVzcyI6MCwiRHVyYXRpb25Gb3JtYXQiOjAsIkluY2x1ZGVOb25Xb3JraW5nRGF5c0luRHVyYXRpb24iOmZhbHNlLCJQZXJjZW50YWdlQ29tcGxldGVTdHlsZSI6eyIkaWQiOiI5OTEiLCJGb250U2V0dGluZ3MiOnsiJGlkIjoiOTkyIiwiRm9udFNpemUiOjEwLCJGb250TmFtZSI6IkNhbGlicmkiLCJJc0JvbGQiOmZhbHNlLCJJc0l0YWxpYyI6ZmFsc2UsIklzVW5kZXJsaW5lZCI6ZmFsc2UsIlBhcmVudFN0eWxlIjpudWxsfSwiQXV0b1NpemUiOjAsIkZvcmVncm91bmQiOnsiJGlkIjoiOTkzIiwiQ29sb3IiOnsiJGlkIjoiOTk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k5NSIsIlRvcCI6MC4wLCJMZWZ0IjowLjAsIlJpZ2h0IjowLjAsIkJvdHRvbSI6MC4wfSwiUGFkZGluZyI6eyIkaWQiOiI5OTYiLCJUb3AiOjAuMCwiTGVmdCI6MC4wLCJSaWdodCI6MC4wLCJCb3R0b20iOjAuMH0sIkJhY2tncm91bmQiOnsiJGlkIjoiOTk3IiwiQ29sb3IiOnsiJGlkIjoiOTk4IiwiQSI6ODksIlIiOjAsIkciOjAsIkIiOjB9fSwiSXNWaXNpYmxlIjp0cnVlLCJXaWR0aCI6MC4wLCJIZWlnaHQiOjAuMCwiQm9yZGVyU3R5bGUiOnsiJGlkIjoiOTk5IiwiTGluZUNvbG9yIjpudWxsLCJMaW5lV2VpZ2h0IjowLjAsIkxpbmVUeXBlIjowLCJQYXJlbnRTdHlsZSI6bnVsbH0sIlBhcmVudFN0eWxlIjpudWxsfSwiRHVyYXRpb25TdHlsZSI6eyIkaWQiOiIxMDAwIiwiRm9udFNldHRpbmdzIjp7IiRpZCI6IjEwMDEiLCJGb250U2l6ZSI6MTAsIkZvbnROYW1lIjoiQ2FsaWJyaSIsIklzQm9sZCI6ZmFsc2UsIklzSXRhbGljIjpmYWxzZSwiSXNVbmRlcmxpbmVkIjpmYWxzZSwiUGFyZW50U3R5bGUiOm51bGx9LCJBdXRvU2l6ZSI6MCwiRm9yZWdyb3VuZCI6eyIkaWQiOiIxMDAyIiwiQ29sb3IiOnsiJGlkIjoiMTAw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wMDQiLCJUb3AiOjAuMCwiTGVmdCI6MC4wLCJSaWdodCI6MC4wLCJCb3R0b20iOjAuMH0sIlBhZGRpbmciOnsiJGlkIjoiMTAwNSIsIlRvcCI6MC4wLCJMZWZ0IjowLjAsIlJpZ2h0IjowLjAsIkJvdHRvbSI6MC4wfSwiQmFja2dyb3VuZCI6eyIkaWQiOiIxMDA2IiwiQ29sb3IiOnsiJGlkIjoiMTAwNyIsIkEiOjI1NSwiUiI6MjM3LCJHIjoxMjUsIkIiOjQ5fX0sIklzVmlzaWJsZSI6dHJ1ZSwiV2lkdGgiOjAuMCwiSGVpZ2h0IjowLjAsIkJvcmRlclN0eWxlIjp7IiRpZCI6IjEwMDgiLCJMaW5lQ29sb3IiOm51bGwsIkxpbmVXZWlnaHQiOjAuMCwiTGluZVR5cGUiOjAsIlBhcmVudFN0eWxlIjpudWxsfSwiUGFyZW50U3R5bGUiOm51bGx9LCJIb3Jpem9udGFsQ29ubmVjdG9yU3R5bGUiOnsiJGlkIjoiMTAwOSIsIkxpbmVDb2xvciI6eyIkaWQiOiIxMDEwIiwiJHR5cGUiOiJOTFJFLkNvbW1vbi5Eb20uU29saWRDb2xvckJydXNoLCBOTFJFLkNvbW1vbiIsIkNvbG9yIjp7IiRpZCI6IjEwMTEiLCJBIjoyNTUsIlIiOjAsIkciOjAsIkIiOjB9fSwiTGluZVdlaWdodCI6MC4wLCJMaW5lVHlwZSI6MCwiUGFyZW50U3R5bGUiOm51bGx9LCJWZXJ0aWNhbENvbm5lY3RvclN0eWxlIjp7IiRpZCI6IjEwMTIiLCJMaW5lQ29sb3IiOnsiJGlkIjoiMTAxMyIsIiR0eXBlIjoiTkxSRS5Db21tb24uRG9tLlNvbGlkQ29sb3JCcnVzaCwgTkxSRS5Db21tb24iLCJDb2xvciI6eyIkaWQiOiIxMDE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MTAxNSIsIlNoYXBlU3R5bGUiOnsiJGlkIjoiMTAxNiIsIk1hcmdpbiI6eyIkaWQiOiIxMDE3IiwiVG9wIjowLjAsIkxlZnQiOjAuMCwiUmlnaHQiOjAuMCwiQm90dG9tIjowLjB9LCJQYWRkaW5nIjp7IiRpZCI6IjEwMTgiLCJUb3AiOjAuMCwiTGVmdCI6MC4wLCJSaWdodCI6MC4wLCJCb3R0b20iOjAuMH0sIkJhY2tncm91bmQiOnsiJGlkIjoiMTAxOSIsIkNvbG9yIjp7IiRpZCI6IjEwMjAiLCJBIjoxNTMsIlIiOjAsIkciOjAsIkIiOjB9fSwiSXNWaXNpYmxlIjp0cnVlLCJXaWR0aCI6MC4wLCJIZWlnaHQiOjAuMCwiQm9yZGVyU3R5bGUiOnsiJGlkIjoiMTAyMSIsIkxpbmVDb2xvciI6eyIkaWQiOiIxMDIyIiwiJHR5cGUiOiJOTFJFLkNvbW1vbi5Eb20uU29saWRDb2xvckJydXNoLCBOTFJFLkNvbW1vbiIsIkNvbG9yIjp7IiRpZCI6IjEwMjMiLCJBIjoyNTUsIlIiOjI1NSwiRyI6MCwiQiI6MH19LCJMaW5lV2VpZ2h0IjowLjAsIkxpbmVUeXBlIjowLCJQYXJlbnRTdHlsZSI6bnVsbH0sIlBhcmVudFN0eWxlIjpudWxsfSwiTWFyZ2luIjp7IiRpZCI6IjEwMjQiLCJUb3AiOjAuMCwiTGVmdCI6MC4wLCJSaWdodCI6MC4wLCJCb3R0b20iOjAuMH0sIlBhZGRpbmciOnsiJGlkIjoiMTAyNSIsIlRvcCI6MC4wLCJMZWZ0IjowLjAsIlJpZ2h0IjowLjAsIkJvdHRvbSI6MC4wfSwiQmFja2dyb3VuZCI6bnVsbCwiSXNWaXNpYmxlIjp0cnVlLCJXaWR0aCI6MC4wLCJIZWlnaHQiOjAuMCwiQm9yZGVyU3R5bGUiOm51bGwsIlBhcmVudFN0eWxlIjpudWxsfSwiU2hhcGVTdHlsZSI6eyIkaWQiOiIxMDI2IiwiTWFyZ2luIjp7IiRpZCI6IjEwMjciLCJUb3AiOjAuMCwiTGVmdCI6NC4wLCJSaWdodCI6NC4wLCJCb3R0b20iOjAuMH0sIlBhZGRpbmciOnsiJGlkIjoiMTAyOCIsIlRvcCI6MC4wLCJMZWZ0IjowLjAsIlJpZ2h0IjowLjAsIkJvdHRvbSI6MC4wfSwiQmFja2dyb3VuZCI6eyIkaWQiOiIxMDI5IiwiQ29sb3IiOnsiJGlkIjoiMTAzMCIsIkEiOjI1NSwiUiI6MTUsIkciOjE1OCwiQiI6MjEzfX0sIklzVmlzaWJsZSI6dHJ1ZSwiV2lkdGgiOjAuMCwiSGVpZ2h0IjoxMC4wLCJCb3JkZXJTdHlsZSI6eyIkaWQiOiIxMDMxIiwiTGluZUNvbG9yIjp7IiRpZCI6IjEwMzIiLCIkdHlwZSI6Ik5MUkUuQ29tbW9uLkRvbS5Tb2xpZENvbG9yQnJ1c2gsIE5MUkUuQ29tbW9uIiwiQ29sb3IiOnsiJGlkIjoiMTAzMyIsIkEiOjI1NSwiUiI6MjM0LCJHIjoyMiwiQiI6MzB9fSwiTGluZVdlaWdodCI6MC4wLCJMaW5lVHlwZSI6MCwiUGFyZW50U3R5bGUiOm51bGx9LCJQYXJlbnRTdHlsZSI6bnVsbH0sIlRpdGxlU3R5bGUiOnsiJGlkIjoiMTAzNCIsIkZvbnRTZXR0aW5ncyI6eyIkaWQiOiIxMDM1IiwiRm9udFNpemUiOjExLCJGb250TmFtZSI6IkNhbGlicmkiLCJJc0JvbGQiOmZhbHNlLCJJc0l0YWxpYyI6ZmFsc2UsIklzVW5kZXJsaW5lZCI6ZmFsc2UsIlBhcmVudFN0eWxlIjpudWxsfSwiQXV0b1NpemUiOjAsIkZvcmVncm91bmQiOnsiJGlkIjoiMTAzNiIsIkNvbG9yIjp7IiRpZCI6IjEwMz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AzOCIsIlRvcCI6MC4wLCJMZWZ0IjowLjAsIlJpZ2h0IjowLjAsIkJvdHRvbSI6MC4wfSwiUGFkZGluZyI6eyIkaWQiOiIxMDM5IiwiVG9wIjowLjAsIkxlZnQiOjAuMCwiUmlnaHQiOjAuMCwiQm90dG9tIjowLjB9LCJCYWNrZ3JvdW5kIjp7IiRpZCI6IjEwNDAiLCJDb2xvciI6eyIkaWQiOiIxMDQxIiwiQSI6MjU1LCJSIjowLCJHIjowLCJCIjowfX0sIklzVmlzaWJsZSI6dHJ1ZSwiV2lkdGgiOjAuMCwiSGVpZ2h0IjowLjAsIkJvcmRlclN0eWxlIjp7IiRpZCI6IjEwNDIiLCJMaW5lQ29sb3IiOm51bGwsIkxpbmVXZWlnaHQiOjAuMCwiTGluZVR5cGUiOjAsIlBhcmVudFN0eWxlIjpudWxsfSwiUGFyZW50U3R5bGUiOm51bGx9LCJEYXRlU3R5bGUiOnsiJGlkIjoiMTA0MyIsIkZvbnRTZXR0aW5ncyI6eyIkaWQiOiIxMDQ0IiwiRm9udFNpemUiOjEwLCJGb250TmFtZSI6IkNhbGlicmkiLCJJc0JvbGQiOmZhbHNlLCJJc0l0YWxpYyI6ZmFsc2UsIklzVW5kZXJsaW5lZCI6ZmFsc2UsIlBhcmVudFN0eWxlIjpudWxsfSwiQXV0b1NpemUiOjAsIkZvcmVncm91bmQiOnsiJGlkIjoiMTA0NSIsIkNvbG9yIjp7IiRpZCI6IjEwND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MTA0NyIsIlRvcCI6MC4wLCJMZWZ0IjowLjAsIlJpZ2h0IjowLjAsIkJvdHRvbSI6MC4wfSwiUGFkZGluZyI6eyIkaWQiOiIxMDQ4IiwiVG9wIjowLjAsIkxlZnQiOjAuMCwiUmlnaHQiOjAuMCwiQm90dG9tIjowLjB9LCJCYWNrZ3JvdW5kIjp7IiRpZCI6IjEwNDkiLCJDb2xvciI6eyIkaWQiOiIxMDUwIiwiQSI6MjU1LCJSIjoxNCwiRyI6NDAsIkIiOjY1fX0sIklzVmlzaWJsZSI6dHJ1ZSwiV2lkdGgiOjAuMCwiSGVpZ2h0IjowLjAsIkJvcmRlclN0eWxlIjp7IiRpZCI6IjEwNTEiLCJMaW5lQ29sb3IiOm51bGwsIkxpbmVXZWlnaHQiOjAuMCwiTGluZVR5cGUiOjAsIlBhcmVudFN0eWxlIjpudWxsfSwiUGFyZW50U3R5bGUiOm51bGx9LCJEYXRlRm9ybWF0Ijp7IiRpZCI6IjEwNT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A1MyIsIkZvcm1hdCI6MCwiSXNWaXNpYmxlIjpmYWxzZSwiTGFzdEtub3duVmlzaWJpbGl0eVN0YXRlIjpmYWxzZX0sIklzVmlzaWJsZSI6dHJ1ZSwiVmFyaWFuY2VTdHlsZSI6eyIkaWQiOiIxMDU0IiwiVGV4dFN0eWxlIjp7IiRpZCI6IjEwNTUiLCJGb250U2V0dGluZ3MiOnsiJGlkIjoiMTA1NiIsIkZvbnRTaXplIjoxMCwiRm9udE5hbWUiOiJDYWxpYnJpIiwiSXNCb2xkIjpmYWxzZSwiSXNJdGFsaWMiOmZhbHNlLCJJc1VuZGVybGluZWQiOmZhbHNlLCJQYXJlbnRTdHlsZSI6bnVsbH0sIkF1dG9TaXplIjowLCJGb3JlZ3JvdW5kIjp7IiRpZCI6IjEwNTciLCJDb2xvciI6eyIkaWQiOiIxMDU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wNTkiLCJUb3AiOjAuMCwiTGVmdCI6MC4wLCJSaWdodCI6MC4wLCJCb3R0b20iOjAuMH0sIlBhZGRpbmciOnsiJGlkIjoiMTA2MCIsIlRvcCI6MC4wLCJMZWZ0IjowLjAsIlJpZ2h0IjowLjAsIkJvdHRvbSI6MC4wfSwiQmFja2dyb3VuZCI6eyIkaWQiOiIxMDYxIiwiQ29sb3IiOnsiJGlkIjoiMTA2MiIsIkEiOjI1NSwiUiI6MCwiRyI6MCwiQiI6MH19LCJJc1Zpc2libGUiOnRydWUsIldpZHRoIjowLjAsIkhlaWdodCI6MC4wLCJCb3JkZXJTdHlsZSI6eyIkaWQiOiIxMDYzIiwiTGluZUNvbG9yIjpudWxsLCJMaW5lV2VpZ2h0IjowLjAsIkxpbmVUeXBlIjowLCJQYXJlbnRTdHlsZSI6bnVsbH0sIlBhcmVudFN0eWxlIjpudWxsfSwiUGFyZW50U3R5bGUiOm51bGx9LCJQYXJlbnRTdHlsZSI6bnVsbCwiX2V4cGxpY2l0bHlTZXQiOnsiJGlkIjoiMTA2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EwNjUiLCJTaGFwZSI6MSwiQ29ubmVjdG9yTWFyZ2luIjp7IiRpZCI6IjEwNjYiLCJUb3AiOjAuMCwiTGVmdCI6Mi4wLCJSaWdodCI6Mi4wLCJCb3R0b20iOjAuMH0sIkNvbm5lY3RvclN0eWxlIjp7IiRpZCI6IjEwNjciLCJMaW5lQ29sb3IiOnsiJGlkIjoiMTA2OCIsIiR0eXBlIjoiTkxSRS5Db21tb24uRG9tLlNvbGlkQ29sb3JCcnVzaCwgTkxSRS5Db21tb24iLCJDb2xvciI6eyIkaWQiOiIxMDY5IiwiQSI6MTI3LCJSIjoxMSwiRyI6MTE4LCJCIjoxNTl9fSwiTGluZVdlaWdodCI6MS4wLCJMaW5lVHlwZSI6MCwiUGFyZW50U3R5bGUiOm51bGx9LCJJc0JlbG93VGltZWJhbmQiOmZhbHNlLCJQb3NpdGlvbk9uVGFzayI6MSwiSGlkZURhdGUiOmZhbHNlLCJTaGFwZVNpemUiOjAsIlNwYWNpbmciOjAuMCwiUGFkZGluZyI6eyIkaWQiOiIxMDcwIiwiVG9wIjo1LjAsIkxlZnQiOjMuMCwiUmlnaHQiOjAuMCwiQm90dG9tIjoyLjB9LCJTaGFwZVN0eWxlIjp7IiRpZCI6IjEwNzEiLCJNYXJnaW4iOnsiJGlkIjoiMTA3MiIsIlRvcCI6MC4wLCJMZWZ0IjowLjAsIlJpZ2h0IjowLjAsIkJvdHRvbSI6MC4wfSwiUGFkZGluZyI6eyIkaWQiOiIxMDczIiwiVG9wIjowLjAsIkxlZnQiOjAuMCwiUmlnaHQiOjAuMCwiQm90dG9tIjowLjB9LCJCYWNrZ3JvdW5kIjp7IiRpZCI6IjEwNzQiLCJDb2xvciI6eyIkaWQiOiIxMDc1IiwiQSI6MjU1LCJSIjoxMSwiRyI6MTE4LCJCIjoxNTl9fSwiSXNWaXNpYmxlIjp0cnVlLCJXaWR0aCI6MTIuMCwiSGVpZ2h0IjoxNC4wLCJCb3JkZXJTdHlsZSI6eyIkaWQiOiIxMDc2IiwiTGluZUNvbG9yIjp7IiRpZCI6IjEwNzciLCIkdHlwZSI6Ik5MUkUuQ29tbW9uLkRvbS5Tb2xpZENvbG9yQnJ1c2gsIE5MUkUuQ29tbW9uIiwiQ29sb3IiOnsiJGlkIjoiMTA3OCIsIkEiOjI1NSwiUiI6MjU1LCJHIjowLCJCIjowfX0sIkxpbmVXZWlnaHQiOjAuMCwiTGluZVR5cGUiOjAsIlBhcmVudFN0eWxlIjpudWxsfSwiUGFyZW50U3R5bGUiOm51bGx9LCJUaXRsZVN0eWxlIjp7IiRpZCI6IjEwNzkiLCJGb250U2V0dGluZ3MiOnsiJGlkIjoiMTA4MCIsIkZvbnRTaXplIjoxMSwiRm9udE5hbWUiOiJDYWxpYnJpIiwiSXNCb2xkIjpmYWxzZSwiSXNJdGFsaWMiOmZhbHNlLCJJc1VuZGVybGluZWQiOmZhbHNlLCJQYXJlbnRTdHlsZSI6bnVsbH0sIkF1dG9TaXplIjowLCJGb3JlZ3JvdW5kIjp7IiRpZCI6IjEwODEiLCJDb2xvciI6eyIkaWQiOiIxMDg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EwODMiLCJUb3AiOjAuMCwiTGVmdCI6MC4wLCJSaWdodCI6MC4wLCJCb3R0b20iOjAuMH0sIlBhZGRpbmciOnsiJGlkIjoiMTA4NCIsIlRvcCI6MC4wLCJMZWZ0IjowLjAsIlJpZ2h0IjowLjAsIkJvdHRvbSI6MC4wfSwiQmFja2dyb3VuZCI6eyIkaWQiOiIxMDg1IiwiQ29sb3IiOnsiJGlkIjoiMTA4NiIsIkEiOjI1NSwiUiI6MCwiRyI6MCwiQiI6MH19LCJJc1Zpc2libGUiOnRydWUsIldpZHRoIjowLjAsIkhlaWdodCI6MC4wLCJCb3JkZXJTdHlsZSI6eyIkaWQiOiIxMDg3IiwiTGluZUNvbG9yIjpudWxsLCJMaW5lV2VpZ2h0IjowLjAsIkxpbmVUeXBlIjowLCJQYXJlbnRTdHlsZSI6bnVsbH0sIlBhcmVudFN0eWxlIjpudWxsfSwiRGF0ZVN0eWxlIjp7IiRpZCI6IjEwODgiLCJGb250U2V0dGluZ3MiOnsiJGlkIjoiMTA4OSIsIkZvbnRTaXplIjoxMCwiRm9udE5hbWUiOiJDYWxpYnJpIiwiSXNCb2xkIjpmYWxzZSwiSXNJdGFsaWMiOmZhbHNlLCJJc1VuZGVybGluZWQiOmZhbHNlLCJQYXJlbnRTdHlsZSI6bnVsbH0sIkF1dG9TaXplIjowLCJGb3JlZ3JvdW5kIjp7IiRpZCI6IjEwOTAiLCJDb2xvciI6eyIkaWQiOiIxMDk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EwOTIiLCJUb3AiOjAuMCwiTGVmdCI6MC4wLCJSaWdodCI6MC4wLCJCb3R0b20iOjAuMH0sIlBhZGRpbmciOnsiJGlkIjoiMTA5MyIsIlRvcCI6MC4wLCJMZWZ0IjowLjAsIlJpZ2h0IjowLjAsIkJvdHRvbSI6MC4wfSwiQmFja2dyb3VuZCI6eyIkaWQiOiIxMDk0IiwiQ29sb3IiOnsiJGlkIjoiMTA5NSIsIkEiOjI1NSwiUiI6MTQsIkciOjQwLCJCIjo2NX19LCJJc1Zpc2libGUiOnRydWUsIldpZHRoIjowLjAsIkhlaWdodCI6MC4wLCJCb3JkZXJTdHlsZSI6eyIkaWQiOiIxMDk2IiwiTGluZUNvbG9yIjpudWxsLCJMaW5lV2VpZ2h0IjowLjAsIkxpbmVUeXBlIjowLCJQYXJlbnRTdHlsZSI6bnVsbH0sIlBhcmVudFN0eWxlIjpudWxsfSwiRGF0ZUZvcm1hdCI6eyIkaWQiOiIxMDk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OTgiLCJGb3JtYXQiOjAsIklzVmlzaWJsZSI6ZmFsc2UsIkxhc3RLbm93blZpc2liaWxpdHlTdGF0ZSI6ZmFsc2V9LCJJc1Zpc2libGUiOmZhbHNlLCJWYXJpYW5jZVN0eWxlIjp7IiRpZCI6IjEwOTkiLCJUZXh0U3R5bGUiOnsiJGlkIjoiMTEwMCIsIkZvbnRTZXR0aW5ncyI6eyIkaWQiOiIxMTAxIiwiRm9udFNpemUiOjEwLCJGb250TmFtZSI6IkNhbGlicmkiLCJJc0JvbGQiOmZhbHNlLCJJc0l0YWxpYyI6ZmFsc2UsIklzVW5kZXJsaW5lZCI6ZmFsc2UsIlBhcmVudFN0eWxlIjpudWxsfSwiQXV0b1NpemUiOjAsIkZvcmVncm91bmQiOnsiJGlkIjoiMTEwMiIsIkNvbG9yIjp7IiRpZCI6IjExMD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EwNCIsIlRvcCI6MC4wLCJMZWZ0IjowLjAsIlJpZ2h0IjowLjAsIkJvdHRvbSI6MC4wfSwiUGFkZGluZyI6eyIkaWQiOiIxMTA1IiwiVG9wIjowLjAsIkxlZnQiOjAuMCwiUmlnaHQiOjAuMCwiQm90dG9tIjowLjB9LCJCYWNrZ3JvdW5kIjp7IiRpZCI6IjExMDYiLCJDb2xvciI6eyIkaWQiOiIxMTA3IiwiQSI6MjU1LCJSIjowLCJHIjowLCJCIjowfX0sIklzVmlzaWJsZSI6dHJ1ZSwiV2lkdGgiOjAuMCwiSGVpZ2h0IjowLjAsIkJvcmRlclN0eWxlIjp7IiRpZCI6IjExMDgiLCJMaW5lQ29sb3IiOm51bGwsIkxpbmVXZWlnaHQiOjAuMCwiTGluZVR5cGUiOjAsIlBhcmVudFN0eWxlIjpudWxsfSwiUGFyZW50U3R5bGUiOm51bGx9LCJQYXJlbnRTdHlsZSI6bnVsbH0sIlBhcmVudFN0eWxlIjpudWxsfSwiRGVmYXVsdFN3aW1sYW5lTWlsZXN0b25lU3R5bGUiOnsiJGlkIjoiMTEwOSIsIlRpdGxlUG9zaXRpb24iOiJMZWZ0IiwiRGF0ZVBvc2l0aW9uIjoiUmlnaHQiLCJWYXJpYW5jZVBvc2l0aW9uIjoiUmlnaHQiLCJTaGFwZVR5cGUiOjEsIlNoYXBlU2l6ZSI6MCwiU3BhY2luZyI6NSwiU2hhcGVTdHlsZSI6eyIkaWQiOiIxMTEwIiwiTWFyZ2luIjp7IiRpZCI6IjExMTEiLCJUb3AiOjAuMCwiTGVmdCI6MC4wLCJSaWdodCI6MC4wLCJCb3R0b20iOjAuMH0sIlBhZGRpbmciOnsiJGlkIjoiMTExMiIsIlRvcCI6MC4wLCJMZWZ0IjowLjAsIlJpZ2h0IjowLjAsIkJvdHRvbSI6MC4wfSwiQmFja2dyb3VuZCI6eyIkaWQiOiIxMTEzIiwiQ29sb3IiOnsiJGlkIjoiMTExNCIsIkEiOjI1NSwiUiI6MTUsIkciOjE1OCwiQiI6MjEzfX0sIklzVmlzaWJsZSI6dHJ1ZSwiV2lkdGgiOjEyLjAsIkhlaWdodCI6MTQuMCwiQm9yZGVyU3R5bGUiOnsiJGlkIjoiMTExNSIsIkxpbmVDb2xvciI6eyIkaWQiOiIxMTE2IiwiJHR5cGUiOiJOTFJFLkNvbW1vbi5Eb20uU29saWRDb2xvckJydXNoLCBOTFJFLkNvbW1vbiIsIkNvbG9yIjp7IiRpZCI6IjExMTciLCJBIjoyNTUsIlIiOjIzNCwiRyI6MjIsIkIiOjMwfX0sIkxpbmVXZWlnaHQiOjAuMCwiTGluZVR5cGUiOjAsIlBhcmVudFN0eWxlIjpudWxsfSwiUGFyZW50U3R5bGUiOm51bGx9LCJUaXRsZVN0eWxlIjp7IiRpZCI6IjExMTgiLCJGb250U2V0dGluZ3MiOnsiJGlkIjoiMTExOSIsIkZvbnRTaXplIjoxMSwiRm9udE5hbWUiOiJDYWxpYnJpIiwiSXNCb2xkIjpmYWxzZSwiSXNJdGFsaWMiOmZhbHNlLCJJc1VuZGVybGluZWQiOmZhbHNlLCJQYXJlbnRTdHlsZSI6bnVsbH0sIkF1dG9TaXplIjowLCJGb3JlZ3JvdW5kIjp7IiRpZCI6IjExMjAiLCJDb2xvciI6eyIkaWQiOiIxMTIx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ExMjIiLCJUb3AiOjAuMCwiTGVmdCI6MC4wLCJSaWdodCI6MC4wLCJCb3R0b20iOjAuMH0sIlBhZGRpbmciOnsiJGlkIjoiMTEyMyIsIlRvcCI6MC4wLCJMZWZ0IjowLjAsIlJpZ2h0IjowLjAsIkJvdHRvbSI6MC4wfSwiQmFja2dyb3VuZCI6eyIkaWQiOiIxMTI0IiwiQ29sb3IiOnsiJGlkIjoiMTEyNSIsIkEiOjI1NSwiUiI6MCwiRyI6MCwiQiI6MH19LCJJc1Zpc2libGUiOnRydWUsIldpZHRoIjowLjAsIkhlaWdodCI6MC4wLCJCb3JkZXJTdHlsZSI6eyIkaWQiOiIxMTI2IiwiTGluZUNvbG9yIjpudWxsLCJMaW5lV2VpZ2h0IjowLjAsIkxpbmVUeXBlIjowLCJQYXJlbnRTdHlsZSI6bnVsbH0sIlBhcmVudFN0eWxlIjpudWxsfSwiRGF0ZVN0eWxlIjp7IiRpZCI6IjExMjciLCJGb250U2V0dGluZ3MiOnsiJGlkIjoiMTEyOCIsIkZvbnRTaXplIjoxMCwiRm9udE5hbWUiOiJDYWxpYnJpIiwiSXNCb2xkIjpmYWxzZSwiSXNJdGFsaWMiOmZhbHNlLCJJc1VuZGVybGluZWQiOmZhbHNlLCJQYXJlbnRTdHlsZSI6bnVsbH0sIkF1dG9TaXplIjowLCJGb3JlZ3JvdW5kIjp7IiRpZCI6IjExMjkiLCJDb2xvciI6eyIkaWQiOiIxMTMw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xMzEiLCJUb3AiOjAuMCwiTGVmdCI6MC4wLCJSaWdodCI6MC4wLCJCb3R0b20iOjAuMH0sIlBhZGRpbmciOnsiJGlkIjoiMTEzMiIsIlRvcCI6MC4wLCJMZWZ0IjowLjAsIlJpZ2h0IjowLjAsIkJvdHRvbSI6MC4wfSwiQmFja2dyb3VuZCI6eyIkaWQiOiIxMTMzIiwiQ29sb3IiOnsiJGlkIjoiMTEzNCIsIkEiOjI1NSwiUiI6MTQsIkciOjQwLCJCIjo2NX19LCJJc1Zpc2libGUiOnRydWUsIldpZHRoIjowLjAsIkhlaWdodCI6MC4wLCJCb3JkZXJTdHlsZSI6eyIkaWQiOiIxMTM1IiwiTGluZUNvbG9yIjpudWxsLCJMaW5lV2VpZ2h0IjowLjAsIkxpbmVUeXBlIjowLCJQYXJlbnRTdHlsZSI6bnVsbH0sIlBhcmVudFN0eWxlIjpudWxsfSwiRGF0ZUZvcm1hdCI6eyIkaWQiOiIxMTM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xMzciLCJGb3JtYXQiOjAsIklzVmlzaWJsZSI6ZmFsc2UsIkxhc3RLbm93blZpc2liaWxpdHlTdGF0ZSI6ZmFsc2V9LCJJc1Zpc2libGUiOnRydWUsIlZhcmlhbmNlU3R5bGUiOnsiJGlkIjoiMTEzOCIsIlRleHRTdHlsZSI6eyIkaWQiOiIxMTM5IiwiRm9udFNldHRpbmdzIjp7IiRpZCI6IjExNDAiLCJGb250U2l6ZSI6MTAsIkZvbnROYW1lIjoiQ2FsaWJyaSIsIklzQm9sZCI6ZmFsc2UsIklzSXRhbGljIjpmYWxzZSwiSXNVbmRlcmxpbmVkIjpmYWxzZSwiUGFyZW50U3R5bGUiOm51bGx9LCJBdXRvU2l6ZSI6MCwiRm9yZWdyb3VuZCI6eyIkaWQiOiIxMTQxIiwiQ29sb3IiOnsiJGlkIjoiMTE0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TQzIiwiVG9wIjowLjAsIkxlZnQiOjAuMCwiUmlnaHQiOjAuMCwiQm90dG9tIjowLjB9LCJQYWRkaW5nIjp7IiRpZCI6IjExNDQiLCJUb3AiOjAuMCwiTGVmdCI6MC4wLCJSaWdodCI6MC4wLCJCb3R0b20iOjAuMH0sIkJhY2tncm91bmQiOnsiJGlkIjoiMTE0NSIsIkNvbG9yIjp7IiRpZCI6IjExNDYiLCJBIjoyNTUsIlIiOjAsIkciOjAsIkIiOjB9fSwiSXNWaXNpYmxlIjp0cnVlLCJXaWR0aCI6MC4wLCJIZWlnaHQiOjAuMCwiQm9yZGVyU3R5bGUiOnsiJGlkIjoiMTE0NyIsIkxpbmVDb2xvciI6bnVsbCwiTGluZVdlaWdodCI6MC4wLCJMaW5lVHlwZSI6MCwiUGFyZW50U3R5bGUiOm51bGx9LCJQYXJlbnRTdHlsZSI6bnVsbH0sIlBhcmVudFN0eWxlIjpudWxsfSwiUGFyZW50U3R5bGUiOm51bGx9LCJEZWZhdWx0U3dpbWxhbmVBY3Rpdml0eVN0eWxlIjp7IiRpZCI6IjExNDgiLCJIZWFkZXJTdHlsZSI6eyIkaWQiOiIxMTQ5IiwiVGV4dFN0eWxlIjp7IiRpZCI6IjExNTAiLCJGb250U2V0dGluZ3MiOnsiJGlkIjoiMTE1MSIsIkZvbnRTaXplIjoxMSwiRm9udE5hbWUiOiJDYWxpYnJpIiwiSXNCb2xkIjpmYWxzZSwiSXNJdGFsaWMiOmZhbHNlLCJJc1VuZGVybGluZWQiOmZhbHNlLCJQYXJlbnRTdHlsZSI6bnVsbH0sIkF1dG9TaXplIjoyLCJGb3JlZ3JvdW5kIjp7IiRpZCI6IjExNTIiLCJDb2xvciI6eyIkaWQiOiIxMTU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MTE1NCIsIlRvcCI6MC4wLCJMZWZ0IjowLjAsIlJpZ2h0IjowLjAsIkJvdHRvbSI6MC4wfSwiUGFkZGluZyI6eyIkaWQiOiIxMTU1IiwiVG9wIjowLjAsIkxlZnQiOjAuMCwiUmlnaHQiOjAuMCwiQm90dG9tIjowLjB9LCJCYWNrZ3JvdW5kIjp7IiRpZCI6IjExNTYiLCJDb2xvciI6eyIkaWQiOiIxMTU3IiwiQSI6MjU1LCJSIjowLCJHIjowLCJCIjowfX0sIklzVmlzaWJsZSI6dHJ1ZSwiV2lkdGgiOjAuMCwiSGVpZ2h0IjowLjAsIkJvcmRlclN0eWxlIjpudWxsLCJQYXJlbnRTdHlsZSI6bnVsbH0sIlJlY3RhbmdsZVN0eWxlIjp7IiRpZCI6IjExNTgiLCJNYXJnaW4iOnsiJGlkIjoiMTE1OSIsIlRvcCI6MC4wLCJMZWZ0IjowLjAsIlJpZ2h0IjowLjAsIkJvdHRvbSI6MC4wfSwiUGFkZGluZyI6eyIkaWQiOiIxMTYwIiwiVG9wIjowLjAsIkxlZnQiOjAuMCwiUmlnaHQiOjAuMCwiQm90dG9tIjowLjB9LCJCYWNrZ3JvdW5kIjp7IiRpZCI6IjExNjEiLCJDb2xvciI6eyIkaWQiOiIxMTYyIiwiQSI6MTI3LCJSIjoxNSwiRyI6MTU4LCJCIjoyMTN9fSwiSXNWaXNpYmxlIjp0cnVlLCJXaWR0aCI6MC4wLCJIZWlnaHQiOjAuMCwiQm9yZGVyU3R5bGUiOnsiJGlkIjoiMTE2MyIsIkxpbmVDb2xvciI6eyIkaWQiOiIxMTY0IiwiJHR5cGUiOiJOTFJFLkNvbW1vbi5Eb20uU29saWRDb2xvckJydXNoLCBOTFJFLkNvbW1vbiIsIkNvbG9yIjp7IiRpZCI6IjExNjUiLCJBIjoyNTUsIlIiOjI1NSwiRyI6MCwiQiI6MH19LCJMaW5lV2VpZ2h0IjowLjAsIkxpbmVUeXBlIjowLCJQYXJlbnRTdHlsZSI6bnVsbH0sIlBhcmVudFN0eWxlIjpudWxsfSwiTWFyZ2luIjp7IiRpZCI6IjExNjYiLCJUb3AiOjAuMCwiTGVmdCI6MC4wLCJSaWdodCI6MC4wLCJCb3R0b20iOjAuMH0sIlBhZGRpbmciOnsiJGlkIjoiMTE2NyIsIlRvcCI6MC4wLCJMZWZ0IjowLjAsIlJpZ2h0IjowLjAsIkJvdHRvbSI6MC4wfSwiQmFja2dyb3VuZCI6bnVsbCwiSXNWaXNpYmxlIjp0cnVlLCJXaWR0aCI6MC4wLCJIZWlnaHQiOjAuMCwiQm9yZGVyU3R5bGUiOm51bGwsIlBhcmVudFN0eWxlIjpudWxsfSwiQmFja2dyb3VuZFN0eWxlIjp7IiRpZCI6IjExNjgiLCJNYXJnaW4iOnsiJGlkIjoiMTE2OSIsIlRvcCI6MC4wLCJMZWZ0IjowLjAsIlJpZ2h0IjowLjAsIkJvdHRvbSI6MC4wfSwiUGFkZGluZyI6eyIkaWQiOiIxMTcwIiwiVG9wIjowLjAsIkxlZnQiOjAuMCwiUmlnaHQiOjAuMCwiQm90dG9tIjowLjB9LCJCYWNrZ3JvdW5kIjp7IiRpZCI6IjExNzEiLCJDb2xvciI6eyIkaWQiOiIxMTcyIiwiQSI6NTEsIlIiOjIwMCwiRyI6MjAwLCJCIjoyMDB9fSwiSXNWaXNpYmxlIjp0cnVlLCJXaWR0aCI6MC4wLCJIZWlnaHQiOjAuMCwiQm9yZGVyU3R5bGUiOnsiJGlkIjoiMTE3MyIsIkxpbmVDb2xvciI6eyIkaWQiOiIxMTc0IiwiJHR5cGUiOiJOTFJFLkNvbW1vbi5Eb20uU29saWRDb2xvckJydXNoLCBOTFJFLkNvbW1vbiIsIkNvbG9yIjp7IiRpZCI6IjExNzUiLCJBIjoyNTUsIlIiOjIzNCwiRyI6MjIsIkIiOjMwfX0sIkxpbmVXZWlnaHQiOjAuMCwiTGluZVR5cGUiOjAsIlBhcmVudFN0eWxlIjpudWxsfSwiUGFyZW50U3R5bGUiOm51bGx9LCJNYXJnaW4iOnsiJGlkIjoiMTE3NiIsIlRvcCI6MC4wLCJMZWZ0IjowLjAsIlJpZ2h0IjowLjAsIkJvdHRvbSI6MC4wfSwiUGFkZGluZyI6eyIkaWQiOiIxMTc3IiwiVG9wIjowLjAsIkxlZnQiOjAuMCwiUmlnaHQiOjAuMCwiQm90dG9tIjowLjB9LCJJc1Zpc2libGUiOnRydWUsIldpZHRoIjowLjAsIkhlaWdodCI6MC4wLCJCb3JkZXJTdHlsZSI6eyIkaWQiOiIxMTc4IiwiTGluZUNvbG9yIjpudWxsLCJMaW5lV2VpZ2h0IjowLjAsIkxpbmVUeXBlIjowLCJQYXJlbnRTdHlsZSI6bnVsbH0sIlBhcmVudFN0eWxlIjpudWxsfSwiTWFyZ2luIjp7IiRpZCI6IjExNzkiLCJUb3AiOjAuMCwiTGVmdCI6MC4wLCJSaWdodCI6MC4wLCJCb3R0b20iOjAuMH0sIlBhZGRpbmciOnsiJGlkIjoiMTE4MCIsIlRvcCI6MC4wLCJMZWZ0IjowLjAsIlJpZ2h0IjowLjAsIkJvdHRvbSI6MC4wfSwiSXNWaXNpYmxlIjp0cnVlLCJXaWR0aCI6MC4wLCJIZWlnaHQiOjAuMCwiQm9yZGVyU3R5bGUiOnsiJGlkIjoiMTE4MSIsIkxpbmVDb2xvciI6bnVsbCwiTGluZVdlaWdodCI6MC4wLCJMaW5lVHlwZSI6MCwiUGFyZW50U3R5bGUiOm51bGx9LCJQYXJlbnRTdHlsZSI6bnVsbH1dLCJDb25kaXRpb25hbEZvcm1hdHRpbmciOnsiJGlkIjoiMTE4MiIsIlB2QUZvcm1hdHRpbmciOnsiJGlkIjoiMTE4MyIsIkRlbGF5VGFza1N0eWxlIjp7IiRpZCI6IjExODQiLCJTdHlsZU9wdGlvbnMiOjI0LCJUaXRsZUZvcmVncm91bmQiOnsiJGlkIjoiMTE4NSIsIkNvbG9yIjp7IiRpZCI6IjExODYiLCJBIjoyNTUsIlIiOjE3NSwiRyI6MCwiQiI6MH19LCJBY3R1YWxTaGFwZXNCYWNrZ3JvdW5kIjp7IiRpZCI6IjExODciLCJDb2xvciI6eyIkaWQiOiIxMTg4IiwiQSI6NjIsIlIiOjI1NSwiRyI6MCwiQiI6MH19LCJBY3R1YWxTaGFwZXNCb3JkZXJTdHlsZSI6eyIkaWQiOiIxMTg5IiwiTGluZUNvbG9yIjp7IiRpZCI6IjExOTAiLCIkdHlwZSI6Ik5MUkUuQ29tbW9uLkRvbS5Tb2xpZENvbG9yQnJ1c2gsIE5MUkUuQ29tbW9uIiwiQ29sb3IiOnsiJGlkIjoiMTE5MSIsIkEiOjE2MywiUiI6MjU1LCJHIjowLCJCIjowfX0sIkxpbmVXZWlnaHQiOjMuMCwiTGluZVR5cGUiOjAsIlBhcmVudFN0eWxlIjpudWxsfSwiQmFzZWxpbmVTaGFwZXNCYWNrZ3JvdW5kIjp7IiRpZCI6IjExOTIiLCJDb2xvciI6eyIkaWQiOiIxMTkzIiwiQSI6MTg0LCJSIjoyNTUsIkciOjAsIkIiOjB9fSwiVmFyaWFuY2VGb3JlZ3JvdW5kIjp7IiRpZCI6IjExOTQiLCJDb2xvciI6eyIkaWQiOiIxMTk1IiwiQSI6MjU1LCJSIjoxNzUsIkciOjAsIkIiOjB9fSwiSXNWaXNpYmxlIjp0cnVlfSwiRGVsYXlNaWxlc3RvbmVTdHlsZSI6eyIkaWQiOiIxMTk2IiwiU3R5bGVPcHRpb25zIjoxOCwiVGl0bGVGb3JlZ3JvdW5kIjp7IiRpZCI6IjExOTciLCJDb2xvciI6eyIkaWQiOiIxMTk4IiwiQSI6MjU1LCJSIjoxNzUsIkciOjAsIkIiOjB9fSwiQWN0dWFsU2hhcGVzQmFja2dyb3VuZCI6eyIkaWQiOiIxMTk5IiwiQ29sb3IiOnsiJGlkIjoiMTIwMCIsIkEiOjI1NSwiUiI6MjIyLCJHIjo4MCwiQiI6NTB9fSwiQWN0dWFsU2hhcGVzQm9yZGVyU3R5bGUiOnsiJGlkIjoiMTIwMSIsIkxpbmVDb2xvciI6eyIkaWQiOiIxMjAyIiwiJHR5cGUiOiJOTFJFLkNvbW1vbi5Eb20uU29saWRDb2xvckJydXNoLCBOTFJFLkNvbW1vbiIsIkNvbG9yIjp7IiRpZCI6IjEyMDMiLCJBIjoxNjMsIlIiOjI1NSwiRyI6MCwiQiI6MH19LCJMaW5lV2VpZ2h0IjozLjAsIkxpbmVUeXBlIjowLCJQYXJlbnRTdHlsZSI6bnVsbH0sIkJhc2VsaW5lU2hhcGVzQmFja2dyb3VuZCI6eyIkaWQiOiIxMjA0IiwiQ29sb3IiOnsiJGlkIjoiMTIwNSIsIkEiOjE4NCwiUiI6MjU1LCJHIjowLCJCIjowfX0sIlZhcmlhbmNlRm9yZWdyb3VuZCI6eyIkaWQiOiIxMjA2IiwiQ29sb3IiOnsiJGlkIjoiMTIwNyIsIkEiOjI1NSwiUiI6MTc1LCJHIjowLCJCIjowfX0sIklzVmlzaWJsZSI6dHJ1ZX0sIkFkdmFuY2VUYXNrU3R5bGUiOnsiJGlkIjoiMTIwOCIsIlN0eWxlT3B0aW9ucyI6MjQsIlRpdGxlRm9yZWdyb3VuZCI6eyIkaWQiOiIxMjA5IiwiQ29sb3IiOnsiJGlkIjoiMTIxMCIsIkEiOjI1NSwiUiI6MCwiRyI6MTEwLCJCIjowfX0sIkFjdHVhbFNoYXBlc0JhY2tncm91bmQiOnsiJGlkIjoiMTIxMSIsIkNvbG9yIjp7IiRpZCI6IjEyMTIiLCJBIjo2MSwiUiI6MCwiRyI6MTI4LCJCIjowfX0sIkFjdHVhbFNoYXBlc0JvcmRlclN0eWxlIjp7IiRpZCI6IjEyMTMiLCJMaW5lQ29sb3IiOnsiJGlkIjoiMTIxNCIsIiR0eXBlIjoiTkxSRS5Db21tb24uRG9tLlNvbGlkQ29sb3JCcnVzaCwgTkxSRS5Db21tb24iLCJDb2xvciI6eyIkaWQiOiIxMjE1IiwiQSI6MTYzLCJSIjowLCJHIjoxMjgsIkIiOjB9fSwiTGluZVdlaWdodCI6My4wLCJMaW5lVHlwZSI6MCwiUGFyZW50U3R5bGUiOm51bGx9LCJCYXNlbGluZVNoYXBlc0JhY2tncm91bmQiOnsiJGlkIjoiMTIxNiIsIkNvbG9yIjp7IiRpZCI6IjEyMTciLCJBIjoxODQsIlIiOjAsIkciOjEyOCwiQiI6MH19LCJWYXJpYW5jZUZvcmVncm91bmQiOnsiJGlkIjoiMTIxOCIsIkNvbG9yIjp7IiRpZCI6IjEyMTkiLCJBIjoyNTUsIlIiOjAsIkciOjExMCwiQiI6MH19LCJJc1Zpc2libGUiOnRydWV9LCJBZHZhbmNlTWlsZXN0b25lU3R5bGUiOnsiJGlkIjoiMTIyMCIsIlN0eWxlT3B0aW9ucyI6MTgsIlRpdGxlRm9yZWdyb3VuZCI6eyIkaWQiOiIxMjIxIiwiQ29sb3IiOnsiJGlkIjoiMTIyMiIsIkEiOjI1NSwiUiI6MCwiRyI6MTEwLCJCIjowfX0sIkFjdHVhbFNoYXBlc0JhY2tncm91bmQiOnsiJGlkIjoiMTIyMyIsIkNvbG9yIjp7IiRpZCI6IjEyMjQiLCJBIjoyNTUsIlIiOjIwLCJHIjoxMDAsIkIiOjB9fSwiQWN0dWFsU2hhcGVzQm9yZGVyU3R5bGUiOnsiJGlkIjoiMTIyNSIsIkxpbmVDb2xvciI6eyIkaWQiOiIxMjI2IiwiJHR5cGUiOiJOTFJFLkNvbW1vbi5Eb20uU29saWRDb2xvckJydXNoLCBOTFJFLkNvbW1vbiIsIkNvbG9yIjp7IiRpZCI6IjEyMjciLCJBIjoxNjMsIlIiOjAsIkciOjEyOCwiQiI6MH19LCJMaW5lV2VpZ2h0IjozLjAsIkxpbmVUeXBlIjowLCJQYXJlbnRTdHlsZSI6bnVsbH0sIkJhc2VsaW5lU2hhcGVzQmFja2dyb3VuZCI6eyIkaWQiOiIxMjI4IiwiQ29sb3IiOnsiJGlkIjoiMTIyOSIsIkEiOjE4NCwiUiI6MCwiRyI6MTI4LCJCIjowfX0sIlZhcmlhbmNlRm9yZWdyb3VuZCI6eyIkaWQiOiIxMjMwIiwiQ29sb3IiOnsiJGlkIjoiMTIzMSIsIkEiOjI1NSwiUiI6MCwiRyI6MTEwLCJCIjowfX0sIklzVmlzaWJsZSI6dHJ1ZX19LCJWYXJpYW5jZURpc3BsYXlTZXR0aW5ncyI6eyIkaWQiOiIxMjMyIiwiVGFza1ZhcmlhbmNlRGlzcGxheU9wdGlvbnMiOnsiJGlkIjoiMTIzMyIsIlNob3dEZWxheVZhcmlhbmNlIjp0cnVlLCJTaG93QWR2YW5jZVZhcmlhbmNlIjp0cnVlLCJTaG93XzBfVmFyaWFuY2UiOmZhbHNlfSwiTWlsZXN0b25lVmFyaWFuY2VEaXNwbGF5T3B0aW9ucyI6eyIkaWQiOiIxMjM0IiwiU2hvd0RlbGF5VmFyaWFuY2UiOnRydWUsIlNob3dBZHZhbmNlVmFyaWFuY2UiOnRydWUsIlNob3dfMF9WYXJpYW5jZSI6ZmFsc2V9fX19LCJTY2FsZSI6bnVsbCwiU2NhbGVWMiI6eyIkaWQiOiIxMjM1IiwiU3RhcnREYXRlIjoiMDAwMS0wMS0wMVQwMDowMDowMCIsIkVuZERhdGUiOiIyMDI1LTEyLTA1VDIzOjU5OjAwIiwiQXV0b0RhdGVSYW5nZSI6dHJ1ZSwiV29ya2luZ0RheXMiOjMxLCJGaXNjYWxZZWFyIjp7IiRpZCI6IjEyMzYiLCJTdGFydE1vbnRoIjoxLCJVc2VTdGFydGluZ1llYXJGb3JOdW1iZXJpbmciOnRydWUsIlNob3dGaXNjYWxZZWFyTGFiZWwiOnRydWV9LCJUb2RheU1hcmtlclRleHQiOiJUb2RheSIsIkF1dG9TY2FsZVR5cGUiOnRydWUsIlRpbWViYW5kU2NhbGVzIjp7IiRpZCI6IjEyMzciLCJUb3BTY2FsZUxheWVyIjp7IiRpZCI6IjEyMzgiLCJGb3JtYXQiOiJNTU0iLCJUeXBlIjoyLCJHcm91cGluZ0ludGVydmFscyI6eyIkaWQiOiIxMjM5IiwiSXNTZXQiOmZhbHNlLCJHcm91cGluZ1N0ZXBDb3VudCI6MX19LCJNaWRkbGVTY2FsZUxheWVyIjp7IiRpZCI6IjEyNDAiLCJGb3JtYXQiOm51bGwsIlR5cGUiOjAsIkdyb3VwaW5nSW50ZXJ2YWxzIjp7IiRpZCI6IjEyNDEiLCJJc1NldCI6ZmFsc2UsIkdyb3VwaW5nU3RlcENvdW50IjoxfX0sIkJvdHRvbVNjYWxlTGF5ZXIiOnsiJGlkIjoiMTI0MiIsIkZvcm1hdCI6bnVsbCwiVHlwZSI6MCwiR3JvdXBpbmdJbnRlcnZhbHMiOnsiJGlkIjoiMTI0MyIsIklzU2V0IjpmYWxzZSwiR3JvdXBpbmdTdGVwQ291bnQiOjF9fX19LCJNaWxlc3RvbmVzIjpbXSwiVGFza3MiOlt7IiRpZCI6IjEyNDQiLCJHcm91cE5hbWUiOm51bGwsIlN0YXJ0RGF0ZSI6IjIwMjUtMDktMDVUMDA6MDA6MDAiLCJFbmREYXRlIjoiMjAyNS0wOS0xMFQyMzo1OTowMFoiLCJQZXJjZW50YWdlQ29tcGxldGUiOm51bGwsIlN0eWxlIjp7IiRpZCI6IjEyNDUiLCJTaGFwZSI6MywiU2hhcGVUaGlja25lc3MiOjAsIkR1cmF0aW9uRm9ybWF0IjowLCJJbmNsdWRlTm9uV29ya2luZ0RheXNJbkR1cmF0aW9uIjpmYWxzZSwiUGVyY2VudGFnZUNvbXBsZXRlU3R5bGUiOnsiJGlkIjoiMTI0NiIsIkZvbnRTZXR0aW5ncyI6eyIkaWQiOiIxMjQ3IiwiRm9udFNpemUiOjEwLCJGb250TmFtZSI6IkNhbGlicmkiLCJJc0JvbGQiOmZhbHNlLCJJc0l0YWxpYyI6ZmFsc2UsIklzVW5kZXJsaW5lZCI6ZmFsc2UsIlBhcmVudFN0eWxlIjpudWxsfSwiQXV0b1NpemUiOjAsIkZvcmVncm91bmQiOnsiJGlkIjoiMTI0OCIsIkNvbG9yIjp7IiRpZCI6IjEyNDk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I1MCIsIlRvcCI6MC4wLCJMZWZ0IjowLjAsIlJpZ2h0IjowLjAsIkJvdHRvbSI6MC4wfSwiUGFkZGluZyI6eyIkaWQiOiIxMjUxIiwiVG9wIjowLjAsIkxlZnQiOjAuMCwiUmlnaHQiOjAuMCwiQm90dG9tIjowLjB9LCJCYWNrZ3JvdW5kIjp7IiRpZCI6IjEyNTIiLCJDb2xvciI6eyIkaWQiOiIxMjUzIiwiQSI6ODksIlIiOjAsIkciOjAsIkIiOjB9fSwiSXNWaXNpYmxlIjp0cnVlLCJXaWR0aCI6MC4wLCJIZWlnaHQiOjAuMCwiQm9yZGVyU3R5bGUiOnsiJGlkIjoiMTI1NCIsIkxpbmVDb2xvciI6bnVsbCwiTGluZVdlaWdodCI6MC4wLCJMaW5lVHlwZSI6MCwiUGFyZW50U3R5bGUiOm51bGx9LCJQYXJlbnRTdHlsZSI6bnVsbH0sIkR1cmF0aW9uU3R5bGUiOnsiJGlkIjoiMTI1NSIsIkZvbnRTZXR0aW5ncyI6eyIkaWQiOiIxMjU2IiwiRm9udFNpemUiOjEwLCJGb250TmFtZSI6IkNhbGlicmkiLCJJc0JvbGQiOmZhbHNlLCJJc0l0YWxpYyI6ZmFsc2UsIklzVW5kZXJsaW5lZCI6ZmFsc2UsIlBhcmVudFN0eWxlIjpudWxsfSwiQXV0b1NpemUiOjAsIkZvcmVncm91bmQiOnsiJGlkIjoiMTI1NyIsIkNvbG9yIjp7IiRpZCI6IjEyNTg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MjU5IiwiVG9wIjowLjAsIkxlZnQiOjAuMCwiUmlnaHQiOjAuMCwiQm90dG9tIjowLjB9LCJQYWRkaW5nIjp7IiRpZCI6IjEyNjAiLCJUb3AiOjAuMCwiTGVmdCI6MC4wLCJSaWdodCI6MC4wLCJCb3R0b20iOjAuMH0sIkJhY2tncm91bmQiOnsiJGlkIjoiMTI2MSIsIkNvbG9yIjp7IiRpZCI6IjEyNjIiLCJBIjoyNTUsIlIiOjIzNywiRyI6MTI1LCJCIjo0OX19LCJJc1Zpc2libGUiOnRydWUsIldpZHRoIjowLjAsIkhlaWdodCI6MC4wLCJCb3JkZXJTdHlsZSI6eyIkaWQiOiIxMjYzIiwiTGluZUNvbG9yIjpudWxsLCJMaW5lV2VpZ2h0IjowLjAsIkxpbmVUeXBlIjowLCJQYXJlbnRTdHlsZSI6bnVsbH0sIlBhcmVudFN0eWxlIjpudWxsfSwiSG9yaXpvbnRhbENvbm5lY3RvclN0eWxlIjp7IiRpZCI6IjEyNjQiLCJMaW5lQ29sb3IiOnsiJGlkIjoiMTI2NSIsIiR0eXBlIjoiTkxSRS5Db21tb24uRG9tLlNvbGlkQ29sb3JCcnVzaCwgTkxSRS5Db21tb24iLCJDb2xvciI6eyIkaWQiOiIxMjY2IiwiQSI6NTEsIlIiOjIxLCJHIjo5NiwiQiI6MTMwfX0sIkxpbmVXZWlnaHQiOjEuMCwiTGluZVR5cGUiOjAsIlBhcmVudFN0eWxlIjpudWxsfSwiVmVydGljYWxDb25uZWN0b3JTdHlsZSI6eyIkaWQiOiIxMjY3IiwiTGluZUNvbG9yIjp7IiRpZCI6IjEyNjgiLCIkdHlwZSI6Ik5MUkUuQ29tbW9uLkRvbS5Tb2xpZENvbG9yQnJ1c2gsIE5MUkUuQ29tbW9uIiwiQ29sb3IiOnsiJGlkIjoiMTI2OS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I3MCIsIlNoYXBlU3R5bGUiOnsiJGlkIjoiMTI3MSIsIk1hcmdpbiI6eyIkaWQiOiIxMjcyIiwiVG9wIjowLjAsIkxlZnQiOjAuMCwiUmlnaHQiOjAuMCwiQm90dG9tIjowLjB9LCJQYWRkaW5nIjp7IiRpZCI6IjEyNzMiLCJUb3AiOjAuMCwiTGVmdCI6MC4wLCJSaWdodCI6MC4wLCJCb3R0b20iOjAuMH0sIkJhY2tncm91bmQiOnsiJGlkIjoiMTI3NCIsIkNvbG9yIjp7IiRpZCI6IjEyNzUiLCJBIjoxNTMsIlIiOjAsIkciOjAsIkIiOjB9fSwiSXNWaXNpYmxlIjp0cnVlLCJXaWR0aCI6MC4wLCJIZWlnaHQiOjAuMCwiQm9yZGVyU3R5bGUiOm51bGwsIlBhcmVudFN0eWxlIjpudWxsfSwiTWFyZ2luIjp7IiRpZCI6IjEyNzYiLCJUb3AiOjAuMCwiTGVmdCI6MC4wLCJSaWdodCI6MC4wLCJCb3R0b20iOjAuMH0sIlBhZGRpbmciOnsiJGlkIjoiMTI3NyIsIlRvcCI6MC4wLCJMZWZ0IjowLjAsIlJpZ2h0IjowLjAsIkJvdHRvbSI6MC4wfSwiQmFja2dyb3VuZCI6bnVsbCwiSXNWaXNpYmxlIjp0cnVlLCJXaWR0aCI6MC4wLCJIZWlnaHQiOjAuMCwiQm9yZGVyU3R5bGUiOm51bGwsIlBhcmVudFN0eWxlIjpudWxsfSwiU2hhcGVTdHlsZSI6eyIkaWQiOiIxMjc4IiwiTWFyZ2luIjp7IiRpZCI6IjEyNzkiLCJUb3AiOjAuMCwiTGVmdCI6NC4wLCJSaWdodCI6NC4wLCJCb3R0b20iOjAuMH0sIlBhZGRpbmciOnsiJGlkIjoiMTI4MCIsIlRvcCI6MC4wLCJMZWZ0IjowLjAsIlJpZ2h0IjowLjAsIkJvdHRvbSI6MC4wfSwiQmFja2dyb3VuZCI6eyIkaWQiOiIxMjgxIiwiQ29sb3IiOnsiJGlkIjoiMTI4MiIsIkEiOjI1NSwiUiI6MjEsIkciOjk2LCJCIjoxMzB9fSwiSXNWaXNpYmxlIjp0cnVlLCJXaWR0aCI6MC4wLCJIZWlnaHQiOjEwLjAsIkJvcmRlclN0eWxlIjp7IiRpZCI6IjEyODMiLCJMaW5lQ29sb3IiOnsiJGlkIjoiMTI4NCIsIiR0eXBlIjoiTkxSRS5Db21tb24uRG9tLlNvbGlkQ29sb3JCcnVzaCwgTkxSRS5Db21tb24iLCJDb2xvciI6eyIkaWQiOiIxMjg1IiwiQSI6MjU1LCJSIjoyMzQsIkciOjIyLCJCIjozMH19LCJMaW5lV2VpZ2h0IjowLjAsIkxpbmVUeXBlIjowLCJQYXJlbnRTdHlsZSI6bnVsbH0sIlBhcmVudFN0eWxlIjpudWxsfSwiVGl0bGVTdHlsZSI6eyIkaWQiOiIxMjg2IiwiRm9udFNldHRpbmdzIjp7IiRpZCI6IjEyODciLCJGb250U2l6ZSI6MTEsIkZvbnROYW1lIjoiQ2FsaWJyaSIsIklzQm9sZCI6ZmFsc2UsIklzSXRhbGljIjpmYWxzZSwiSXNVbmRlcmxpbmVkIjpmYWxzZSwiUGFyZW50U3R5bGUiOm51bGx9LCJBdXRvU2l6ZSI6MCwiRm9yZWdyb3VuZCI6eyIkaWQiOiIxMjg4IiwiQ29sb3IiOnsiJGlkIjoiMTI4OS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MjkwIiwiVG9wIjowLjAsIkxlZnQiOjAuMCwiUmlnaHQiOjAuMCwiQm90dG9tIjowLjB9LCJQYWRkaW5nIjp7IiRpZCI6IjEyOTEiLCJUb3AiOjAuMCwiTGVmdCI6MC4wLCJSaWdodCI6MC4wLCJCb3R0b20iOjAuMH0sIkJhY2tncm91bmQiOnsiJGlkIjoiMTI5MiIsIkNvbG9yIjp7IiRpZCI6IjEyOTMiLCJBIjowLCJSIjoyNTUsIkciOjI1NSwiQiI6MjU1fX0sIklzVmlzaWJsZSI6dHJ1ZSwiV2lkdGgiOjAuMCwiSGVpZ2h0IjowLjAsIkJvcmRlclN0eWxlIjp7IiRpZCI6IjEyOTQiLCJMaW5lQ29sb3IiOm51bGwsIkxpbmVXZWlnaHQiOjAuMCwiTGluZVR5cGUiOjAsIlBhcmVudFN0eWxlIjpudWxsfSwiUGFyZW50U3R5bGUiOm51bGx9LCJEYXRlU3R5bGUiOnsiJGlkIjoiMTI5NSIsIkZvbnRTZXR0aW5ncyI6eyIkaWQiOiIxMjk2IiwiRm9udFNpemUiOjEwLCJGb250TmFtZSI6IkNhbGlicmkiLCJJc0JvbGQiOmZhbHNlLCJJc0l0YWxpYyI6ZmFsc2UsIklzVW5kZXJsaW5lZCI6ZmFsc2UsIlBhcmVudFN0eWxlIjpudWxsfSwiQXV0b1NpemUiOjAsIkZvcmVncm91bmQiOnsiJGlkIjoiMTI5NyIsIkNvbG9yIjp7IiRpZCI6IjEyOTg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I5OSIsIlRvcCI6MC4wLCJMZWZ0IjowLjAsIlJpZ2h0IjowLjAsIkJvdHRvbSI6MC4wfSwiUGFkZGluZyI6eyIkaWQiOiIxMzAwIiwiVG9wIjowLjAsIkxlZnQiOjAuMCwiUmlnaHQiOjAuMCwiQm90dG9tIjowLjB9LCJCYWNrZ3JvdW5kIjp7IiRpZCI6IjEzMDEiLCJDb2xvciI6eyIkaWQiOiIxMzAyIiwiQSI6MCwiUiI6MjU1LCJHIjoyNTUsIkIiOjI1NX19LCJJc1Zpc2libGUiOnRydWUsIldpZHRoIjowLjAsIkhlaWdodCI6MC4wLCJCb3JkZXJTdHlsZSI6eyIkaWQiOiIxMzAzIiwiTGluZUNvbG9yIjpudWxsLCJMaW5lV2VpZ2h0IjowLjAsIkxpbmVUeXBlIjowLCJQYXJlbnRTdHlsZSI6bnVsbH0sIlBhcmVudFN0eWxlIjpudWxsfSwiRGF0ZUZvcm1hdCI6eyIkaWQiOiIxMzA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MDUiLCJGb3JtYXQiOjAsIklzVmlzaWJsZSI6ZmFsc2UsIkxhc3RLbm93blZpc2liaWxpdHlTdGF0ZSI6ZmFsc2V9LCJJc1Zpc2libGUiOmZhbHNlLCJWYXJpYW5jZVN0eWxlIjp7IiRpZCI6IjEzMDYiLCJUZXh0U3R5bGUiOnsiJGlkIjoiMTMwNyIsIkZvbnRTZXR0aW5ncyI6eyIkaWQiOiIxMzA4IiwiRm9udFNpemUiOjEwLCJGb250TmFtZSI6IkNhbGlicmkiLCJJc0JvbGQiOmZhbHNlLCJJc0l0YWxpYyI6ZmFsc2UsIklzVW5kZXJsaW5lZCI6ZmFsc2UsIlBhcmVudFN0eWxlIjpudWxsfSwiQXV0b1NpemUiOjAsIkZvcmVncm91bmQiOnsiJGlkIjoiMTMwOSIsIkNvbG9yIjp7IiRpZCI6IjEzMT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xMSIsIlRvcCI6MC4wLCJMZWZ0IjowLjAsIlJpZ2h0IjowLjAsIkJvdHRvbSI6MC4wfSwiUGFkZGluZyI6eyIkaWQiOiIxMzEyIiwiVG9wIjowLjAsIkxlZnQiOjAuMCwiUmlnaHQiOjAuMCwiQm90dG9tIjowLjB9LCJCYWNrZ3JvdW5kIjp7IiRpZCI6IjEzMTMiLCJDb2xvciI6eyIkaWQiOiIxMzE0IiwiQSI6MjU1LCJSIjowLCJHIjowLCJCIjowfX0sIklzVmlzaWJsZSI6dHJ1ZSwiV2lkdGgiOjAuMCwiSGVpZ2h0IjowLjAsIkJvcmRlclN0eWxlIjp7IiRpZCI6IjEzMTUiLCJMaW5lQ29sb3IiOm51bGwsIkxpbmVXZWlnaHQiOjAuMCwiTGluZVR5cGUiOjAsIlBhcmVudFN0eWxlIjpudWxsfSwiUGFyZW50U3R5bGUiOm51bGx9LCJQYXJlbnRTdHlsZSI6bnVsbH0sIlBhcmVudFN0eWxlIjpudWxsfSwiSW5kZXgiOjAsIlNtYXJ0RHVyYXRpb25BY3RpdmF0ZWQiOmZhbHNlLCJEYXRlRm9ybWF0Ijp7IiRyZWYiOiIxMzA0In0sIldlZWtOdW1iZXJpbmciOnsiJGlkIjoiMTMxNiIsIkZvcm1hdCI6MCwiSXNWaXNpYmxlIjpmYWxzZSwiTGFzdEtub3duVmlzaWJpbGl0eVN0YXRlIjpmYWxzZX0sIkJhc2VsaW5lRGF0YSI6eyIkaWQiOiIxMzE3IiwiU3RhcnREYXRlIjoiMjAyNS0wOS0wNVQwMDowMDowMCIsIkVuZERhdGUiOiIyMDI1LTA5LTEwVDIzOjU5OjAwIn0sIklkIjoiNDk0ZmY5MWYtYjJmYi00NjQ2LWFjNDQtMDU4ZmEwZmY5MmZhIiwiSW1wb3J0SWQiOm51bGwsIlRpdGxlIjoiQWN0YSBkZSBDb25zdGl0dWNpw7NuIGFwcm9iYWRhIiwiTm90ZSI6bnVsbCwiSHlwZXJsaW5rIjp7IiRpZCI6IjEzMTgiLCJBZGRyZXNzIjoiIiwiU3ViQWRkcmVzcyI6IiJ9LCJJc0NoYW5nZWQiOmZhbHNlLCJJc05ldyI6ZmFsc2V9LHsiJGlkIjoiMTMxOSIsIkdyb3VwTmFtZSI6bnVsbCwiU3RhcnREYXRlIjoiMjAyNS0wOS0xMFQwMDowMDowMFoiLCJFbmREYXRlIjoiMjAyNS0wOS0yMFQyMzo1OTowMFoiLCJQZXJjZW50YWdlQ29tcGxldGUiOm51bGwsIlN0eWxlIjp7IiRpZCI6IjEzMjAiLCJTaGFwZSI6MywiU2hhcGVUaGlja25lc3MiOjAsIkR1cmF0aW9uRm9ybWF0IjowLCJJbmNsdWRlTm9uV29ya2luZ0RheXNJbkR1cmF0aW9uIjpmYWxzZSwiUGVyY2VudGFnZUNvbXBsZXRlU3R5bGUiOnsiJGlkIjoiMTMyMSIsIkZvbnRTZXR0aW5ncyI6eyIkaWQiOiIxMzIyIiwiRm9udFNpemUiOjEwLCJGb250TmFtZSI6IkNhbGlicmkiLCJJc0JvbGQiOmZhbHNlLCJJc0l0YWxpYyI6ZmFsc2UsIklzVW5kZXJsaW5lZCI6ZmFsc2UsIlBhcmVudFN0eWxlIjpudWxsfSwiQXV0b1NpemUiOjAsIkZvcmVncm91bmQiOnsiJGlkIjoiMTMyMyIsIkNvbG9yIjp7IiRpZCI6IjEzMj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MyNSIsIlRvcCI6MC4wLCJMZWZ0IjowLjAsIlJpZ2h0IjowLjAsIkJvdHRvbSI6MC4wfSwiUGFkZGluZyI6eyIkaWQiOiIxMzI2IiwiVG9wIjowLjAsIkxlZnQiOjAuMCwiUmlnaHQiOjAuMCwiQm90dG9tIjowLjB9LCJCYWNrZ3JvdW5kIjp7IiRpZCI6IjEzMjciLCJDb2xvciI6eyIkaWQiOiIxMzI4IiwiQSI6ODksIlIiOjAsIkciOjAsIkIiOjB9fSwiSXNWaXNpYmxlIjp0cnVlLCJXaWR0aCI6MC4wLCJIZWlnaHQiOjAuMCwiQm9yZGVyU3R5bGUiOnsiJGlkIjoiMTMyOSIsIkxpbmVDb2xvciI6bnVsbCwiTGluZVdlaWdodCI6MC4wLCJMaW5lVHlwZSI6MCwiUGFyZW50U3R5bGUiOm51bGx9LCJQYXJlbnRTdHlsZSI6bnVsbH0sIkR1cmF0aW9uU3R5bGUiOnsiJGlkIjoiMTMzMCIsIkZvbnRTZXR0aW5ncyI6eyIkaWQiOiIxMzMxIiwiRm9udFNpemUiOjEwLCJGb250TmFtZSI6IkNhbGlicmkiLCJJc0JvbGQiOmZhbHNlLCJJc0l0YWxpYyI6ZmFsc2UsIklzVW5kZXJsaW5lZCI6ZmFsc2UsIlBhcmVudFN0eWxlIjpudWxsfSwiQXV0b1NpemUiOjAsIkZvcmVncm91bmQiOnsiJGlkIjoiMTMzMiIsIkNvbG9yIjp7IiRpZCI6IjEzMz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MzM0IiwiVG9wIjowLjAsIkxlZnQiOjAuMCwiUmlnaHQiOjAuMCwiQm90dG9tIjowLjB9LCJQYWRkaW5nIjp7IiRpZCI6IjEzMzUiLCJUb3AiOjAuMCwiTGVmdCI6MC4wLCJSaWdodCI6MC4wLCJCb3R0b20iOjAuMH0sIkJhY2tncm91bmQiOnsiJGlkIjoiMTMzNiIsIkNvbG9yIjp7IiRpZCI6IjEzMzciLCJBIjoyNTUsIlIiOjIzNywiRyI6MTI1LCJCIjo0OX19LCJJc1Zpc2libGUiOnRydWUsIldpZHRoIjowLjAsIkhlaWdodCI6MC4wLCJCb3JkZXJTdHlsZSI6eyIkaWQiOiIxMzM4IiwiTGluZUNvbG9yIjpudWxsLCJMaW5lV2VpZ2h0IjowLjAsIkxpbmVUeXBlIjowLCJQYXJlbnRTdHlsZSI6bnVsbH0sIlBhcmVudFN0eWxlIjpudWxsfSwiSG9yaXpvbnRhbENvbm5lY3RvclN0eWxlIjp7IiRpZCI6IjEzMzkiLCJMaW5lQ29sb3IiOnsiJGlkIjoiMTM0MCIsIiR0eXBlIjoiTkxSRS5Db21tb24uRG9tLlNvbGlkQ29sb3JCcnVzaCwgTkxSRS5Db21tb24iLCJDb2xvciI6eyIkaWQiOiIxMzQxIiwiQSI6NTEsIlIiOjIxLCJHIjo5NiwiQiI6MTMwfX0sIkxpbmVXZWlnaHQiOjEuMCwiTGluZVR5cGUiOjAsIlBhcmVudFN0eWxlIjpudWxsfSwiVmVydGljYWxDb25uZWN0b3JTdHlsZSI6eyIkaWQiOiIxMzQyIiwiTGluZUNvbG9yIjp7IiRpZCI6IjEzNDMiLCIkdHlwZSI6Ik5MUkUuQ29tbW9uLkRvbS5Tb2xpZENvbG9yQnJ1c2gsIE5MUkUuQ29tbW9uIiwiQ29sb3IiOnsiJGlkIjoiMTM0NC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M0NSIsIlNoYXBlU3R5bGUiOnsiJGlkIjoiMTM0NiIsIk1hcmdpbiI6eyIkaWQiOiIxMzQ3IiwiVG9wIjowLjAsIkxlZnQiOjAuMCwiUmlnaHQiOjAuMCwiQm90dG9tIjowLjB9LCJQYWRkaW5nIjp7IiRpZCI6IjEzNDgiLCJUb3AiOjAuMCwiTGVmdCI6MC4wLCJSaWdodCI6MC4wLCJCb3R0b20iOjAuMH0sIkJhY2tncm91bmQiOnsiJGlkIjoiMTM0OSIsIkNvbG9yIjp7IiRpZCI6IjEzNTAiLCJBIjoxNTMsIlIiOjAsIkciOjAsIkIiOjB9fSwiSXNWaXNpYmxlIjp0cnVlLCJXaWR0aCI6MC4wLCJIZWlnaHQiOjAuMCwiQm9yZGVyU3R5bGUiOm51bGwsIlBhcmVudFN0eWxlIjpudWxsfSwiTWFyZ2luIjp7IiRpZCI6IjEzNTEiLCJUb3AiOjAuMCwiTGVmdCI6MC4wLCJSaWdodCI6MC4wLCJCb3R0b20iOjAuMH0sIlBhZGRpbmciOnsiJGlkIjoiMTM1MiIsIlRvcCI6MC4wLCJMZWZ0IjowLjAsIlJpZ2h0IjowLjAsIkJvdHRvbSI6MC4wfSwiQmFja2dyb3VuZCI6bnVsbCwiSXNWaXNpYmxlIjp0cnVlLCJXaWR0aCI6MC4wLCJIZWlnaHQiOjAuMCwiQm9yZGVyU3R5bGUiOm51bGwsIlBhcmVudFN0eWxlIjpudWxsfSwiU2hhcGVTdHlsZSI6eyIkaWQiOiIxMzUzIiwiTWFyZ2luIjp7IiRpZCI6IjEzNTQiLCJUb3AiOjAuMCwiTGVmdCI6NC4wLCJSaWdodCI6NC4wLCJCb3R0b20iOjAuMH0sIlBhZGRpbmciOnsiJGlkIjoiMTM1NSIsIlRvcCI6MC4wLCJMZWZ0IjowLjAsIlJpZ2h0IjowLjAsIkJvdHRvbSI6MC4wfSwiQmFja2dyb3VuZCI6eyIkaWQiOiIxMzU2IiwiQ29sb3IiOnsiJGlkIjoiMTM1NyIsIkEiOjI1NSwiUiI6MjEsIkciOjk2LCJCIjoxMzB9fSwiSXNWaXNpYmxlIjp0cnVlLCJXaWR0aCI6MC4wLCJIZWlnaHQiOjEwLjAsIkJvcmRlclN0eWxlIjp7IiRpZCI6IjEzNTgiLCJMaW5lQ29sb3IiOnsiJGlkIjoiMTM1OSIsIiR0eXBlIjoiTkxSRS5Db21tb24uRG9tLlNvbGlkQ29sb3JCcnVzaCwgTkxSRS5Db21tb24iLCJDb2xvciI6eyIkaWQiOiIxMzYwIiwiQSI6MjU1LCJSIjoyMzQsIkciOjIyLCJCIjozMH19LCJMaW5lV2VpZ2h0IjowLjAsIkxpbmVUeXBlIjowLCJQYXJlbnRTdHlsZSI6bnVsbH0sIlBhcmVudFN0eWxlIjpudWxsfSwiVGl0bGVTdHlsZSI6eyIkaWQiOiIxMzYxIiwiRm9udFNldHRpbmdzIjp7IiRpZCI6IjEzNjIiLCJGb250U2l6ZSI6MTEsIkZvbnROYW1lIjoiQ2FsaWJyaSIsIklzQm9sZCI6ZmFsc2UsIklzSXRhbGljIjpmYWxzZSwiSXNVbmRlcmxpbmVkIjpmYWxzZSwiUGFyZW50U3R5bGUiOm51bGx9LCJBdXRvU2l6ZSI6MCwiRm9yZWdyb3VuZCI6eyIkaWQiOiIxMzYzIiwiQ29sb3IiOnsiJGlkIjoiMTM2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MzY1IiwiVG9wIjowLjAsIkxlZnQiOjAuMCwiUmlnaHQiOjAuMCwiQm90dG9tIjowLjB9LCJQYWRkaW5nIjp7IiRpZCI6IjEzNjYiLCJUb3AiOjAuMCwiTGVmdCI6MC4wLCJSaWdodCI6MC4wLCJCb3R0b20iOjAuMH0sIkJhY2tncm91bmQiOnsiJGlkIjoiMTM2NyIsIkNvbG9yIjp7IiRpZCI6IjEzNjgiLCJBIjowLCJSIjoyNTUsIkciOjI1NSwiQiI6MjU1fX0sIklzVmlzaWJsZSI6dHJ1ZSwiV2lkdGgiOjAuMCwiSGVpZ2h0IjowLjAsIkJvcmRlclN0eWxlIjp7IiRpZCI6IjEzNjkiLCJMaW5lQ29sb3IiOm51bGwsIkxpbmVXZWlnaHQiOjAuMCwiTGluZVR5cGUiOjAsIlBhcmVudFN0eWxlIjpudWxsfSwiUGFyZW50U3R5bGUiOm51bGx9LCJEYXRlU3R5bGUiOnsiJGlkIjoiMTM3MCIsIkZvbnRTZXR0aW5ncyI6eyIkaWQiOiIxMzcxIiwiRm9udFNpemUiOjEwLCJGb250TmFtZSI6IkNhbGlicmkiLCJJc0JvbGQiOmZhbHNlLCJJc0l0YWxpYyI6ZmFsc2UsIklzVW5kZXJsaW5lZCI6ZmFsc2UsIlBhcmVudFN0eWxlIjpudWxsfSwiQXV0b1NpemUiOjAsIkZvcmVncm91bmQiOnsiJGlkIjoiMTM3MiIsIkNvbG9yIjp7IiRpZCI6IjEzNz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M3NCIsIlRvcCI6MC4wLCJMZWZ0IjowLjAsIlJpZ2h0IjowLjAsIkJvdHRvbSI6MC4wfSwiUGFkZGluZyI6eyIkaWQiOiIxMzc1IiwiVG9wIjowLjAsIkxlZnQiOjAuMCwiUmlnaHQiOjAuMCwiQm90dG9tIjowLjB9LCJCYWNrZ3JvdW5kIjp7IiRpZCI6IjEzNzYiLCJDb2xvciI6eyIkaWQiOiIxMzc3IiwiQSI6MCwiUiI6MjU1LCJHIjoyNTUsIkIiOjI1NX19LCJJc1Zpc2libGUiOnRydWUsIldpZHRoIjowLjAsIkhlaWdodCI6MC4wLCJCb3JkZXJTdHlsZSI6eyIkaWQiOiIxMzc4IiwiTGluZUNvbG9yIjpudWxsLCJMaW5lV2VpZ2h0IjowLjAsIkxpbmVUeXBlIjowLCJQYXJlbnRTdHlsZSI6bnVsbH0sIlBhcmVudFN0eWxlIjpudWxsfSwiRGF0ZUZvcm1hdCI6eyIkaWQiOiIxMzc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ODAiLCJGb3JtYXQiOjAsIklzVmlzaWJsZSI6ZmFsc2UsIkxhc3RLbm93blZpc2liaWxpdHlTdGF0ZSI6ZmFsc2V9LCJJc1Zpc2libGUiOmZhbHNlLCJWYXJpYW5jZVN0eWxlIjp7IiRpZCI6IjEzODEiLCJUZXh0U3R5bGUiOnsiJGlkIjoiMTM4MiIsIkZvbnRTZXR0aW5ncyI6eyIkaWQiOiIxMzgzIiwiRm9udFNpemUiOjEwLCJGb250TmFtZSI6IkNhbGlicmkiLCJJc0JvbGQiOmZhbHNlLCJJc0l0YWxpYyI6ZmFsc2UsIklzVW5kZXJsaW5lZCI6ZmFsc2UsIlBhcmVudFN0eWxlIjpudWxsfSwiQXV0b1NpemUiOjAsIkZvcmVncm91bmQiOnsiJGlkIjoiMTM4NCIsIkNvbG9yIjp7IiRpZCI6IjEzOD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4NiIsIlRvcCI6MC4wLCJMZWZ0IjowLjAsIlJpZ2h0IjowLjAsIkJvdHRvbSI6MC4wfSwiUGFkZGluZyI6eyIkaWQiOiIxMzg3IiwiVG9wIjowLjAsIkxlZnQiOjAuMCwiUmlnaHQiOjAuMCwiQm90dG9tIjowLjB9LCJCYWNrZ3JvdW5kIjp7IiRpZCI6IjEzODgiLCJDb2xvciI6eyIkaWQiOiIxMzg5IiwiQSI6MjU1LCJSIjowLCJHIjowLCJCIjowfX0sIklzVmlzaWJsZSI6dHJ1ZSwiV2lkdGgiOjAuMCwiSGVpZ2h0IjowLjAsIkJvcmRlclN0eWxlIjp7IiRpZCI6IjEzOTAiLCJMaW5lQ29sb3IiOm51bGwsIkxpbmVXZWlnaHQiOjAuMCwiTGluZVR5cGUiOjAsIlBhcmVudFN0eWxlIjpudWxsfSwiUGFyZW50U3R5bGUiOm51bGx9LCJQYXJlbnRTdHlsZSI6bnVsbH0sIlBhcmVudFN0eWxlIjpudWxsfSwiSW5kZXgiOjEsIlNtYXJ0RHVyYXRpb25BY3RpdmF0ZWQiOmZhbHNlLCJEYXRlRm9ybWF0Ijp7IiRyZWYiOiIxMzc5In0sIldlZWtOdW1iZXJpbmciOnsiJGlkIjoiMTM5MSIsIkZvcm1hdCI6MCwiSXNWaXNpYmxlIjpmYWxzZSwiTGFzdEtub3duVmlzaWJpbGl0eVN0YXRlIjpmYWxzZX0sIkJhc2VsaW5lRGF0YSI6eyIkaWQiOiIxMzkyIiwiU3RhcnREYXRlIjoiMjAyNS0wOS0xMFQwMDowMDowMCIsIkVuZERhdGUiOiIyMDI1LTA5LTIwVDIzOjU5OjAwIn0sIklkIjoiOGI4N2Q3ODctZTkzZi00MDMyLWIwM2EtYTRkNzVkOTFhMWYwIiwiSW1wb3J0SWQiOm51bGwsIlRpdGxlIjoiR2VzdGnDs24gZGUgUmVxdWlzaXRvcyIsIk5vdGUiOm51bGwsIkh5cGVybGluayI6eyIkaWQiOiIxMzkzIiwiQWRkcmVzcyI6IiIsIlN1YkFkZHJlc3MiOiIifSwiSXNDaGFuZ2VkIjpmYWxzZSwiSXNOZXciOmZhbHNlfSx7IiRpZCI6IjEzOTQiLCJHcm91cE5hbWUiOm51bGwsIlN0YXJ0RGF0ZSI6IjIwMjUtMDktMjBUMDA6MDA6MDBaIiwiRW5kRGF0ZSI6IjIwMjUtMTAtMjVUMjM6NTk6MDBaIiwiUGVyY2VudGFnZUNvbXBsZXRlIjpudWxsLCJTdHlsZSI6eyIkaWQiOiIxMzk1IiwiU2hhcGUiOjMsIlNoYXBlVGhpY2tuZXNzIjowLCJEdXJhdGlvbkZvcm1hdCI6MCwiSW5jbHVkZU5vbldvcmtpbmdEYXlzSW5EdXJhdGlvbiI6ZmFsc2UsIlBlcmNlbnRhZ2VDb21wbGV0ZVN0eWxlIjp7IiRpZCI6IjEzOTYiLCJGb250U2V0dGluZ3MiOnsiJGlkIjoiMTM5NyIsIkZvbnRTaXplIjoxMCwiRm9udE5hbWUiOiJDYWxpYnJpIiwiSXNCb2xkIjpmYWxzZSwiSXNJdGFsaWMiOmZhbHNlLCJJc1VuZGVybGluZWQiOmZhbHNlLCJQYXJlbnRTdHlsZSI6bnVsbH0sIkF1dG9TaXplIjowLCJGb3JlZ3JvdW5kIjp7IiRpZCI6IjEzOTgiLCJDb2xvciI6eyIkaWQiOiIxMzk5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E0MDAiLCJUb3AiOjAuMCwiTGVmdCI6MC4wLCJSaWdodCI6MC4wLCJCb3R0b20iOjAuMH0sIlBhZGRpbmciOnsiJGlkIjoiMTQwMSIsIlRvcCI6MC4wLCJMZWZ0IjowLjAsIlJpZ2h0IjowLjAsIkJvdHRvbSI6MC4wfSwiQmFja2dyb3VuZCI6eyIkaWQiOiIxNDAyIiwiQ29sb3IiOnsiJGlkIjoiMTQwMyIsIkEiOjg5LCJSIjowLCJHIjowLCJCIjowfX0sIklzVmlzaWJsZSI6dHJ1ZSwiV2lkdGgiOjAuMCwiSGVpZ2h0IjowLjAsIkJvcmRlclN0eWxlIjp7IiRpZCI6IjE0MDQiLCJMaW5lQ29sb3IiOm51bGwsIkxpbmVXZWlnaHQiOjAuMCwiTGluZVR5cGUiOjAsIlBhcmVudFN0eWxlIjpudWxsfSwiUGFyZW50U3R5bGUiOm51bGx9LCJEdXJhdGlvblN0eWxlIjp7IiRpZCI6IjE0MDUiLCJGb250U2V0dGluZ3MiOnsiJGlkIjoiMTQwNiIsIkZvbnRTaXplIjoxMCwiRm9udE5hbWUiOiJDYWxpYnJpIiwiSXNCb2xkIjpmYWxzZSwiSXNJdGFsaWMiOmZhbHNlLCJJc1VuZGVybGluZWQiOmZhbHNlLCJQYXJlbnRTdHlsZSI6bnVsbH0sIkF1dG9TaXplIjowLCJGb3JlZ3JvdW5kIjp7IiRpZCI6IjE0MDciLCJDb2xvciI6eyIkaWQiOiIxNDA4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MTQwOSIsIlRvcCI6MC4wLCJMZWZ0IjowLjAsIlJpZ2h0IjowLjAsIkJvdHRvbSI6MC4wfSwiUGFkZGluZyI6eyIkaWQiOiIxNDEwIiwiVG9wIjowLjAsIkxlZnQiOjAuMCwiUmlnaHQiOjAuMCwiQm90dG9tIjowLjB9LCJCYWNrZ3JvdW5kIjp7IiRpZCI6IjE0MTEiLCJDb2xvciI6eyIkaWQiOiIxNDEyIiwiQSI6MjU1LCJSIjoyMzcsIkciOjEyNSwiQiI6NDl9fSwiSXNWaXNpYmxlIjp0cnVlLCJXaWR0aCI6MC4wLCJIZWlnaHQiOjAuMCwiQm9yZGVyU3R5bGUiOnsiJGlkIjoiMTQxMyIsIkxpbmVDb2xvciI6bnVsbCwiTGluZVdlaWdodCI6MC4wLCJMaW5lVHlwZSI6MCwiUGFyZW50U3R5bGUiOm51bGx9LCJQYXJlbnRTdHlsZSI6bnVsbH0sIkhvcml6b250YWxDb25uZWN0b3JTdHlsZSI6eyIkaWQiOiIxNDE0IiwiTGluZUNvbG9yIjp7IiRpZCI6IjE0MTUiLCIkdHlwZSI6Ik5MUkUuQ29tbW9uLkRvbS5Tb2xpZENvbG9yQnJ1c2gsIE5MUkUuQ29tbW9uIiwiQ29sb3IiOnsiJGlkIjoiMTQxNiIsIkEiOjUxLCJSIjoyMSwiRyI6OTYsIkIiOjEzMH19LCJMaW5lV2VpZ2h0IjoxLjAsIkxpbmVUeXBlIjowLCJQYXJlbnRTdHlsZSI6bnVsbH0sIlZlcnRpY2FsQ29ubmVjdG9yU3R5bGUiOnsiJGlkIjoiMTQxNyIsIkxpbmVDb2xvciI6eyIkaWQiOiIxNDE4IiwiJHR5cGUiOiJOTFJFLkNvbW1vbi5Eb20uU29saWRDb2xvckJydXNoLCBOTFJFLkNvbW1vbiIsIkNvbG9yIjp7IiRpZCI6IjE0MTk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NiwiU3BhY2luZyI6MywiSXNCZWxvd1RpbWViYW5kIjp0cnVlLCJQZXJjZW50YWdlQ29tcGxldGVTaGFwZU9wYWNpdHkiOjM1LCJCYXNlbGluZVN0eWxlIjp7IiRpZCI6IjE0MjAiLCJTaGFwZVN0eWxlIjp7IiRpZCI6IjE0MjEiLCJNYXJnaW4iOnsiJGlkIjoiMTQyMiIsIlRvcCI6MC4wLCJMZWZ0IjowLjAsIlJpZ2h0IjowLjAsIkJvdHRvbSI6MC4wfSwiUGFkZGluZyI6eyIkaWQiOiIxNDIzIiwiVG9wIjowLjAsIkxlZnQiOjAuMCwiUmlnaHQiOjAuMCwiQm90dG9tIjowLjB9LCJCYWNrZ3JvdW5kIjp7IiRpZCI6IjE0MjQiLCJDb2xvciI6eyIkaWQiOiIxNDI1IiwiQSI6MTUzLCJSIjowLCJHIjowLCJCIjowfX0sIklzVmlzaWJsZSI6dHJ1ZSwiV2lkdGgiOjAuMCwiSGVpZ2h0IjowLjAsIkJvcmRlclN0eWxlIjpudWxsLCJQYXJlbnRTdHlsZSI6bnVsbH0sIk1hcmdpbiI6eyIkaWQiOiIxNDI2IiwiVG9wIjowLjAsIkxlZnQiOjAuMCwiUmlnaHQiOjAuMCwiQm90dG9tIjowLjB9LCJQYWRkaW5nIjp7IiRpZCI6IjE0MjciLCJUb3AiOjAuMCwiTGVmdCI6MC4wLCJSaWdodCI6MC4wLCJCb3R0b20iOjAuMH0sIkJhY2tncm91bmQiOm51bGwsIklzVmlzaWJsZSI6dHJ1ZSwiV2lkdGgiOjAuMCwiSGVpZ2h0IjowLjAsIkJvcmRlclN0eWxlIjpudWxsLCJQYXJlbnRTdHlsZSI6bnVsbH0sIlNoYXBlU3R5bGUiOnsiJGlkIjoiMTQyOCIsIk1hcmdpbiI6eyIkaWQiOiIxNDI5IiwiVG9wIjowLjAsIkxlZnQiOjQuMCwiUmlnaHQiOjQuMCwiQm90dG9tIjowLjB9LCJQYWRkaW5nIjp7IiRpZCI6IjE0MzAiLCJUb3AiOjAuMCwiTGVmdCI6MC4wLCJSaWdodCI6MC4wLCJCb3R0b20iOjAuMH0sIkJhY2tncm91bmQiOnsiJGlkIjoiMTQzMSIsIkNvbG9yIjp7IiRpZCI6IjE0MzIiLCJBIjoyNTUsIlIiOjIxLCJHIjo5NiwiQiI6MTMwfX0sIklzVmlzaWJsZSI6dHJ1ZSwiV2lkdGgiOjAuMCwiSGVpZ2h0IjoxMC4wLCJCb3JkZXJTdHlsZSI6eyIkaWQiOiIxNDMzIiwiTGluZUNvbG9yIjp7IiRpZCI6IjE0MzQiLCIkdHlwZSI6Ik5MUkUuQ29tbW9uLkRvbS5Tb2xpZENvbG9yQnJ1c2gsIE5MUkUuQ29tbW9uIiwiQ29sb3IiOnsiJGlkIjoiMTQzNSIsIkEiOjI1NSwiUiI6MjM0LCJHIjoyMiwiQiI6MzB9fSwiTGluZVdlaWdodCI6MC4wLCJMaW5lVHlwZSI6MCwiUGFyZW50U3R5bGUiOm51bGx9LCJQYXJlbnRTdHlsZSI6bnVsbH0sIlRpdGxlU3R5bGUiOnsiJGlkIjoiMTQzNiIsIkZvbnRTZXR0aW5ncyI6eyIkaWQiOiIxNDM3IiwiRm9udFNpemUiOjExLCJGb250TmFtZSI6IkNhbGlicmkiLCJJc0JvbGQiOmZhbHNlLCJJc0l0YWxpYyI6ZmFsc2UsIklzVW5kZXJsaW5lZCI6ZmFsc2UsIlBhcmVudFN0eWxlIjpudWxsfSwiQXV0b1NpemUiOjAsIkZvcmVncm91bmQiOnsiJGlkIjoiMTQzOCIsIkNvbG9yIjp7IiRpZCI6IjE0MzkiLCJBIjoyNTUsIlIiOjAsIkciOjAsIkIiOjB9fSwiTWF4V2lkdGgiOjcyMC4wLCJNYXhIZWlnaHQiOiJJbmZpbml0eSIsIlNtYXJ0Rm9yZWdyb3VuZElzQWN0aXZlIjpmYWxzZSwiSG9yaXpvbnRhbEFsaWdubWVudCI6MiwiVmVydGljYWxBbGlnbm1lbnQiOjEsIlNtYXJ0Rm9yZWdyb3VuZCI6bnVsbCwiQmFja2dyb3VuZEZpbGxUeXBlIjowLCJNYXJnaW4iOnsiJGlkIjoiMTQ0MCIsIlRvcCI6MC4wLCJMZWZ0IjowLjAsIlJpZ2h0IjowLjAsIkJvdHRvbSI6MC4wfSwiUGFkZGluZyI6eyIkaWQiOiIxNDQxIiwiVG9wIjowLjAsIkxlZnQiOjAuMCwiUmlnaHQiOjAuMCwiQm90dG9tIjowLjB9LCJCYWNrZ3JvdW5kIjp7IiRpZCI6IjE0NDIiLCJDb2xvciI6eyIkaWQiOiIxNDQzIiwiQSI6MCwiUiI6MjU1LCJHIjoyNTUsIkIiOjI1NX19LCJJc1Zpc2libGUiOnRydWUsIldpZHRoIjowLjAsIkhlaWdodCI6MC4wLCJCb3JkZXJTdHlsZSI6eyIkaWQiOiIxNDQ0IiwiTGluZUNvbG9yIjpudWxsLCJMaW5lV2VpZ2h0IjowLjAsIkxpbmVUeXBlIjowLCJQYXJlbnRTdHlsZSI6bnVsbH0sIlBhcmVudFN0eWxlIjpudWxsfSwiRGF0ZVN0eWxlIjp7IiRpZCI6IjE0NDUiLCJGb250U2V0dGluZ3MiOnsiJGlkIjoiMTQ0NiIsIkZvbnRTaXplIjoxMCwiRm9udE5hbWUiOiJDYWxpYnJpIiwiSXNCb2xkIjpmYWxzZSwiSXNJdGFsaWMiOmZhbHNlLCJJc1VuZGVybGluZWQiOmZhbHNlLCJQYXJlbnRTdHlsZSI6bnVsbH0sIkF1dG9TaXplIjowLCJGb3JlZ3JvdW5kIjp7IiRpZCI6IjE0NDciLCJDb2xvciI6eyIkaWQiOiIxNDQ4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0NDkiLCJUb3AiOjAuMCwiTGVmdCI6MC4wLCJSaWdodCI6MC4wLCJCb3R0b20iOjAuMH0sIlBhZGRpbmciOnsiJGlkIjoiMTQ1MCIsIlRvcCI6MC4wLCJMZWZ0IjowLjAsIlJpZ2h0IjowLjAsIkJvdHRvbSI6MC4wfSwiQmFja2dyb3VuZCI6eyIkaWQiOiIxNDUxIiwiQ29sb3IiOnsiJGlkIjoiMTQ1MiIsIkEiOjAsIlIiOjI1NSwiRyI6MjU1LCJCIjoyNTV9fSwiSXNWaXNpYmxlIjp0cnVlLCJXaWR0aCI6MC4wLCJIZWlnaHQiOjAuMCwiQm9yZGVyU3R5bGUiOnsiJGlkIjoiMTQ1MyIsIkxpbmVDb2xvciI6bnVsbCwiTGluZVdlaWdodCI6MC4wLCJMaW5lVHlwZSI6MCwiUGFyZW50U3R5bGUiOm51bGx9LCJQYXJlbnRTdHlsZSI6bnVsbH0sIkRhdGVGb3JtYXQiOnsiJGlkIjoiMTQ1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DU1IiwiRm9ybWF0IjowLCJJc1Zpc2libGUiOmZhbHNlLCJMYXN0S25vd25WaXNpYmlsaXR5U3RhdGUiOmZhbHNlfSwiSXNWaXNpYmxlIjpmYWxzZSwiVmFyaWFuY2VTdHlsZSI6eyIkaWQiOiIxNDU2IiwiVGV4dFN0eWxlIjp7IiRpZCI6IjE0NTciLCJGb250U2V0dGluZ3MiOnsiJGlkIjoiMTQ1OCIsIkZvbnRTaXplIjoxMCwiRm9udE5hbWUiOiJDYWxpYnJpIiwiSXNCb2xkIjpmYWxzZSwiSXNJdGFsaWMiOmZhbHNlLCJJc1VuZGVybGluZWQiOmZhbHNlLCJQYXJlbnRTdHlsZSI6bnVsbH0sIkF1dG9TaXplIjowLCJGb3JlZ3JvdW5kIjp7IiRpZCI6IjE0NTkiLCJDb2xvciI6eyIkaWQiOiIxNDY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0NjEiLCJUb3AiOjAuMCwiTGVmdCI6MC4wLCJSaWdodCI6MC4wLCJCb3R0b20iOjAuMH0sIlBhZGRpbmciOnsiJGlkIjoiMTQ2MiIsIlRvcCI6MC4wLCJMZWZ0IjowLjAsIlJpZ2h0IjowLjAsIkJvdHRvbSI6MC4wfSwiQmFja2dyb3VuZCI6eyIkaWQiOiIxNDYzIiwiQ29sb3IiOnsiJGlkIjoiMTQ2NCIsIkEiOjI1NSwiUiI6MCwiRyI6MCwiQiI6MH19LCJJc1Zpc2libGUiOnRydWUsIldpZHRoIjowLjAsIkhlaWdodCI6MC4wLCJCb3JkZXJTdHlsZSI6eyIkaWQiOiIxNDY1IiwiTGluZUNvbG9yIjpudWxsLCJMaW5lV2VpZ2h0IjowLjAsIkxpbmVUeXBlIjowLCJQYXJlbnRTdHlsZSI6bnVsbH0sIlBhcmVudFN0eWxlIjpudWxsfSwiUGFyZW50U3R5bGUiOm51bGx9LCJQYXJlbnRTdHlsZSI6bnVsbH0sIkluZGV4IjoyLCJTbWFydER1cmF0aW9uQWN0aXZhdGVkIjpmYWxzZSwiRGF0ZUZvcm1hdCI6eyIkcmVmIjoiMTQ1NCJ9LCJXZWVrTnVtYmVyaW5nIjp7IiRpZCI6IjE0NjYiLCJGb3JtYXQiOjAsIklzVmlzaWJsZSI6ZmFsc2UsIkxhc3RLbm93blZpc2liaWxpdHlTdGF0ZSI6ZmFsc2V9LCJCYXNlbGluZURhdGEiOnsiJGlkIjoiMTQ2NyIsIlN0YXJ0RGF0ZSI6IjIwMjUtMDktMjBUMDA6MDA6MDAiLCJFbmREYXRlIjoiMjAyNS0xMC0yNVQyMzo1OTowMCJ9LCJJZCI6IjE0NTdhYzUxLWNkMGItNGI5MS04MTViLTYwNzQyODE5OWM3OCIsIkltcG9ydElkIjpudWxsLCJUaXRsZSI6IlNwcmludCAxIiwiTm90ZSI6bnVsbCwiSHlwZXJsaW5rIjp7IiRpZCI6IjE0NjgiLCJBZGRyZXNzIjoiIiwiU3ViQWRkcmVzcyI6IiJ9LCJJc0NoYW5nZWQiOmZhbHNlLCJJc05ldyI6ZmFsc2V9LHsiJGlkIjoiMTQ2OSIsIkdyb3VwTmFtZSI6bnVsbCwiU3RhcnREYXRlIjoiMjAyNS0xMC0yNVQwMDowMDowMFoiLCJFbmREYXRlIjoiMjAyNS0xMS0xMVQyMzo1OTowMFoiLCJQZXJjZW50YWdlQ29tcGxldGUiOm51bGwsIlN0eWxlIjp7IiRpZCI6IjE0NzAiLCJTaGFwZSI6MywiU2hhcGVUaGlja25lc3MiOjAsIkR1cmF0aW9uRm9ybWF0IjowLCJJbmNsdWRlTm9uV29ya2luZ0RheXNJbkR1cmF0aW9uIjpmYWxzZSwiUGVyY2VudGFnZUNvbXBsZXRlU3R5bGUiOnsiJGlkIjoiMTQ3MSIsIkZvbnRTZXR0aW5ncyI6eyIkaWQiOiIxNDcyIiwiRm9udFNpemUiOjEwLCJGb250TmFtZSI6IkNhbGlicmkiLCJJc0JvbGQiOmZhbHNlLCJJc0l0YWxpYyI6ZmFsc2UsIklzVW5kZXJsaW5lZCI6ZmFsc2UsIlBhcmVudFN0eWxlIjpudWxsfSwiQXV0b1NpemUiOjAsIkZvcmVncm91bmQiOnsiJGlkIjoiMTQ3MyIsIkNvbG9yIjp7IiRpZCI6IjE0Nz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Q3NSIsIlRvcCI6MC4wLCJMZWZ0IjowLjAsIlJpZ2h0IjowLjAsIkJvdHRvbSI6MC4wfSwiUGFkZGluZyI6eyIkaWQiOiIxNDc2IiwiVG9wIjowLjAsIkxlZnQiOjAuMCwiUmlnaHQiOjAuMCwiQm90dG9tIjowLjB9LCJCYWNrZ3JvdW5kIjp7IiRpZCI6IjE0NzciLCJDb2xvciI6eyIkaWQiOiIxNDc4IiwiQSI6ODksIlIiOjAsIkciOjAsIkIiOjB9fSwiSXNWaXNpYmxlIjp0cnVlLCJXaWR0aCI6MC4wLCJIZWlnaHQiOjAuMCwiQm9yZGVyU3R5bGUiOnsiJGlkIjoiMTQ3OSIsIkxpbmVDb2xvciI6bnVsbCwiTGluZVdlaWdodCI6MC4wLCJMaW5lVHlwZSI6MCwiUGFyZW50U3R5bGUiOm51bGx9LCJQYXJlbnRTdHlsZSI6bnVsbH0sIkR1cmF0aW9uU3R5bGUiOnsiJGlkIjoiMTQ4MCIsIkZvbnRTZXR0aW5ncyI6eyIkaWQiOiIxNDgxIiwiRm9udFNpemUiOjEwLCJGb250TmFtZSI6IkNhbGlicmkiLCJJc0JvbGQiOmZhbHNlLCJJc0l0YWxpYyI6ZmFsc2UsIklzVW5kZXJsaW5lZCI6ZmFsc2UsIlBhcmVudFN0eWxlIjpudWxsfSwiQXV0b1NpemUiOjAsIkZvcmVncm91bmQiOnsiJGlkIjoiMTQ4MiIsIkNvbG9yIjp7IiRpZCI6IjE0OD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NDg0IiwiVG9wIjowLjAsIkxlZnQiOjAuMCwiUmlnaHQiOjAuMCwiQm90dG9tIjowLjB9LCJQYWRkaW5nIjp7IiRpZCI6IjE0ODUiLCJUb3AiOjAuMCwiTGVmdCI6MC4wLCJSaWdodCI6MC4wLCJCb3R0b20iOjAuMH0sIkJhY2tncm91bmQiOnsiJGlkIjoiMTQ4NiIsIkNvbG9yIjp7IiRpZCI6IjE0ODciLCJBIjoyNTUsIlIiOjIzNywiRyI6MTI1LCJCIjo0OX19LCJJc1Zpc2libGUiOnRydWUsIldpZHRoIjowLjAsIkhlaWdodCI6MC4wLCJCb3JkZXJTdHlsZSI6eyIkaWQiOiIxNDg4IiwiTGluZUNvbG9yIjpudWxsLCJMaW5lV2VpZ2h0IjowLjAsIkxpbmVUeXBlIjowLCJQYXJlbnRTdHlsZSI6bnVsbH0sIlBhcmVudFN0eWxlIjpudWxsfSwiSG9yaXpvbnRhbENvbm5lY3RvclN0eWxlIjp7IiRpZCI6IjE0ODkiLCJMaW5lQ29sb3IiOnsiJGlkIjoiMTQ5MCIsIiR0eXBlIjoiTkxSRS5Db21tb24uRG9tLlNvbGlkQ29sb3JCcnVzaCwgTkxSRS5Db21tb24iLCJDb2xvciI6eyIkaWQiOiIxNDkxIiwiQSI6NTEsIlIiOjIxLCJHIjo5NiwiQiI6MTMwfX0sIkxpbmVXZWlnaHQiOjEuMCwiTGluZVR5cGUiOjAsIlBhcmVudFN0eWxlIjpudWxsfSwiVmVydGljYWxDb25uZWN0b3JTdHlsZSI6eyIkaWQiOiIxNDkyIiwiTGluZUNvbG9yIjp7IiRpZCI6IjE0OTMiLCIkdHlwZSI6Ik5MUkUuQ29tbW9uLkRvbS5Tb2xpZENvbG9yQnJ1c2gsIE5MUkUuQ29tbW9uIiwiQ29sb3IiOnsiJGlkIjoiMTQ5NC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Q5NSIsIlNoYXBlU3R5bGUiOnsiJGlkIjoiMTQ5NiIsIk1hcmdpbiI6eyIkaWQiOiIxNDk3IiwiVG9wIjowLjAsIkxlZnQiOjAuMCwiUmlnaHQiOjAuMCwiQm90dG9tIjowLjB9LCJQYWRkaW5nIjp7IiRpZCI6IjE0OTgiLCJUb3AiOjAuMCwiTGVmdCI6MC4wLCJSaWdodCI6MC4wLCJCb3R0b20iOjAuMH0sIkJhY2tncm91bmQiOnsiJGlkIjoiMTQ5OSIsIkNvbG9yIjp7IiRpZCI6IjE1MDAiLCJBIjoxNTMsIlIiOjAsIkciOjAsIkIiOjB9fSwiSXNWaXNpYmxlIjp0cnVlLCJXaWR0aCI6MC4wLCJIZWlnaHQiOjAuMCwiQm9yZGVyU3R5bGUiOm51bGwsIlBhcmVudFN0eWxlIjpudWxsfSwiTWFyZ2luIjp7IiRpZCI6IjE1MDEiLCJUb3AiOjAuMCwiTGVmdCI6MC4wLCJSaWdodCI6MC4wLCJCb3R0b20iOjAuMH0sIlBhZGRpbmciOnsiJGlkIjoiMTUwMiIsIlRvcCI6MC4wLCJMZWZ0IjowLjAsIlJpZ2h0IjowLjAsIkJvdHRvbSI6MC4wfSwiQmFja2dyb3VuZCI6bnVsbCwiSXNWaXNpYmxlIjp0cnVlLCJXaWR0aCI6MC4wLCJIZWlnaHQiOjAuMCwiQm9yZGVyU3R5bGUiOm51bGwsIlBhcmVudFN0eWxlIjpudWxsfSwiU2hhcGVTdHlsZSI6eyIkaWQiOiIxNTAzIiwiTWFyZ2luIjp7IiRpZCI6IjE1MDQiLCJUb3AiOjAuMCwiTGVmdCI6NC4wLCJSaWdodCI6NC4wLCJCb3R0b20iOjAuMH0sIlBhZGRpbmciOnsiJGlkIjoiMTUwNSIsIlRvcCI6MC4wLCJMZWZ0IjowLjAsIlJpZ2h0IjowLjAsIkJvdHRvbSI6MC4wfSwiQmFja2dyb3VuZCI6eyIkaWQiOiIxNTA2IiwiQ29sb3IiOnsiJGlkIjoiMTUwNyIsIkEiOjI1NSwiUiI6MjEsIkciOjk2LCJCIjoxMzB9fSwiSXNWaXNpYmxlIjp0cnVlLCJXaWR0aCI6MC4wLCJIZWlnaHQiOjEwLjAsIkJvcmRlclN0eWxlIjp7IiRpZCI6IjE1MDgiLCJMaW5lQ29sb3IiOnsiJGlkIjoiMTUwOSIsIiR0eXBlIjoiTkxSRS5Db21tb24uRG9tLlNvbGlkQ29sb3JCcnVzaCwgTkxSRS5Db21tb24iLCJDb2xvciI6eyIkaWQiOiIxNTEwIiwiQSI6MjU1LCJSIjoyMzQsIkciOjIyLCJCIjozMH19LCJMaW5lV2VpZ2h0IjowLjAsIkxpbmVUeXBlIjowLCJQYXJlbnRTdHlsZSI6bnVsbH0sIlBhcmVudFN0eWxlIjpudWxsfSwiVGl0bGVTdHlsZSI6eyIkaWQiOiIxNTExIiwiRm9udFNldHRpbmdzIjp7IiRpZCI6IjE1MTIiLCJGb250U2l6ZSI6MTEsIkZvbnROYW1lIjoiQ2FsaWJyaSIsIklzQm9sZCI6ZmFsc2UsIklzSXRhbGljIjpmYWxzZSwiSXNVbmRlcmxpbmVkIjpmYWxzZSwiUGFyZW50U3R5bGUiOm51bGx9LCJBdXRvU2l6ZSI6MCwiRm9yZWdyb3VuZCI6eyIkaWQiOiIxNTEzIiwiQ29sb3IiOnsiJGlkIjoiMTUx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NTE1IiwiVG9wIjowLjAsIkxlZnQiOjAuMCwiUmlnaHQiOjAuMCwiQm90dG9tIjowLjB9LCJQYWRkaW5nIjp7IiRpZCI6IjE1MTYiLCJUb3AiOjAuMCwiTGVmdCI6MC4wLCJSaWdodCI6MC4wLCJCb3R0b20iOjAuMH0sIkJhY2tncm91bmQiOnsiJGlkIjoiMTUxNyIsIkNvbG9yIjp7IiRpZCI6IjE1MTgiLCJBIjowLCJSIjoyNTUsIkciOjI1NSwiQiI6MjU1fX0sIklzVmlzaWJsZSI6dHJ1ZSwiV2lkdGgiOjAuMCwiSGVpZ2h0IjowLjAsIkJvcmRlclN0eWxlIjp7IiRpZCI6IjE1MTkiLCJMaW5lQ29sb3IiOm51bGwsIkxpbmVXZWlnaHQiOjAuMCwiTGluZVR5cGUiOjAsIlBhcmVudFN0eWxlIjpudWxsfSwiUGFyZW50U3R5bGUiOm51bGx9LCJEYXRlU3R5bGUiOnsiJGlkIjoiMTUyMCIsIkZvbnRTZXR0aW5ncyI6eyIkaWQiOiIxNTIxIiwiRm9udFNpemUiOjEwLCJGb250TmFtZSI6IkNhbGlicmkiLCJJc0JvbGQiOmZhbHNlLCJJc0l0YWxpYyI6ZmFsc2UsIklzVW5kZXJsaW5lZCI6ZmFsc2UsIlBhcmVudFN0eWxlIjpudWxsfSwiQXV0b1NpemUiOjAsIkZvcmVncm91bmQiOnsiJGlkIjoiMTUyMiIsIkNvbG9yIjp7IiRpZCI6IjE1Mj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UyNCIsIlRvcCI6MC4wLCJMZWZ0IjowLjAsIlJpZ2h0IjowLjAsIkJvdHRvbSI6MC4wfSwiUGFkZGluZyI6eyIkaWQiOiIxNTI1IiwiVG9wIjowLjAsIkxlZnQiOjAuMCwiUmlnaHQiOjAuMCwiQm90dG9tIjowLjB9LCJCYWNrZ3JvdW5kIjp7IiRpZCI6IjE1MjYiLCJDb2xvciI6eyIkaWQiOiIxNTI3IiwiQSI6MCwiUiI6MjU1LCJHIjoyNTUsIkIiOjI1NX19LCJJc1Zpc2libGUiOnRydWUsIldpZHRoIjowLjAsIkhlaWdodCI6MC4wLCJCb3JkZXJTdHlsZSI6eyIkaWQiOiIxNTI4IiwiTGluZUNvbG9yIjpudWxsLCJMaW5lV2VpZ2h0IjowLjAsIkxpbmVUeXBlIjowLCJQYXJlbnRTdHlsZSI6bnVsbH0sIlBhcmVudFN0eWxlIjpudWxsfSwiRGF0ZUZvcm1hdCI6eyIkaWQiOiIxNTI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1MzAiLCJGb3JtYXQiOjAsIklzVmlzaWJsZSI6ZmFsc2UsIkxhc3RLbm93blZpc2liaWxpdHlTdGF0ZSI6ZmFsc2V9LCJJc1Zpc2libGUiOmZhbHNlLCJWYXJpYW5jZVN0eWxlIjp7IiRpZCI6IjE1MzEiLCJUZXh0U3R5bGUiOnsiJGlkIjoiMTUzMiIsIkZvbnRTZXR0aW5ncyI6eyIkaWQiOiIxNTMzIiwiRm9udFNpemUiOjEwLCJGb250TmFtZSI6IkNhbGlicmkiLCJJc0JvbGQiOmZhbHNlLCJJc0l0YWxpYyI6ZmFsc2UsIklzVW5kZXJsaW5lZCI6ZmFsc2UsIlBhcmVudFN0eWxlIjpudWxsfSwiQXV0b1NpemUiOjAsIkZvcmVncm91bmQiOnsiJGlkIjoiMTUzNCIsIkNvbG9yIjp7IiRpZCI6IjE1Mz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UzNiIsIlRvcCI6MC4wLCJMZWZ0IjowLjAsIlJpZ2h0IjowLjAsIkJvdHRvbSI6MC4wfSwiUGFkZGluZyI6eyIkaWQiOiIxNTM3IiwiVG9wIjowLjAsIkxlZnQiOjAuMCwiUmlnaHQiOjAuMCwiQm90dG9tIjowLjB9LCJCYWNrZ3JvdW5kIjp7IiRpZCI6IjE1MzgiLCJDb2xvciI6eyIkaWQiOiIxNTM5IiwiQSI6MjU1LCJSIjowLCJHIjowLCJCIjowfX0sIklzVmlzaWJsZSI6dHJ1ZSwiV2lkdGgiOjAuMCwiSGVpZ2h0IjowLjAsIkJvcmRlclN0eWxlIjp7IiRpZCI6IjE1NDAiLCJMaW5lQ29sb3IiOm51bGwsIkxpbmVXZWlnaHQiOjAuMCwiTGluZVR5cGUiOjAsIlBhcmVudFN0eWxlIjpudWxsfSwiUGFyZW50U3R5bGUiOm51bGx9LCJQYXJlbnRTdHlsZSI6bnVsbH0sIlBhcmVudFN0eWxlIjpudWxsfSwiSW5kZXgiOjMsIlNtYXJ0RHVyYXRpb25BY3RpdmF0ZWQiOmZhbHNlLCJEYXRlRm9ybWF0Ijp7IiRyZWYiOiIxNTI5In0sIldlZWtOdW1iZXJpbmciOnsiJGlkIjoiMTU0MSIsIkZvcm1hdCI6MCwiSXNWaXNpYmxlIjpmYWxzZSwiTGFzdEtub3duVmlzaWJpbGl0eVN0YXRlIjpmYWxzZX0sIkJhc2VsaW5lRGF0YSI6eyIkaWQiOiIxNTQyIiwiU3RhcnREYXRlIjoiMjAyNS0xMC0yNVQwMDowMDowMCIsIkVuZERhdGUiOiIyMDI1LTExLTExVDIzOjU5OjAwIn0sIklkIjoiZWY5M2MyYjMtYzdhZS00MDFmLTk3OTktMTYzZjg2ZGNjY2IxIiwiSW1wb3J0SWQiOm51bGwsIlRpdGxlIjoiU3ByaW50IDIiLCJOb3RlIjpudWxsLCJIeXBlcmxpbmsiOnsiJGlkIjoiMTU0MyIsIkFkZHJlc3MiOiIiLCJTdWJBZGRyZXNzIjoiIn0sIklzQ2hhbmdlZCI6ZmFsc2UsIklzTmV3IjpmYWxzZX0seyIkaWQiOiIxNTQ0IiwiR3JvdXBOYW1lIjpudWxsLCJTdGFydERhdGUiOiIyMDI1LTExLTExVDAwOjAwOjAwWiIsIkVuZERhdGUiOiIyMDI1LTExLTE4VDIzOjU5OjAwWiIsIlBlcmNlbnRhZ2VDb21wbGV0ZSI6bnVsbCwiU3R5bGUiOnsiJGlkIjoiMTU0NSIsIlNoYXBlIjozLCJTaGFwZVRoaWNrbmVzcyI6MCwiRHVyYXRpb25Gb3JtYXQiOjAsIkluY2x1ZGVOb25Xb3JraW5nRGF5c0luRHVyYXRpb24iOmZhbHNlLCJQZXJjZW50YWdlQ29tcGxldGVTdHlsZSI6eyIkaWQiOiIxNTQ2IiwiRm9udFNldHRpbmdzIjp7IiRpZCI6IjE1NDciLCJGb250U2l6ZSI6MTAsIkZvbnROYW1lIjoiQ2FsaWJyaSIsIklzQm9sZCI6ZmFsc2UsIklzSXRhbGljIjpmYWxzZSwiSXNVbmRlcmxpbmVkIjpmYWxzZSwiUGFyZW50U3R5bGUiOm51bGx9LCJBdXRvU2l6ZSI6MCwiRm9yZWdyb3VuZCI6eyIkaWQiOiIxNTQ4IiwiQ29sb3IiOnsiJGlkIjoiMTU0OS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xNTUwIiwiVG9wIjowLjAsIkxlZnQiOjAuMCwiUmlnaHQiOjAuMCwiQm90dG9tIjowLjB9LCJQYWRkaW5nIjp7IiRpZCI6IjE1NTEiLCJUb3AiOjAuMCwiTGVmdCI6MC4wLCJSaWdodCI6MC4wLCJCb3R0b20iOjAuMH0sIkJhY2tncm91bmQiOnsiJGlkIjoiMTU1MiIsIkNvbG9yIjp7IiRpZCI6IjE1NTMiLCJBIjo4OSwiUiI6MCwiRyI6MCwiQiI6MH19LCJJc1Zpc2libGUiOnRydWUsIldpZHRoIjowLjAsIkhlaWdodCI6MC4wLCJCb3JkZXJTdHlsZSI6eyIkaWQiOiIxNTU0IiwiTGluZUNvbG9yIjpudWxsLCJMaW5lV2VpZ2h0IjowLjAsIkxpbmVUeXBlIjowLCJQYXJlbnRTdHlsZSI6bnVsbH0sIlBhcmVudFN0eWxlIjpudWxsfSwiRHVyYXRpb25TdHlsZSI6eyIkaWQiOiIxNTU1IiwiRm9udFNldHRpbmdzIjp7IiRpZCI6IjE1NTYiLCJGb250U2l6ZSI6MTAsIkZvbnROYW1lIjoiQ2FsaWJyaSIsIklzQm9sZCI6ZmFsc2UsIklzSXRhbGljIjpmYWxzZSwiSXNVbmRlcmxpbmVkIjpmYWxzZSwiUGFyZW50U3R5bGUiOm51bGx9LCJBdXRvU2l6ZSI6MCwiRm9yZWdyb3VuZCI6eyIkaWQiOiIxNTU3IiwiQ29sb3IiOnsiJGlkIjoiMTU1OC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1NTkiLCJUb3AiOjAuMCwiTGVmdCI6MC4wLCJSaWdodCI6MC4wLCJCb3R0b20iOjAuMH0sIlBhZGRpbmciOnsiJGlkIjoiMTU2MCIsIlRvcCI6MC4wLCJMZWZ0IjowLjAsIlJpZ2h0IjowLjAsIkJvdHRvbSI6MC4wfSwiQmFja2dyb3VuZCI6eyIkaWQiOiIxNTYxIiwiQ29sb3IiOnsiJGlkIjoiMTU2MiIsIkEiOjI1NSwiUiI6MjM3LCJHIjoxMjUsIkIiOjQ5fX0sIklzVmlzaWJsZSI6dHJ1ZSwiV2lkdGgiOjAuMCwiSGVpZ2h0IjowLjAsIkJvcmRlclN0eWxlIjp7IiRpZCI6IjE1NjMiLCJMaW5lQ29sb3IiOm51bGwsIkxpbmVXZWlnaHQiOjAuMCwiTGluZVR5cGUiOjAsIlBhcmVudFN0eWxlIjpudWxsfSwiUGFyZW50U3R5bGUiOm51bGx9LCJIb3Jpem9udGFsQ29ubmVjdG9yU3R5bGUiOnsiJGlkIjoiMTU2NCIsIkxpbmVDb2xvciI6eyIkaWQiOiIxNTY1IiwiJHR5cGUiOiJOTFJFLkNvbW1vbi5Eb20uU29saWRDb2xvckJydXNoLCBOTFJFLkNvbW1vbiIsIkNvbG9yIjp7IiRpZCI6IjE1NjYiLCJBIjo1MSwiUiI6MjEsIkciOjk2LCJCIjoxMzB9fSwiTGluZVdlaWdodCI6MS4wLCJMaW5lVHlwZSI6MCwiUGFyZW50U3R5bGUiOm51bGx9LCJWZXJ0aWNhbENvbm5lY3RvclN0eWxlIjp7IiRpZCI6IjE1NjciLCJMaW5lQ29sb3IiOnsiJGlkIjoiMTU2OCIsIiR0eXBlIjoiTkxSRS5Db21tb24uRG9tLlNvbGlkQ29sb3JCcnVzaCwgTkxSRS5Db21tb24iLCJDb2xvciI6eyIkaWQiOiIxNTY5IiwiQSI6NTEsIlIiOjIxLCJHIjo5NiwiQiI6MTMwfX0sIkxpbmVXZWlnaHQiOjAuMCwiTGluZVR5cGUiOjAsIlBhcmVudFN0eWxlIjpudWxsfSwiTWFyZ2luIjpudWxsLCJTdGFydERhdGVQb3NpdGlvbiI6NCwiRW5kRGF0ZVBvc2l0aW9uIjo0LCJEYXRlSXNWaXNpYmxlIjp0cnVlLCJUaXRsZVBvc2l0aW9uIjozLCJEdXJhdGlvblBvc2l0aW9uIjo2LCJQZXJjZW50YWdlQ29tcGxldGVkUG9zaXRpb24iOjIsIlZhcmlhbmNlUG9zaXRpb24iOjYsIlNwYWNpbmciOjMsIklzQmVsb3dUaW1lYmFuZCI6dHJ1ZSwiUGVyY2VudGFnZUNvbXBsZXRlU2hhcGVPcGFjaXR5IjozNSwiQmFzZWxpbmVTdHlsZSI6eyIkaWQiOiIxNTcwIiwiU2hhcGVTdHlsZSI6eyIkaWQiOiIxNTcxIiwiTWFyZ2luIjp7IiRpZCI6IjE1NzIiLCJUb3AiOjAuMCwiTGVmdCI6MC4wLCJSaWdodCI6MC4wLCJCb3R0b20iOjAuMH0sIlBhZGRpbmciOnsiJGlkIjoiMTU3MyIsIlRvcCI6MC4wLCJMZWZ0IjowLjAsIlJpZ2h0IjowLjAsIkJvdHRvbSI6MC4wfSwiQmFja2dyb3VuZCI6eyIkaWQiOiIxNTc0IiwiQ29sb3IiOnsiJGlkIjoiMTU3NSIsIkEiOjE1MywiUiI6MCwiRyI6MCwiQiI6MH19LCJJc1Zpc2libGUiOnRydWUsIldpZHRoIjowLjAsIkhlaWdodCI6MC4wLCJCb3JkZXJTdHlsZSI6bnVsbCwiUGFyZW50U3R5bGUiOm51bGx9LCJNYXJnaW4iOnsiJGlkIjoiMTU3NiIsIlRvcCI6MC4wLCJMZWZ0IjowLjAsIlJpZ2h0IjowLjAsIkJvdHRvbSI6MC4wfSwiUGFkZGluZyI6eyIkaWQiOiIxNTc3IiwiVG9wIjowLjAsIkxlZnQiOjAuMCwiUmlnaHQiOjAuMCwiQm90dG9tIjowLjB9LCJCYWNrZ3JvdW5kIjpudWxsLCJJc1Zpc2libGUiOnRydWUsIldpZHRoIjowLjAsIkhlaWdodCI6MC4wLCJCb3JkZXJTdHlsZSI6bnVsbCwiUGFyZW50U3R5bGUiOm51bGx9LCJTaGFwZVN0eWxlIjp7IiRpZCI6IjE1NzgiLCJNYXJnaW4iOnsiJGlkIjoiMTU3OSIsIlRvcCI6MC4wLCJMZWZ0Ijo0LjAsIlJpZ2h0Ijo0LjAsIkJvdHRvbSI6MC4wfSwiUGFkZGluZyI6eyIkaWQiOiIxNTgwIiwiVG9wIjowLjAsIkxlZnQiOjAuMCwiUmlnaHQiOjAuMCwiQm90dG9tIjowLjB9LCJCYWNrZ3JvdW5kIjp7IiRpZCI6IjE1ODEiLCJDb2xvciI6eyIkaWQiOiIxNTgyIiwiQSI6MjU1LCJSIjoyMSwiRyI6OTYsIkIiOjEzMH19LCJJc1Zpc2libGUiOnRydWUsIldpZHRoIjowLjAsIkhlaWdodCI6MTAuMCwiQm9yZGVyU3R5bGUiOnsiJGlkIjoiMTU4MyIsIkxpbmVDb2xvciI6eyIkaWQiOiIxNTg0IiwiJHR5cGUiOiJOTFJFLkNvbW1vbi5Eb20uU29saWRDb2xvckJydXNoLCBOTFJFLkNvbW1vbiIsIkNvbG9yIjp7IiRpZCI6IjE1ODUiLCJBIjoyNTUsIlIiOjIzNCwiRyI6MjIsIkIiOjMwfX0sIkxpbmVXZWlnaHQiOjAuMCwiTGluZVR5cGUiOjAsIlBhcmVudFN0eWxlIjpudWxsfSwiUGFyZW50U3R5bGUiOm51bGx9LCJUaXRsZVN0eWxlIjp7IiRpZCI6IjE1ODYiLCJGb250U2V0dGluZ3MiOnsiJGlkIjoiMTU4NyIsIkZvbnRTaXplIjoxMSwiRm9udE5hbWUiOiJDYWxpYnJpIiwiSXNCb2xkIjpmYWxzZSwiSXNJdGFsaWMiOmZhbHNlLCJJc1VuZGVybGluZWQiOmZhbHNlLCJQYXJlbnRTdHlsZSI6bnVsbH0sIkF1dG9TaXplIjowLCJGb3JlZ3JvdW5kIjp7IiRpZCI6IjE1ODgiLCJDb2xvciI6eyIkaWQiOiIxNTg5IiwiQSI6MjU1LCJSIjowLCJHIjowLCJCIjowfX0sIk1heFdpZHRoIjo3MjAuMCwiTWF4SGVpZ2h0IjoiSW5maW5pdHkiLCJTbWFydEZvcmVncm91bmRJc0FjdGl2ZSI6ZmFsc2UsIkhvcml6b250YWxBbGlnbm1lbnQiOjIsIlZlcnRpY2FsQWxpZ25tZW50IjoxLCJTbWFydEZvcmVncm91bmQiOm51bGwsIkJhY2tncm91bmRGaWxsVHlwZSI6MCwiTWFyZ2luIjp7IiRpZCI6IjE1OTAiLCJUb3AiOjAuMCwiTGVmdCI6MC4wLCJSaWdodCI6MC4wLCJCb3R0b20iOjAuMH0sIlBhZGRpbmciOnsiJGlkIjoiMTU5MSIsIlRvcCI6MC4wLCJMZWZ0IjowLjAsIlJpZ2h0IjowLjAsIkJvdHRvbSI6MC4wfSwiQmFja2dyb3VuZCI6eyIkaWQiOiIxNTkyIiwiQ29sb3IiOnsiJGlkIjoiMTU5MyIsIkEiOjAsIlIiOjI1NSwiRyI6MjU1LCJCIjoyNTV9fSwiSXNWaXNpYmxlIjp0cnVlLCJXaWR0aCI6MC4wLCJIZWlnaHQiOjAuMCwiQm9yZGVyU3R5bGUiOnsiJGlkIjoiMTU5NCIsIkxpbmVDb2xvciI6bnVsbCwiTGluZVdlaWdodCI6MC4wLCJMaW5lVHlwZSI6MCwiUGFyZW50U3R5bGUiOm51bGx9LCJQYXJlbnRTdHlsZSI6bnVsbH0sIkRhdGVTdHlsZSI6eyIkaWQiOiIxNTk1IiwiRm9udFNldHRpbmdzIjp7IiRpZCI6IjE1OTYiLCJGb250U2l6ZSI6MTAsIkZvbnROYW1lIjoiQ2FsaWJyaSIsIklzQm9sZCI6ZmFsc2UsIklzSXRhbGljIjpmYWxzZSwiSXNVbmRlcmxpbmVkIjpmYWxzZSwiUGFyZW50U3R5bGUiOm51bGx9LCJBdXRvU2l6ZSI6MCwiRm9yZWdyb3VuZCI6eyIkaWQiOiIxNTk3IiwiQ29sb3IiOnsiJGlkIjoiMTU5OC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xNTk5IiwiVG9wIjowLjAsIkxlZnQiOjAuMCwiUmlnaHQiOjAuMCwiQm90dG9tIjowLjB9LCJQYWRkaW5nIjp7IiRpZCI6IjE2MDAiLCJUb3AiOjAuMCwiTGVmdCI6MC4wLCJSaWdodCI6MC4wLCJCb3R0b20iOjAuMH0sIkJhY2tncm91bmQiOnsiJGlkIjoiMTYwMSIsIkNvbG9yIjp7IiRpZCI6IjE2MDIiLCJBIjowLCJSIjoyNTUsIkciOjI1NSwiQiI6MjU1fX0sIklzVmlzaWJsZSI6dHJ1ZSwiV2lkdGgiOjAuMCwiSGVpZ2h0IjowLjAsIkJvcmRlclN0eWxlIjp7IiRpZCI6IjE2MDMiLCJMaW5lQ29sb3IiOm51bGwsIkxpbmVXZWlnaHQiOjAuMCwiTGluZVR5cGUiOjAsIlBhcmVudFN0eWxlIjpudWxsfSwiUGFyZW50U3R5bGUiOm51bGx9LCJEYXRlRm9ybWF0Ijp7IiRpZCI6IjE2MD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YwNSIsIkZvcm1hdCI6MCwiSXNWaXNpYmxlIjpmYWxzZSwiTGFzdEtub3duVmlzaWJpbGl0eVN0YXRlIjpmYWxzZX0sIklzVmlzaWJsZSI6ZmFsc2UsIlZhcmlhbmNlU3R5bGUiOnsiJGlkIjoiMTYwNiIsIlRleHRTdHlsZSI6eyIkaWQiOiIxNjA3IiwiRm9udFNldHRpbmdzIjp7IiRpZCI6IjE2MDgiLCJGb250U2l6ZSI6MTAsIkZvbnROYW1lIjoiQ2FsaWJyaSIsIklzQm9sZCI6ZmFsc2UsIklzSXRhbGljIjpmYWxzZSwiSXNVbmRlcmxpbmVkIjpmYWxzZSwiUGFyZW50U3R5bGUiOm51bGx9LCJBdXRvU2l6ZSI6MCwiRm9yZWdyb3VuZCI6eyIkaWQiOiIxNjA5IiwiQ29sb3IiOnsiJGlkIjoiMTYx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jExIiwiVG9wIjowLjAsIkxlZnQiOjAuMCwiUmlnaHQiOjAuMCwiQm90dG9tIjowLjB9LCJQYWRkaW5nIjp7IiRpZCI6IjE2MTIiLCJUb3AiOjAuMCwiTGVmdCI6MC4wLCJSaWdodCI6MC4wLCJCb3R0b20iOjAuMH0sIkJhY2tncm91bmQiOnsiJGlkIjoiMTYxMyIsIkNvbG9yIjp7IiRpZCI6IjE2MTQiLCJBIjoyNTUsIlIiOjAsIkciOjAsIkIiOjB9fSwiSXNWaXNpYmxlIjp0cnVlLCJXaWR0aCI6MC4wLCJIZWlnaHQiOjAuMCwiQm9yZGVyU3R5bGUiOnsiJGlkIjoiMTYxNSIsIkxpbmVDb2xvciI6bnVsbCwiTGluZVdlaWdodCI6MC4wLCJMaW5lVHlwZSI6MCwiUGFyZW50U3R5bGUiOm51bGx9LCJQYXJlbnRTdHlsZSI6bnVsbH0sIlBhcmVudFN0eWxlIjpudWxsfSwiUGFyZW50U3R5bGUiOm51bGx9LCJJbmRleCI6NCwiU21hcnREdXJhdGlvbkFjdGl2YXRlZCI6ZmFsc2UsIkRhdGVGb3JtYXQiOnsiJHJlZiI6IjE2MDQifSwiV2Vla051bWJlcmluZyI6eyIkaWQiOiIxNjE2IiwiRm9ybWF0IjowLCJJc1Zpc2libGUiOmZhbHNlLCJMYXN0S25vd25WaXNpYmlsaXR5U3RhdGUiOmZhbHNlfSwiQmFzZWxpbmVEYXRhIjp7IiRpZCI6IjE2MTciLCJTdGFydERhdGUiOiIyMDI1LTExLTExVDAwOjAwOjAwIiwiRW5kRGF0ZSI6IjIwMjUtMTEtMThUMjM6NTk6MDAifSwiSWQiOiJhYjI0YjYwMS05MTgwLTRhZjYtOTVlZC0wMmE1NGIyOGRjNTAiLCJJbXBvcnRJZCI6bnVsbCwiVGl0bGUiOiJTcHJpbnQgMyIsIk5vdGUiOm51bGwsIkh5cGVybGluayI6eyIkaWQiOiIxNjE4IiwiQWRkcmVzcyI6IiIsIlN1YkFkZHJlc3MiOiIifSwiSXNDaGFuZ2VkIjpmYWxzZSwiSXNOZXciOmZhbHNlfSx7IiRpZCI6IjE2MTkiLCJHcm91cE5hbWUiOm51bGwsIlN0YXJ0RGF0ZSI6IjIwMjUtMTEtMThUMDA6MDA6MDBaIiwiRW5kRGF0ZSI6IjIwMjUtMTEtMjdUMjM6NTk6MDBaIiwiUGVyY2VudGFnZUNvbXBsZXRlIjpudWxsLCJTdHlsZSI6eyIkaWQiOiIxNjIwIiwiU2hhcGUiOjMsIlNoYXBlVGhpY2tuZXNzIjowLCJEdXJhdGlvbkZvcm1hdCI6MCwiSW5jbHVkZU5vbldvcmtpbmdEYXlzSW5EdXJhdGlvbiI6ZmFsc2UsIlBlcmNlbnRhZ2VDb21wbGV0ZVN0eWxlIjp7IiRpZCI6IjE2MjEiLCJGb250U2V0dGluZ3MiOnsiJGlkIjoiMTYyMiIsIkZvbnRTaXplIjoxMCwiRm9udE5hbWUiOiJDYWxpYnJpIiwiSXNCb2xkIjpmYWxzZSwiSXNJdGFsaWMiOmZhbHNlLCJJc1VuZGVybGluZWQiOmZhbHNlLCJQYXJlbnRTdHlsZSI6bnVsbH0sIkF1dG9TaXplIjowLCJGb3JlZ3JvdW5kIjp7IiRpZCI6IjE2MjMiLCJDb2xvciI6eyIkaWQiOiIxNjI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E2MjUiLCJUb3AiOjAuMCwiTGVmdCI6MC4wLCJSaWdodCI6MC4wLCJCb3R0b20iOjAuMH0sIlBhZGRpbmciOnsiJGlkIjoiMTYyNiIsIlRvcCI6MC4wLCJMZWZ0IjowLjAsIlJpZ2h0IjowLjAsIkJvdHRvbSI6MC4wfSwiQmFja2dyb3VuZCI6eyIkaWQiOiIxNjI3IiwiQ29sb3IiOnsiJGlkIjoiMTYyOCIsIkEiOjg5LCJSIjowLCJHIjowLCJCIjowfX0sIklzVmlzaWJsZSI6dHJ1ZSwiV2lkdGgiOjAuMCwiSGVpZ2h0IjowLjAsIkJvcmRlclN0eWxlIjp7IiRpZCI6IjE2MjkiLCJMaW5lQ29sb3IiOm51bGwsIkxpbmVXZWlnaHQiOjAuMCwiTGluZVR5cGUiOjAsIlBhcmVudFN0eWxlIjpudWxsfSwiUGFyZW50U3R5bGUiOm51bGx9LCJEdXJhdGlvblN0eWxlIjp7IiRpZCI6IjE2MzAiLCJGb250U2V0dGluZ3MiOnsiJGlkIjoiMTYzMSIsIkZvbnRTaXplIjoxMCwiRm9udE5hbWUiOiJDYWxpYnJpIiwiSXNCb2xkIjpmYWxzZSwiSXNJdGFsaWMiOmZhbHNlLCJJc1VuZGVybGluZWQiOmZhbHNlLCJQYXJlbnRTdHlsZSI6bnVsbH0sIkF1dG9TaXplIjowLCJGb3JlZ3JvdW5kIjp7IiRpZCI6IjE2MzIiLCJDb2xvciI6eyIkaWQiOiIxNjMz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MTYzNCIsIlRvcCI6MC4wLCJMZWZ0IjowLjAsIlJpZ2h0IjowLjAsIkJvdHRvbSI6MC4wfSwiUGFkZGluZyI6eyIkaWQiOiIxNjM1IiwiVG9wIjowLjAsIkxlZnQiOjAuMCwiUmlnaHQiOjAuMCwiQm90dG9tIjowLjB9LCJCYWNrZ3JvdW5kIjp7IiRpZCI6IjE2MzYiLCJDb2xvciI6eyIkaWQiOiIxNjM3IiwiQSI6MjU1LCJSIjoyMzcsIkciOjEyNSwiQiI6NDl9fSwiSXNWaXNpYmxlIjp0cnVlLCJXaWR0aCI6MC4wLCJIZWlnaHQiOjAuMCwiQm9yZGVyU3R5bGUiOnsiJGlkIjoiMTYzOCIsIkxpbmVDb2xvciI6bnVsbCwiTGluZVdlaWdodCI6MC4wLCJMaW5lVHlwZSI6MCwiUGFyZW50U3R5bGUiOm51bGx9LCJQYXJlbnRTdHlsZSI6bnVsbH0sIkhvcml6b250YWxDb25uZWN0b3JTdHlsZSI6eyIkaWQiOiIxNjM5IiwiTGluZUNvbG9yIjp7IiRpZCI6IjE2NDAiLCIkdHlwZSI6Ik5MUkUuQ29tbW9uLkRvbS5Tb2xpZENvbG9yQnJ1c2gsIE5MUkUuQ29tbW9uIiwiQ29sb3IiOnsiJGlkIjoiMTY0MSIsIkEiOjUxLCJSIjoyMSwiRyI6OTYsIkIiOjEzMH19LCJMaW5lV2VpZ2h0IjoxLjAsIkxpbmVUeXBlIjowLCJQYXJlbnRTdHlsZSI6bnVsbH0sIlZlcnRpY2FsQ29ubmVjdG9yU3R5bGUiOnsiJGlkIjoiMTY0MiIsIkxpbmVDb2xvciI6eyIkaWQiOiIxNjQzIiwiJHR5cGUiOiJOTFJFLkNvbW1vbi5Eb20uU29saWRDb2xvckJydXNoLCBOTFJFLkNvbW1vbiIsIkNvbG9yIjp7IiRpZCI6IjE2NDQ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NiwiU3BhY2luZyI6MywiSXNCZWxvd1RpbWViYW5kIjp0cnVlLCJQZXJjZW50YWdlQ29tcGxldGVTaGFwZU9wYWNpdHkiOjM1LCJCYXNlbGluZVN0eWxlIjp7IiRpZCI6IjE2NDUiLCJTaGFwZVN0eWxlIjp7IiRpZCI6IjE2NDYiLCJNYXJnaW4iOnsiJGlkIjoiMTY0NyIsIlRvcCI6MC4wLCJMZWZ0IjowLjAsIlJpZ2h0IjowLjAsIkJvdHRvbSI6MC4wfSwiUGFkZGluZyI6eyIkaWQiOiIxNjQ4IiwiVG9wIjowLjAsIkxlZnQiOjAuMCwiUmlnaHQiOjAuMCwiQm90dG9tIjowLjB9LCJCYWNrZ3JvdW5kIjp7IiRpZCI6IjE2NDkiLCJDb2xvciI6eyIkaWQiOiIxNjUwIiwiQSI6MTUzLCJSIjowLCJHIjowLCJCIjowfX0sIklzVmlzaWJsZSI6dHJ1ZSwiV2lkdGgiOjAuMCwiSGVpZ2h0IjowLjAsIkJvcmRlclN0eWxlIjpudWxsLCJQYXJlbnRTdHlsZSI6bnVsbH0sIk1hcmdpbiI6eyIkaWQiOiIxNjUxIiwiVG9wIjowLjAsIkxlZnQiOjAuMCwiUmlnaHQiOjAuMCwiQm90dG9tIjowLjB9LCJQYWRkaW5nIjp7IiRpZCI6IjE2NTIiLCJUb3AiOjAuMCwiTGVmdCI6MC4wLCJSaWdodCI6MC4wLCJCb3R0b20iOjAuMH0sIkJhY2tncm91bmQiOm51bGwsIklzVmlzaWJsZSI6dHJ1ZSwiV2lkdGgiOjAuMCwiSGVpZ2h0IjowLjAsIkJvcmRlclN0eWxlIjpudWxsLCJQYXJlbnRTdHlsZSI6bnVsbH0sIlNoYXBlU3R5bGUiOnsiJGlkIjoiMTY1MyIsIk1hcmdpbiI6eyIkaWQiOiIxNjU0IiwiVG9wIjowLjAsIkxlZnQiOjQuMCwiUmlnaHQiOjQuMCwiQm90dG9tIjowLjB9LCJQYWRkaW5nIjp7IiRpZCI6IjE2NTUiLCJUb3AiOjAuMCwiTGVmdCI6MC4wLCJSaWdodCI6MC4wLCJCb3R0b20iOjAuMH0sIkJhY2tncm91bmQiOnsiJGlkIjoiMTY1NiIsIkNvbG9yIjp7IiRpZCI6IjE2NTciLCJBIjoyNTUsIlIiOjIxLCJHIjo5NiwiQiI6MTMwfX0sIklzVmlzaWJsZSI6dHJ1ZSwiV2lkdGgiOjAuMCwiSGVpZ2h0IjoxMC4wLCJCb3JkZXJTdHlsZSI6eyIkaWQiOiIxNjU4IiwiTGluZUNvbG9yIjp7IiRpZCI6IjE2NTkiLCIkdHlwZSI6Ik5MUkUuQ29tbW9uLkRvbS5Tb2xpZENvbG9yQnJ1c2gsIE5MUkUuQ29tbW9uIiwiQ29sb3IiOnsiJGlkIjoiMTY2MCIsIkEiOjI1NSwiUiI6MjM0LCJHIjoyMiwiQiI6MzB9fSwiTGluZVdlaWdodCI6MC4wLCJMaW5lVHlwZSI6MCwiUGFyZW50U3R5bGUiOm51bGx9LCJQYXJlbnRTdHlsZSI6bnVsbH0sIlRpdGxlU3R5bGUiOnsiJGlkIjoiMTY2MSIsIkZvbnRTZXR0aW5ncyI6eyIkaWQiOiIxNjYyIiwiRm9udFNpemUiOjExLCJGb250TmFtZSI6IkNhbGlicmkiLCJJc0JvbGQiOmZhbHNlLCJJc0l0YWxpYyI6ZmFsc2UsIklzVW5kZXJsaW5lZCI6ZmFsc2UsIlBhcmVudFN0eWxlIjpudWxsfSwiQXV0b1NpemUiOjAsIkZvcmVncm91bmQiOnsiJGlkIjoiMTY2MyIsIkNvbG9yIjp7IiRpZCI6IjE2NjQiLCJBIjoyNTUsIlIiOjAsIkciOjAsIkIiOjB9fSwiTWF4V2lkdGgiOjcyMC4wLCJNYXhIZWlnaHQiOiJJbmZpbml0eSIsIlNtYXJ0Rm9yZWdyb3VuZElzQWN0aXZlIjpmYWxzZSwiSG9yaXpvbnRhbEFsaWdubWVudCI6MiwiVmVydGljYWxBbGlnbm1lbnQiOjEsIlNtYXJ0Rm9yZWdyb3VuZCI6bnVsbCwiQmFja2dyb3VuZEZpbGxUeXBlIjowLCJNYXJnaW4iOnsiJGlkIjoiMTY2NSIsIlRvcCI6MC4wLCJMZWZ0IjowLjAsIlJpZ2h0IjowLjAsIkJvdHRvbSI6MC4wfSwiUGFkZGluZyI6eyIkaWQiOiIxNjY2IiwiVG9wIjowLjAsIkxlZnQiOjAuMCwiUmlnaHQiOjAuMCwiQm90dG9tIjowLjB9LCJCYWNrZ3JvdW5kIjp7IiRpZCI6IjE2NjciLCJDb2xvciI6eyIkaWQiOiIxNjY4IiwiQSI6MCwiUiI6MjU1LCJHIjoyNTUsIkIiOjI1NX19LCJJc1Zpc2libGUiOnRydWUsIldpZHRoIjowLjAsIkhlaWdodCI6MC4wLCJCb3JkZXJTdHlsZSI6eyIkaWQiOiIxNjY5IiwiTGluZUNvbG9yIjpudWxsLCJMaW5lV2VpZ2h0IjowLjAsIkxpbmVUeXBlIjowLCJQYXJlbnRTdHlsZSI6bnVsbH0sIlBhcmVudFN0eWxlIjpudWxsfSwiRGF0ZVN0eWxlIjp7IiRpZCI6IjE2NzAiLCJGb250U2V0dGluZ3MiOnsiJGlkIjoiMTY3MSIsIkZvbnRTaXplIjoxMCwiRm9udE5hbWUiOiJDYWxpYnJpIiwiSXNCb2xkIjpmYWxzZSwiSXNJdGFsaWMiOmZhbHNlLCJJc1VuZGVybGluZWQiOmZhbHNlLCJQYXJlbnRTdHlsZSI6bnVsbH0sIkF1dG9TaXplIjowLCJGb3JlZ3JvdW5kIjp7IiRpZCI6IjE2NzIiLCJDb2xvciI6eyIkaWQiOiIxNjcz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2NzQiLCJUb3AiOjAuMCwiTGVmdCI6MC4wLCJSaWdodCI6MC4wLCJCb3R0b20iOjAuMH0sIlBhZGRpbmciOnsiJGlkIjoiMTY3NSIsIlRvcCI6MC4wLCJMZWZ0IjowLjAsIlJpZ2h0IjowLjAsIkJvdHRvbSI6MC4wfSwiQmFja2dyb3VuZCI6eyIkaWQiOiIxNjc2IiwiQ29sb3IiOnsiJGlkIjoiMTY3NyIsIkEiOjAsIlIiOjI1NSwiRyI6MjU1LCJCIjoyNTV9fSwiSXNWaXNpYmxlIjp0cnVlLCJXaWR0aCI6MC4wLCJIZWlnaHQiOjAuMCwiQm9yZGVyU3R5bGUiOnsiJGlkIjoiMTY3OCIsIkxpbmVDb2xvciI6bnVsbCwiTGluZVdlaWdodCI6MC4wLCJMaW5lVHlwZSI6MCwiUGFyZW50U3R5bGUiOm51bGx9LCJQYXJlbnRTdHlsZSI6bnVsbH0sIkRhdGVGb3JtYXQiOnsiJGlkIjoiMTY3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jgwIiwiRm9ybWF0IjowLCJJc1Zpc2libGUiOmZhbHNlLCJMYXN0S25vd25WaXNpYmlsaXR5U3RhdGUiOmZhbHNlfSwiSXNWaXNpYmxlIjpmYWxzZSwiVmFyaWFuY2VTdHlsZSI6eyIkaWQiOiIxNjgxIiwiVGV4dFN0eWxlIjp7IiRpZCI6IjE2ODIiLCJGb250U2V0dGluZ3MiOnsiJGlkIjoiMTY4MyIsIkZvbnRTaXplIjoxMCwiRm9udE5hbWUiOiJDYWxpYnJpIiwiSXNCb2xkIjpmYWxzZSwiSXNJdGFsaWMiOmZhbHNlLCJJc1VuZGVybGluZWQiOmZhbHNlLCJQYXJlbnRTdHlsZSI6bnVsbH0sIkF1dG9TaXplIjowLCJGb3JlZ3JvdW5kIjp7IiRpZCI6IjE2ODQiLCJDb2xvciI6eyIkaWQiOiIxNjg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2ODYiLCJUb3AiOjAuMCwiTGVmdCI6MC4wLCJSaWdodCI6MC4wLCJCb3R0b20iOjAuMH0sIlBhZGRpbmciOnsiJGlkIjoiMTY4NyIsIlRvcCI6MC4wLCJMZWZ0IjowLjAsIlJpZ2h0IjowLjAsIkJvdHRvbSI6MC4wfSwiQmFja2dyb3VuZCI6eyIkaWQiOiIxNjg4IiwiQ29sb3IiOnsiJGlkIjoiMTY4OSIsIkEiOjI1NSwiUiI6MCwiRyI6MCwiQiI6MH19LCJJc1Zpc2libGUiOnRydWUsIldpZHRoIjowLjAsIkhlaWdodCI6MC4wLCJCb3JkZXJTdHlsZSI6eyIkaWQiOiIxNjkwIiwiTGluZUNvbG9yIjpudWxsLCJMaW5lV2VpZ2h0IjowLjAsIkxpbmVUeXBlIjowLCJQYXJlbnRTdHlsZSI6bnVsbH0sIlBhcmVudFN0eWxlIjpudWxsfSwiUGFyZW50U3R5bGUiOm51bGx9LCJQYXJlbnRTdHlsZSI6bnVsbH0sIkluZGV4Ijo1LCJTbWFydER1cmF0aW9uQWN0aXZhdGVkIjpmYWxzZSwiRGF0ZUZvcm1hdCI6eyIkcmVmIjoiMTY3OSJ9LCJXZWVrTnVtYmVyaW5nIjp7IiRpZCI6IjE2OTEiLCJGb3JtYXQiOjAsIklzVmlzaWJsZSI6ZmFsc2UsIkxhc3RLbm93blZpc2liaWxpdHlTdGF0ZSI6ZmFsc2V9LCJCYXNlbGluZURhdGEiOnsiJGlkIjoiMTY5MiIsIlN0YXJ0RGF0ZSI6IjIwMjUtMTEtMThUMDA6MDA6MDAiLCJFbmREYXRlIjoiMjAyNS0xMS0yN1QyMzo1OTowMCJ9LCJJZCI6ImI4MWFmOTNiLThlZDUtNDg1Zi05NzZhLTkwNTk2YjY4YzI2MiIsIkltcG9ydElkIjpudWxsLCJUaXRsZSI6IlNwcmludCA0IiwiTm90ZSI6bnVsbCwiSHlwZXJsaW5rIjp7IiRpZCI6IjE2OTMiLCJBZGRyZXNzIjoiIiwiU3ViQWRkcmVzcyI6IiJ9LCJJc0NoYW5nZWQiOmZhbHNlLCJJc05ldyI6ZmFsc2V9LHsiJGlkIjoiMTY5NCIsIkdyb3VwTmFtZSI6bnVsbCwiU3RhcnREYXRlIjoiMjAyNS0xMS0yN1QwMDowMDowMFoiLCJFbmREYXRlIjoiMjAyNS0xMi0wMlQyMzo1OTowMFoiLCJQZXJjZW50YWdlQ29tcGxldGUiOm51bGwsIlN0eWxlIjp7IiRpZCI6IjE2OTUiLCJTaGFwZSI6MywiU2hhcGVUaGlja25lc3MiOjAsIkR1cmF0aW9uRm9ybWF0IjowLCJJbmNsdWRlTm9uV29ya2luZ0RheXNJbkR1cmF0aW9uIjpmYWxzZSwiUGVyY2VudGFnZUNvbXBsZXRlU3R5bGUiOnsiJGlkIjoiMTY5NiIsIkZvbnRTZXR0aW5ncyI6eyIkaWQiOiIxNjk3IiwiRm9udFNpemUiOjEwLCJGb250TmFtZSI6IkNhbGlicmkiLCJJc0JvbGQiOmZhbHNlLCJJc0l0YWxpYyI6ZmFsc2UsIklzVW5kZXJsaW5lZCI6ZmFsc2UsIlBhcmVudFN0eWxlIjpudWxsfSwiQXV0b1NpemUiOjAsIkZvcmVncm91bmQiOnsiJGlkIjoiMTY5OCIsIkNvbG9yIjp7IiRpZCI6IjE2OTk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cwMCIsIlRvcCI6MC4wLCJMZWZ0IjowLjAsIlJpZ2h0IjowLjAsIkJvdHRvbSI6MC4wfSwiUGFkZGluZyI6eyIkaWQiOiIxNzAxIiwiVG9wIjowLjAsIkxlZnQiOjAuMCwiUmlnaHQiOjAuMCwiQm90dG9tIjowLjB9LCJCYWNrZ3JvdW5kIjp7IiRpZCI6IjE3MDIiLCJDb2xvciI6eyIkaWQiOiIxNzAzIiwiQSI6ODksIlIiOjAsIkciOjAsIkIiOjB9fSwiSXNWaXNpYmxlIjp0cnVlLCJXaWR0aCI6MC4wLCJIZWlnaHQiOjAuMCwiQm9yZGVyU3R5bGUiOnsiJGlkIjoiMTcwNCIsIkxpbmVDb2xvciI6bnVsbCwiTGluZVdlaWdodCI6MC4wLCJMaW5lVHlwZSI6MCwiUGFyZW50U3R5bGUiOm51bGx9LCJQYXJlbnRTdHlsZSI6bnVsbH0sIkR1cmF0aW9uU3R5bGUiOnsiJGlkIjoiMTcwNSIsIkZvbnRTZXR0aW5ncyI6eyIkaWQiOiIxNzA2IiwiRm9udFNpemUiOjEwLCJGb250TmFtZSI6IkNhbGlicmkiLCJJc0JvbGQiOmZhbHNlLCJJc0l0YWxpYyI6ZmFsc2UsIklzVW5kZXJsaW5lZCI6ZmFsc2UsIlBhcmVudFN0eWxlIjpudWxsfSwiQXV0b1NpemUiOjAsIkZvcmVncm91bmQiOnsiJGlkIjoiMTcwNyIsIkNvbG9yIjp7IiRpZCI6IjE3MDg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NzA5IiwiVG9wIjowLjAsIkxlZnQiOjAuMCwiUmlnaHQiOjAuMCwiQm90dG9tIjowLjB9LCJQYWRkaW5nIjp7IiRpZCI6IjE3MTAiLCJUb3AiOjAuMCwiTGVmdCI6MC4wLCJSaWdodCI6MC4wLCJCb3R0b20iOjAuMH0sIkJhY2tncm91bmQiOnsiJGlkIjoiMTcxMSIsIkNvbG9yIjp7IiRpZCI6IjE3MTIiLCJBIjoyNTUsIlIiOjIzNywiRyI6MTI1LCJCIjo0OX19LCJJc1Zpc2libGUiOnRydWUsIldpZHRoIjowLjAsIkhlaWdodCI6MC4wLCJCb3JkZXJTdHlsZSI6eyIkaWQiOiIxNzEzIiwiTGluZUNvbG9yIjpudWxsLCJMaW5lV2VpZ2h0IjowLjAsIkxpbmVUeXBlIjowLCJQYXJlbnRTdHlsZSI6bnVsbH0sIlBhcmVudFN0eWxlIjpudWxsfSwiSG9yaXpvbnRhbENvbm5lY3RvclN0eWxlIjp7IiRpZCI6IjE3MTQiLCJMaW5lQ29sb3IiOnsiJGlkIjoiMTcxNSIsIiR0eXBlIjoiTkxSRS5Db21tb24uRG9tLlNvbGlkQ29sb3JCcnVzaCwgTkxSRS5Db21tb24iLCJDb2xvciI6eyIkaWQiOiIxNzE2IiwiQSI6NTEsIlIiOjIxLCJHIjo5NiwiQiI6MTMwfX0sIkxpbmVXZWlnaHQiOjEuMCwiTGluZVR5cGUiOjAsIlBhcmVudFN0eWxlIjpudWxsfSwiVmVydGljYWxDb25uZWN0b3JTdHlsZSI6eyIkaWQiOiIxNzE3IiwiTGluZUNvbG9yIjp7IiRpZCI6IjE3MTgiLCIkdHlwZSI6Ik5MUkUuQ29tbW9uLkRvbS5Tb2xpZENvbG9yQnJ1c2gsIE5MUkUuQ29tbW9uIiwiQ29sb3IiOnsiJGlkIjoiMTcxOS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cyMCIsIlNoYXBlU3R5bGUiOnsiJGlkIjoiMTcyMSIsIk1hcmdpbiI6eyIkaWQiOiIxNzIyIiwiVG9wIjowLjAsIkxlZnQiOjAuMCwiUmlnaHQiOjAuMCwiQm90dG9tIjowLjB9LCJQYWRkaW5nIjp7IiRpZCI6IjE3MjMiLCJUb3AiOjAuMCwiTGVmdCI6MC4wLCJSaWdodCI6MC4wLCJCb3R0b20iOjAuMH0sIkJhY2tncm91bmQiOnsiJGlkIjoiMTcyNCIsIkNvbG9yIjp7IiRpZCI6IjE3MjUiLCJBIjoxNTMsIlIiOjAsIkciOjAsIkIiOjB9fSwiSXNWaXNpYmxlIjp0cnVlLCJXaWR0aCI6MC4wLCJIZWlnaHQiOjAuMCwiQm9yZGVyU3R5bGUiOm51bGwsIlBhcmVudFN0eWxlIjpudWxsfSwiTWFyZ2luIjp7IiRpZCI6IjE3MjYiLCJUb3AiOjAuMCwiTGVmdCI6MC4wLCJSaWdodCI6MC4wLCJCb3R0b20iOjAuMH0sIlBhZGRpbmciOnsiJGlkIjoiMTcyNyIsIlRvcCI6MC4wLCJMZWZ0IjowLjAsIlJpZ2h0IjowLjAsIkJvdHRvbSI6MC4wfSwiQmFja2dyb3VuZCI6bnVsbCwiSXNWaXNpYmxlIjp0cnVlLCJXaWR0aCI6MC4wLCJIZWlnaHQiOjAuMCwiQm9yZGVyU3R5bGUiOm51bGwsIlBhcmVudFN0eWxlIjpudWxsfSwiU2hhcGVTdHlsZSI6eyIkaWQiOiIxNzI4IiwiTWFyZ2luIjp7IiRpZCI6IjE3MjkiLCJUb3AiOjAuMCwiTGVmdCI6NC4wLCJSaWdodCI6NC4wLCJCb3R0b20iOjAuMH0sIlBhZGRpbmciOnsiJGlkIjoiMTczMCIsIlRvcCI6MC4wLCJMZWZ0IjowLjAsIlJpZ2h0IjowLjAsIkJvdHRvbSI6MC4wfSwiQmFja2dyb3VuZCI6eyIkaWQiOiIxNzMxIiwiQ29sb3IiOnsiJGlkIjoiMTczMiIsIkEiOjI1NSwiUiI6MjEsIkciOjk2LCJCIjoxMzB9fSwiSXNWaXNpYmxlIjp0cnVlLCJXaWR0aCI6MC4wLCJIZWlnaHQiOjEwLjAsIkJvcmRlclN0eWxlIjp7IiRpZCI6IjE3MzMiLCJMaW5lQ29sb3IiOnsiJGlkIjoiMTczNCIsIiR0eXBlIjoiTkxSRS5Db21tb24uRG9tLlNvbGlkQ29sb3JCcnVzaCwgTkxSRS5Db21tb24iLCJDb2xvciI6eyIkaWQiOiIxNzM1IiwiQSI6MjU1LCJSIjoyMzQsIkciOjIyLCJCIjozMH19LCJMaW5lV2VpZ2h0IjowLjAsIkxpbmVUeXBlIjowLCJQYXJlbnRTdHlsZSI6bnVsbH0sIlBhcmVudFN0eWxlIjpudWxsfSwiVGl0bGVTdHlsZSI6eyIkaWQiOiIxNzM2IiwiRm9udFNldHRpbmdzIjp7IiRpZCI6IjE3MzciLCJGb250U2l6ZSI6MTEsIkZvbnROYW1lIjoiQ2FsaWJyaSIsIklzQm9sZCI6ZmFsc2UsIklzSXRhbGljIjpmYWxzZSwiSXNVbmRlcmxpbmVkIjpmYWxzZSwiUGFyZW50U3R5bGUiOm51bGx9LCJBdXRvU2l6ZSI6MCwiRm9yZWdyb3VuZCI6eyIkaWQiOiIxNzM4IiwiQ29sb3IiOnsiJGlkIjoiMTczOS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NzQwIiwiVG9wIjowLjAsIkxlZnQiOjAuMCwiUmlnaHQiOjAuMCwiQm90dG9tIjowLjB9LCJQYWRkaW5nIjp7IiRpZCI6IjE3NDEiLCJUb3AiOjAuMCwiTGVmdCI6MC4wLCJSaWdodCI6MC4wLCJCb3R0b20iOjAuMH0sIkJhY2tncm91bmQiOnsiJGlkIjoiMTc0MiIsIkNvbG9yIjp7IiRpZCI6IjE3NDMiLCJBIjowLCJSIjoyNTUsIkciOjI1NSwiQiI6MjU1fX0sIklzVmlzaWJsZSI6dHJ1ZSwiV2lkdGgiOjAuMCwiSGVpZ2h0IjowLjAsIkJvcmRlclN0eWxlIjp7IiRpZCI6IjE3NDQiLCJMaW5lQ29sb3IiOm51bGwsIkxpbmVXZWlnaHQiOjAuMCwiTGluZVR5cGUiOjAsIlBhcmVudFN0eWxlIjpudWxsfSwiUGFyZW50U3R5bGUiOm51bGx9LCJEYXRlU3R5bGUiOnsiJGlkIjoiMTc0NSIsIkZvbnRTZXR0aW5ncyI6eyIkaWQiOiIxNzQ2IiwiRm9udFNpemUiOjEwLCJGb250TmFtZSI6IkNhbGlicmkiLCJJc0JvbGQiOmZhbHNlLCJJc0l0YWxpYyI6ZmFsc2UsIklzVW5kZXJsaW5lZCI6ZmFsc2UsIlBhcmVudFN0eWxlIjpudWxsfSwiQXV0b1NpemUiOjAsIkZvcmVncm91bmQiOnsiJGlkIjoiMTc0NyIsIkNvbG9yIjp7IiRpZCI6IjE3NDg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c0OSIsIlRvcCI6MC4wLCJMZWZ0IjowLjAsIlJpZ2h0IjowLjAsIkJvdHRvbSI6MC4wfSwiUGFkZGluZyI6eyIkaWQiOiIxNzUwIiwiVG9wIjowLjAsIkxlZnQiOjAuMCwiUmlnaHQiOjAuMCwiQm90dG9tIjowLjB9LCJCYWNrZ3JvdW5kIjp7IiRpZCI6IjE3NTEiLCJDb2xvciI6eyIkaWQiOiIxNzUyIiwiQSI6MCwiUiI6MjU1LCJHIjoyNTUsIkIiOjI1NX19LCJJc1Zpc2libGUiOnRydWUsIldpZHRoIjowLjAsIkhlaWdodCI6MC4wLCJCb3JkZXJTdHlsZSI6eyIkaWQiOiIxNzUzIiwiTGluZUNvbG9yIjpudWxsLCJMaW5lV2VpZ2h0IjowLjAsIkxpbmVUeXBlIjowLCJQYXJlbnRTdHlsZSI6bnVsbH0sIlBhcmVudFN0eWxlIjpudWxsfSwiRGF0ZUZvcm1hdCI6eyIkaWQiOiIxNzU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3NTUiLCJGb3JtYXQiOjAsIklzVmlzaWJsZSI6ZmFsc2UsIkxhc3RLbm93blZpc2liaWxpdHlTdGF0ZSI6ZmFsc2V9LCJJc1Zpc2libGUiOmZhbHNlLCJWYXJpYW5jZVN0eWxlIjp7IiRpZCI6IjE3NTYiLCJUZXh0U3R5bGUiOnsiJGlkIjoiMTc1NyIsIkZvbnRTZXR0aW5ncyI6eyIkaWQiOiIxNzU4IiwiRm9udFNpemUiOjEwLCJGb250TmFtZSI6IkNhbGlicmkiLCJJc0JvbGQiOmZhbHNlLCJJc0l0YWxpYyI6ZmFsc2UsIklzVW5kZXJsaW5lZCI6ZmFsc2UsIlBhcmVudFN0eWxlIjpudWxsfSwiQXV0b1NpemUiOjAsIkZvcmVncm91bmQiOnsiJGlkIjoiMTc1OSIsIkNvbG9yIjp7IiRpZCI6IjE3Nj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c2MSIsIlRvcCI6MC4wLCJMZWZ0IjowLjAsIlJpZ2h0IjowLjAsIkJvdHRvbSI6MC4wfSwiUGFkZGluZyI6eyIkaWQiOiIxNzYyIiwiVG9wIjowLjAsIkxlZnQiOjAuMCwiUmlnaHQiOjAuMCwiQm90dG9tIjowLjB9LCJCYWNrZ3JvdW5kIjp7IiRpZCI6IjE3NjMiLCJDb2xvciI6eyIkaWQiOiIxNzY0IiwiQSI6MjU1LCJSIjowLCJHIjowLCJCIjowfX0sIklzVmlzaWJsZSI6dHJ1ZSwiV2lkdGgiOjAuMCwiSGVpZ2h0IjowLjAsIkJvcmRlclN0eWxlIjp7IiRpZCI6IjE3NjUiLCJMaW5lQ29sb3IiOm51bGwsIkxpbmVXZWlnaHQiOjAuMCwiTGluZVR5cGUiOjAsIlBhcmVudFN0eWxlIjpudWxsfSwiUGFyZW50U3R5bGUiOm51bGx9LCJQYXJlbnRTdHlsZSI6bnVsbH0sIlBhcmVudFN0eWxlIjpudWxsfSwiSW5kZXgiOjYsIlNtYXJ0RHVyYXRpb25BY3RpdmF0ZWQiOmZhbHNlLCJEYXRlRm9ybWF0Ijp7IiRyZWYiOiIxNzU0In0sIldlZWtOdW1iZXJpbmciOnsiJGlkIjoiMTc2NiIsIkZvcm1hdCI6MCwiSXNWaXNpYmxlIjpmYWxzZSwiTGFzdEtub3duVmlzaWJpbGl0eVN0YXRlIjpmYWxzZX0sIkJhc2VsaW5lRGF0YSI6eyIkaWQiOiIxNzY3IiwiU3RhcnREYXRlIjoiMjAyNS0xMS0yN1QwMDowMDowMCIsIkVuZERhdGUiOiIyMDI1LTEyLTAyVDIzOjU5OjAwIn0sIklkIjoiZWMyZDAxZTMtYzEyOC00MjRhLTg1MTUtODkzMmIwNThmMmU3IiwiSW1wb3J0SWQiOm51bGwsIlRpdGxlIjoiU3ByaW50IDUiLCJOb3RlIjpudWxsLCJIeXBlcmxpbmsiOnsiJGlkIjoiMTc2OCIsIkFkZHJlc3MiOiIiLCJTdWJBZGRyZXNzIjoiIn0sIklzQ2hhbmdlZCI6ZmFsc2UsIklzTmV3IjpmYWxzZX0seyIkaWQiOiIxNzY5IiwiR3JvdXBOYW1lIjpudWxsLCJTdGFydERhdGUiOiIyMDI1LTExLTE4VDAwOjAwOjAwWiIsIkVuZERhdGUiOiIyMDI1LTEyLTA1VDIzOjU5OjAwWiIsIlBlcmNlbnRhZ2VDb21wbGV0ZSI6bnVsbCwiU3R5bGUiOnsiJGlkIjoiMTc3MCIsIlNoYXBlIjozLCJTaGFwZVRoaWNrbmVzcyI6MCwiRHVyYXRpb25Gb3JtYXQiOjAsIkluY2x1ZGVOb25Xb3JraW5nRGF5c0luRHVyYXRpb24iOmZhbHNlLCJQZXJjZW50YWdlQ29tcGxldGVTdHlsZSI6eyIkaWQiOiIxNzcxIiwiRm9udFNldHRpbmdzIjp7IiRpZCI6IjE3NzIiLCJGb250U2l6ZSI6MTAsIkZvbnROYW1lIjoiQ2FsaWJyaSIsIklzQm9sZCI6ZmFsc2UsIklzSXRhbGljIjpmYWxzZSwiSXNVbmRlcmxpbmVkIjpmYWxzZSwiUGFyZW50U3R5bGUiOm51bGx9LCJBdXRvU2l6ZSI6MCwiRm9yZWdyb3VuZCI6eyIkaWQiOiIxNzczIiwiQ29sb3IiOnsiJGlkIjoiMTc3NC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xNzc1IiwiVG9wIjowLjAsIkxlZnQiOjAuMCwiUmlnaHQiOjAuMCwiQm90dG9tIjowLjB9LCJQYWRkaW5nIjp7IiRpZCI6IjE3NzYiLCJUb3AiOjAuMCwiTGVmdCI6MC4wLCJSaWdodCI6MC4wLCJCb3R0b20iOjAuMH0sIkJhY2tncm91bmQiOnsiJGlkIjoiMTc3NyIsIkNvbG9yIjp7IiRpZCI6IjE3NzgiLCJBIjo4OSwiUiI6MCwiRyI6MCwiQiI6MH19LCJJc1Zpc2libGUiOnRydWUsIldpZHRoIjowLjAsIkhlaWdodCI6MC4wLCJCb3JkZXJTdHlsZSI6eyIkaWQiOiIxNzc5IiwiTGluZUNvbG9yIjpudWxsLCJMaW5lV2VpZ2h0IjowLjAsIkxpbmVUeXBlIjowLCJQYXJlbnRTdHlsZSI6bnVsbH0sIlBhcmVudFN0eWxlIjpudWxsfSwiRHVyYXRpb25TdHlsZSI6eyIkaWQiOiIxNzgwIiwiRm9udFNldHRpbmdzIjp7IiRpZCI6IjE3ODEiLCJGb250U2l6ZSI6MTAsIkZvbnROYW1lIjoiQ2FsaWJyaSIsIklzQm9sZCI6ZmFsc2UsIklzSXRhbGljIjpmYWxzZSwiSXNVbmRlcmxpbmVkIjpmYWxzZSwiUGFyZW50U3R5bGUiOm51bGx9LCJBdXRvU2l6ZSI6MCwiRm9yZWdyb3VuZCI6eyIkaWQiOiIxNzgyIiwiQ29sb3IiOnsiJGlkIjoiMTc4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3ODQiLCJUb3AiOjAuMCwiTGVmdCI6MC4wLCJSaWdodCI6MC4wLCJCb3R0b20iOjAuMH0sIlBhZGRpbmciOnsiJGlkIjoiMTc4NSIsIlRvcCI6MC4wLCJMZWZ0IjowLjAsIlJpZ2h0IjowLjAsIkJvdHRvbSI6MC4wfSwiQmFja2dyb3VuZCI6eyIkaWQiOiIxNzg2IiwiQ29sb3IiOnsiJGlkIjoiMTc4NyIsIkEiOjI1NSwiUiI6MjM3LCJHIjoxMjUsIkIiOjQ5fX0sIklzVmlzaWJsZSI6dHJ1ZSwiV2lkdGgiOjAuMCwiSGVpZ2h0IjowLjAsIkJvcmRlclN0eWxlIjp7IiRpZCI6IjE3ODgiLCJMaW5lQ29sb3IiOm51bGwsIkxpbmVXZWlnaHQiOjAuMCwiTGluZVR5cGUiOjAsIlBhcmVudFN0eWxlIjpudWxsfSwiUGFyZW50U3R5bGUiOm51bGx9LCJIb3Jpem9udGFsQ29ubmVjdG9yU3R5bGUiOnsiJGlkIjoiMTc4OSIsIkxpbmVDb2xvciI6eyIkaWQiOiIxNzkwIiwiJHR5cGUiOiJOTFJFLkNvbW1vbi5Eb20uU29saWRDb2xvckJydXNoLCBOTFJFLkNvbW1vbiIsIkNvbG9yIjp7IiRpZCI6IjE3OTEiLCJBIjo1MSwiUiI6MjEsIkciOjk2LCJCIjoxMzB9fSwiTGluZVdlaWdodCI6MS4wLCJMaW5lVHlwZSI6MCwiUGFyZW50U3R5bGUiOm51bGx9LCJWZXJ0aWNhbENvbm5lY3RvclN0eWxlIjp7IiRpZCI6IjE3OTIiLCJMaW5lQ29sb3IiOnsiJGlkIjoiMTc5MyIsIiR0eXBlIjoiTkxSRS5Db21tb24uRG9tLlNvbGlkQ29sb3JCcnVzaCwgTkxSRS5Db21tb24iLCJDb2xvciI6eyIkaWQiOiIxNzk0IiwiQSI6NTEsIlIiOjIxLCJHIjo5NiwiQiI6MTMwfX0sIkxpbmVXZWlnaHQiOjAuMCwiTGluZVR5cGUiOjAsIlBhcmVudFN0eWxlIjpudWxsfSwiTWFyZ2luIjpudWxsLCJTdGFydERhdGVQb3NpdGlvbiI6NCwiRW5kRGF0ZVBvc2l0aW9uIjo0LCJEYXRlSXNWaXNpYmxlIjp0cnVlLCJUaXRsZVBvc2l0aW9uIjozLCJEdXJhdGlvblBvc2l0aW9uIjo2LCJQZXJjZW50YWdlQ29tcGxldGVkUG9zaXRpb24iOjIsIlZhcmlhbmNlUG9zaXRpb24iOjYsIlNwYWNpbmciOjMsIklzQmVsb3dUaW1lYmFuZCI6dHJ1ZSwiUGVyY2VudGFnZUNvbXBsZXRlU2hhcGVPcGFjaXR5IjozNSwiQmFzZWxpbmVTdHlsZSI6eyIkaWQiOiIxNzk1IiwiU2hhcGVTdHlsZSI6eyIkaWQiOiIxNzk2IiwiTWFyZ2luIjp7IiRpZCI6IjE3OTciLCJUb3AiOjAuMCwiTGVmdCI6MC4wLCJSaWdodCI6MC4wLCJCb3R0b20iOjAuMH0sIlBhZGRpbmciOnsiJGlkIjoiMTc5OCIsIlRvcCI6MC4wLCJMZWZ0IjowLjAsIlJpZ2h0IjowLjAsIkJvdHRvbSI6MC4wfSwiQmFja2dyb3VuZCI6eyIkaWQiOiIxNzk5IiwiQ29sb3IiOnsiJGlkIjoiMTgwMCIsIkEiOjE1MywiUiI6MCwiRyI6MCwiQiI6MH19LCJJc1Zpc2libGUiOnRydWUsIldpZHRoIjowLjAsIkhlaWdodCI6MC4wLCJCb3JkZXJTdHlsZSI6bnVsbCwiUGFyZW50U3R5bGUiOm51bGx9LCJNYXJnaW4iOnsiJGlkIjoiMTgwMSIsIlRvcCI6MC4wLCJMZWZ0IjowLjAsIlJpZ2h0IjowLjAsIkJvdHRvbSI6MC4wfSwiUGFkZGluZyI6eyIkaWQiOiIxODAyIiwiVG9wIjowLjAsIkxlZnQiOjAuMCwiUmlnaHQiOjAuMCwiQm90dG9tIjowLjB9LCJCYWNrZ3JvdW5kIjpudWxsLCJJc1Zpc2libGUiOnRydWUsIldpZHRoIjowLjAsIkhlaWdodCI6MC4wLCJCb3JkZXJTdHlsZSI6bnVsbCwiUGFyZW50U3R5bGUiOm51bGx9LCJTaGFwZVN0eWxlIjp7IiRpZCI6IjE4MDMiLCJNYXJnaW4iOnsiJGlkIjoiMTgwNCIsIlRvcCI6MC4wLCJMZWZ0Ijo0LjAsIlJpZ2h0Ijo0LjAsIkJvdHRvbSI6MC4wfSwiUGFkZGluZyI6eyIkaWQiOiIxODA1IiwiVG9wIjowLjAsIkxlZnQiOjAuMCwiUmlnaHQiOjAuMCwiQm90dG9tIjowLjB9LCJCYWNrZ3JvdW5kIjp7IiRpZCI6IjE4MDYiLCJDb2xvciI6eyIkaWQiOiIxODA3IiwiQSI6MjU1LCJSIjoyNTQsIkciOjE4NiwiQiI6MTB9fSwiSXNWaXNpYmxlIjp0cnVlLCJXaWR0aCI6MC4wLCJIZWlnaHQiOjEwLjAsIkJvcmRlclN0eWxlIjp7IiRpZCI6IjE4MDgiLCJMaW5lQ29sb3IiOnsiJGlkIjoiMTgwOSIsIiR0eXBlIjoiTkxSRS5Db21tb24uRG9tLlNvbGlkQ29sb3JCcnVzaCwgTkxSRS5Db21tb24iLCJDb2xvciI6eyIkaWQiOiIxODEwIiwiQSI6MjU1LCJSIjoyMzQsIkciOjIyLCJCIjozMH19LCJMaW5lV2VpZ2h0IjowLjAsIkxpbmVUeXBlIjowLCJQYXJlbnRTdHlsZSI6bnVsbH0sIlBhcmVudFN0eWxlIjpudWxsfSwiVGl0bGVTdHlsZSI6eyIkaWQiOiIxODExIiwiRm9udFNldHRpbmdzIjp7IiRpZCI6IjE4MTIiLCJGb250U2l6ZSI6MTEsIkZvbnROYW1lIjoiQ2FsaWJyaSIsIklzQm9sZCI6ZmFsc2UsIklzSXRhbGljIjpmYWxzZSwiSXNVbmRlcmxpbmVkIjpmYWxzZSwiUGFyZW50U3R5bGUiOm51bGx9LCJBdXRvU2l6ZSI6MCwiRm9yZWdyb3VuZCI6eyIkaWQiOiIxODEzIiwiQ29sb3IiOnsiJGlkIjoiMTgx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ODE1IiwiVG9wIjowLjAsIkxlZnQiOjAuMCwiUmlnaHQiOjAuMCwiQm90dG9tIjowLjB9LCJQYWRkaW5nIjp7IiRpZCI6IjE4MTYiLCJUb3AiOjAuMCwiTGVmdCI6MC4wLCJSaWdodCI6MC4wLCJCb3R0b20iOjAuMH0sIkJhY2tncm91bmQiOnsiJGlkIjoiMTgxNyIsIkNvbG9yIjp7IiRpZCI6IjE4MTgiLCJBIjowLCJSIjoyNTUsIkciOjI1NSwiQiI6MjU1fX0sIklzVmlzaWJsZSI6dHJ1ZSwiV2lkdGgiOjAuMCwiSGVpZ2h0IjowLjAsIkJvcmRlclN0eWxlIjp7IiRpZCI6IjE4MTkiLCJMaW5lQ29sb3IiOm51bGwsIkxpbmVXZWlnaHQiOjAuMCwiTGluZVR5cGUiOjAsIlBhcmVudFN0eWxlIjpudWxsfSwiUGFyZW50U3R5bGUiOm51bGx9LCJEYXRlU3R5bGUiOnsiJGlkIjoiMTgyMCIsIkZvbnRTZXR0aW5ncyI6eyIkaWQiOiIxODIxIiwiRm9udFNpemUiOjEwLCJGb250TmFtZSI6IkNhbGlicmkiLCJJc0JvbGQiOmZhbHNlLCJJc0l0YWxpYyI6ZmFsc2UsIklzVW5kZXJsaW5lZCI6ZmFsc2UsIlBhcmVudFN0eWxlIjpudWxsfSwiQXV0b1NpemUiOjAsIkZvcmVncm91bmQiOnsiJGlkIjoiMTgyMiIsIkNvbG9yIjp7IiRpZCI6IjE4Mj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gyNCIsIlRvcCI6MC4wLCJMZWZ0IjowLjAsIlJpZ2h0IjowLjAsIkJvdHRvbSI6MC4wfSwiUGFkZGluZyI6eyIkaWQiOiIxODI1IiwiVG9wIjowLjAsIkxlZnQiOjAuMCwiUmlnaHQiOjAuMCwiQm90dG9tIjowLjB9LCJCYWNrZ3JvdW5kIjp7IiRpZCI6IjE4MjYiLCJDb2xvciI6eyIkaWQiOiIxODI3IiwiQSI6MCwiUiI6MjU1LCJHIjoyNTUsIkIiOjI1NX19LCJJc1Zpc2libGUiOnRydWUsIldpZHRoIjowLjAsIkhlaWdodCI6MC4wLCJCb3JkZXJTdHlsZSI6eyIkaWQiOiIxODI4IiwiTGluZUNvbG9yIjpudWxsLCJMaW5lV2VpZ2h0IjowLjAsIkxpbmVUeXBlIjowLCJQYXJlbnRTdHlsZSI6bnVsbH0sIlBhcmVudFN0eWxlIjpudWxsfSwiRGF0ZUZvcm1hdCI6eyIkaWQiOiIxODI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4MzAiLCJGb3JtYXQiOjAsIklzVmlzaWJsZSI6ZmFsc2UsIkxhc3RLbm93blZpc2liaWxpdHlTdGF0ZSI6ZmFsc2V9LCJJc1Zpc2libGUiOmZhbHNlLCJWYXJpYW5jZVN0eWxlIjp7IiRpZCI6IjE4MzEiLCJUZXh0U3R5bGUiOnsiJGlkIjoiMTgzMiIsIkZvbnRTZXR0aW5ncyI6eyIkaWQiOiIxODMzIiwiRm9udFNpemUiOjEwLCJGb250TmFtZSI6IkNhbGlicmkiLCJJc0JvbGQiOmZhbHNlLCJJc0l0YWxpYyI6ZmFsc2UsIklzVW5kZXJsaW5lZCI6ZmFsc2UsIlBhcmVudFN0eWxlIjpudWxsfSwiQXV0b1NpemUiOjAsIkZvcmVncm91bmQiOnsiJGlkIjoiMTgzNCIsIkNvbG9yIjp7IiRpZCI6IjE4Mz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gzNiIsIlRvcCI6MC4wLCJMZWZ0IjowLjAsIlJpZ2h0IjowLjAsIkJvdHRvbSI6MC4wfSwiUGFkZGluZyI6eyIkaWQiOiIxODM3IiwiVG9wIjowLjAsIkxlZnQiOjAuMCwiUmlnaHQiOjAuMCwiQm90dG9tIjowLjB9LCJCYWNrZ3JvdW5kIjp7IiRpZCI6IjE4MzgiLCJDb2xvciI6eyIkaWQiOiIxODM5IiwiQSI6MjU1LCJSIjowLCJHIjowLCJCIjowfX0sIklzVmlzaWJsZSI6dHJ1ZSwiV2lkdGgiOjAuMCwiSGVpZ2h0IjowLjAsIkJvcmRlclN0eWxlIjp7IiRpZCI6IjE4NDAiLCJMaW5lQ29sb3IiOm51bGwsIkxpbmVXZWlnaHQiOjAuMCwiTGluZVR5cGUiOjAsIlBhcmVudFN0eWxlIjpudWxsfSwiUGFyZW50U3R5bGUiOm51bGx9LCJQYXJlbnRTdHlsZSI6bnVsbH0sIlBhcmVudFN0eWxlIjpudWxsfSwiSW5kZXgiOjcsIlNtYXJ0RHVyYXRpb25BY3RpdmF0ZWQiOmZhbHNlLCJEYXRlRm9ybWF0Ijp7IiRyZWYiOiIxODI5In0sIldlZWtOdW1iZXJpbmciOnsiJGlkIjoiMTg0MSIsIkZvcm1hdCI6MCwiSXNWaXNpYmxlIjpmYWxzZSwiTGFzdEtub3duVmlzaWJpbGl0eVN0YXRlIjpmYWxzZX0sIkJhc2VsaW5lRGF0YSI6eyIkaWQiOiIxODQyIiwiU3RhcnREYXRlIjoiMjAyNS0xMS0xOFQwMDowMDowMCIsIkVuZERhdGUiOiIyMDI1LTEyLTA1VDIzOjU5OjAwIn0sIklkIjoiMWZlYmY0OTQtNWMwZC00NDVlLTliMDAtM2VhOGRhMGQ3NWM2IiwiSW1wb3J0SWQiOm51bGwsIlRpdGxlIjoiUHJ1ZWJhcyBmaW5hbGVzIiwiTm90ZSI6bnVsbCwiSHlwZXJsaW5rIjp7IiRpZCI6IjE4NDMiLCJBZGRyZXNzIjoiIiwiU3ViQWRkcmVzcyI6IiJ9LCJJc0NoYW5nZWQiOmZhbHNlLCJJc05ldyI6ZmFsc2V9LHsiJGlkIjoiMTg0NCIsIkdyb3VwTmFtZSI6bnVsbCwiU3RhcnREYXRlIjoiMjAyNS0xMS0xOFQwMDowMDowMFoiLCJFbmREYXRlIjoiMjAyNS0xMi0wNVQyMzo1OTowMFoiLCJQZXJjZW50YWdlQ29tcGxldGUiOm51bGwsIlN0eWxlIjp7IiRpZCI6IjE4NDUiLCJTaGFwZSI6MywiU2hhcGVUaGlja25lc3MiOjAsIkR1cmF0aW9uRm9ybWF0IjowLCJJbmNsdWRlTm9uV29ya2luZ0RheXNJbkR1cmF0aW9uIjpmYWxzZSwiUGVyY2VudGFnZUNvbXBsZXRlU3R5bGUiOnsiJGlkIjoiMTg0NiIsIkZvbnRTZXR0aW5ncyI6eyIkaWQiOiIxODQ3IiwiRm9udFNpemUiOjEwLCJGb250TmFtZSI6IkNhbGlicmkiLCJJc0JvbGQiOmZhbHNlLCJJc0l0YWxpYyI6ZmFsc2UsIklzVW5kZXJsaW5lZCI6ZmFsc2UsIlBhcmVudFN0eWxlIjpudWxsfSwiQXV0b1NpemUiOjAsIkZvcmVncm91bmQiOnsiJGlkIjoiMTg0OCIsIkNvbG9yIjp7IiRpZCI6IjE4NDk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g1MCIsIlRvcCI6MC4wLCJMZWZ0IjowLjAsIlJpZ2h0IjowLjAsIkJvdHRvbSI6MC4wfSwiUGFkZGluZyI6eyIkaWQiOiIxODUxIiwiVG9wIjowLjAsIkxlZnQiOjAuMCwiUmlnaHQiOjAuMCwiQm90dG9tIjowLjB9LCJCYWNrZ3JvdW5kIjp7IiRpZCI6IjE4NTIiLCJDb2xvciI6eyIkaWQiOiIxODUzIiwiQSI6ODksIlIiOjAsIkciOjAsIkIiOjB9fSwiSXNWaXNpYmxlIjp0cnVlLCJXaWR0aCI6MC4wLCJIZWlnaHQiOjAuMCwiQm9yZGVyU3R5bGUiOnsiJGlkIjoiMTg1NCIsIkxpbmVDb2xvciI6bnVsbCwiTGluZVdlaWdodCI6MC4wLCJMaW5lVHlwZSI6MCwiUGFyZW50U3R5bGUiOm51bGx9LCJQYXJlbnRTdHlsZSI6bnVsbH0sIkR1cmF0aW9uU3R5bGUiOnsiJGlkIjoiMTg1NSIsIkZvbnRTZXR0aW5ncyI6eyIkaWQiOiIxODU2IiwiRm9udFNpemUiOjEwLCJGb250TmFtZSI6IkNhbGlicmkiLCJJc0JvbGQiOmZhbHNlLCJJc0l0YWxpYyI6ZmFsc2UsIklzVW5kZXJsaW5lZCI6ZmFsc2UsIlBhcmVudFN0eWxlIjpudWxsfSwiQXV0b1NpemUiOjAsIkZvcmVncm91bmQiOnsiJGlkIjoiMTg1NyIsIkNvbG9yIjp7IiRpZCI6IjE4NTg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ODU5IiwiVG9wIjowLjAsIkxlZnQiOjAuMCwiUmlnaHQiOjAuMCwiQm90dG9tIjowLjB9LCJQYWRkaW5nIjp7IiRpZCI6IjE4NjAiLCJUb3AiOjAuMCwiTGVmdCI6MC4wLCJSaWdodCI6MC4wLCJCb3R0b20iOjAuMH0sIkJhY2tncm91bmQiOnsiJGlkIjoiMTg2MSIsIkNvbG9yIjp7IiRpZCI6IjE4NjIiLCJBIjoyNTUsIlIiOjIzNywiRyI6MTI1LCJCIjo0OX19LCJJc1Zpc2libGUiOnRydWUsIldpZHRoIjowLjAsIkhlaWdodCI6MC4wLCJCb3JkZXJTdHlsZSI6eyIkaWQiOiIxODYzIiwiTGluZUNvbG9yIjpudWxsLCJMaW5lV2VpZ2h0IjowLjAsIkxpbmVUeXBlIjowLCJQYXJlbnRTdHlsZSI6bnVsbH0sIlBhcmVudFN0eWxlIjpudWxsfSwiSG9yaXpvbnRhbENvbm5lY3RvclN0eWxlIjp7IiRpZCI6IjE4NjQiLCJMaW5lQ29sb3IiOnsiJGlkIjoiMTg2NSIsIiR0eXBlIjoiTkxSRS5Db21tb24uRG9tLlNvbGlkQ29sb3JCcnVzaCwgTkxSRS5Db21tb24iLCJDb2xvciI6eyIkaWQiOiIxODY2IiwiQSI6NTEsIlIiOjIxLCJHIjo5NiwiQiI6MTMwfX0sIkxpbmVXZWlnaHQiOjEuMCwiTGluZVR5cGUiOjAsIlBhcmVudFN0eWxlIjpudWxsfSwiVmVydGljYWxDb25uZWN0b3JTdHlsZSI6eyIkaWQiOiIxODY3IiwiTGluZUNvbG9yIjp7IiRpZCI6IjE4NjgiLCIkdHlwZSI6Ik5MUkUuQ29tbW9uLkRvbS5Tb2xpZENvbG9yQnJ1c2gsIE5MUkUuQ29tbW9uIiwiQ29sb3IiOnsiJGlkIjoiMTg2OS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g3MCIsIlNoYXBlU3R5bGUiOnsiJGlkIjoiMTg3MSIsIk1hcmdpbiI6eyIkaWQiOiIxODcyIiwiVG9wIjowLjAsIkxlZnQiOjAuMCwiUmlnaHQiOjAuMCwiQm90dG9tIjowLjB9LCJQYWRkaW5nIjp7IiRpZCI6IjE4NzMiLCJUb3AiOjAuMCwiTGVmdCI6MC4wLCJSaWdodCI6MC4wLCJCb3R0b20iOjAuMH0sIkJhY2tncm91bmQiOnsiJGlkIjoiMTg3NCIsIkNvbG9yIjp7IiRpZCI6IjE4NzUiLCJBIjoxNTMsIlIiOjAsIkciOjAsIkIiOjB9fSwiSXNWaXNpYmxlIjp0cnVlLCJXaWR0aCI6MC4wLCJIZWlnaHQiOjAuMCwiQm9yZGVyU3R5bGUiOm51bGwsIlBhcmVudFN0eWxlIjpudWxsfSwiTWFyZ2luIjp7IiRpZCI6IjE4NzYiLCJUb3AiOjAuMCwiTGVmdCI6MC4wLCJSaWdodCI6MC4wLCJCb3R0b20iOjAuMH0sIlBhZGRpbmciOnsiJGlkIjoiMTg3NyIsIlRvcCI6MC4wLCJMZWZ0IjowLjAsIlJpZ2h0IjowLjAsIkJvdHRvbSI6MC4wfSwiQmFja2dyb3VuZCI6bnVsbCwiSXNWaXNpYmxlIjp0cnVlLCJXaWR0aCI6MC4wLCJIZWlnaHQiOjAuMCwiQm9yZGVyU3R5bGUiOm51bGwsIlBhcmVudFN0eWxlIjpudWxsfSwiU2hhcGVTdHlsZSI6eyIkaWQiOiIxODc4IiwiTWFyZ2luIjp7IiRpZCI6IjE4NzkiLCJUb3AiOjAuMCwiTGVmdCI6NC4wLCJSaWdodCI6NC4wLCJCb3R0b20iOjAuMH0sIlBhZGRpbmciOnsiJGlkIjoiMTg4MCIsIlRvcCI6MC4wLCJMZWZ0IjowLjAsIlJpZ2h0IjowLjAsIkJvdHRvbSI6MC4wfSwiQmFja2dyb3VuZCI6eyIkaWQiOiIxODgxIiwiQ29sb3IiOnsiJGlkIjoiMTg4MiIsIkEiOjI1NSwiUiI6MTUsIkciOjE1OCwiQiI6MjEzfX0sIklzVmlzaWJsZSI6dHJ1ZSwiV2lkdGgiOjAuMCwiSGVpZ2h0IjoxMC4wLCJCb3JkZXJTdHlsZSI6eyIkaWQiOiIxODgzIiwiTGluZUNvbG9yIjp7IiRpZCI6IjE4ODQiLCIkdHlwZSI6Ik5MUkUuQ29tbW9uLkRvbS5Tb2xpZENvbG9yQnJ1c2gsIE5MUkUuQ29tbW9uIiwiQ29sb3IiOnsiJGlkIjoiMTg4NSIsIkEiOjI1NSwiUiI6MjM0LCJHIjoyMiwiQiI6MzB9fSwiTGluZVdlaWdodCI6MC4wLCJMaW5lVHlwZSI6MCwiUGFyZW50U3R5bGUiOm51bGx9LCJQYXJlbnRTdHlsZSI6bnVsbH0sIlRpdGxlU3R5bGUiOnsiJGlkIjoiMTg4NiIsIkZvbnRTZXR0aW5ncyI6eyIkaWQiOiIxODg3IiwiRm9udFNpemUiOjExLCJGb250TmFtZSI6IkNhbGlicmkiLCJJc0JvbGQiOmZhbHNlLCJJc0l0YWxpYyI6ZmFsc2UsIklzVW5kZXJsaW5lZCI6ZmFsc2UsIlBhcmVudFN0eWxlIjpudWxsfSwiQXV0b1NpemUiOjAsIkZvcmVncm91bmQiOnsiJGlkIjoiMTg4OCIsIkNvbG9yIjp7IiRpZCI6IjE4ODkiLCJBIjoyNTUsIlIiOjAsIkciOjAsIkIiOjB9fSwiTWF4V2lkdGgiOjcyMC4wLCJNYXhIZWlnaHQiOiJJbmZpbml0eSIsIlNtYXJ0Rm9yZWdyb3VuZElzQWN0aXZlIjpmYWxzZSwiSG9yaXpvbnRhbEFsaWdubWVudCI6MiwiVmVydGljYWxBbGlnbm1lbnQiOjEsIlNtYXJ0Rm9yZWdyb3VuZCI6bnVsbCwiQmFja2dyb3VuZEZpbGxUeXBlIjowLCJNYXJnaW4iOnsiJGlkIjoiMTg5MCIsIlRvcCI6MC4wLCJMZWZ0IjowLjAsIlJpZ2h0IjowLjAsIkJvdHRvbSI6MC4wfSwiUGFkZGluZyI6eyIkaWQiOiIxODkxIiwiVG9wIjowLjAsIkxlZnQiOjAuMCwiUmlnaHQiOjAuMCwiQm90dG9tIjowLjB9LCJCYWNrZ3JvdW5kIjp7IiRpZCI6IjE4OTIiLCJDb2xvciI6eyIkaWQiOiIxODkzIiwiQSI6MCwiUiI6MjU1LCJHIjoyNTUsIkIiOjI1NX19LCJJc1Zpc2libGUiOnRydWUsIldpZHRoIjowLjAsIkhlaWdodCI6MC4wLCJCb3JkZXJTdHlsZSI6eyIkaWQiOiIxODk0IiwiTGluZUNvbG9yIjpudWxsLCJMaW5lV2VpZ2h0IjowLjAsIkxpbmVUeXBlIjowLCJQYXJlbnRTdHlsZSI6bnVsbH0sIlBhcmVudFN0eWxlIjpudWxsfSwiRGF0ZVN0eWxlIjp7IiRpZCI6IjE4OTUiLCJGb250U2V0dGluZ3MiOnsiJGlkIjoiMTg5NiIsIkZvbnRTaXplIjoxMCwiRm9udE5hbWUiOiJDYWxpYnJpIiwiSXNCb2xkIjpmYWxzZSwiSXNJdGFsaWMiOmZhbHNlLCJJc1VuZGVybGluZWQiOmZhbHNlLCJQYXJlbnRTdHlsZSI6bnVsbH0sIkF1dG9TaXplIjowLCJGb3JlZ3JvdW5kIjp7IiRpZCI6IjE4OTciLCJDb2xvciI6eyIkaWQiOiIxODk4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4OTkiLCJUb3AiOjAuMCwiTGVmdCI6MC4wLCJSaWdodCI6MC4wLCJCb3R0b20iOjAuMH0sIlBhZGRpbmciOnsiJGlkIjoiMTkwMCIsIlRvcCI6MC4wLCJMZWZ0IjowLjAsIlJpZ2h0IjowLjAsIkJvdHRvbSI6MC4wfSwiQmFja2dyb3VuZCI6eyIkaWQiOiIxOTAxIiwiQ29sb3IiOnsiJGlkIjoiMTkwMiIsIkEiOjAsIlIiOjI1NSwiRyI6MjU1LCJCIjoyNTV9fSwiSXNWaXNpYmxlIjp0cnVlLCJXaWR0aCI6MC4wLCJIZWlnaHQiOjAuMCwiQm9yZGVyU3R5bGUiOnsiJGlkIjoiMTkwMyIsIkxpbmVDb2xvciI6bnVsbCwiTGluZVdlaWdodCI6MC4wLCJMaW5lVHlwZSI6MCwiUGFyZW50U3R5bGUiOm51bGx9LCJQYXJlbnRTdHlsZSI6bnVsbH0sIkRhdGVGb3JtYXQiOnsiJGlkIjoiMTkw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TA1IiwiRm9ybWF0IjowLCJJc1Zpc2libGUiOmZhbHNlLCJMYXN0S25vd25WaXNpYmlsaXR5U3RhdGUiOmZhbHNlfSwiSXNWaXNpYmxlIjpmYWxzZSwiVmFyaWFuY2VTdHlsZSI6eyIkaWQiOiIxOTA2IiwiVGV4dFN0eWxlIjp7IiRpZCI6IjE5MDciLCJGb250U2V0dGluZ3MiOnsiJGlkIjoiMTkwOCIsIkZvbnRTaXplIjoxMCwiRm9udE5hbWUiOiJDYWxpYnJpIiwiSXNCb2xkIjpmYWxzZSwiSXNJdGFsaWMiOmZhbHNlLCJJc1VuZGVybGluZWQiOmZhbHNlLCJQYXJlbnRTdHlsZSI6bnVsbH0sIkF1dG9TaXplIjowLCJGb3JlZ3JvdW5kIjp7IiRpZCI6IjE5MDkiLCJDb2xvciI6eyIkaWQiOiIxOTE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5MTEiLCJUb3AiOjAuMCwiTGVmdCI6MC4wLCJSaWdodCI6MC4wLCJCb3R0b20iOjAuMH0sIlBhZGRpbmciOnsiJGlkIjoiMTkxMiIsIlRvcCI6MC4wLCJMZWZ0IjowLjAsIlJpZ2h0IjowLjAsIkJvdHRvbSI6MC4wfSwiQmFja2dyb3VuZCI6eyIkaWQiOiIxOTEzIiwiQ29sb3IiOnsiJGlkIjoiMTkxNCIsIkEiOjI1NSwiUiI6MCwiRyI6MCwiQiI6MH19LCJJc1Zpc2libGUiOnRydWUsIldpZHRoIjowLjAsIkhlaWdodCI6MC4wLCJCb3JkZXJTdHlsZSI6eyIkaWQiOiIxOTE1IiwiTGluZUNvbG9yIjpudWxsLCJMaW5lV2VpZ2h0IjowLjAsIkxpbmVUeXBlIjowLCJQYXJlbnRTdHlsZSI6bnVsbH0sIlBhcmVudFN0eWxlIjpudWxsfSwiUGFyZW50U3R5bGUiOm51bGx9LCJQYXJlbnRTdHlsZSI6bnVsbH0sIkluZGV4Ijo4LCJTbWFydER1cmF0aW9uQWN0aXZhdGVkIjpmYWxzZSwiRGF0ZUZvcm1hdCI6eyIkcmVmIjoiMTkwNCJ9LCJXZWVrTnVtYmVyaW5nIjp7IiRpZCI6IjE5MTYiLCJGb3JtYXQiOjAsIklzVmlzaWJsZSI6ZmFsc2UsIkxhc3RLbm93blZpc2liaWxpdHlTdGF0ZSI6ZmFsc2V9LCJCYXNlbGluZURhdGEiOnsiJGlkIjoiMTkxNyIsIlN0YXJ0RGF0ZSI6IjIwMjUtMTEtMThUMDA6MDA6MDAiLCJFbmREYXRlIjoiMjAyNS0xMi0wNVQyMzo1OTowMCJ9LCJJZCI6ImQ4YzYyZTU4LWIzZTktNDZlNS05NmUwLTBiODg5OGMyYWFlYyIsIkltcG9ydElkIjpudWxsLCJUaXRsZSI6IkRvY3VtZW50YWNpw7NuIFTDqWNuaWNhIiwiTm90ZSI6bnVsbCwiSHlwZXJsaW5rIjp7IiRpZCI6IjE5MTgiLCJBZGRyZXNzIjoiIiwiU3ViQWRkcmVzcyI6IiJ9LCJJc0NoYW5nZWQiOmZhbHNlLCJJc05ldyI6ZmFsc2V9LHsiJGlkIjoiMTkxOSIsIkdyb3VwTmFtZSI6bnVsbCwiU3RhcnREYXRlIjoiMjAyNS0xMS0yMVQwMDowMDowMFoiLCJFbmREYXRlIjoiMjAyNS0xMS0yMlQyMzo1OTowMFoiLCJQZXJjZW50YWdlQ29tcGxldGUiOm51bGwsIlN0eWxlIjp7IiRpZCI6IjE5MjAiLCJTaGFwZSI6MSwiU2hhcGVUaGlja25lc3MiOjAsIkR1cmF0aW9uRm9ybWF0IjowLCJJbmNsdWRlTm9uV29ya2luZ0RheXNJbkR1cmF0aW9uIjpmYWxzZSwiUGVyY2VudGFnZUNvbXBsZXRlU3R5bGUiOnsiJGlkIjoiMTkyMSIsIkZvbnRTZXR0aW5ncyI6eyIkaWQiOiIxOTIyIiwiRm9udFNpemUiOjEwLCJGb250TmFtZSI6IkNhbGlicmkiLCJJc0JvbGQiOmZhbHNlLCJJc0l0YWxpYyI6ZmFsc2UsIklzVW5kZXJsaW5lZCI6ZmFsc2UsIlBhcmVudFN0eWxlIjpudWxsfSwiQXV0b1NpemUiOjAsIkZvcmVncm91bmQiOnsiJGlkIjoiMTkyMyIsIkNvbG9yIjp7IiRpZCI6IjE5Mj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kyNSIsIlRvcCI6MC4wLCJMZWZ0IjowLjAsIlJpZ2h0IjowLjAsIkJvdHRvbSI6MC4wfSwiUGFkZGluZyI6eyIkaWQiOiIxOTI2IiwiVG9wIjowLjAsIkxlZnQiOjAuMCwiUmlnaHQiOjAuMCwiQm90dG9tIjowLjB9LCJCYWNrZ3JvdW5kIjp7IiRpZCI6IjE5MjciLCJDb2xvciI6eyIkaWQiOiIxOTI4IiwiQSI6ODksIlIiOjAsIkciOjAsIkIiOjB9fSwiSXNWaXNpYmxlIjp0cnVlLCJXaWR0aCI6MC4wLCJIZWlnaHQiOjAuMCwiQm9yZGVyU3R5bGUiOnsiJGlkIjoiMTkyOSIsIkxpbmVDb2xvciI6bnVsbCwiTGluZVdlaWdodCI6MC4wLCJMaW5lVHlwZSI6MCwiUGFyZW50U3R5bGUiOm51bGx9LCJQYXJlbnRTdHlsZSI6bnVsbH0sIkR1cmF0aW9uU3R5bGUiOnsiJGlkIjoiMTkzMCIsIkZvbnRTZXR0aW5ncyI6eyIkaWQiOiIxOTMxIiwiRm9udFNpemUiOjEwLCJGb250TmFtZSI6IkNhbGlicmkiLCJJc0JvbGQiOmZhbHNlLCJJc0l0YWxpYyI6ZmFsc2UsIklzVW5kZXJsaW5lZCI6ZmFsc2UsIlBhcmVudFN0eWxlIjpudWxsfSwiQXV0b1NpemUiOjAsIkZvcmVncm91bmQiOnsiJGlkIjoiMTkzMiIsIkNvbG9yIjp7IiRpZCI6IjE5Mz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OTM0IiwiVG9wIjowLjAsIkxlZnQiOjAuMCwiUmlnaHQiOjAuMCwiQm90dG9tIjowLjB9LCJQYWRkaW5nIjp7IiRpZCI6IjE5MzUiLCJUb3AiOjAuMCwiTGVmdCI6MC4wLCJSaWdodCI6MC4wLCJCb3R0b20iOjAuMH0sIkJhY2tncm91bmQiOnsiJGlkIjoiMTkzNiIsIkNvbG9yIjp7IiRpZCI6IjE5MzciLCJBIjoyNTUsIlIiOjIzNywiRyI6MTI1LCJCIjo0OX19LCJJc1Zpc2libGUiOnRydWUsIldpZHRoIjowLjAsIkhlaWdodCI6MC4wLCJCb3JkZXJTdHlsZSI6eyIkaWQiOiIxOTM4IiwiTGluZUNvbG9yIjpudWxsLCJMaW5lV2VpZ2h0IjowLjAsIkxpbmVUeXBlIjowLCJQYXJlbnRTdHlsZSI6bnVsbH0sIlBhcmVudFN0eWxlIjpudWxsfSwiSG9yaXpvbnRhbENvbm5lY3RvclN0eWxlIjp7IiRpZCI6IjE5MzkiLCJMaW5lQ29sb3IiOnsiJGlkIjoiMTk0MCIsIiR0eXBlIjoiTkxSRS5Db21tb24uRG9tLlNvbGlkQ29sb3JCcnVzaCwgTkxSRS5Db21tb24iLCJDb2xvciI6eyIkaWQiOiIxOTQxIiwiQSI6NTEsIlIiOjIxLCJHIjo5NiwiQiI6MTMwfX0sIkxpbmVXZWlnaHQiOjEuMCwiTGluZVR5cGUiOjAsIlBhcmVudFN0eWxlIjpudWxsfSwiVmVydGljYWxDb25uZWN0b3JTdHlsZSI6eyIkaWQiOiIxOTQyIiwiTGluZUNvbG9yIjp7IiRpZCI6IjE5NDMiLCIkdHlwZSI6Ik5MUkUuQ29tbW9uLkRvbS5Tb2xpZENvbG9yQnJ1c2gsIE5MUkUuQ29tbW9uIiwiQ29sb3IiOnsiJGlkIjoiMTk0NC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k0NSIsIlNoYXBlU3R5bGUiOnsiJGlkIjoiMTk0NiIsIk1hcmdpbiI6eyIkaWQiOiIxOTQ3IiwiVG9wIjowLjAsIkxlZnQiOjAuMCwiUmlnaHQiOjAuMCwiQm90dG9tIjowLjB9LCJQYWRkaW5nIjp7IiRpZCI6IjE5NDgiLCJUb3AiOjAuMCwiTGVmdCI6MC4wLCJSaWdodCI6MC4wLCJCb3R0b20iOjAuMH0sIkJhY2tncm91bmQiOnsiJGlkIjoiMTk0OSIsIkNvbG9yIjp7IiRpZCI6IjE5NTAiLCJBIjoxNTMsIlIiOjAsIkciOjAsIkIiOjB9fSwiSXNWaXNpYmxlIjp0cnVlLCJXaWR0aCI6MC4wLCJIZWlnaHQiOjAuMCwiQm9yZGVyU3R5bGUiOm51bGwsIlBhcmVudFN0eWxlIjpudWxsfSwiTWFyZ2luIjp7IiRpZCI6IjE5NTEiLCJUb3AiOjAuMCwiTGVmdCI6MC4wLCJSaWdodCI6MC4wLCJCb3R0b20iOjAuMH0sIlBhZGRpbmciOnsiJGlkIjoiMTk1MiIsIlRvcCI6MC4wLCJMZWZ0IjowLjAsIlJpZ2h0IjowLjAsIkJvdHRvbSI6MC4wfSwiQmFja2dyb3VuZCI6bnVsbCwiSXNWaXNpYmxlIjp0cnVlLCJXaWR0aCI6MC4wLCJIZWlnaHQiOjAuMCwiQm9yZGVyU3R5bGUiOm51bGwsIlBhcmVudFN0eWxlIjpudWxsfSwiU2hhcGVTdHlsZSI6eyIkaWQiOiIxOTUzIiwiTWFyZ2luIjp7IiRpZCI6IjE5NTQiLCJUb3AiOjAuMCwiTGVmdCI6NC4wLCJSaWdodCI6NC4wLCJCb3R0b20iOjAuMH0sIlBhZGRpbmciOnsiJGlkIjoiMTk1NSIsIlRvcCI6MC4wLCJMZWZ0IjowLjAsIlJpZ2h0IjowLjAsIkJvdHRvbSI6MC4wfSwiQmFja2dyb3VuZCI6eyIkaWQiOiIxOTU2IiwiQ29sb3IiOnsiJGlkIjoiMTk1NyIsIkEiOjI1NSwiUiI6NzgsIkciOjE2NywiQiI6NDZ9fSwiSXNWaXNpYmxlIjp0cnVlLCJXaWR0aCI6MC4wLCJIZWlnaHQiOjEwLjAsIkJvcmRlclN0eWxlIjp7IiRpZCI6IjE5NTgiLCJMaW5lQ29sb3IiOnsiJGlkIjoiMTk1OSIsIiR0eXBlIjoiTkxSRS5Db21tb24uRG9tLlNvbGlkQ29sb3JCcnVzaCwgTkxSRS5Db21tb24iLCJDb2xvciI6eyIkaWQiOiIxOTYwIiwiQSI6MjU1LCJSIjoyMzQsIkciOjIyLCJCIjozMH19LCJMaW5lV2VpZ2h0IjowLjAsIkxpbmVUeXBlIjowLCJQYXJlbnRTdHlsZSI6bnVsbH0sIlBhcmVudFN0eWxlIjpudWxsfSwiVGl0bGVTdHlsZSI6eyIkaWQiOiIxOTYxIiwiRm9udFNldHRpbmdzIjp7IiRpZCI6IjE5NjIiLCJGb250U2l6ZSI6MTEsIkZvbnROYW1lIjoiQ2FsaWJyaSIsIklzQm9sZCI6ZmFsc2UsIklzSXRhbGljIjpmYWxzZSwiSXNVbmRlcmxpbmVkIjpmYWxzZSwiUGFyZW50U3R5bGUiOm51bGx9LCJBdXRvU2l6ZSI6MCwiRm9yZWdyb3VuZCI6eyIkaWQiOiIxOTYzIiwiQ29sb3IiOnsiJGlkIjoiMTk2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OTY1IiwiVG9wIjowLjAsIkxlZnQiOjAuMCwiUmlnaHQiOjAuMCwiQm90dG9tIjowLjB9LCJQYWRkaW5nIjp7IiRpZCI6IjE5NjYiLCJUb3AiOjAuMCwiTGVmdCI6MC4wLCJSaWdodCI6MC4wLCJCb3R0b20iOjAuMH0sIkJhY2tncm91bmQiOnsiJGlkIjoiMTk2NyIsIkNvbG9yIjp7IiRpZCI6IjE5NjgiLCJBIjowLCJSIjoyNTUsIkciOjI1NSwiQiI6MjU1fX0sIklzVmlzaWJsZSI6dHJ1ZSwiV2lkdGgiOjAuMCwiSGVpZ2h0IjowLjAsIkJvcmRlclN0eWxlIjp7IiRpZCI6IjE5NjkiLCJMaW5lQ29sb3IiOm51bGwsIkxpbmVXZWlnaHQiOjAuMCwiTGluZVR5cGUiOjAsIlBhcmVudFN0eWxlIjpudWxsfSwiUGFyZW50U3R5bGUiOm51bGx9LCJEYXRlU3R5bGUiOnsiJGlkIjoiMTk3MCIsIkZvbnRTZXR0aW5ncyI6eyIkaWQiOiIxOTcxIiwiRm9udFNpemUiOjEwLCJGb250TmFtZSI6IkNhbGlicmkiLCJJc0JvbGQiOmZhbHNlLCJJc0l0YWxpYyI6ZmFsc2UsIklzVW5kZXJsaW5lZCI6ZmFsc2UsIlBhcmVudFN0eWxlIjpudWxsfSwiQXV0b1NpemUiOjAsIkZvcmVncm91bmQiOnsiJGlkIjoiMTk3MiIsIkNvbG9yIjp7IiRpZCI6IjE5Nz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k3NCIsIlRvcCI6MC4wLCJMZWZ0IjowLjAsIlJpZ2h0IjowLjAsIkJvdHRvbSI6MC4wfSwiUGFkZGluZyI6eyIkaWQiOiIxOTc1IiwiVG9wIjowLjAsIkxlZnQiOjAuMCwiUmlnaHQiOjAuMCwiQm90dG9tIjowLjB9LCJCYWNrZ3JvdW5kIjp7IiRpZCI6IjE5NzYiLCJDb2xvciI6eyIkaWQiOiIxOTc3IiwiQSI6MCwiUiI6MjU1LCJHIjoyNTUsIkIiOjI1NX19LCJJc1Zpc2libGUiOnRydWUsIldpZHRoIjowLjAsIkhlaWdodCI6MC4wLCJCb3JkZXJTdHlsZSI6eyIkaWQiOiIxOTc4IiwiTGluZUNvbG9yIjpudWxsLCJMaW5lV2VpZ2h0IjowLjAsIkxpbmVUeXBlIjowLCJQYXJlbnRTdHlsZSI6bnVsbH0sIlBhcmVudFN0eWxlIjpudWxsfSwiRGF0ZUZvcm1hdCI6eyIkaWQiOiIxOTc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5ODAiLCJGb3JtYXQiOjAsIklzVmlzaWJsZSI6ZmFsc2UsIkxhc3RLbm93blZpc2liaWxpdHlTdGF0ZSI6ZmFsc2V9LCJJc1Zpc2libGUiOmZhbHNlLCJWYXJpYW5jZVN0eWxlIjp7IiRpZCI6IjE5ODEiLCJUZXh0U3R5bGUiOnsiJGlkIjoiMTk4MiIsIkZvbnRTZXR0aW5ncyI6eyIkaWQiOiIxOTgzIiwiRm9udFNpemUiOjEwLCJGb250TmFtZSI6IkNhbGlicmkiLCJJc0JvbGQiOmZhbHNlLCJJc0l0YWxpYyI6ZmFsc2UsIklzVW5kZXJsaW5lZCI6ZmFsc2UsIlBhcmVudFN0eWxlIjpudWxsfSwiQXV0b1NpemUiOjAsIkZvcmVncm91bmQiOnsiJGlkIjoiMTk4NCIsIkNvbG9yIjp7IiRpZCI6IjE5OD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k4NiIsIlRvcCI6MC4wLCJMZWZ0IjowLjAsIlJpZ2h0IjowLjAsIkJvdHRvbSI6MC4wfSwiUGFkZGluZyI6eyIkaWQiOiIxOTg3IiwiVG9wIjowLjAsIkxlZnQiOjAuMCwiUmlnaHQiOjAuMCwiQm90dG9tIjowLjB9LCJCYWNrZ3JvdW5kIjp7IiRpZCI6IjE5ODgiLCJDb2xvciI6eyIkaWQiOiIxOTg5IiwiQSI6MjU1LCJSIjowLCJHIjowLCJCIjowfX0sIklzVmlzaWJsZSI6dHJ1ZSwiV2lkdGgiOjAuMCwiSGVpZ2h0IjowLjAsIkJvcmRlclN0eWxlIjp7IiRpZCI6IjE5OTAiLCJMaW5lQ29sb3IiOm51bGwsIkxpbmVXZWlnaHQiOjAuMCwiTGluZVR5cGUiOjAsIlBhcmVudFN0eWxlIjpudWxsfSwiUGFyZW50U3R5bGUiOm51bGx9LCJQYXJlbnRTdHlsZSI6bnVsbH0sIlBhcmVudFN0eWxlIjpudWxsfSwiSW5kZXgiOjksIlNtYXJ0RHVyYXRpb25BY3RpdmF0ZWQiOmZhbHNlLCJEYXRlRm9ybWF0Ijp7IiRyZWYiOiIxOTc5In0sIldlZWtOdW1iZXJpbmciOnsiJGlkIjoiMTk5MSIsIkZvcm1hdCI6MCwiSXNWaXNpYmxlIjpmYWxzZSwiTGFzdEtub3duVmlzaWJpbGl0eVN0YXRlIjpmYWxzZX0sIkJhc2VsaW5lRGF0YSI6eyIkaWQiOiIxOTkyIiwiU3RhcnREYXRlIjoiMjAyNS0xMS0yMVQwMDowMDowMCIsIkVuZERhdGUiOiIyMDI1LTExLTIyVDIzOjU5OjAwIn0sIklkIjoiZjJhODQ4ZTEtOTIxYy00Y2ViLWFlYTktMGY4ODFmOWY5ZWY5IiwiSW1wb3J0SWQiOm51bGwsIlRpdGxlIjoiTWlncmFjacOzbiBCRCBhIFBvc3RncmUiLCJOb3RlIjpudWxsLCJIeXBlcmxpbmsiOnsiJGlkIjoiMTk5MyIsIkFkZHJlc3MiOiIiLCJTdWJBZGRyZXNzIjoiIn0sIklzQ2hhbmdlZCI6ZmFsc2UsIklzTmV3IjpmYWxzZX1dLCJTd2ltbGFuZXMiOltdLCJNc1Byb2plY3RJdGVtc1RyZWUiOnsiJGlkIjoiMTk5NCIsIlJvb3QiOnsiSW1wb3J0SWQiOm51bGwsIklzSW1wb3J0ZWQiOmZhbHNlLCJDaGlsZHJlbiI6W119fSwiTWV0YWRhdGEiOnsiJGlkIjoiMTk5NSIsIlNvdXJjZVRoZW1lIjoie1wiJGlkXCI6XCIxXCIsXCJJZFwiOlwiZTkyYzY1ZjAtMjhkNC00Njk3LWEwZDUtMjRiNTcyNTdiNTk3XCIsXCJDYXRlZ29yeVwiOjEsXCJDdWx0dXJlSW5mb05hbWVcIjpcImVuLVVTXCIsXCJWZXJzaW9uXCI6e1wiJGlkXCI6XCIyXCIsXCJUaGVtZURvbVZlcnNpb25cIjpcIjIuMS4wXCJ9LFwiU3R5bGVcIjp7XCIkaWRcIjpcIjNcIixcIlRpbWViYW5kU3R5bGVcIjp7XCIkaWRcIjpcIjRcIixcIlJpZ2h0RW5kQ2Fwc1N0eWxlXCI6e1wiJGlkXCI6XCI1XCIsXCJGb250U2V0dGluZ3NcIjp7XCIkaWRcIjpcIjZcIixcIkZvbnRTaXplXCI6MTgsXCJGb250TmFtZVwiOlwiQ2FsaWJyaVwiLFwiSXNCb2xkXCI6dHJ1ZSxcIklzSXRhbGljXCI6ZmFsc2UsXCJJc1VuZGVybGluZWRcIjpmYWxzZX0sXCJGb3JlZ3JvdW5kXCI6e1wiJGlkXCI6XCI3XCIsXCJDb2xvclwiOntcIiRpZFwiOlwiOFwiLFwiQVwiOjI1NSxcIlJcIjoyMzMsXCJHXCI6MTEzLFwiQlwiOjUwfX0sXCJIb3Jpem9udGFsQWxpZ25tZW50XCI6MCxcIklzVmlzaWJsZVwiOnRydWV9LFwiTGVmdEVuZENhcHNTdHlsZVwiOntcIiRpZFwiOlwiOVwiLFwiRm9udFNldHRpbmdzXCI6e1wiJGlkXCI6XCIxMFwiLFwiRm9udFNpemVcIjoxOCxcIkZvbnROYW1lXCI6XCJDYWxpYnJpXCIsXCJJc0JvbGRcIjp0cnVlLFwiSXNJdGFsaWNcIjpmYWxzZSxcIklzVW5kZXJsaW5lZFwiOmZhbHNlfSxcIkZvcmVncm91bmRcIjp7XCIkaWRcIjpcIjExXCIsXCJDb2xvclwiOntcIiRpZFwiOlwiMTJcIixcIkFcIjoyNTUsXCJSXCI6MjM3LFwiR1wiOjEyNSxcIkJcIjo0OX19LFwiSG9yaXpvbnRhbEFsaWdubWVudFwiOjAsXCJJc1Zpc2libGVcIjpmYWxzZX0sXCJUb2RheU1hcmtlclN0eWxlXCI6e1wiJGlkXCI6XCIxM1wiLFwiVG9kYXlUZXh0U3R5bGVcIjp7XCIkaWRcIjpcIjE0XCIsXCJGb250U2V0dGluZ3NcIjp7XCIkaWRcIjpcIjE1XCIsXCJGb250U2l6ZVwiOjEyLFwiRm9udE5hbWVcIjpcIkNhbGlicmlcIixcIklzQm9sZFwiOmZhbHNlLFwiSXNJdGFsaWNcIjpmYWxzZSxcIklzVW5kZXJsaW5lZFwiOmZhbHNlfSxcIkZvcmVncm91bmRcIjp7XCIkaWRcIjpcIjE2XCIsXCJDb2xvclwiOntcIiRpZFwiOlwiMTdcIixcIkFcIjoyNTUsXCJSXCI6MCxcIkdcIjowLFwiQlwiOjB9fSxcIkhvcml6b250YWxBbGlnbm1lbnRcIjowLFwiSXNWaXNpYmxlXCI6dHJ1ZX0sXCJUb2RheU1hcmtlclNoYXBlU3R5bGVcIjp7XCIkaWRcIjpcIjE4XCIsXCJNYXJnaW5cIjp7XCIkaWRcIjpcIjE5XCIsXCJUb3BcIjowLjAsXCJMZWZ0XCI6MC4wLFwiUmlnaHRcIjowLjAsXCJCb3R0b21cIjowLjB9LFwiUGFkZGluZ1wiOntcIiRpZFwiOlwiMjBcIixcIlRvcFwiOjAuMCxcIkxlZnRcIjowLjAsXCJSaWdodFwiOjAuMCxcIkJvdHRvbVwiOjAuMH0sXCJCYWNrZ3JvdW5kXCI6e1wiJGlkXCI6XCIyMVwiLFwiQ29sb3JcIjp7XCIkaWRcIjpcIjIyXCIsXCJBXCI6MjU1LFwiUlwiOjI1NSxcIkdcIjowLFwiQlwiOjB9fSxcIklzVmlzaWJsZVwiOnRydWUsXCJXaWR0aFwiOjAuMCxcIkhlaWdodFwiOjAuMCxcIkJvcmRlclN0eWxlXCI6bnVsbH0sXCJUb2RheU1hcmtlclBvc2l0aW9uXCI6MyxcIklzVmlzaWJsZVwiOnRydWV9LFwiU2NhbGVTdHlsZVwiOntcIiRpZFwiOlwiMjNcIixcIlNob3dTZWdtZW50U2VwYXJhdG9yc1wiOnRydWUsXCJTZWdtZW50U2VwYXJhdG9yT3BhY2l0eVwiOjMwLFwiU2hhcGVcIjozLFwiU2VnbWVudFRleHRTdHlsZVwiOntcIiRpZFwiOlwiMjRcIixcIkZvbnRTZXR0aW5nc1wiOntcIiRpZFwiOlwiMjVcIixcIkZvbnRTaXplXCI6MTIsXCJGb250TmFtZVwiOlwiQ2FsaWJyaVwiLFwiSXNCb2xkXCI6ZmFsc2UsXCJJc0l0YWxpY1wiOmZhbHNlLFwiSXNVbmRlcmxpbmVkXCI6ZmFsc2V9LFwiRm9yZWdyb3VuZFwiOntcIiRpZFwiOlwiMjZcIixcIkNvbG9yXCI6e1wiJGlkXCI6XCIyN1wiLFwiQVwiOjI1NSxcIlJcIjoyMzIsXCJHXCI6MjMyLFwiQlwiOjIzMn19LFwiSG9yaXpvbnRhbEFsaWdubWVudFwiOjAsXCJJc1Zpc2libGVcIjp0cnVlfSxcIlNoYXBlU3R5bGVcIjp7XCIkaWRcIjpcIjI4XCIsXCJNYXJnaW5cIjp7XCIkaWRcIjpcIjI5XCIsXCJUb3BcIjowLjAsXCJMZWZ0XCI6MTAuMCxcIlJpZ2h0XCI6MTAuMCxcIkJvdHRvbVwiOjAuMH0sXCJQYWRkaW5nXCI6e1wiJGlkXCI6XCIzMFwiLFwiVG9wXCI6MC4wLFwiTGVmdFwiOjAuMCxcIlJpZ2h0XCI6MC4wLFwiQm90dG9tXCI6MC4wfSxcIkJhY2tncm91bmRcIjp7XCIkaWRcIjpcIjMxXCIsXCJDb2xvclwiOntcIiRpZFwiOlwiMzJcIixcIkFcIjoyNTUsXCJSXCI6MTQsXCJHXCI6NDAsXCJCXCI6NjV9fSxcIklzVmlzaWJsZVwiOnRydWUsXCJXaWR0aFwiOjg1OC4wLFwiSGVpZ2h0XCI6MjAuMCxcIkJvcmRlclN0eWxlXCI6e1wiJGlkXCI6XCIzM1wiLFwiTGluZVN0eWxlXCI6e1wiJGlkXCI6XCIzNFwiLFwiTGluZUNvbG9yXCI6e1wiJGlkXCI6XCIzNVwiLFwiQ29sb3JcIjp7XCIkaWRcIjpcIjM2XCIsXCJBXCI6MjU1LFwiUlwiOjI1NSxcIkdcIjowLFwiQlwiOjB9fSxcIkxpbmVXZWlnaHRcIjowLjAsXCJMaW5lVHlwZVwiOjB9LFwiSXNWaXNpYmxlXCI6ZmFsc2V9fX0sXCJFbGFwc2VkVGltZVN0eWxlXCI6e1wiJGlkXCI6XCIzN1wiLFwiRWxhcHNlZFRpbWVCYWNrZ3JvdW5kXCI6e1wiJGlkXCI6XCIzOFwiLFwiQ29sb3JcIjp7XCIkaWRcIjpcIjM5XCIsXCJBXCI6MTkxLFwiUlwiOjI1NSxcIkdcIjowLFwiQlwiOjB9fSxcIkVsYXBzZWRUaW1lRm9ybWF0XCI6MSxcIklzVmlzaWJsZVwiOnRydWV9LFwiTWFyZ2luXCI6e1wiJGlkXCI6XCI0MFwiLFwiVG9wXCI6MC4wLFwiTGVmdFwiOjEwLjAsXCJSaWdodFwiOjEwLjAsXCJCb3R0b21cIjowLjB9LFwiUGFkZGluZ1wiOntcIiRpZFwiOlwiNDFcIixcIlRvcFwiOjAuMCxcIkxlZnRcIjowLjAsXCJSaWdodFwiOjAuMCxcIkJvdHRvbVwiOjAuMH0sXCJCYWNrZ3JvdW5kXCI6e1wiJGlkXCI6XCI0MlwiLFwiQ29sb3JcIjp7XCIkaWRcIjpcIjQzXCIsXCJBXCI6MjU1LFwiUlwiOjQ3LFwiR1wiOjU0LFwiQlwiOjE1M319LFwiSXNWaXNpYmxlXCI6ZmFsc2UsXCJXaWR0aFwiOjAuMCxcIkhlaWdodFwiOjAuMCxcIkJvcmRlclN0eWxlXCI6bnVsbH0sXCJUYXNrU3R5bGVcIjp7XCIkaWRcIjpcIjQ0XCIsXCJTaGFwZVwiOjMsXCJTaGFwZVRoaWNrbmVzc1wiOjAsXCJEdXJhdGlvbkZvcm1hdFwiOjAsXCJQZXJjZW50YWdlQ29tcGxldGVUZXh0U3R5bGVcIjp7XCIkaWRcIjpcIjQ1XCIsXCJGb250U2V0dGluZ3NcIjp7XCIkaWRcIjpcIjQ2XCIsXCJGb250U2l6ZVwiOjEwLFwiRm9udE5hbWVcIjpcIkNhbGlicmlcIixcIklzQm9sZFwiOmZhbHNlLFwiSXNJdGFsaWNcIjpmYWxzZSxcIklzVW5kZXJsaW5lZFwiOmZhbHNlfSxcIkZvcmVncm91bmRcIjp7XCIkaWRcIjpcIjQ3XCIsXCJDb2xvclwiOntcIiRpZFwiOlwiNDhcIixcIkFcIjoyNTUsXCJSXCI6MjMyLFwiR1wiOjIzMixcIkJcIjoyMzJ9fSxcIkhvcml6b250YWxBbGlnbm1lbnRcIjoxLFwiSXNWaXNpYmxlXCI6dHJ1ZX0sXCJQZXJjZW50YWdlQ29tcGxldGVIaWdobGlnaHRTdHlsZVwiOntcIiRpZFwiOlwiNDlcIixcIkJhY2tncm91bmRcIjp7XCIkaWRcIjpcIjUwXCIsXCJDb2xvclwiOntcIiRpZFwiOlwiNTFcIixcIkFcIjo4OSxcIlJcIjowLFwiR1wiOjAsXCJCXCI6MH19fSxcIkR1cmF0aW9uU3R5bGVcIjp7XCIkaWRcIjpcIjUyXCIsXCJGb250U2V0dGluZ3NcIjp7XCIkaWRcIjpcIjUzXCIsXCJGb250U2l6ZVwiOjEwLFwiRm9udE5hbWVcIjpcIkNhbGlicmlcIixcIklzQm9sZFwiOmZhbHNlLFwiSXNJdGFsaWNcIjpmYWxzZSxcIklzVW5kZXJsaW5lZFwiOmZhbHNlfSxcIkZvcmVncm91bmRcIjp7XCIkaWRcIjpcIjU0XCIsXCJDb2xvclwiOntcIiRpZFwiOlwiNTVcIixcIkFcIjoyNTUsXCJSXCI6MjM3LFwiR1wiOjEyNSxcIkJcIjo0OX19LFwiSG9yaXpvbnRhbEFsaWdubWVudFwiOjAsXCJJc1Zpc2libGVcIjpmYWxzZX0sXCJIb3Jpem9udGFsQ29ubmVjdG9yU3R5bGVcIjp7XCIkaWRcIjpcIjU2XCIsXCJMaW5lU3R5bGVcIjp7XCIkaWRcIjpcIjU3XCIsXCJMaW5lQ29sb3JcIjp7XCIkaWRcIjpcIjU4XCIsXCJDb2xvclwiOntcIiRpZFwiOlwiNTlcIixcIkFcIjo1MSxcIlJcIjoyMSxcIkdcIjo5NixcIkJcIjoxMzB9fSxcIkxpbmVXZWlnaHRcIjoxLjAsXCJMaW5lVHlwZVwiOjB9LFwiSXNWaXNpYmxlXCI6dHJ1ZX0sXCJWZXJ0aWNhbENvbm5lY3RvclN0eWxlXCI6e1wiJGlkXCI6XCI2MFwiLFwiTGluZVN0eWxlXCI6e1wiJGlkXCI6XCI2MVwiLFwiTGluZUNvbG9yXCI6e1wiJGlkXCI6XCI2MlwiLFwiQ29sb3JcIjp7XCIkaWRcIjpcIjYzXCIsXCJBXCI6NTEsXCJSXCI6MjEsXCJHXCI6OTYsXCJCXCI6MTMwfX0sXCJMaW5lV2VpZ2h0XCI6MS4wLFwiTGluZVR5cGVcIjowfSxcIklzVmlzaWJsZVwiOmZhbHNlfSxcIk1hcmdpblwiOntcIiRpZFwiOlwiNjRcIixcIlRvcFwiOjAuMCxcIkxlZnRcIjowLjAsXCJSaWdodFwiOjAuMCxcIkJvdHRvbVwiOjAuMH0sXCJTdGFydERhdGVQb3NpdGlvblwiOjQsXCJFbmREYXRlUG9zaXRpb25cIjo0LFwiVGl0bGVQb3NpdGlvblwiOjMsXCJEdXJhdGlvblBvc2l0aW9uXCI6MCxcIlBlcmNlbnRhZ2VDb21wbGV0ZWRQb3NpdGlvblwiOjIsXCJWYXJpYW5jZVBvc2l0aW9uXCI6MixcIlNwYWNpbmdcIjozLFwiSXNCZWxvd1RpbWViYW5kXCI6ZmFsc2UsXCJCYXNlbGluZVN0eWxlXCI6e1wiJGlkXCI6XCI2NVwiLFwiQmFzZWxpbmVTaGFwZVN0eWxlXCI6e1wiJGlkXCI6XCI2NlwiLFwiTWFyZ2luXCI6e1wiJGlkXCI6XCI2N1wiLFwiVG9wXCI6MC4wLFwiTGVmdFwiOjAuMCxcIlJpZ2h0XCI6MC4wLFwiQm90dG9tXCI6MC4wfSxcIlBhZGRpbmdcIjp7XCIkaWRcIjpcIjY4XCIsXCJUb3BcIjowLjAsXCJMZWZ0XCI6MC4wLFwiUmlnaHRcIjowLjAsXCJCb3R0b21cIjowLjB9LFwiQmFja2dyb3VuZFwiOntcIiRpZFwiOlwiNjlcIixcIkNvbG9yXCI6e1wiJGlkXCI6XCI3MFwiLFwiQVwiOjE1MyxcIlJcIjowLFwiR1wiOjAsXCJCXCI6MH19LFwiSXNWaXNpYmxlXCI6ZmFsc2UsXCJXaWR0aFwiOjAuMCxcIkhlaWdodFwiOjAuMCxcIkJvcmRlclN0eWxlXCI6e1wiJGlkXCI6XCI3MVwiLFwiTGluZVN0eWxlXCI6e1wiJGlkXCI6XCI3MlwiLFwiTGluZUNvbG9yXCI6e1wiJGlkXCI6XCI3M1wiLFwiQ29sb3JcIjp7XCIkaWRcIjpcIjc0XCIsXCJBXCI6MjU1LFwiUlwiOjI1NSxcIkdcIjowLFwiQlwiOjB9fSxcIkxpbmVXZWlnaHRcIjoyLjAsXCJMaW5lVHlwZVwiOjB9LFwiSXNWaXNpYmxlXCI6ZmFsc2V9fX0sXCJTaGFwZVN0eWxlXCI6e1wiJGlkXCI6XCI3NVwiLFwiTWFyZ2luXCI6e1wiJGlkXCI6XCI3NlwiLFwiVG9wXCI6MC4wLFwiTGVmdFwiOjQuMCxcIlJpZ2h0XCI6NC4wLFwiQm90dG9tXCI6MC4wfSxcIlBhZGRpbmdcIjp7XCIkaWRcIjpcIjc3XCIsXCJUb3BcIjowLjAsXCJMZWZ0XCI6MC4wLFwiUmlnaHRcIjowLjAsXCJCb3R0b21cIjowLjB9LFwiQmFja2dyb3VuZFwiOntcIiRpZFwiOlwiNzhcIixcIkNvbG9yXCI6e1wiJGlkXCI6XCI3OVwiLFwiQVwiOjI1NSxcIlJcIjoyMSxcIkdcIjo5NixcIkJcIjoxMzB9fSxcIklzVmlzaWJsZVwiOnRydWUsXCJXaWR0aFwiOjAuMCxcIkhlaWdodFwiOjEwLjAsXCJCb3JkZXJTdHlsZVwiOntcIiRpZFwiOlwiODBcIixcIkxpbmVTdHlsZVwiOntcIiRpZFwiOlwiODFcIixcIkxpbmVDb2xvclwiOntcIiRpZFwiOlwiODJcIixcIkNvbG9yXCI6e1wiJGlkXCI6XCI4M1wiLFwiQVwiOjI1NSxcIlJcIjoyMzQsXCJHXCI6MjIsXCJCXCI6MzB9fSxcIkxpbmVXZWlnaHRcIjoyLjAsXCJMaW5lVHlwZVwiOjB9LFwiSXNWaXNpYmxlXCI6ZmFsc2V9fSxcIlRpdGxlU3R5bGVcIjp7XCIkaWRcIjpcIjg0XCIsXCJGb250U2V0dGluZ3NcIjp7XCIkaWRcIjpcIjg1XCIsXCJGb250U2l6ZVwiOjExLFwiRm9udE5hbWVcIjpcIkNhbGlicmlcIixcIklzQm9sZFwiOmZhbHNlLFwiSXNJdGFsaWNcIjpmYWxzZSxcIklzVW5kZXJsaW5lZFwiOmZhbHNlfSxcIkZvcmVncm91bmRcIjp7XCIkaWRcIjpcIjg2XCIsXCJDb2xvclwiOntcIiRpZFwiOlwiODdcIixcIkFcIjoyNTUsXCJSXCI6MCxcIkdcIjowLFwiQlwiOjB9fSxcIkhvcml6b250YWxBbGlnbm1lbnRcIjoyLFwiSXNWaXNpYmxlXCI6dHJ1ZX0sXCJEYXRlU3R5bGVcIjp7XCIkaWRcIjpcIjg4XCIsXCJGb250U2V0dGluZ3NcIjp7XCIkaWRcIjpcIjg5XCIsXCJGb250U2l6ZVwiOjEwLFwiRm9udE5hbWVcIjpcIkNhbGlicmlcIixcIklzQm9sZFwiOmZhbHNlLFwiSXNJdGFsaWNcIjpmYWxzZSxcIklzVW5kZXJsaW5lZFwiOmZhbHNlfSxcIkZvcmVncm91bmRcIjp7XCIkaWRcIjpcIjkwXCIsXCJDb2xvclwiOntcIiRpZFwiOlwiOTFcIixcIkFcIjoyNTUsXCJSXCI6MTQsXCJHXCI6NDAsXCJCXCI6NjV9fSxcIkhvcml6b250YWxBbGlnbm1lbnRcIjowLFwiSXNWaXNpYmxlXCI6dHJ1ZX0sXCJEYXRlRm9ybWF0XCI6e1wiJGlkXCI6XCI5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5M1wiLFwiRm9ybWF0XCI6MCxcIklzVmlzaWJsZVwiOmZhbHNlLFwiTGFzdEtub3duVmlzaWJpbGl0eVN0YXRlXCI6ZmFsc2V9LFwiVmFyaWFuY2VTdHlsZVwiOntcIiRpZFwiOlwiOTRcIixcIlZhcmlhbmNlVGV4dFN0eWxlXCI6e1wiJGlkXCI6XCI5NVwiLFwiRm9udFNldHRpbmdzXCI6e1wiJGlkXCI6XCI5NlwiLFwiRm9udFNpemVcIjoxMCxcIkZvbnROYW1lXCI6XCJDYWxpYnJpXCIsXCJJc0JvbGRcIjpmYWxzZSxcIklzSXRhbGljXCI6ZmFsc2UsXCJJc1VuZGVybGluZWRcIjpmYWxzZX0sXCJGb3JlZ3JvdW5kXCI6e1wiJGlkXCI6XCI5N1wiLFwiQ29sb3JcIjp7XCIkaWRcIjpcIjk4XCIsXCJBXCI6MjU1LFwiUlwiOjAsXCJHXCI6MCxcIkJcIjowfX0sXCJIb3Jpem9udGFsQWxpZ25tZW50XCI6MCxcIklzVmlzaWJsZVwiOnRydWV9fX0sXCJNaWxlc3RvbmVTdHlsZVwiOntcIiRpZFwiOlwiOTlcIixcIlNoYXBlXCI6MixcIklzQmVsb3dUaW1lYmFuZFwiOmZhbHNlLFwiU2hhcGVTaXplXCI6MSxcIlBhZGRpbmdcIjp7XCIkaWRcIjpcIjEwMFwiLFwiVG9wXCI6NS4wLFwiTGVmdFwiOjMuMCxcIlJpZ2h0XCI6MC4wLFwiQm90dG9tXCI6Mi4wfSxcIlNoYXBlU3R5bGVcIjp7XCIkaWRcIjpcIjEwMVwiLFwiTWFyZ2luXCI6e1wiJGlkXCI6XCIxMDJcIixcIlRvcFwiOjAuMCxcIkxlZnRcIjowLjAsXCJSaWdodFwiOjAuMCxcIkJvdHRvbVwiOjAuMH0sXCJQYWRkaW5nXCI6e1wiJGlkXCI6XCIxMDNcIixcIlRvcFwiOjAuMCxcIkxlZnRcIjowLjAsXCJSaWdodFwiOjAuMCxcIkJvdHRvbVwiOjAuMH0sXCJCYWNrZ3JvdW5kXCI6e1wiJGlkXCI6XCIxMDRcIixcIkNvbG9yXCI6e1wiJGlkXCI6XCIxMDVcIixcIkFcIjoyNTUsXCJSXCI6MjMzLFwiR1wiOjExMyxcIkJcIjo1MH19LFwiSXNWaXNpYmxlXCI6dHJ1ZSxcIldpZHRoXCI6MTguMCxcIkhlaWdodFwiOjIwLjAsXCJCb3JkZXJTdHlsZVwiOntcIiRpZFwiOlwiMTA2XCIsXCJMaW5lU3R5bGVcIjp7XCIkaWRcIjpcIjEwN1wiLFwiTGluZUNvbG9yXCI6e1wiJGlkXCI6XCIxMDhcIixcIkNvbG9yXCI6e1wiJGlkXCI6XCIxMDlcIixcIkFcIjoyNTUsXCJSXCI6MjM0LFwiR1wiOjIyLFwiQlwiOjMwfX0sXCJMaW5lV2VpZ2h0XCI6Mi4wLFwiTGluZVR5cGVcIjowfSxcIklzVmlzaWJsZVwiOmZhbHNlfX0sXCJUaXRsZVN0eWxlXCI6e1wiJGlkXCI6XCIxMTBcIixcIkZvbnRTZXR0aW5nc1wiOntcIiRpZFwiOlwiMTExXCIsXCJGb250U2l6ZVwiOjExLFwiRm9udE5hbWVcIjpcIkNhbGlicmlcIixcIklzQm9sZFwiOnRydWUsXCJJc0l0YWxpY1wiOmZhbHNlLFwiSXNVbmRlcmxpbmVkXCI6ZmFsc2V9LFwiRm9yZWdyb3VuZFwiOntcIiRpZFwiOlwiMTEyXCIsXCJDb2xvclwiOntcIiRpZFwiOlwiMTEzXCIsXCJBXCI6MjU1LFwiUlwiOjAsXCJHXCI6MCxcIkJcIjowfX0sXCJIb3Jpem9udGFsQWxpZ25tZW50XCI6MCxcIklzVmlzaWJsZVwiOnRydWV9LFwiRGF0ZVN0eWxlXCI6e1wiJGlkXCI6XCIxMTRcIixcIkZvbnRTZXR0aW5nc1wiOntcIiRpZFwiOlwiMTE1XCIsXCJGb250U2l6ZVwiOjEwLFwiRm9udE5hbWVcIjpcIkNhbGlicmlcIixcIklzQm9sZFwiOmZhbHNlLFwiSXNJdGFsaWNcIjpmYWxzZSxcIklzVW5kZXJsaW5lZFwiOmZhbHNlfSxcIkZvcmVncm91bmRcIjp7XCIkaWRcIjpcIjExNlwiLFwiQ29sb3JcIjp7XCIkaWRcIjpcIjExN1wiLFwiQVwiOjI1NSxcIlJcIjoxNCxcIkdcIjo0MCxcIkJcIjo2NX19LFwiSG9yaXpvbnRhbEFsaWdubWVudFwiOjAsXCJJc1Zpc2libGVcIjp0cnVlfSxcIkRhdGVGb3JtYXRcIjp7XCIkaWRcIjpcIjExOF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xMTlcIixcIkZvcm1hdFwiOjAsXCJJc1Zpc2libGVcIjpmYWxzZSxcIkxhc3RLbm93blZpc2liaWxpdHlTdGF0ZVwiOmZhbHNlfSxcIlZhcmlhbmNlU3R5bGVcIjp7XCIkaWRcIjpcIjEyMFwiLFwiVmFyaWFuY2VUZXh0U3R5bGVcIjp7XCIkaWRcIjpcIjEyMVwiLFwiRm9udFNldHRpbmdzXCI6e1wiJGlkXCI6XCIxMjJcIixcIkZvbnRTaXplXCI6MTAsXCJGb250TmFtZVwiOlwiQ2FsaWJyaVwiLFwiSXNCb2xkXCI6ZmFsc2UsXCJJc0l0YWxpY1wiOmZhbHNlLFwiSXNVbmRlcmxpbmVkXCI6ZmFsc2V9LFwiRm9yZWdyb3VuZFwiOntcIiRpZFwiOlwiMTIzXCIsXCJDb2xvclwiOntcIiRpZFwiOlwiMTI0XCIsXCJBXCI6MjU1LFwiUlwiOjAsXCJHXCI6MCxcIkJcIjowfX0sXCJIb3Jpem9udGFsQWxpZ25tZW50XCI6MCxcIklzVmlzaWJsZVwiOnRydWV9fX0sXCJNb3RTdHlsZVwiOntcIiRpZFwiOlwiMTI1XCIsXCJTaGFwZVwiOjIsXCJTaGFwZVNpemVcIjoxLFwiRGV0YWlsc1NwYWNpbmdcIjowLjAsXCJQYWRkaW5nXCI6e1wiJGlkXCI6XCIxMjZcIixcIlRvcFwiOjUuMCxcIkxlZnRcIjozLjAsXCJSaWdodFwiOjAuMCxcIkJvdHRvbVwiOjIuMH0sXCJQb3NpdGlvbk9uVGFza1wiOjEsXCJTaGFwZVN0eWxlXCI6e1wiJGlkXCI6XCIxMjdcIixcIk1hcmdpblwiOntcIiRpZFwiOlwiMTI4XCIsXCJUb3BcIjowLjAsXCJMZWZ0XCI6MC4wLFwiUmlnaHRcIjowLjAsXCJCb3R0b21cIjowLjB9LFwiUGFkZGluZ1wiOntcIiRpZFwiOlwiMTI5XCIsXCJUb3BcIjowLjAsXCJMZWZ0XCI6MC4wLFwiUmlnaHRcIjowLjAsXCJCb3R0b21cIjowLjB9LFwiQmFja2dyb3VuZFwiOntcIiRpZFwiOlwiMTMwXCIsXCJDb2xvclwiOntcIiRpZFwiOlwiMTMxXCIsXCJBXCI6MjU1LFwiUlwiOjIzMyxcIkdcIjoxMTMsXCJCXCI6NTB9fSxcIklzVmlzaWJsZVwiOnRydWUsXCJXaWR0aFwiOjEzLjAsXCJIZWlnaHRcIjoxMy4wLFwiQm9yZGVyU3R5bGVcIjp7XCIkaWRcIjpcIjEzMlwiLFwiTGluZVN0eWxlXCI6e1wiJGlkXCI6XCIxMzNcIixcIkxpbmVDb2xvclwiOntcIiRpZFwiOlwiMTM0XCIsXCJDb2xvclwiOntcIiRpZFwiOlwiMTM1XCIsXCJBXCI6MjU1LFwiUlwiOjIzNCxcIkdcIjoyMixcIkJcIjozMH19LFwiTGluZVdlaWdodFwiOjIuMCxcIkxpbmVUeXBlXCI6MH0sXCJJc1Zpc2libGVcIjpmYWxzZX19LFwiVGl0bGVTdHlsZVwiOntcIiRpZFwiOlwiMTM2XCIsXCJGb250U2V0dGluZ3NcIjp7XCIkaWRcIjpcIjEzN1wiLFwiRm9udFNpemVcIjoxMSxcIkZvbnROYW1lXCI6XCJDYWxpYnJpXCIsXCJJc0JvbGRcIjp0cnVlLFwiSXNJdGFsaWNcIjpmYWxzZSxcIklzVW5kZXJsaW5lZFwiOmZhbHNlfSxcIkZvcmVncm91bmRcIjp7XCIkaWRcIjpcIjEzOFwiLFwiQ29sb3JcIjp7XCIkaWRcIjpcIjEzOVwiLFwiQVwiOjI1NSxcIlJcIjowLFwiR1wiOjAsXCJCXCI6MH19LFwiSG9yaXpvbnRhbEFsaWdubWVudFwiOjAsXCJJc1Zpc2libGVcIjp0cnVlfSxcIkRhdGVTdHlsZVwiOntcIiRpZFwiOlwiMTQwXCIsXCJGb250U2V0dGluZ3NcIjp7XCIkaWRcIjpcIjE0MVwiLFwiRm9udFNpemVcIjoxMCxcIkZvbnROYW1lXCI6XCJDYWxpYnJpXCIsXCJJc0JvbGRcIjpmYWxzZSxcIklzSXRhbGljXCI6ZmFsc2UsXCJJc1VuZGVybGluZWRcIjpmYWxzZX0sXCJGb3JlZ3JvdW5kXCI6e1wiJGlkXCI6XCIxNDJcIixcIkNvbG9yXCI6e1wiJGlkXCI6XCIxNDNcIixcIkFcIjoyNTUsXCJSXCI6MTQsXCJHXCI6NDAsXCJCXCI6NjV9fSxcIkhvcml6b250YWxBbGlnbm1lbnRcIjowLFwiSXNWaXNpYmxlXCI6dHJ1ZX0sXCJEYXRlRm9ybWF0XCI6e1wiJGlkXCI6XCIxNDRcIixcIkZvcm1hdFN0cmluZ1wiOlwiTU1NIGQsIHl5eXlcIixcIlNlcGFyYXRvclwiOlwiL1wiLFwiVXNlSW50ZXJuYXRpb25hbERhdGVGb3JtYXRcIjpmYWxzZSxcIkRhdGVJc1Zpc2libGVcIjp0cnVlLFwiVGltZUlzVmlzaWJsZVwiOmZhbHNlLFwiSG91ckRpZ2l0c1wiOjEsXCJBbVBtRGVzaWduYXRvclwiOjIsXCJUcmltMDBNaW51dGVzXCI6ZmFsc2V9LFwiV2Vla051bWJlcmluZ1wiOntcIiRpZFwiOlwiMTQ1XCIsXCJGb3JtYXRcIjowLFwiSXNWaXNpYmxlXCI6ZmFsc2UsXCJMYXN0S25vd25WaXNpYmlsaXR5U3RhdGVcIjpmYWxzZX0sXCJWYXJpYW5jZVN0eWxlXCI6e1wiJGlkXCI6XCIxNDZcIixcIlZhcmlhbmNlVGV4dFN0eWxlXCI6e1wiJGlkXCI6XCIxNDdcIixcIkZvbnRTZXR0aW5nc1wiOntcIiRpZFwiOlwiMTQ4XCIsXCJGb250U2l6ZVwiOjEwLFwiRm9udE5hbWVcIjpcIkNhbGlicmlcIixcIklzQm9sZFwiOmZhbHNlLFwiSXNJdGFsaWNcIjpmYWxzZSxcIklzVW5kZXJsaW5lZFwiOmZhbHNlfSxcIkZvcmVncm91bmRcIjp7XCIkaWRcIjpcIjE0OVwiLFwiQ29sb3JcIjp7XCIkaWRcIjpcIjE1MFwiLFwiQVwiOjI1NSxcIlJcIjowLFwiR1wiOjAsXCJCXCI6MH19LFwiSG9yaXpvbnRhbEFsaWdubWVudFwiOjAsXCJJc1Zpc2libGVcIjp0cnVlfX19LFwiU3dpbWxhbmVWMlN0eWxlXCI6e1wiJGlkXCI6XCIxNTFcIixcIlN0eWxlSWRcIjpcIjMzMmNmYjEzLWI0MDEtNGVjMy1iNjU1LTczOTY4ZDA0ZDc0OVwiLFwiTmFtZVwiOlwiU3dpbWxhbmUgU3R5bGUgMVwiLFwiSGVhZGVyU3R5bGVcIjp7XCIkaWRcIjpcIjE1MlwiLFwiVGV4dFN0eWxlXCI6e1wiJGlkXCI6XCIxNTNcIixcIkZvbnRTZXR0aW5nc1wiOntcIiRpZFwiOlwiMTU0XCIsXCJGb250U2l6ZVwiOjExLFwiRm9udE5hbWVcIjpcIkNhbGlicmlcIixcIklzQm9sZFwiOmZhbHNlLFwiSXNJdGFsaWNcIjpmYWxzZSxcIklzVW5kZXJsaW5lZFwiOmZhbHNlfSxcIkZvcmVncm91bmRcIjp7XCIkaWRcIjpcIjE1NVwiLFwiQ29sb3JcIjp7XCIkaWRcIjpcIjE1NlwiLFwiQVwiOjI1NSxcIlJcIjoyNTUsXCJHXCI6MjU1LFwiQlwiOjI1NX19LFwiSG9yaXpvbnRhbEFsaWdubWVudFwiOjAsXCJJc1Zpc2libGVcIjp0cnVlfSxcIlJlY3RhbmdsZVN0eWxlXCI6e1wiJGlkXCI6XCIxNTdcIixcIk1hcmdpblwiOntcIiRpZFwiOlwiMTU4XCIsXCJUb3BcIjowLjAsXCJMZWZ0XCI6MC4wLFwiUmlnaHRcIjowLjAsXCJCb3R0b21cIjowLjB9LFwiUGFkZGluZ1wiOntcIiRpZFwiOlwiMTU5XCIsXCJUb3BcIjowLjAsXCJMZWZ0XCI6MC4wLFwiUmlnaHRcIjowLjAsXCJCb3R0b21cIjowLjB9LFwiQmFja2dyb3VuZFwiOntcIiRpZFwiOlwiMTYwXCIsXCJDb2xvclwiOntcIiRpZFwiOlwiMTYxXCIsXCJBXCI6MjU1LFwiUlwiOjIxLFwiR1wiOjk2LFwiQlwiOjEzMH19LFwiSXNWaXNpYmxlXCI6dHJ1ZSxcIldpZHRoXCI6MC4wLFwiSGVpZ2h0XCI6MC4wLFwiQm9yZGVyU3R5bGVcIjp7XCIkaWRcIjpcIjE2MlwiLFwiTGluZVN0eWxlXCI6e1wiJGlkXCI6XCIxNjNcIixcIkxpbmVDb2xvclwiOntcIiRpZFwiOlwiMTY0XCIsXCJDb2xvclwiOntcIiRpZFwiOlwiMTY1XCIsXCJBXCI6MjU1LFwiUlwiOjI1NSxcIkdcIjoyNTUsXCJCXCI6MjU1fX0sXCJMaW5lV2VpZ2h0XCI6MC4wLFwiTGluZVR5cGVcIjowfSxcIklzVmlzaWJsZVwiOmZhbHNlfX19LFwiQmFja2dyb3VuZFN0eWxlXCI6e1wiJGlkXCI6XCIxNjZcIixcIk1hcmdpblwiOntcIiRpZFwiOlwiMTY3XCIsXCJUb3BcIjowLjAsXCJMZWZ0XCI6MC4wLFwiUmlnaHRcIjowLjAsXCJCb3R0b21cIjowLjB9LFwiUGFkZGluZ1wiOntcIiRpZFwiOlwiMTY4XCIsXCJUb3BcIjowLjAsXCJMZWZ0XCI6MC4wLFwiUmlnaHRcIjowLjAsXCJCb3R0b21cIjowLjB9LFwiQmFja2dyb3VuZFwiOntcIiRpZFwiOlwiMTY5XCIsXCJDb2xvclwiOntcIiRpZFwiOlwiMTcwXCIsXCJBXCI6NTEsXCJSXCI6MjAwLFwiR1wiOjIwMCxcIkJcIjoyMDB9fSxcIklzVmlzaWJsZVwiOnRydWUsXCJXaWR0aFwiOjAuMCxcIkhlaWdodFwiOjAuMCxcIkJvcmRlclN0eWxlXCI6e1wiJGlkXCI6XCIxNzFcIixcIkxpbmVTdHlsZVwiOntcIiRpZFwiOlwiMTcyXCIsXCJMaW5lQ29sb3JcIjp7XCIkaWRcIjpcIjE3M1wiLFwiQ29sb3JcIjp7XCIkaWRcIjpcIjE3NFwiLFwiQVwiOjI1NSxcIlJcIjoyMzQsXCJHXCI6MjIsXCJCXCI6MzB9fSxcIkxpbmVXZWlnaHRcIjoyLjAsXCJMaW5lVHlwZVwiOjB9LFwiSXNWaXNpYmxlXCI6ZmFsc2V9fSxcIklzQWJvdmVUaW1lYmFuZFwiOmZhbHNlLFwiU3BhY2luZ1wiOjMsXCJEZWZhdWx0U3dpbWxhbmVBY3Rpdml0eVN0eWxlXCI6e1wiJGlkXCI6XCIxNzVcIixcIkhlYWRlclN0eWxlXCI6e1wiJGlkXCI6XCIxNzZcIixcIlRleHRTdHlsZVwiOntcIiRpZFwiOlwiMTc3XCIsXCJGb250U2V0dGluZ3NcIjp7XCIkaWRcIjpcIjE3OFwiLFwiRm9udFNpemVcIjoxMSxcIkZvbnROYW1lXCI6XCJDYWxpYnJpXCIsXCJJc0JvbGRcIjpmYWxzZSxcIklzSXRhbGljXCI6ZmFsc2UsXCJJc1VuZGVybGluZWRcIjpmYWxzZX0sXCJGb3JlZ3JvdW5kXCI6e1wiJGlkXCI6XCIxNzlcIixcIkNvbG9yXCI6e1wiJGlkXCI6XCIxODBcIixcIkFcIjoyNTUsXCJSXCI6MCxcIkdcIjowLFwiQlwiOjB9fSxcIkhvcml6b250YWxBbGlnbm1lbnRcIjowLFwiSXNWaXNpYmxlXCI6dHJ1ZX0sXCJSZWN0YW5nbGVTdHlsZVwiOntcIiRpZFwiOlwiMTgxXCIsXCJNYXJnaW5cIjp7XCIkaWRcIjpcIjE4MlwiLFwiVG9wXCI6MC4wLFwiTGVmdFwiOjAuMCxcIlJpZ2h0XCI6MC4wLFwiQm90dG9tXCI6MC4wfSxcIlBhZGRpbmdcIjp7XCIkaWRcIjpcIjE4M1wiLFwiVG9wXCI6MC4wLFwiTGVmdFwiOjAuMCxcIlJpZ2h0XCI6MC4wLFwiQm90dG9tXCI6MC4wfSxcIkJhY2tncm91bmRcIjp7XCIkaWRcIjpcIjE4NFwiLFwiQ29sb3JcIjp7XCIkaWRcIjpcIjE4NVwiLFwiQVwiOjYzLFwiUlwiOjIxLFwiR1wiOjk2LFwiQlwiOjEzMH19LFwiSXNWaXNpYmxlXCI6dHJ1ZSxcIldpZHRoXCI6MC4wLFwiSGVpZ2h0XCI6MC4wLFwiQm9yZGVyU3R5bGVcIjp7XCIkaWRcIjpcIjE4NlwiLFwiTGluZVN0eWxlXCI6e1wiJGlkXCI6XCIxODdcIixcIkxpbmVDb2xvclwiOntcIiRpZFwiOlwiMTg4XCIsXCJDb2xvclwiOntcIiRpZFwiOlwiMTg5XCIsXCJBXCI6MjU1LFwiUlwiOjI1NSxcIkdcIjowLFwiQlwiOjB9fSxcIkxpbmVXZWlnaHRcIjowLjAsXCJMaW5lVHlwZVwiOjB9LFwiSXNWaXNpYmxlXCI6ZmFsc2V9fX0sXCJCYWNrZ3JvdW5kU3R5bGVcIjp7XCIkaWRcIjpcIjE5MFwiLFwiTWFyZ2luXCI6e1wiJGlkXCI6XCIxOTFcIixcIlRvcFwiOjAuMCxcIkxlZnRcIjowLjAsXCJSaWdodFwiOjAuMCxcIkJvdHRvbVwiOjAuMH0sXCJQYWRkaW5nXCI6e1wiJGlkXCI6XCIxOTJcIixcIlRvcFwiOjAuMCxcIkxlZnRcIjowLjAsXCJSaWdodFwiOjAuMCxcIkJvdHRvbVwiOjAuMH0sXCJCYWNrZ3JvdW5kXCI6e1wiJGlkXCI6XCIxOTNcIixcIkNvbG9yXCI6e1wiJGlkXCI6XCIxOTRcIixcIkFcIjo1MSxcIlJcIjoyMDAsXCJHXCI6MjAwLFwiQlwiOjIwMH19LFwiSXNWaXNpYmxlXCI6dHJ1ZSxcIldpZHRoXCI6MC4wLFwiSGVpZ2h0XCI6MC4wLFwiQm9yZGVyU3R5bGVcIjp7XCIkaWRcIjpcIjE5NVwiLFwiTGluZVN0eWxlXCI6e1wiJGlkXCI6XCIxOTZcIixcIkxpbmVDb2xvclwiOntcIiRpZFwiOlwiMTk3XCIsXCJDb2xvclwiOntcIiRpZFwiOlwiMTk4XCIsXCJBXCI6MjU1LFwiUlwiOjIzNCxcIkdcIjoyMixcIkJcIjozMH19LFwiTGluZVdlaWdodFwiOjIuMCxcIkxpbmVUeXBlXCI6MH0sXCJJc1Zpc2libGVcIjpmYWxzZX19fSxcIkRlZmF1bHRTd2ltbGFuZU1pbGVzdG9uZVN0eWxlXCI6e1wiJGlkXCI6XCIxOTlcIixcIlRpdGxlUG9zaXRpb25cIjowLFwiRGF0ZVBvc2l0aW9uXCI6MixcIlZhcmlhbmNlUG9zaXRpb25cIjoyLFwiU2hhcGVUeXBlXCI6MSxcIlNoYXBlU2l6ZVwiOjAsXCJTcGFjaW5nXCI6NSxcIlNoYXBlU3R5bGVcIjp7XCIkaWRcIjpcIjIwMFwiLFwiTWFyZ2luXCI6e1wiJGlkXCI6XCIyMDFcIixcIlRvcFwiOjAuMCxcIkxlZnRcIjowLjAsXCJSaWdodFwiOjAuMCxcIkJvdHRvbVwiOjAuMH0sXCJQYWRkaW5nXCI6e1wiJGlkXCI6XCIyMDJcIixcIlRvcFwiOjAuMCxcIkxlZnRcIjowLjAsXCJSaWdodFwiOjAuMCxcIkJvdHRvbVwiOjAuMH0sXCJCYWNrZ3JvdW5kXCI6e1wiJGlkXCI6XCIyMDNcIixcIkNvbG9yXCI6e1wiJGlkXCI6XCIyMDRcIixcIkFcIjoyNTUsXCJSXCI6MjEsXCJHXCI6OTYsXCJCXCI6MTMwfX0sXCJJc1Zpc2libGVcIjp0cnVlLFwiV2lkdGhcIjoxMi4wLFwiSGVpZ2h0XCI6MTQuMCxcIkJvcmRlclN0eWxlXCI6e1wiJGlkXCI6XCIyMDVcIixcIkxpbmVTdHlsZVwiOntcIiRpZFwiOlwiMjA2XCIsXCJMaW5lQ29sb3JcIjp7XCIkaWRcIjpcIjIwN1wiLFwiQ29sb3JcIjp7XCIkaWRcIjpcIjIwOFwiLFwiQVwiOjI1NSxcIlJcIjoyMzQsXCJHXCI6MjIsXCJCXCI6MzB9fSxcIkxpbmVXZWlnaHRcIjoyLjAsXCJMaW5lVHlwZVwiOjB9LFwiSXNWaXNpYmxlXCI6ZmFsc2V9fSxcIlRpdGxlU3R5bGVcIjp7XCIkaWRcIjpcIjIwOVwiLFwiRm9udFNldHRpbmdzXCI6e1wiJGlkXCI6XCIyMTBcIixcIkZvbnRTaXplXCI6MTEsXCJGb250TmFtZVwiOlwiQ2FsaWJyaVwiLFwiSXNCb2xkXCI6ZmFsc2UsXCJJc0l0YWxpY1wiOmZhbHNlLFwiSXNVbmRlcmxpbmVkXCI6ZmFsc2V9LFwiRm9yZWdyb3VuZFwiOntcIiRpZFwiOlwiMjExXCIsXCJDb2xvclwiOntcIiRpZFwiOlwiMjEyXCIsXCJBXCI6MjU1LFwiUlwiOjAsXCJHXCI6MCxcIkJcIjowfX0sXCJIb3Jpem9udGFsQWxpZ25tZW50XCI6MixcIklzVmlzaWJsZVwiOnRydWV9LFwiRGF0ZVN0eWxlXCI6e1wiJGlkXCI6XCIyMTNcIixcIkZvbnRTZXR0aW5nc1wiOntcIiRpZFwiOlwiMjE0XCIsXCJGb250U2l6ZVwiOjEwLFwiRm9udE5hbWVcIjpcIkNhbGlicmlcIixcIklzQm9sZFwiOmZhbHNlLFwiSXNJdGFsaWNcIjpmYWxzZSxcIklzVW5kZXJsaW5lZFwiOmZhbHNlfSxcIkZvcmVncm91bmRcIjp7XCIkaWRcIjpcIjIxNVwiLFwiQ29sb3JcIjp7XCIkaWRcIjpcIjIxNlwiLFwiQVwiOjI1NSxcIlJcIjoxNCxcIkdcIjo0MCxcIkJcIjo2NX19LFwiSG9yaXpvbnRhbEFsaWdubWVudFwiOjAsXCJJc1Zpc2libGVcIjp0cnVlfSxcIkRhdGVGb3JtYXRcIjp7XCIkaWRcIjpcIjIxN1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yMThcIixcIkZvcm1hdFwiOjAsXCJJc1Zpc2libGVcIjpmYWxzZSxcIkxhc3RLbm93blZpc2liaWxpdHlTdGF0ZVwiOmZhbHNlfSxcIlZhcmlhbmNlU3R5bGVcIjp7XCIkaWRcIjpcIjIxOVwiLFwiVmFyaWFuY2VUZXh0U3R5bGVcIjp7XCIkaWRcIjpcIjIyMFwiLFwiRm9udFNldHRpbmdzXCI6e1wiJGlkXCI6XCIyMjFcIixcIkZvbnRTaXplXCI6MTAsXCJGb250TmFtZVwiOlwiQ2FsaWJyaVwiLFwiSXNCb2xkXCI6ZmFsc2UsXCJJc0l0YWxpY1wiOmZhbHNlLFwiSXNVbmRlcmxpbmVkXCI6ZmFsc2V9LFwiRm9yZWdyb3VuZFwiOntcIiRpZFwiOlwiMjIyXCIsXCJDb2xvclwiOntcIiRpZFwiOlwiMjIzXCIsXCJBXCI6MjU1LFwiUlwiOjAsXCJHXCI6MCxcIkJcIjowfX0sXCJIb3Jpem9udGFsQWxpZ25tZW50XCI6MCxcIklzVmlzaWJsZVwiOnRydWV9fX0sXCJEZWZhdWx0U3dpbWxhbmVUYXNrU3R5bGVcIjp7XCIkaWRcIjpcIjIyNFwiLFwiU2hhcGVcIjoxLFwiU2hhcGVUaGlja25lc3NcIjowLFwiRHVyYXRpb25Gb3JtYXRcIjowLFwiUGVyY2VudGFnZUNvbXBsZXRlVGV4dFN0eWxlXCI6e1wiJGlkXCI6XCIyMjVcIixcIkZvbnRTZXR0aW5nc1wiOntcIiRpZFwiOlwiMjI2XCIsXCJGb250U2l6ZVwiOjEwLFwiRm9udE5hbWVcIjpcIkNhbGlicmlcIixcIklzQm9sZFwiOmZhbHNlLFwiSXNJdGFsaWNcIjpmYWxzZSxcIklzVW5kZXJsaW5lZFwiOmZhbHNlfSxcIkZvcmVncm91bmRcIjp7XCIkaWRcIjpcIjIyN1wiLFwiQ29sb3JcIjp7XCIkaWRcIjpcIjIyOFwiLFwiQVwiOjI1NSxcIlJcIjoyMzIsXCJHXCI6MjMyLFwiQlwiOjIzMn19LFwiSG9yaXpvbnRhbEFsaWdubWVudFwiOjEsXCJJc1Zpc2libGVcIjp0cnVlfSxcIlBlcmNlbnRhZ2VDb21wbGV0ZUhpZ2hsaWdodFN0eWxlXCI6e1wiJGlkXCI6XCIyMjlcIixcIkJhY2tncm91bmRcIjp7XCIkaWRcIjpcIjIzMFwiLFwiQ29sb3JcIjp7XCIkaWRcIjpcIjIzMVwiLFwiQVwiOjg5LFwiUlwiOjAsXCJHXCI6MCxcIkJcIjowfX19LFwiRHVyYXRpb25TdHlsZVwiOntcIiRpZFwiOlwiMjMyXCIsXCJGb250U2V0dGluZ3NcIjp7XCIkaWRcIjpcIjIzM1wiLFwiRm9udFNpemVcIjoxMCxcIkZvbnROYW1lXCI6XCJDYWxpYnJpXCIsXCJJc0JvbGRcIjpmYWxzZSxcIklzSXRhbGljXCI6ZmFsc2UsXCJJc1VuZGVybGluZWRcIjpmYWxzZX0sXCJGb3JlZ3JvdW5kXCI6e1wiJGlkXCI6XCIyMzRcIixcIkNvbG9yXCI6e1wiJGlkXCI6XCIyMzVcIixcIkFcIjoyNTUsXCJSXCI6MjM3LFwiR1wiOjEyNSxcIkJcIjo0OX19LFwiSG9yaXpvbnRhbEFsaWdubWVudFwiOjAsXCJJc1Zpc2libGVcIjpmYWxzZX0sXCJNYXJnaW5cIjp7XCIkaWRcIjpcIjIzNlwiLFwiVG9wXCI6MC4wLFwiTGVmdFwiOjAuMCxcIlJpZ2h0XCI6MC4wLFwiQm90dG9tXCI6MC4wfSxcIlN0YXJ0RGF0ZVBvc2l0aW9uXCI6MyxcIkVuZERhdGVQb3NpdGlvblwiOjMsXCJUaXRsZVBvc2l0aW9uXCI6NCxcIkR1cmF0aW9uUG9zaXRpb25cIjowLFwiUGVyY2VudGFnZUNvbXBsZXRlZFBvc2l0aW9uXCI6MixcIlZhcmlhbmNlUG9zaXRpb25cIjoyLFwiU3BhY2luZ1wiOjMsXCJCYXNlbGluZVN0eWxlXCI6e1wiJGlkXCI6XCIyMzdcIixcIkJhc2VsaW5lU2hhcGVTdHlsZVwiOntcIiRpZFwiOlwiMjM4XCIsXCJNYXJnaW5cIjp7XCIkaWRcIjpcIjIzOVwiLFwiVG9wXCI6MC4wLFwiTGVmdFwiOjAuMCxcIlJpZ2h0XCI6MC4wLFwiQm90dG9tXCI6MC4wfSxcIlBhZGRpbmdcIjp7XCIkaWRcIjpcIjI0MFwiLFwiVG9wXCI6MC4wLFwiTGVmdFwiOjAuMCxcIlJpZ2h0XCI6MC4wLFwiQm90dG9tXCI6MC4wfSxcIkJhY2tncm91bmRcIjp7XCIkaWRcIjpcIjI0MVwiLFwiQ29sb3JcIjp7XCIkaWRcIjpcIjI0MlwiLFwiQVwiOjE1MyxcIlJcIjowLFwiR1wiOjAsXCJCXCI6MH19LFwiSXNWaXNpYmxlXCI6ZmFsc2UsXCJXaWR0aFwiOjAuMCxcIkhlaWdodFwiOjAuMCxcIkJvcmRlclN0eWxlXCI6e1wiJGlkXCI6XCIyNDNcIixcIkxpbmVTdHlsZVwiOntcIiRpZFwiOlwiMjQ0XCIsXCJMaW5lQ29sb3JcIjp7XCIkaWRcIjpcIjI0NVwiLFwiQ29sb3JcIjp7XCIkaWRcIjpcIjI0NlwiLFwiQVwiOjI1NSxcIlJcIjoyNTUsXCJHXCI6MCxcIkJcIjowfX0sXCJMaW5lV2VpZ2h0XCI6Mi4wLFwiTGluZVR5cGVcIjowfSxcIklzVmlzaWJsZVwiOmZhbHNlfX19LFwiU2hhcGVTdHlsZVwiOntcIiRpZFwiOlwiMjQ3XCIsXCJNYXJnaW5cIjp7XCIkaWRcIjpcIjI0OFwiLFwiVG9wXCI6MC4wLFwiTGVmdFwiOjQuMCxcIlJpZ2h0XCI6NC4wLFwiQm90dG9tXCI6MC4wfSxcIlBhZGRpbmdcIjp7XCIkaWRcIjpcIjI0OVwiLFwiVG9wXCI6MC4wLFwiTGVmdFwiOjAuMCxcIlJpZ2h0XCI6MC4wLFwiQm90dG9tXCI6MC4wfSxcIkJhY2tncm91bmRcIjp7XCIkaWRcIjpcIjI1MFwiLFwiQ29sb3JcIjp7XCIkaWRcIjpcIjI1MVwiLFwiQVwiOjI1NSxcIlJcIjoyMSxcIkdcIjo5NixcIkJcIjoxMzB9fSxcIklzVmlzaWJsZVwiOnRydWUsXCJXaWR0aFwiOjAuMCxcIkhlaWdodFwiOjEwLjAsXCJCb3JkZXJTdHlsZVwiOntcIiRpZFwiOlwiMjUyXCIsXCJMaW5lU3R5bGVcIjp7XCIkaWRcIjpcIjI1M1wiLFwiTGluZUNvbG9yXCI6e1wiJGlkXCI6XCIyNTRcIixcIkNvbG9yXCI6e1wiJGlkXCI6XCIyNTVcIixcIkFcIjoyNTUsXCJSXCI6MjM0LFwiR1wiOjIyLFwiQlwiOjMwfX0sXCJMaW5lV2VpZ2h0XCI6Mi4wLFwiTGluZVR5cGVcIjowfSxcIklzVmlzaWJsZVwiOmZhbHNlfX0sXCJUaXRsZVN0eWxlXCI6e1wiJGlkXCI6XCIyNTZcIixcIkZvbnRTZXR0aW5nc1wiOntcIiRpZFwiOlwiMjU3XCIsXCJGb250U2l6ZVwiOjExLFwiRm9udE5hbWVcIjpcIkNhbGlicmlcIixcIklzQm9sZFwiOmZhbHNlLFwiSXNJdGFsaWNcIjpmYWxzZSxcIklzVW5kZXJsaW5lZFwiOmZhbHNlfSxcIkZvcmVncm91bmRcIjp7XCIkaWRcIjpcIjI1OFwiLFwiQ29sb3JcIjp7XCIkaWRcIjpcIjI1OVwiLFwiQVwiOjI1NSxcIlJcIjowLFwiR1wiOjAsXCJCXCI6MH19LFwiSG9yaXpvbnRhbEFsaWdubWVudFwiOjAsXCJJc1Zpc2libGVcIjp0cnVlfSxcIkRhdGVTdHlsZVwiOntcIiRpZFwiOlwiMjYwXCIsXCJGb250U2V0dGluZ3NcIjp7XCIkaWRcIjpcIjI2MVwiLFwiRm9udFNpemVcIjoxMCxcIkZvbnROYW1lXCI6XCJDYWxpYnJpXCIsXCJJc0JvbGRcIjpmYWxzZSxcIklzSXRhbGljXCI6ZmFsc2UsXCJJc1VuZGVybGluZWRcIjpmYWxzZX0sXCJGb3JlZ3JvdW5kXCI6e1wiJGlkXCI6XCIyNjJcIixcIkNvbG9yXCI6e1wiJGlkXCI6XCIyNjNcIixcIkFcIjoyNTUsXCJSXCI6MTQsXCJHXCI6NDAsXCJCXCI6NjV9fSxcIkhvcml6b250YWxBbGlnbm1lbnRcIjoyLFwiSXNWaXNpYmxlXCI6dHJ1ZX0sXCJEYXRlRm9ybWF0XCI6e1wiJGlkXCI6XCIyNjR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Y1XCIsXCJGb3JtYXRcIjowLFwiSXNWaXNpYmxlXCI6ZmFsc2UsXCJMYXN0S25vd25WaXNpYmlsaXR5U3RhdGVcIjpmYWxzZX0sXCJWYXJpYW5jZVN0eWxlXCI6e1wiJGlkXCI6XCIyNjZcIixcIlZhcmlhbmNlVGV4dFN0eWxlXCI6e1wiJGlkXCI6XCIyNjdcIixcIkZvbnRTZXR0aW5nc1wiOntcIiRpZFwiOlwiMjY4XCIsXCJGb250U2l6ZVwiOjEwLFwiRm9udE5hbWVcIjpcIkNhbGlicmlcIixcIklzQm9sZFwiOmZhbHNlLFwiSXNJdGFsaWNcIjpmYWxzZSxcIklzVW5kZXJsaW5lZFwiOmZhbHNlfSxcIkZvcmVncm91bmRcIjp7XCIkaWRcIjpcIjI2OVwiLFwiQ29sb3JcIjp7XCIkaWRcIjpcIjI3MFwiLFwiQVwiOjI1NSxcIlJcIjowLFwiR1wiOjAsXCJCXCI6MH19LFwiSG9yaXpvbnRhbEFsaWdubWVudFwiOjAsXCJJc1Zpc2libGVcIjp0cnVlfX19LFwiRGVmYXVsdFN3aW1sYW5lTW90U3R5bGVcIjp7XCIkaWRcIjpcIjI3MVwiLFwiU2hhcGVcIjoxLFwiU2hhcGVTaXplXCI6MCxcIkRldGFpbHNTcGFjaW5nXCI6MC4wLFwiUGFkZGluZ1wiOntcIiRpZFwiOlwiMjcyXCIsXCJUb3BcIjo1LjAsXCJMZWZ0XCI6My4wLFwiUmlnaHRcIjowLjAsXCJCb3R0b21cIjoyLjB9LFwiUG9zaXRpb25PblRhc2tcIjoxLFwiU2hhcGVTdHlsZVwiOntcIiRpZFwiOlwiMjczXCIsXCJNYXJnaW5cIjp7XCIkaWRcIjpcIjI3NFwiLFwiVG9wXCI6MC4wLFwiTGVmdFwiOjAuMCxcIlJpZ2h0XCI6MC4wLFwiQm90dG9tXCI6MC4wfSxcIlBhZGRpbmdcIjp7XCIkaWRcIjpcIjI3NVwiLFwiVG9wXCI6MC4wLFwiTGVmdFwiOjAuMCxcIlJpZ2h0XCI6MC4wLFwiQm90dG9tXCI6MC4wfSxcIkJhY2tncm91bmRcIjp7XCIkaWRcIjpcIjI3NlwiLFwiQ29sb3JcIjp7XCIkaWRcIjpcIjI3N1wiLFwiQVwiOjI1NSxcIlJcIjoxMSxcIkdcIjo0OCxcIkJcIjo2NX19LFwiSXNWaXNpYmxlXCI6dHJ1ZSxcIldpZHRoXCI6MTIuMCxcIkhlaWdodFwiOjE0LjAsXCJCb3JkZXJTdHlsZVwiOntcIiRpZFwiOlwiMjc4XCIsXCJMaW5lU3R5bGVcIjp7XCIkaWRcIjpcIjI3OVwiLFwiTGluZUNvbG9yXCI6e1wiJGlkXCI6XCIyODBcIixcIkNvbG9yXCI6e1wiJGlkXCI6XCIyODFcIixcIkFcIjoyNTUsXCJSXCI6MjU1LFwiR1wiOjAsXCJCXCI6MH19LFwiTGluZVdlaWdodFwiOjAuMCxcIkxpbmVUeXBlXCI6MH0sXCJJc1Zpc2libGVcIjpmYWxzZX19LFwiVGl0bGVTdHlsZVwiOntcIiRpZFwiOlwiMjgyXCIsXCJGb250U2V0dGluZ3NcIjp7XCIkaWRcIjpcIjI4M1wiLFwiRm9udFNpemVcIjoxMSxcIkZvbnROYW1lXCI6XCJDYWxpYnJpXCIsXCJJc0JvbGRcIjpmYWxzZSxcIklzSXRhbGljXCI6ZmFsc2UsXCJJc1VuZGVybGluZWRcIjpmYWxzZX0sXCJGb3JlZ3JvdW5kXCI6e1wiJGlkXCI6XCIyODRcIixcIkNvbG9yXCI6e1wiJGlkXCI6XCIyODVcIixcIkFcIjoyNTUsXCJSXCI6MCxcIkdcIjowLFwiQlwiOjB9fSxcIkhvcml6b250YWxBbGlnbm1lbnRcIjoxLFwiSXNWaXNpYmxlXCI6dHJ1ZX0sXCJEYXRlU3R5bGVcIjp7XCIkaWRcIjpcIjI4NlwiLFwiRm9udFNldHRpbmdzXCI6e1wiJGlkXCI6XCIyODdcIixcIkZvbnRTaXplXCI6MTAsXCJGb250TmFtZVwiOlwiQ2FsaWJyaVwiLFwiSXNCb2xkXCI6ZmFsc2UsXCJJc0l0YWxpY1wiOmZhbHNlLFwiSXNVbmRlcmxpbmVkXCI6ZmFsc2V9LFwiRm9yZWdyb3VuZFwiOntcIiRpZFwiOlwiMjg4XCIsXCJDb2xvclwiOntcIiRpZFwiOlwiMjg5XCIsXCJBXCI6MjU1LFwiUlwiOjE0LFwiR1wiOjQwLFwiQlwiOjY1fX0sXCJIb3Jpem9udGFsQWxpZ25tZW50XCI6MSxcIklzVmlzaWJsZVwiOnRydWV9LFwiRGF0ZUZvcm1hdFwiOntcIiRpZFwiOlwiMjkw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I5MVwiLFwiRm9ybWF0XCI6MCxcIklzVmlzaWJsZVwiOmZhbHNlLFwiTGFzdEtub3duVmlzaWJpbGl0eVN0YXRlXCI6ZmFsc2V9LFwiVmFyaWFuY2VTdHlsZVwiOntcIiRpZFwiOlwiMjkyXCIsXCJWYXJpYW5jZVRleHRTdHlsZVwiOntcIiRpZFwiOlwiMjkzXCIsXCJGb250U2V0dGluZ3NcIjp7XCIkaWRcIjpcIjI5NFwiLFwiRm9udFNpemVcIjoxMCxcIkZvbnROYW1lXCI6XCJDYWxpYnJpXCIsXCJJc0JvbGRcIjpmYWxzZSxcIklzSXRhbGljXCI6ZmFsc2UsXCJJc1VuZGVybGluZWRcIjpmYWxzZX0sXCJGb3JlZ3JvdW5kXCI6e1wiJGlkXCI6XCIyOTVcIixcIkNvbG9yXCI6e1wiJGlkXCI6XCIyOTZcIixcIkFcIjoyNTUsXCJSXCI6MCxcIkdcIjowLFwiQlwiOjB9fSxcIkhvcml6b250YWxBbGlnbm1lbnRcIjowLFwiSXNWaXNpYmxlXCI6dHJ1ZX19fX0sXCJfYWRkaXRpb25hbFN3aW1sYW5lVjJTdHlsZXNcIjpbe1wiJGlkXCI6XCIyOTdcIixcIlN0eWxlSWRcIjpcIjk4NTEzZTEwLTU1MWMtNGYzMC1hYzExLWEwNjkwZTkwMzEzNFwiLFwiTmFtZVwiOlwiU3dpbWxhbmUgU3R5bGUgMlwiLFwiSGVhZGVyU3R5bGVcIjp7XCIkaWRcIjpcIjI5OFwiLFwiVGV4dFN0eWxlXCI6e1wiJGlkXCI6XCIyOTlcIixcIkZvbnRTZXR0aW5nc1wiOntcIiRpZFwiOlwiMzAwXCIsXCJGb250U2l6ZVwiOjExLFwiRm9udE5hbWVcIjpcIkNhbGlicmlcIixcIklzQm9sZFwiOmZhbHNlLFwiSXNJdGFsaWNcIjpmYWxzZSxcIklzVW5kZXJsaW5lZFwiOmZhbHNlfSxcIkZvcmVncm91bmRcIjp7XCIkaWRcIjpcIjMwMVwiLFwiQ29sb3JcIjp7XCIkaWRcIjpcIjMwMlwiLFwiQVwiOjI1NSxcIlJcIjoyNTUsXCJHXCI6MjU1LFwiQlwiOjI1NX19LFwiSG9yaXpvbnRhbEFsaWdubWVudFwiOjEsXCJJc1Zpc2libGVcIjp0cnVlfSxcIlJlY3RhbmdsZVN0eWxlXCI6e1wiJGlkXCI6XCIzMDNcIixcIk1hcmdpblwiOntcIiRpZFwiOlwiMzA0XCIsXCJUb3BcIjowLjAsXCJMZWZ0XCI6MC4wLFwiUmlnaHRcIjowLjAsXCJCb3R0b21cIjowLjB9LFwiUGFkZGluZ1wiOntcIiRpZFwiOlwiMzA1XCIsXCJUb3BcIjowLjAsXCJMZWZ0XCI6MC4wLFwiUmlnaHRcIjowLjAsXCJCb3R0b21cIjowLjB9LFwiQmFja2dyb3VuZFwiOntcIiRpZFwiOlwiMzA2XCIsXCJDb2xvclwiOntcIiRpZFwiOlwiMzA3XCIsXCJBXCI6MjU1LFwiUlwiOjIzMyxcIkdcIjoxMTMsXCJCXCI6NTB9fSxcIklzVmlzaWJsZVwiOnRydWUsXCJXaWR0aFwiOjAuMCxcIkhlaWdodFwiOjAuMCxcIkJvcmRlclN0eWxlXCI6e1wiJGlkXCI6XCIzMDhcIixcIkxpbmVTdHlsZVwiOntcIiRpZFwiOlwiMzA5XCIsXCJMaW5lQ29sb3JcIjp7XCIkaWRcIjpcIjMxMFwiLFwiQ29sb3JcIjp7XCIkaWRcIjpcIjMxMVwiLFwiQVwiOjI1NSxcIlJcIjoyNTUsXCJHXCI6MjU1LFwiQlwiOjI1NX19LFwiTGluZVdlaWdodFwiOjAuMCxcIkxpbmVUeXBlXCI6MH0sXCJJc1Zpc2libGVcIjpmYWxzZX19fSxcIkJhY2tncm91bmRTdHlsZVwiOntcIiRpZFwiOlwiMzEyXCIsXCJNYXJnaW5cIjp7XCIkaWRcIjpcIjMxM1wiLFwiVG9wXCI6MC4wLFwiTGVmdFwiOjAuMCxcIlJpZ2h0XCI6MC4wLFwiQm90dG9tXCI6MC4wfSxcIlBhZGRpbmdcIjp7XCIkaWRcIjpcIjMxNFwiLFwiVG9wXCI6MC4wLFwiTGVmdFwiOjAuMCxcIlJpZ2h0XCI6MC4wLFwiQm90dG9tXCI6MC4wfSxcIkJhY2tncm91bmRcIjp7XCIkaWRcIjpcIjMxNVwiLFwiQ29sb3JcIjp7XCIkaWRcIjpcIjMxNlwiLFwiQVwiOjUxLFwiUlwiOjIwMCxcIkdcIjoyMDAsXCJCXCI6MjAwfX0sXCJJc1Zpc2libGVcIjp0cnVlLFwiV2lkdGhcIjowLjAsXCJIZWlnaHRcIjowLjAsXCJCb3JkZXJTdHlsZVwiOntcIiRpZFwiOlwiMzE3XCIsXCJMaW5lU3R5bGVcIjp7XCIkaWRcIjpcIjMxOFwiLFwiTGluZUNvbG9yXCI6e1wiJGlkXCI6XCIzMTlcIixcIkNvbG9yXCI6e1wiJGlkXCI6XCIzMjBcIixcIkFcIjoyNTUsXCJSXCI6MjM0LFwiR1wiOjIyLFwiQlwiOjMwfX0sXCJMaW5lV2VpZ2h0XCI6Mi4wLFwiTGluZVR5cGVcIjowfSxcIklzVmlzaWJsZVwiOmZhbHNlfX0sXCJJc0Fib3ZlVGltZWJhbmRcIjpmYWxzZSxcIlNwYWNpbmdcIjozLFwiRGVmYXVsdFN3aW1sYW5lQWN0aXZpdHlTdHlsZVwiOntcIiRpZFwiOlwiMzIxXCIsXCJIZWFkZXJTdHlsZVwiOntcIiRpZFwiOlwiMzIyXCIsXCJUZXh0U3R5bGVcIjp7XCIkaWRcIjpcIjMyM1wiLFwiRm9udFNldHRpbmdzXCI6e1wiJGlkXCI6XCIzMjRcIixcIkZvbnRTaXplXCI6MTEsXCJGb250TmFtZVwiOlwiQ2FsaWJyaVwiLFwiSXNCb2xkXCI6ZmFsc2UsXCJJc0l0YWxpY1wiOmZhbHNlLFwiSXNVbmRlcmxpbmVkXCI6ZmFsc2V9LFwiRm9yZWdyb3VuZFwiOntcIiRpZFwiOlwiMzI1XCIsXCJDb2xvclwiOntcIiRpZFwiOlwiMzI2XCIsXCJBXCI6MjU1LFwiUlwiOjAsXCJHXCI6MCxcIkJcIjowfX0sXCJIb3Jpem9udGFsQWxpZ25tZW50XCI6MCxcIklzVmlzaWJsZVwiOnRydWV9LFwiUmVjdGFuZ2xlU3R5bGVcIjp7XCIkaWRcIjpcIjMyN1wiLFwiTWFyZ2luXCI6e1wiJGlkXCI6XCIzMjhcIixcIlRvcFwiOjAuMCxcIkxlZnRcIjowLjAsXCJSaWdodFwiOjAuMCxcIkJvdHRvbVwiOjAuMH0sXCJQYWRkaW5nXCI6e1wiJGlkXCI6XCIzMjlcIixcIlRvcFwiOjAuMCxcIkxlZnRcIjowLjAsXCJSaWdodFwiOjAuMCxcIkJvdHRvbVwiOjAuMH0sXCJCYWNrZ3JvdW5kXCI6e1wiJGlkXCI6XCIzMzBcIixcIkNvbG9yXCI6e1wiJGlkXCI6XCIzMzFcIixcIkFcIjo2MyxcIlJcIjoyMzMsXCJHXCI6MTEzLFwiQlwiOjUwfX0sXCJJc1Zpc2libGVcIjp0cnVlLFwiV2lkdGhcIjowLjAsXCJIZWlnaHRcIjowLjAsXCJCb3JkZXJTdHlsZVwiOntcIiRpZFwiOlwiMzMyXCIsXCJMaW5lU3R5bGVcIjp7XCIkaWRcIjpcIjMzM1wiLFwiTGluZUNvbG9yXCI6e1wiJGlkXCI6XCIzMzRcIixcIkNvbG9yXCI6e1wiJGlkXCI6XCIzMzVcIixcIkFcIjoyNTUsXCJSXCI6MjU1LFwiR1wiOjI1NSxcIkJcIjoyNTV9fSxcIkxpbmVXZWlnaHRcIjowLjAsXCJMaW5lVHlwZVwiOjB9LFwiSXNWaXNpYmxlXCI6ZmFsc2V9fX0sXCJCYWNrZ3JvdW5kU3R5bGVcIjp7XCIkaWRcIjpcIjMzNlwiLFwiTWFyZ2luXCI6e1wiJGlkXCI6XCIzMzdcIixcIlRvcFwiOjAuMCxcIkxlZnRcIjowLjAsXCJSaWdodFwiOjAuMCxcIkJvdHRvbVwiOjAuMH0sXCJQYWRkaW5nXCI6e1wiJGlkXCI6XCIzMzhcIixcIlRvcFwiOjAuMCxcIkxlZnRcIjowLjAsXCJSaWdodFwiOjAuMCxcIkJvdHRvbVwiOjAuMH0sXCJCYWNrZ3JvdW5kXCI6e1wiJGlkXCI6XCIzMzlcIixcIkNvbG9yXCI6e1wiJGlkXCI6XCIzNDBcIixcIkFcIjo1MSxcIlJcIjoyMDAsXCJHXCI6MjAwLFwiQlwiOjIwMH19LFwiSXNWaXNpYmxlXCI6dHJ1ZSxcIldpZHRoXCI6MC4wLFwiSGVpZ2h0XCI6MC4wLFwiQm9yZGVyU3R5bGVcIjp7XCIkaWRcIjpcIjM0MVwiLFwiTGluZVN0eWxlXCI6e1wiJGlkXCI6XCIzNDJcIixcIkxpbmVDb2xvclwiOntcIiRpZFwiOlwiMzQzXCIsXCJDb2xvclwiOntcIiRpZFwiOlwiMzQ0XCIsXCJBXCI6MjU1LFwiUlwiOjIzNCxcIkdcIjoyMixcIkJcIjozMH19LFwiTGluZVdlaWdodFwiOjIuMCxcIkxpbmVUeXBlXCI6MH0sXCJJc1Zpc2libGVcIjpmYWxzZX19fSxcIkRlZmF1bHRTd2ltbGFuZU1pbGVzdG9uZVN0eWxlXCI6e1wiJGlkXCI6XCIzNDVcIixcIlRpdGxlUG9zaXRpb25cIjowLFwiRGF0ZVBvc2l0aW9uXCI6MixcIlZhcmlhbmNlUG9zaXRpb25cIjoyLFwiU2hhcGVUeXBlXCI6MSxcIlNoYXBlU2l6ZVwiOjAsXCJTcGFjaW5nXCI6NSxcIlNoYXBlU3R5bGVcIjp7XCIkaWRcIjpcIjM0NlwiLFwiTWFyZ2luXCI6e1wiJGlkXCI6XCIzNDdcIixcIlRvcFwiOjAuMCxcIkxlZnRcIjowLjAsXCJSaWdodFwiOjAuMCxcIkJvdHRvbVwiOjAuMH0sXCJQYWRkaW5nXCI6e1wiJGlkXCI6XCIzNDhcIixcIlRvcFwiOjAuMCxcIkxlZnRcIjowLjAsXCJSaWdodFwiOjAuMCxcIkJvdHRvbVwiOjAuMH0sXCJCYWNrZ3JvdW5kXCI6e1wiJGlkXCI6XCIzNDlcIixcIkNvbG9yXCI6e1wiJGlkXCI6XCIzNTBcIixcIkFcIjoyNTUsXCJSXCI6MjMzLFwiR1wiOjExMyxcIkJcIjo1MH19LFwiSXNWaXNpYmxlXCI6dHJ1ZSxcIldpZHRoXCI6MTIuMCxcIkhlaWdodFwiOjE0LjAsXCJCb3JkZXJTdHlsZVwiOntcIiRpZFwiOlwiMzUxXCIsXCJMaW5lU3R5bGVcIjp7XCIkaWRcIjpcIjM1MlwiLFwiTGluZUNvbG9yXCI6e1wiJGlkXCI6XCIzNTNcIixcIkNvbG9yXCI6e1wiJGlkXCI6XCIzNTRcIixcIkFcIjoyNTUsXCJSXCI6MjM0LFwiR1wiOjIyLFwiQlwiOjMwfX0sXCJMaW5lV2VpZ2h0XCI6Mi4wLFwiTGluZVR5cGVcIjowfSxcIklzVmlzaWJsZVwiOmZhbHNlfX0sXCJUaXRsZVN0eWxlXCI6e1wiJGlkXCI6XCIzNTVcIixcIkZvbnRTZXR0aW5nc1wiOntcIiRpZFwiOlwiMzU2XCIsXCJGb250U2l6ZVwiOjExLFwiRm9udE5hbWVcIjpcIkNhbGlicmlcIixcIklzQm9sZFwiOmZhbHNlLFwiSXNJdGFsaWNcIjpmYWxzZSxcIklzVW5kZXJsaW5lZFwiOmZhbHNlfSxcIkZvcmVncm91bmRcIjp7XCIkaWRcIjpcIjM1N1wiLFwiQ29sb3JcIjp7XCIkaWRcIjpcIjM1OFwiLFwiQVwiOjI1NSxcIlJcIjowLFwiR1wiOjAsXCJCXCI6MH19LFwiSG9yaXpvbnRhbEFsaWdubWVudFwiOjIsXCJJc1Zpc2libGVcIjp0cnVlfSxcIkRhdGVTdHlsZVwiOntcIiRpZFwiOlwiMzU5XCIsXCJGb250U2V0dGluZ3NcIjp7XCIkaWRcIjpcIjM2MFwiLFwiRm9udFNpemVcIjoxMCxcIkZvbnROYW1lXCI6XCJDYWxpYnJpXCIsXCJJc0JvbGRcIjpmYWxzZSxcIklzSXRhbGljXCI6ZmFsc2UsXCJJc1VuZGVybGluZWRcIjpmYWxzZX0sXCJGb3JlZ3JvdW5kXCI6e1wiJGlkXCI6XCIzNjFcIixcIkNvbG9yXCI6e1wiJGlkXCI6XCIzNjJcIixcIkFcIjoyNTUsXCJSXCI6MTQsXCJHXCI6NDAsXCJCXCI6NjV9fSxcIkhvcml6b250YWxBbGlnbm1lbnRcIjowLFwiSXNWaXNpYmxlXCI6dHJ1ZX0sXCJEYXRlRm9ybWF0XCI6e1wiJGlkXCI6XCIzNjN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zY0XCIsXCJGb3JtYXRcIjowLFwiSXNWaXNpYmxlXCI6ZmFsc2UsXCJMYXN0S25vd25WaXNpYmlsaXR5U3RhdGVcIjpmYWxzZX0sXCJWYXJpYW5jZVN0eWxlXCI6e1wiJGlkXCI6XCIzNjVcIixcIlZhcmlhbmNlVGV4dFN0eWxlXCI6e1wiJGlkXCI6XCIzNjZcIixcIkZvbnRTZXR0aW5nc1wiOntcIiRpZFwiOlwiMzY3XCIsXCJGb250U2l6ZVwiOjEwLFwiRm9udE5hbWVcIjpcIkNhbGlicmlcIixcIklzQm9sZFwiOmZhbHNlLFwiSXNJdGFsaWNcIjpmYWxzZSxcIklzVW5kZXJsaW5lZFwiOmZhbHNlfSxcIkZvcmVncm91bmRcIjp7XCIkaWRcIjpcIjM2OFwiLFwiQ29sb3JcIjp7XCIkaWRcIjpcIjM2OVwiLFwiQVwiOjI1NSxcIlJcIjowLFwiR1wiOjAsXCJCXCI6MH19LFwiSG9yaXpvbnRhbEFsaWdubWVudFwiOjAsXCJJc1Zpc2libGVcIjp0cnVlfX19LFwiRGVmYXVsdFN3aW1sYW5lVGFza1N0eWxlXCI6e1wiJGlkXCI6XCIzNzBcIixcIlNoYXBlXCI6MSxcIlNoYXBlVGhpY2tuZXNzXCI6MCxcIkR1cmF0aW9uRm9ybWF0XCI6MCxcIlBlcmNlbnRhZ2VDb21wbGV0ZVRleHRTdHlsZVwiOntcIiRpZFwiOlwiMzcxXCIsXCJGb250U2V0dGluZ3NcIjp7XCIkaWRcIjpcIjM3MlwiLFwiRm9udFNpemVcIjoxMCxcIkZvbnROYW1lXCI6XCJDYWxpYnJpXCIsXCJJc0JvbGRcIjpmYWxzZSxcIklzSXRhbGljXCI6ZmFsc2UsXCJJc1VuZGVybGluZWRcIjpmYWxzZX0sXCJGb3JlZ3JvdW5kXCI6e1wiJGlkXCI6XCIzNzNcIixcIkNvbG9yXCI6e1wiJGlkXCI6XCIzNzRcIixcIkFcIjoyNTUsXCJSXCI6MjMyLFwiR1wiOjIzMixcIkJcIjoyMzJ9fSxcIkhvcml6b250YWxBbGlnbm1lbnRcIjoxLFwiSXNWaXNpYmxlXCI6dHJ1ZX0sXCJQZXJjZW50YWdlQ29tcGxldGVIaWdobGlnaHRTdHlsZVwiOntcIiRpZFwiOlwiMzc1XCIsXCJCYWNrZ3JvdW5kXCI6e1wiJGlkXCI6XCIzNzZcIixcIkNvbG9yXCI6e1wiJGlkXCI6XCIzNzdcIixcIkFcIjo4OSxcIlJcIjowLFwiR1wiOjAsXCJCXCI6MH19fSxcIkR1cmF0aW9uU3R5bGVcIjp7XCIkaWRcIjpcIjM3OFwiLFwiRm9udFNldHRpbmdzXCI6e1wiJGlkXCI6XCIzNzlcIixcIkZvbnRTaXplXCI6MTAsXCJGb250TmFtZVwiOlwiQ2FsaWJyaVwiLFwiSXNCb2xkXCI6ZmFsc2UsXCJJc0l0YWxpY1wiOmZhbHNlLFwiSXNVbmRlcmxpbmVkXCI6ZmFsc2V9LFwiRm9yZWdyb3VuZFwiOntcIiRpZFwiOlwiMzgwXCIsXCJDb2xvclwiOntcIiRpZFwiOlwiMzgxXCIsXCJBXCI6MjU1LFwiUlwiOjIzNyxcIkdcIjoxMjUsXCJCXCI6NDl9fSxcIkhvcml6b250YWxBbGlnbm1lbnRcIjowLFwiSXNWaXNpYmxlXCI6ZmFsc2V9LFwiTWFyZ2luXCI6e1wiJGlkXCI6XCIzODJcIixcIlRvcFwiOjAuMCxcIkxlZnRcIjowLjAsXCJSaWdodFwiOjAuMCxcIkJvdHRvbVwiOjAuMH0sXCJTdGFydERhdGVQb3NpdGlvblwiOjMsXCJFbmREYXRlUG9zaXRpb25cIjozLFwiVGl0bGVQb3NpdGlvblwiOjQsXCJEdXJhdGlvblBvc2l0aW9uXCI6MCxcIlBlcmNlbnRhZ2VDb21wbGV0ZWRQb3NpdGlvblwiOjIsXCJWYXJpYW5jZVBvc2l0aW9uXCI6MixcIlNwYWNpbmdcIjozLFwiQmFzZWxpbmVTdHlsZVwiOntcIiRpZFwiOlwiMzgzXCIsXCJCYXNlbGluZVNoYXBlU3R5bGVcIjp7XCIkaWRcIjpcIjM4NFwiLFwiTWFyZ2luXCI6e1wiJGlkXCI6XCIzODVcIixcIlRvcFwiOjAuMCxcIkxlZnRcIjowLjAsXCJSaWdodFwiOjAuMCxcIkJvdHRvbVwiOjAuMH0sXCJQYWRkaW5nXCI6e1wiJGlkXCI6XCIzODZcIixcIlRvcFwiOjAuMCxcIkxlZnRcIjowLjAsXCJSaWdodFwiOjAuMCxcIkJvdHRvbVwiOjAuMH0sXCJCYWNrZ3JvdW5kXCI6e1wiJGlkXCI6XCIzODdcIixcIkNvbG9yXCI6e1wiJGlkXCI6XCIzODhcIixcIkFcIjoxNTMsXCJSXCI6MCxcIkdcIjowLFwiQlwiOjB9fSxcIklzVmlzaWJsZVwiOmZhbHNlLFwiV2lkdGhcIjowLjAsXCJIZWlnaHRcIjowLjAsXCJCb3JkZXJTdHlsZVwiOntcIiRpZFwiOlwiMzg5XCIsXCJMaW5lU3R5bGVcIjp7XCIkaWRcIjpcIjM5MFwiLFwiTGluZUNvbG9yXCI6e1wiJGlkXCI6XCIzOTFcIixcIkNvbG9yXCI6e1wiJGlkXCI6XCIzOTJcIixcIkFcIjoyNTUsXCJSXCI6MjU1LFwiR1wiOjAsXCJCXCI6MH19LFwiTGluZVdlaWdodFwiOjIuMCxcIkxpbmVUeXBlXCI6MH0sXCJJc1Zpc2libGVcIjpmYWxzZX19fSxcIlNoYXBlU3R5bGVcIjp7XCIkaWRcIjpcIjM5M1wiLFwiTWFyZ2luXCI6e1wiJGlkXCI6XCIzOTRcIixcIlRvcFwiOjAuMCxcIkxlZnRcIjo0LjAsXCJSaWdodFwiOjQuMCxcIkJvdHRvbVwiOjAuMH0sXCJQYWRkaW5nXCI6e1wiJGlkXCI6XCIzOTVcIixcIlRvcFwiOjAuMCxcIkxlZnRcIjowLjAsXCJSaWdodFwiOjAuMCxcIkJvdHRvbVwiOjAuMH0sXCJCYWNrZ3JvdW5kXCI6e1wiJGlkXCI6XCIzOTZcIixcIkNvbG9yXCI6e1wiJGlkXCI6XCIzOTdcIixcIkFcIjoyNTUsXCJSXCI6MjMzLFwiR1wiOjExMyxcIkJcIjo1MH19LFwiSXNWaXNpYmxlXCI6dHJ1ZSxcIldpZHRoXCI6MC4wLFwiSGVpZ2h0XCI6MTAuMCxcIkJvcmRlclN0eWxlXCI6e1wiJGlkXCI6XCIzOThcIixcIkxpbmVTdHlsZVwiOntcIiRpZFwiOlwiMzk5XCIsXCJMaW5lQ29sb3JcIjp7XCIkaWRcIjpcIjQwMFwiLFwiQ29sb3JcIjp7XCIkaWRcIjpcIjQwMVwiLFwiQVwiOjI1NSxcIlJcIjoyMzQsXCJHXCI6MjIsXCJCXCI6MzB9fSxcIkxpbmVXZWlnaHRcIjoyLjAsXCJMaW5lVHlwZVwiOjB9LFwiSXNWaXNpYmxlXCI6ZmFsc2V9fSxcIlRpdGxlU3R5bGVcIjp7XCIkaWRcIjpcIjQwMlwiLFwiRm9udFNldHRpbmdzXCI6e1wiJGlkXCI6XCI0MDNcIixcIkZvbnRTaXplXCI6MTEsXCJGb250TmFtZVwiOlwiQ2FsaWJyaVwiLFwiSXNCb2xkXCI6ZmFsc2UsXCJJc0l0YWxpY1wiOmZhbHNlLFwiSXNVbmRlcmxpbmVkXCI6ZmFsc2V9LFwiRm9yZWdyb3VuZFwiOntcIiRpZFwiOlwiNDA0XCIsXCJDb2xvclwiOntcIiRpZFwiOlwiNDA1XCIsXCJBXCI6MjU1LFwiUlwiOjAsXCJHXCI6MCxcIkJcIjowfX0sXCJIb3Jpem9udGFsQWxpZ25tZW50XCI6MCxcIklzVmlzaWJsZVwiOnRydWV9LFwiRGF0ZVN0eWxlXCI6e1wiJGlkXCI6XCI0MDZcIixcIkZvbnRTZXR0aW5nc1wiOntcIiRpZFwiOlwiNDA3XCIsXCJGb250U2l6ZVwiOjEwLFwiRm9udE5hbWVcIjpcIkNhbGlicmlcIixcIklzQm9sZFwiOmZhbHNlLFwiSXNJdGFsaWNcIjpmYWxzZSxcIklzVW5kZXJsaW5lZFwiOmZhbHNlfSxcIkZvcmVncm91bmRcIjp7XCIkaWRcIjpcIjQwOFwiLFwiQ29sb3JcIjp7XCIkaWRcIjpcIjQwOVwiLFwiQVwiOjI1NSxcIlJcIjoxNCxcIkdcIjo0MCxcIkJcIjo2NX19LFwiSG9yaXpvbnRhbEFsaWdubWVudFwiOjIsXCJJc1Zpc2libGVcIjp0cnVlfSxcIkRhdGVGb3JtYXRcIjp7XCIkaWRcIjpcIjQxM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MTFcIixcIkZvcm1hdFwiOjAsXCJJc1Zpc2libGVcIjpmYWxzZSxcIkxhc3RLbm93blZpc2liaWxpdHlTdGF0ZVwiOmZhbHNlfSxcIlZhcmlhbmNlU3R5bGVcIjp7XCIkaWRcIjpcIjQxMlwiLFwiVmFyaWFuY2VUZXh0U3R5bGVcIjp7XCIkaWRcIjpcIjQxM1wiLFwiRm9udFNldHRpbmdzXCI6e1wiJGlkXCI6XCI0MTRcIixcIkZvbnRTaXplXCI6MTAsXCJGb250TmFtZVwiOlwiQ2FsaWJyaVwiLFwiSXNCb2xkXCI6ZmFsc2UsXCJJc0l0YWxpY1wiOmZhbHNlLFwiSXNVbmRlcmxpbmVkXCI6ZmFsc2V9LFwiRm9yZWdyb3VuZFwiOntcIiRpZFwiOlwiNDE1XCIsXCJDb2xvclwiOntcIiRpZFwiOlwiNDE2XCIsXCJBXCI6MjU1LFwiUlwiOjAsXCJHXCI6MCxcIkJcIjowfX0sXCJIb3Jpem9udGFsQWxpZ25tZW50XCI6MCxcIklzVmlzaWJsZVwiOnRydWV9fX0sXCJEZWZhdWx0U3dpbWxhbmVNb3RTdHlsZVwiOntcIiRpZFwiOlwiNDE3XCIsXCJTaGFwZVwiOjEsXCJTaGFwZVNpemVcIjowLFwiRGV0YWlsc1NwYWNpbmdcIjowLjAsXCJQYWRkaW5nXCI6e1wiJGlkXCI6XCI0MThcIixcIlRvcFwiOjUuMCxcIkxlZnRcIjozLjAsXCJSaWdodFwiOjAuMCxcIkJvdHRvbVwiOjIuMH0sXCJQb3NpdGlvbk9uVGFza1wiOjEsXCJTaGFwZVN0eWxlXCI6e1wiJGlkXCI6XCI0MTlcIixcIk1hcmdpblwiOntcIiRpZFwiOlwiNDIwXCIsXCJUb3BcIjowLjAsXCJMZWZ0XCI6MC4wLFwiUmlnaHRcIjowLjAsXCJCb3R0b21cIjowLjB9LFwiUGFkZGluZ1wiOntcIiRpZFwiOlwiNDIxXCIsXCJUb3BcIjowLjAsXCJMZWZ0XCI6MC4wLFwiUmlnaHRcIjowLjAsXCJCb3R0b21cIjowLjB9LFwiQmFja2dyb3VuZFwiOntcIiRpZFwiOlwiNDIyXCIsXCJDb2xvclwiOntcIiRpZFwiOlwiNDIzXCIsXCJBXCI6MjU1LFwiUlwiOjEyOCxcIkdcIjo1MyxcIkJcIjoxNH19LFwiSXNWaXNpYmxlXCI6dHJ1ZSxcIldpZHRoXCI6MTIuMCxcIkhlaWdodFwiOjE0LjAsXCJCb3JkZXJTdHlsZVwiOntcIiRpZFwiOlwiNDI0XCIsXCJMaW5lU3R5bGVcIjp7XCIkaWRcIjpcIjQyNVwiLFwiTGluZUNvbG9yXCI6e1wiJGlkXCI6XCI0MjZcIixcIkNvbG9yXCI6e1wiJGlkXCI6XCI0MjdcIixcIkFcIjoyNTUsXCJSXCI6MjU1LFwiR1wiOjI1NSxcIkJcIjoyNTV9fSxcIkxpbmVXZWlnaHRcIjowLjAsXCJMaW5lVHlwZVwiOjB9LFwiSXNWaXNpYmxlXCI6ZmFsc2V9fSxcIlRpdGxlU3R5bGVcIjp7XCIkaWRcIjpcIjQyOFwiLFwiRm9udFNldHRpbmdzXCI6e1wiJGlkXCI6XCI0MjlcIixcIkZvbnRTaXplXCI6MTEsXCJGb250TmFtZVwiOlwiQ2FsaWJyaVwiLFwiSXNCb2xkXCI6ZmFsc2UsXCJJc0l0YWxpY1wiOmZhbHNlLFwiSXNVbmRlcmxpbmVkXCI6ZmFsc2V9LFwiRm9yZWdyb3VuZFwiOntcIiRpZFwiOlwiNDMwXCIsXCJDb2xvclwiOntcIiRpZFwiOlwiNDMxXCIsXCJBXCI6MjU1LFwiUlwiOjAsXCJHXCI6MCxcIkJcIjowfX0sXCJIb3Jpem9udGFsQWxpZ25tZW50XCI6MSxcIklzVmlzaWJsZVwiOnRydWV9LFwiRGF0ZVN0eWxlXCI6e1wiJGlkXCI6XCI0MzJcIixcIkZvbnRTZXR0aW5nc1wiOntcIiRpZFwiOlwiNDMzXCIsXCJGb250U2l6ZVwiOjEwLFwiRm9udE5hbWVcIjpcIkNhbGlicmlcIixcIklzQm9sZFwiOmZhbHNlLFwiSXNJdGFsaWNcIjpmYWxzZSxcIklzVW5kZXJsaW5lZFwiOmZhbHNlfSxcIkZvcmVncm91bmRcIjp7XCIkaWRcIjpcIjQzNFwiLFwiQ29sb3JcIjp7XCIkaWRcIjpcIjQzNVwiLFwiQVwiOjI1NSxcIlJcIjoxNCxcIkdcIjo0MCxcIkJcIjo2NX19LFwiSG9yaXpvbnRhbEFsaWdubWVudFwiOjEsXCJJc1Zpc2libGVcIjp0cnVlfSxcIkRhdGVGb3JtYXRcIjp7XCIkaWRcIjpcIjQzN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MzdcIixcIkZvcm1hdFwiOjAsXCJJc1Zpc2libGVcIjpmYWxzZSxcIkxhc3RLbm93blZpc2liaWxpdHlTdGF0ZVwiOmZhbHNlfSxcIlZhcmlhbmNlU3R5bGVcIjp7XCIkaWRcIjpcIjQzOFwiLFwiVmFyaWFuY2VUZXh0U3R5bGVcIjp7XCIkaWRcIjpcIjQzOVwiLFwiRm9udFNldHRpbmdzXCI6e1wiJGlkXCI6XCI0NDBcIixcIkZvbnRTaXplXCI6MTAsXCJGb250TmFtZVwiOlwiQ2FsaWJyaVwiLFwiSXNCb2xkXCI6ZmFsc2UsXCJJc0l0YWxpY1wiOmZhbHNlLFwiSXNVbmRlcmxpbmVkXCI6ZmFsc2V9LFwiRm9yZWdyb3VuZFwiOntcIiRpZFwiOlwiNDQxXCIsXCJDb2xvclwiOntcIiRpZFwiOlwiNDQyXCIsXCJBXCI6MjU1LFwiUlwiOjAsXCJHXCI6MCxcIkJcIjowfX0sXCJIb3Jpem9udGFsQWxpZ25tZW50XCI6MCxcIklzVmlzaWJsZVwiOnRydWV9fX19LHtcIiRpZFwiOlwiNDQzXCIsXCJTdHlsZUlkXCI6XCJiMjRmODA0NS1mNjliLTRhNDMtODI5Zi1hNTY1MDNmZGNkNjlcIixcIk5hbWVcIjpcIlN3aW1sYW5lIFN0eWxlIDNcIixcIkhlYWRlclN0eWxlXCI6e1wiJGlkXCI6XCI0NDRcIixcIlRleHRTdHlsZVwiOntcIiRpZFwiOlwiNDQ1XCIsXCJGb250U2V0dGluZ3NcIjp7XCIkaWRcIjpcIjQ0NlwiLFwiRm9udFNpemVcIjoxMSxcIkZvbnROYW1lXCI6XCJDYWxpYnJpXCIsXCJJc0JvbGRcIjpmYWxzZSxcIklzSXRhbGljXCI6ZmFsc2UsXCJJc1VuZGVybGluZWRcIjpmYWxzZX0sXCJGb3JlZ3JvdW5kXCI6e1wiJGlkXCI6XCI0NDdcIixcIkNvbG9yXCI6e1wiJGlkXCI6XCI0NDhcIixcIkFcIjoyNTUsXCJSXCI6MjU1LFwiR1wiOjI1NSxcIkJcIjoyNTV9fSxcIkhvcml6b250YWxBbGlnbm1lbnRcIjoxLFwiSXNWaXNpYmxlXCI6dHJ1ZX0sXCJSZWN0YW5nbGVTdHlsZVwiOntcIiRpZFwiOlwiNDQ5XCIsXCJNYXJnaW5cIjp7XCIkaWRcIjpcIjQ1MFwiLFwiVG9wXCI6MC4wLFwiTGVmdFwiOjAuMCxcIlJpZ2h0XCI6MC4wLFwiQm90dG9tXCI6MC4wfSxcIlBhZGRpbmdcIjp7XCIkaWRcIjpcIjQ1MVwiLFwiVG9wXCI6MC4wLFwiTGVmdFwiOjAuMCxcIlJpZ2h0XCI6MC4wLFwiQm90dG9tXCI6MC4wfSxcIkJhY2tncm91bmRcIjp7XCIkaWRcIjpcIjQ1MlwiLFwiQ29sb3JcIjp7XCIkaWRcIjpcIjQ1M1wiLFwiQVwiOjI1NSxcIlJcIjoyNSxcIkdcIjoxMDcsXCJCXCI6MzZ9fSxcIklzVmlzaWJsZVwiOnRydWUsXCJXaWR0aFwiOjAuMCxcIkhlaWdodFwiOjAuMCxcIkJvcmRlclN0eWxlXCI6e1wiJGlkXCI6XCI0NTRcIixcIkxpbmVTdHlsZVwiOntcIiRpZFwiOlwiNDU1XCIsXCJMaW5lQ29sb3JcIjp7XCIkaWRcIjpcIjQ1NlwiLFwiQ29sb3JcIjp7XCIkaWRcIjpcIjQ1N1wiLFwiQVwiOjI1NSxcIlJcIjoyNTUsXCJHXCI6MjU1LFwiQlwiOjI1NX19LFwiTGluZVdlaWdodFwiOjAuMCxcIkxpbmVUeXBlXCI6MH0sXCJJc1Zpc2libGVcIjpmYWxzZX19fSxcIkJhY2tncm91bmRTdHlsZVwiOntcIiRpZFwiOlwiNDU4XCIsXCJNYXJnaW5cIjp7XCIkaWRcIjpcIjQ1OVwiLFwiVG9wXCI6MC4wLFwiTGVmdFwiOjAuMCxcIlJpZ2h0XCI6MC4wLFwiQm90dG9tXCI6MC4wfSxcIlBhZGRpbmdcIjp7XCIkaWRcIjpcIjQ2MFwiLFwiVG9wXCI6MC4wLFwiTGVmdFwiOjAuMCxcIlJpZ2h0XCI6MC4wLFwiQm90dG9tXCI6MC4wfSxcIkJhY2tncm91bmRcIjp7XCIkaWRcIjpcIjQ2MVwiLFwiQ29sb3JcIjp7XCIkaWRcIjpcIjQ2MlwiLFwiQVwiOjUxLFwiUlwiOjIwMCxcIkdcIjoyMDAsXCJCXCI6MjAwfX0sXCJJc1Zpc2libGVcIjp0cnVlLFwiV2lkdGhcIjowLjAsXCJIZWlnaHRcIjowLjAsXCJCb3JkZXJTdHlsZVwiOntcIiRpZFwiOlwiNDYzXCIsXCJMaW5lU3R5bGVcIjp7XCIkaWRcIjpcIjQ2NFwiLFwiTGluZUNvbG9yXCI6e1wiJGlkXCI6XCI0NjVcIixcIkNvbG9yXCI6e1wiJGlkXCI6XCI0NjZcIixcIkFcIjoyNTUsXCJSXCI6MjM0LFwiR1wiOjIyLFwiQlwiOjMwfX0sXCJMaW5lV2VpZ2h0XCI6Mi4wLFwiTGluZVR5cGVcIjowfSxcIklzVmlzaWJsZVwiOmZhbHNlfX0sXCJJc0Fib3ZlVGltZWJhbmRcIjpmYWxzZSxcIlNwYWNpbmdcIjozLFwiRGVmYXVsdFN3aW1sYW5lQWN0aXZpdHlTdHlsZVwiOntcIiRpZFwiOlwiNDY3XCIsXCJIZWFkZXJTdHlsZVwiOntcIiRpZFwiOlwiNDY4XCIsXCJUZXh0U3R5bGVcIjp7XCIkaWRcIjpcIjQ2OVwiLFwiRm9udFNldHRpbmdzXCI6e1wiJGlkXCI6XCI0NzBcIixcIkZvbnRTaXplXCI6MTEsXCJGb250TmFtZVwiOlwiQ2FsaWJyaVwiLFwiSXNCb2xkXCI6ZmFsc2UsXCJJc0l0YWxpY1wiOmZhbHNlLFwiSXNVbmRlcmxpbmVkXCI6ZmFsc2V9LFwiRm9yZWdyb3VuZFwiOntcIiRpZFwiOlwiNDcxXCIsXCJDb2xvclwiOntcIiRpZFwiOlwiNDcyXCIsXCJBXCI6MjU1LFwiUlwiOjAsXCJHXCI6MCxcIkJcIjowfX0sXCJIb3Jpem9udGFsQWxpZ25tZW50XCI6MCxcIklzVmlzaWJsZVwiOnRydWV9LFwiUmVjdGFuZ2xlU3R5bGVcIjp7XCIkaWRcIjpcIjQ3M1wiLFwiTWFyZ2luXCI6e1wiJGlkXCI6XCI0NzRcIixcIlRvcFwiOjAuMCxcIkxlZnRcIjowLjAsXCJSaWdodFwiOjAuMCxcIkJvdHRvbVwiOjAuMH0sXCJQYWRkaW5nXCI6e1wiJGlkXCI6XCI0NzVcIixcIlRvcFwiOjAuMCxcIkxlZnRcIjowLjAsXCJSaWdodFwiOjAuMCxcIkJvdHRvbVwiOjAuMH0sXCJCYWNrZ3JvdW5kXCI6e1wiJGlkXCI6XCI0NzZcIixcIkNvbG9yXCI6e1wiJGlkXCI6XCI0NzdcIixcIkFcIjo2MyxcIlJcIjoyNSxcIkdcIjoxMDcsXCJCXCI6MzZ9fSxcIklzVmlzaWJsZVwiOnRydWUsXCJXaWR0aFwiOjAuMCxcIkhlaWdodFwiOjAuMCxcIkJvcmRlclN0eWxlXCI6e1wiJGlkXCI6XCI0NzhcIixcIkxpbmVTdHlsZVwiOntcIiRpZFwiOlwiNDc5XCIsXCJMaW5lQ29sb3JcIjp7XCIkaWRcIjpcIjQ4MFwiLFwiQ29sb3JcIjp7XCIkaWRcIjpcIjQ4MVwiLFwiQVwiOjI1NSxcIlJcIjoyNTUsXCJHXCI6MjU1LFwiQlwiOjI1NX19LFwiTGluZVdlaWdodFwiOjAuMCxcIkxpbmVUeXBlXCI6MH0sXCJJc1Zpc2libGVcIjpmYWxzZX19fSxcIkJhY2tncm91bmRTdHlsZVwiOntcIiRpZFwiOlwiNDgyXCIsXCJNYXJnaW5cIjp7XCIkaWRcIjpcIjQ4M1wiLFwiVG9wXCI6MC4wLFwiTGVmdFwiOjAuMCxcIlJpZ2h0XCI6MC4wLFwiQm90dG9tXCI6MC4wfSxcIlBhZGRpbmdcIjp7XCIkaWRcIjpcIjQ4NFwiLFwiVG9wXCI6MC4wLFwiTGVmdFwiOjAuMCxcIlJpZ2h0XCI6MC4wLFwiQm90dG9tXCI6MC4wfSxcIkJhY2tncm91bmRcIjp7XCIkaWRcIjpcIjQ4NVwiLFwiQ29sb3JcIjp7XCIkaWRcIjpcIjQ4NlwiLFwiQVwiOjUxLFwiUlwiOjIwMCxcIkdcIjoyMDAsXCJCXCI6MjAwfX0sXCJJc1Zpc2libGVcIjp0cnVlLFwiV2lkdGhcIjowLjAsXCJIZWlnaHRcIjowLjAsXCJCb3JkZXJTdHlsZVwiOntcIiRpZFwiOlwiNDg3XCIsXCJMaW5lU3R5bGVcIjp7XCIkaWRcIjpcIjQ4OFwiLFwiTGluZUNvbG9yXCI6e1wiJGlkXCI6XCI0ODlcIixcIkNvbG9yXCI6e1wiJGlkXCI6XCI0OTBcIixcIkFcIjoyNTUsXCJSXCI6MjM0LFwiR1wiOjIyLFwiQlwiOjMwfX0sXCJMaW5lV2VpZ2h0XCI6Mi4wLFwiTGluZVR5cGVcIjowfSxcIklzVmlzaWJsZVwiOmZhbHNlfX19LFwiRGVmYXVsdFN3aW1sYW5lTWlsZXN0b25lU3R5bGVcIjp7XCIkaWRcIjpcIjQ5MVwiLFwiVGl0bGVQb3NpdGlvblwiOjAsXCJEYXRlUG9zaXRpb25cIjoyLFwiVmFyaWFuY2VQb3NpdGlvblwiOjIsXCJTaGFwZVR5cGVcIjoxLFwiU2hhcGVTaXplXCI6MCxcIlNwYWNpbmdcIjo1LFwiU2hhcGVTdHlsZVwiOntcIiRpZFwiOlwiNDkyXCIsXCJNYXJnaW5cIjp7XCIkaWRcIjpcIjQ5M1wiLFwiVG9wXCI6MC4wLFwiTGVmdFwiOjAuMCxcIlJpZ2h0XCI6MC4wLFwiQm90dG9tXCI6MC4wfSxcIlBhZGRpbmdcIjp7XCIkaWRcIjpcIjQ5NFwiLFwiVG9wXCI6MC4wLFwiTGVmdFwiOjAuMCxcIlJpZ2h0XCI6MC4wLFwiQm90dG9tXCI6MC4wfSxcIkJhY2tncm91bmRcIjp7XCIkaWRcIjpcIjQ5NVwiLFwiQ29sb3JcIjp7XCIkaWRcIjpcIjQ5NlwiLFwiQVwiOjI1NSxcIlJcIjoyNSxcIkdcIjoxMDcsXCJCXCI6MzZ9fSxcIklzVmlzaWJsZVwiOnRydWUsXCJXaWR0aFwiOjEyLjAsXCJIZWlnaHRcIjoxNC4wLFwiQm9yZGVyU3R5bGVcIjp7XCIkaWRcIjpcIjQ5N1wiLFwiTGluZVN0eWxlXCI6e1wiJGlkXCI6XCI0OThcIixcIkxpbmVDb2xvclwiOntcIiRpZFwiOlwiNDk5XCIsXCJDb2xvclwiOntcIiRpZFwiOlwiNTAwXCIsXCJBXCI6MjU1LFwiUlwiOjIzNCxcIkdcIjoyMixcIkJcIjozMH19LFwiTGluZVdlaWdodFwiOjIuMCxcIkxpbmVUeXBlXCI6MH0sXCJJc1Zpc2libGVcIjpmYWxzZX19LFwiVGl0bGVTdHlsZVwiOntcIiRpZFwiOlwiNTAxXCIsXCJGb250U2V0dGluZ3NcIjp7XCIkaWRcIjpcIjUwMlwiLFwiRm9udFNpemVcIjoxMSxcIkZvbnROYW1lXCI6XCJDYWxpYnJpXCIsXCJJc0JvbGRcIjpmYWxzZSxcIklzSXRhbGljXCI6ZmFsc2UsXCJJc1VuZGVybGluZWRcIjpmYWxzZX0sXCJGb3JlZ3JvdW5kXCI6e1wiJGlkXCI6XCI1MDNcIixcIkNvbG9yXCI6e1wiJGlkXCI6XCI1MDRcIixcIkFcIjoyNTUsXCJSXCI6MCxcIkdcIjowLFwiQlwiOjB9fSxcIkhvcml6b250YWxBbGlnbm1lbnRcIjoyLFwiSXNWaXNpYmxlXCI6dHJ1ZX0sXCJEYXRlU3R5bGVcIjp7XCIkaWRcIjpcIjUwNVwiLFwiRm9udFNldHRpbmdzXCI6e1wiJGlkXCI6XCI1MDZcIixcIkZvbnRTaXplXCI6MTAsXCJGb250TmFtZVwiOlwiQ2FsaWJyaVwiLFwiSXNCb2xkXCI6ZmFsc2UsXCJJc0l0YWxpY1wiOmZhbHNlLFwiSXNVbmRlcmxpbmVkXCI6ZmFsc2V9LFwiRm9yZWdyb3VuZFwiOntcIiRpZFwiOlwiNTA3XCIsXCJDb2xvclwiOntcIiRpZFwiOlwiNTA4XCIsXCJBXCI6MjU1LFwiUlwiOjE0LFwiR1wiOjQwLFwiQlwiOjY1fX0sXCJIb3Jpem9udGFsQWxpZ25tZW50XCI6MCxcIklzVmlzaWJsZVwiOnRydWV9LFwiRGF0ZUZvcm1hdFwiOntcIiRpZFwiOlwiNTA5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xMFwiLFwiRm9ybWF0XCI6MCxcIklzVmlzaWJsZVwiOmZhbHNlLFwiTGFzdEtub3duVmlzaWJpbGl0eVN0YXRlXCI6ZmFsc2V9LFwiVmFyaWFuY2VTdHlsZVwiOntcIiRpZFwiOlwiNTExXCIsXCJWYXJpYW5jZVRleHRTdHlsZVwiOntcIiRpZFwiOlwiNTEyXCIsXCJGb250U2V0dGluZ3NcIjp7XCIkaWRcIjpcIjUxM1wiLFwiRm9udFNpemVcIjoxMCxcIkZvbnROYW1lXCI6XCJDYWxpYnJpXCIsXCJJc0JvbGRcIjpmYWxzZSxcIklzSXRhbGljXCI6ZmFsc2UsXCJJc1VuZGVybGluZWRcIjpmYWxzZX0sXCJGb3JlZ3JvdW5kXCI6e1wiJGlkXCI6XCI1MTRcIixcIkNvbG9yXCI6e1wiJGlkXCI6XCI1MTVcIixcIkFcIjoyNTUsXCJSXCI6MCxcIkdcIjowLFwiQlwiOjB9fSxcIkhvcml6b250YWxBbGlnbm1lbnRcIjowLFwiSXNWaXNpYmxlXCI6dHJ1ZX19fSxcIkRlZmF1bHRTd2ltbGFuZVRhc2tTdHlsZVwiOntcIiRpZFwiOlwiNTE2XCIsXCJTaGFwZVwiOjEsXCJTaGFwZVRoaWNrbmVzc1wiOjAsXCJEdXJhdGlvbkZvcm1hdFwiOjAsXCJQZXJjZW50YWdlQ29tcGxldGVUZXh0U3R5bGVcIjp7XCIkaWRcIjpcIjUxN1wiLFwiRm9udFNldHRpbmdzXCI6e1wiJGlkXCI6XCI1MThcIixcIkZvbnRTaXplXCI6MTAsXCJGb250TmFtZVwiOlwiQ2FsaWJyaVwiLFwiSXNCb2xkXCI6ZmFsc2UsXCJJc0l0YWxpY1wiOmZhbHNlLFwiSXNVbmRlcmxpbmVkXCI6ZmFsc2V9LFwiRm9yZWdyb3VuZFwiOntcIiRpZFwiOlwiNTE5XCIsXCJDb2xvclwiOntcIiRpZFwiOlwiNTIwXCIsXCJBXCI6MjU1LFwiUlwiOjIzMixcIkdcIjoyMzIsXCJCXCI6MjMyfX0sXCJIb3Jpem9udGFsQWxpZ25tZW50XCI6MSxcIklzVmlzaWJsZVwiOnRydWV9LFwiUGVyY2VudGFnZUNvbXBsZXRlSGlnaGxpZ2h0U3R5bGVcIjp7XCIkaWRcIjpcIjUyMVwiLFwiQmFja2dyb3VuZFwiOntcIiRpZFwiOlwiNTIyXCIsXCJDb2xvclwiOntcIiRpZFwiOlwiNTIzXCIsXCJBXCI6ODksXCJSXCI6MCxcIkdcIjowLFwiQlwiOjB9fX0sXCJEdXJhdGlvblN0eWxlXCI6e1wiJGlkXCI6XCI1MjRcIixcIkZvbnRTZXR0aW5nc1wiOntcIiRpZFwiOlwiNTI1XCIsXCJGb250U2l6ZVwiOjEwLFwiRm9udE5hbWVcIjpcIkNhbGlicmlcIixcIklzQm9sZFwiOmZhbHNlLFwiSXNJdGFsaWNcIjpmYWxzZSxcIklzVW5kZXJsaW5lZFwiOmZhbHNlfSxcIkZvcmVncm91bmRcIjp7XCIkaWRcIjpcIjUyNlwiLFwiQ29sb3JcIjp7XCIkaWRcIjpcIjUyN1wiLFwiQVwiOjI1NSxcIlJcIjoyMzcsXCJHXCI6MTI1LFwiQlwiOjQ5fX0sXCJIb3Jpem9udGFsQWxpZ25tZW50XCI6MCxcIklzVmlzaWJsZVwiOmZhbHNlfSxcIk1hcmdpblwiOntcIiRpZFwiOlwiNTI4XCIsXCJUb3BcIjowLjAsXCJMZWZ0XCI6MC4wLFwiUmlnaHRcIjowLjAsXCJCb3R0b21cIjowLjB9LFwiU3RhcnREYXRlUG9zaXRpb25cIjozLFwiRW5kRGF0ZVBvc2l0aW9uXCI6MyxcIlRpdGxlUG9zaXRpb25cIjo0LFwiRHVyYXRpb25Qb3NpdGlvblwiOjAsXCJQZXJjZW50YWdlQ29tcGxldGVkUG9zaXRpb25cIjoyLFwiVmFyaWFuY2VQb3NpdGlvblwiOjIsXCJTcGFjaW5nXCI6MyxcIkJhc2VsaW5lU3R5bGVcIjp7XCIkaWRcIjpcIjUyOVwiLFwiQmFzZWxpbmVTaGFwZVN0eWxlXCI6e1wiJGlkXCI6XCI1MzBcIixcIk1hcmdpblwiOntcIiRpZFwiOlwiNTMxXCIsXCJUb3BcIjowLjAsXCJMZWZ0XCI6MC4wLFwiUmlnaHRcIjowLjAsXCJCb3R0b21cIjowLjB9LFwiUGFkZGluZ1wiOntcIiRpZFwiOlwiNTMyXCIsXCJUb3BcIjowLjAsXCJMZWZ0XCI6MC4wLFwiUmlnaHRcIjowLjAsXCJCb3R0b21cIjowLjB9LFwiQmFja2dyb3VuZFwiOntcIiRpZFwiOlwiNTMzXCIsXCJDb2xvclwiOntcIiRpZFwiOlwiNTM0XCIsXCJBXCI6MTUzLFwiUlwiOjAsXCJHXCI6MCxcIkJcIjowfX0sXCJJc1Zpc2libGVcIjpmYWxzZSxcIldpZHRoXCI6MC4wLFwiSGVpZ2h0XCI6MC4wLFwiQm9yZGVyU3R5bGVcIjp7XCIkaWRcIjpcIjUzNVwiLFwiTGluZVN0eWxlXCI6e1wiJGlkXCI6XCI1MzZcIixcIkxpbmVDb2xvclwiOntcIiRpZFwiOlwiNTM3XCIsXCJDb2xvclwiOntcIiRpZFwiOlwiNTM4XCIsXCJBXCI6MjU1LFwiUlwiOjI1NSxcIkdcIjowLFwiQlwiOjB9fSxcIkxpbmVXZWlnaHRcIjoyLjAsXCJMaW5lVHlwZVwiOjB9LFwiSXNWaXNpYmxlXCI6ZmFsc2V9fX0sXCJTaGFwZVN0eWxlXCI6e1wiJGlkXCI6XCI1MzlcIixcIk1hcmdpblwiOntcIiRpZFwiOlwiNTQwXCIsXCJUb3BcIjowLjAsXCJMZWZ0XCI6NC4wLFwiUmlnaHRcIjo0LjAsXCJCb3R0b21cIjowLjB9LFwiUGFkZGluZ1wiOntcIiRpZFwiOlwiNTQxXCIsXCJUb3BcIjowLjAsXCJMZWZ0XCI6MC4wLFwiUmlnaHRcIjowLjAsXCJCb3R0b21cIjowLjB9LFwiQmFja2dyb3VuZFwiOntcIiRpZFwiOlwiNTQyXCIsXCJDb2xvclwiOntcIiRpZFwiOlwiNTQzXCIsXCJBXCI6MjU1LFwiUlwiOjI1LFwiR1wiOjEwNyxcIkJcIjozNn19LFwiSXNWaXNpYmxlXCI6dHJ1ZSxcIldpZHRoXCI6MC4wLFwiSGVpZ2h0XCI6MTAuMCxcIkJvcmRlclN0eWxlXCI6e1wiJGlkXCI6XCI1NDRcIixcIkxpbmVTdHlsZVwiOntcIiRpZFwiOlwiNTQ1XCIsXCJMaW5lQ29sb3JcIjp7XCIkaWRcIjpcIjU0NlwiLFwiQ29sb3JcIjp7XCIkaWRcIjpcIjU0N1wiLFwiQVwiOjI1NSxcIlJcIjoyMzQsXCJHXCI6MjIsXCJCXCI6MzB9fSxcIkxpbmVXZWlnaHRcIjoyLjAsXCJMaW5lVHlwZVwiOjB9LFwiSXNWaXNpYmxlXCI6ZmFsc2V9fSxcIlRpdGxlU3R5bGVcIjp7XCIkaWRcIjpcIjU0OFwiLFwiRm9udFNldHRpbmdzXCI6e1wiJGlkXCI6XCI1NDlcIixcIkZvbnRTaXplXCI6MTEsXCJGb250TmFtZVwiOlwiQ2FsaWJyaVwiLFwiSXNCb2xkXCI6ZmFsc2UsXCJJc0l0YWxpY1wiOmZhbHNlLFwiSXNVbmRlcmxpbmVkXCI6ZmFsc2V9LFwiRm9yZWdyb3VuZFwiOntcIiRpZFwiOlwiNTUwXCIsXCJDb2xvclwiOntcIiRpZFwiOlwiNTUxXCIsXCJBXCI6MjU1LFwiUlwiOjAsXCJHXCI6MCxcIkJcIjowfX0sXCJIb3Jpem9udGFsQWxpZ25tZW50XCI6MCxcIklzVmlzaWJsZVwiOnRydWV9LFwiRGF0ZVN0eWxlXCI6e1wiJGlkXCI6XCI1NTJcIixcIkZvbnRTZXR0aW5nc1wiOntcIiRpZFwiOlwiNTUzXCIsXCJGb250U2l6ZVwiOjEwLFwiRm9udE5hbWVcIjpcIkNhbGlicmlcIixcIklzQm9sZFwiOmZhbHNlLFwiSXNJdGFsaWNcIjpmYWxzZSxcIklzVW5kZXJsaW5lZFwiOmZhbHNlfSxcIkZvcmVncm91bmRcIjp7XCIkaWRcIjpcIjU1NFwiLFwiQ29sb3JcIjp7XCIkaWRcIjpcIjU1NVwiLFwiQVwiOjI1NSxcIlJcIjoxNCxcIkdcIjo0MCxcIkJcIjo2NX19LFwiSG9yaXpvbnRhbEFsaWdubWVudFwiOjIsXCJJc1Zpc2libGVcIjp0cnVlfSxcIkRhdGVGb3JtYXRcIjp7XCIkaWRcIjpcIjU1N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NTdcIixcIkZvcm1hdFwiOjAsXCJJc1Zpc2libGVcIjpmYWxzZSxcIkxhc3RLbm93blZpc2liaWxpdHlTdGF0ZVwiOmZhbHNlfSxcIlZhcmlhbmNlU3R5bGVcIjp7XCIkaWRcIjpcIjU1OFwiLFwiVmFyaWFuY2VUZXh0U3R5bGVcIjp7XCIkaWRcIjpcIjU1OVwiLFwiRm9udFNldHRpbmdzXCI6e1wiJGlkXCI6XCI1NjBcIixcIkZvbnRTaXplXCI6MTAsXCJGb250TmFtZVwiOlwiQ2FsaWJyaVwiLFwiSXNCb2xkXCI6ZmFsc2UsXCJJc0l0YWxpY1wiOmZhbHNlLFwiSXNVbmRlcmxpbmVkXCI6ZmFsc2V9LFwiRm9yZWdyb3VuZFwiOntcIiRpZFwiOlwiNTYxXCIsXCJDb2xvclwiOntcIiRpZFwiOlwiNTYyXCIsXCJBXCI6MjU1LFwiUlwiOjAsXCJHXCI6MCxcIkJcIjowfX0sXCJIb3Jpem9udGFsQWxpZ25tZW50XCI6MCxcIklzVmlzaWJsZVwiOnRydWV9fX0sXCJEZWZhdWx0U3dpbWxhbmVNb3RTdHlsZVwiOntcIiRpZFwiOlwiNTYzXCIsXCJTaGFwZVwiOjEsXCJTaGFwZVNpemVcIjowLFwiRGV0YWlsc1NwYWNpbmdcIjowLjAsXCJQYWRkaW5nXCI6e1wiJGlkXCI6XCI1NjRcIixcIlRvcFwiOjUuMCxcIkxlZnRcIjozLjAsXCJSaWdodFwiOjAuMCxcIkJvdHRvbVwiOjIuMH0sXCJQb3NpdGlvbk9uVGFza1wiOjEsXCJTaGFwZVN0eWxlXCI6e1wiJGlkXCI6XCI1NjVcIixcIk1hcmdpblwiOntcIiRpZFwiOlwiNTY2XCIsXCJUb3BcIjowLjAsXCJMZWZ0XCI6MC4wLFwiUmlnaHRcIjowLjAsXCJCb3R0b21cIjowLjB9LFwiUGFkZGluZ1wiOntcIiRpZFwiOlwiNTY3XCIsXCJUb3BcIjowLjAsXCJMZWZ0XCI6MC4wLFwiUmlnaHRcIjowLjAsXCJCb3R0b21cIjowLjB9LFwiQmFja2dyb3VuZFwiOntcIiRpZFwiOlwiNTY4XCIsXCJDb2xvclwiOntcIiRpZFwiOlwiNTY5XCIsXCJBXCI6MjU1LFwiUlwiOjEzLFwiR1wiOjUzLFwiQlwiOjE4fX0sXCJJc1Zpc2libGVcIjp0cnVlLFwiV2lkdGhcIjoxMi4wLFwiSGVpZ2h0XCI6MTQuMCxcIkJvcmRlclN0eWxlXCI6e1wiJGlkXCI6XCI1NzBcIixcIkxpbmVTdHlsZVwiOntcIiRpZFwiOlwiNTcxXCIsXCJMaW5lQ29sb3JcIjp7XCIkaWRcIjpcIjU3MlwiLFwiQ29sb3JcIjp7XCIkaWRcIjpcIjU3M1wiLFwiQVwiOjI1NSxcIlJcIjoyNTUsXCJHXCI6MjU1LFwiQlwiOjI1NX19LFwiTGluZVdlaWdodFwiOjAuMCxcIkxpbmVUeXBlXCI6MH0sXCJJc1Zpc2libGVcIjpmYWxzZX19LFwiVGl0bGVTdHlsZVwiOntcIiRpZFwiOlwiNTc0XCIsXCJGb250U2V0dGluZ3NcIjp7XCIkaWRcIjpcIjU3NVwiLFwiRm9udFNpemVcIjoxMSxcIkZvbnROYW1lXCI6XCJDYWxpYnJpXCIsXCJJc0JvbGRcIjpmYWxzZSxcIklzSXRhbGljXCI6ZmFsc2UsXCJJc1VuZGVybGluZWRcIjpmYWxzZX0sXCJGb3JlZ3JvdW5kXCI6e1wiJGlkXCI6XCI1NzZcIixcIkNvbG9yXCI6e1wiJGlkXCI6XCI1NzdcIixcIkFcIjoyNTUsXCJSXCI6MCxcIkdcIjowLFwiQlwiOjB9fSxcIkhvcml6b250YWxBbGlnbm1lbnRcIjoxLFwiSXNWaXNpYmxlXCI6dHJ1ZX0sXCJEYXRlU3R5bGVcIjp7XCIkaWRcIjpcIjU3OFwiLFwiRm9udFNldHRpbmdzXCI6e1wiJGlkXCI6XCI1NzlcIixcIkZvbnRTaXplXCI6MTAsXCJGb250TmFtZVwiOlwiQ2FsaWJyaVwiLFwiSXNCb2xkXCI6ZmFsc2UsXCJJc0l0YWxpY1wiOmZhbHNlLFwiSXNVbmRlcmxpbmVkXCI6ZmFsc2V9LFwiRm9yZWdyb3VuZFwiOntcIiRpZFwiOlwiNTgwXCIsXCJDb2xvclwiOntcIiRpZFwiOlwiNTgxXCIsXCJBXCI6MjU1LFwiUlwiOjE0LFwiR1wiOjQwLFwiQlwiOjY1fX0sXCJIb3Jpem9udGFsQWxpZ25tZW50XCI6MSxcIklzVmlzaWJsZVwiOnRydWV9LFwiRGF0ZUZvcm1hdFwiOntcIiRpZFwiOlwiNTg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4M1wiLFwiRm9ybWF0XCI6MCxcIklzVmlzaWJsZVwiOmZhbHNlLFwiTGFzdEtub3duVmlzaWJpbGl0eVN0YXRlXCI6ZmFsc2V9LFwiVmFyaWFuY2VTdHlsZVwiOntcIiRpZFwiOlwiNTg0XCIsXCJWYXJpYW5jZVRleHRTdHlsZVwiOntcIiRpZFwiOlwiNTg1XCIsXCJGb250U2V0dGluZ3NcIjp7XCIkaWRcIjpcIjU4NlwiLFwiRm9udFNpemVcIjoxMCxcIkZvbnROYW1lXCI6XCJDYWxpYnJpXCIsXCJJc0JvbGRcIjpmYWxzZSxcIklzSXRhbGljXCI6ZmFsc2UsXCJJc1VuZGVybGluZWRcIjpmYWxzZX0sXCJGb3JlZ3JvdW5kXCI6e1wiJGlkXCI6XCI1ODdcIixcIkNvbG9yXCI6e1wiJGlkXCI6XCI1ODhcIixcIkFcIjoyNTUsXCJSXCI6MCxcIkdcIjowLFwiQlwiOjB9fSxcIkhvcml6b250YWxBbGlnbm1lbnRcIjowLFwiSXNWaXNpYmxlXCI6dHJ1ZX19fX0se1wiJGlkXCI6XCI1ODlcIixcIlN0eWxlSWRcIjpcIjA3MDJkZWE4LWMxMTQtNGQ3MS1iZTQwLWNkMzA2MmM0Njk3MFwiLFwiTmFtZVwiOlwiU3dpbWxhbmUgU3R5bGUgNFwiLFwiSGVhZGVyU3R5bGVcIjp7XCIkaWRcIjpcIjU5MFwiLFwiVGV4dFN0eWxlXCI6e1wiJGlkXCI6XCI1OTFcIixcIkZvbnRTZXR0aW5nc1wiOntcIiRpZFwiOlwiNTkyXCIsXCJGb250U2l6ZVwiOjExLFwiRm9udE5hbWVcIjpcIkNhbGlicmlcIixcIklzQm9sZFwiOmZhbHNlLFwiSXNJdGFsaWNcIjpmYWxzZSxcIklzVW5kZXJsaW5lZFwiOmZhbHNlfSxcIkZvcmVncm91bmRcIjp7XCIkaWRcIjpcIjU5M1wiLFwiQ29sb3JcIjp7XCIkaWRcIjpcIjU5NFwiLFwiQVwiOjI1NSxcIlJcIjoyNTUsXCJHXCI6MjU1LFwiQlwiOjI1NX19LFwiSG9yaXpvbnRhbEFsaWdubWVudFwiOjAsXCJJc1Zpc2libGVcIjp0cnVlfSxcIlJlY3RhbmdsZVN0eWxlXCI6e1wiJGlkXCI6XCI1OTVcIixcIk1hcmdpblwiOntcIiRpZFwiOlwiNTk2XCIsXCJUb3BcIjowLjAsXCJMZWZ0XCI6MC4wLFwiUmlnaHRcIjowLjAsXCJCb3R0b21cIjowLjB9LFwiUGFkZGluZ1wiOntcIiRpZFwiOlwiNTk3XCIsXCJUb3BcIjowLjAsXCJMZWZ0XCI6MC4wLFwiUmlnaHRcIjowLjAsXCJCb3R0b21cIjowLjB9LFwiQmFja2dyb3VuZFwiOntcIiRpZFwiOlwiNTk4XCIsXCJDb2xvclwiOntcIiRpZFwiOlwiNTk5XCIsXCJBXCI6MjU1LFwiUlwiOjE1LFwiR1wiOjE1OCxcIkJcIjoyMTN9fSxcIklzVmlzaWJsZVwiOnRydWUsXCJXaWR0aFwiOjAuMCxcIkhlaWdodFwiOjAuMCxcIkJvcmRlclN0eWxlXCI6e1wiJGlkXCI6XCI2MDBcIixcIkxpbmVTdHlsZVwiOntcIiRpZFwiOlwiNjAxXCIsXCJMaW5lQ29sb3JcIjp7XCIkaWRcIjpcIjYwMlwiLFwiQ29sb3JcIjp7XCIkaWRcIjpcIjYwM1wiLFwiQVwiOjI1NSxcIlJcIjoyNTUsXCJHXCI6MjU1LFwiQlwiOjI1NX19LFwiTGluZVdlaWdodFwiOjAuMCxcIkxpbmVUeXBlXCI6MH0sXCJJc1Zpc2libGVcIjpmYWxzZX19fSxcIkJhY2tncm91bmRTdHlsZVwiOntcIiRpZFwiOlwiNjA0XCIsXCJNYXJnaW5cIjp7XCIkaWRcIjpcIjYwNVwiLFwiVG9wXCI6MC4wLFwiTGVmdFwiOjAuMCxcIlJpZ2h0XCI6MC4wLFwiQm90dG9tXCI6MC4wfSxcIlBhZGRpbmdcIjp7XCIkaWRcIjpcIjYwNlwiLFwiVG9wXCI6MC4wLFwiTGVmdFwiOjAuMCxcIlJpZ2h0XCI6MC4wLFwiQm90dG9tXCI6MC4wfSxcIkJhY2tncm91bmRcIjp7XCIkaWRcIjpcIjYwN1wiLFwiQ29sb3JcIjp7XCIkaWRcIjpcIjYwOFwiLFwiQVwiOjUxLFwiUlwiOjIwMCxcIkdcIjoyMDAsXCJCXCI6MjAwfX0sXCJJc1Zpc2libGVcIjp0cnVlLFwiV2lkdGhcIjowLjAsXCJIZWlnaHRcIjowLjAsXCJCb3JkZXJTdHlsZVwiOntcIiRpZFwiOlwiNjA5XCIsXCJMaW5lU3R5bGVcIjp7XCIkaWRcIjpcIjYxMFwiLFwiTGluZUNvbG9yXCI6e1wiJGlkXCI6XCI2MTFcIixcIkNvbG9yXCI6e1wiJGlkXCI6XCI2MTJcIixcIkFcIjoyNTUsXCJSXCI6MjM0LFwiR1wiOjIyLFwiQlwiOjMwfX0sXCJMaW5lV2VpZ2h0XCI6Mi4wLFwiTGluZVR5cGVcIjowfSxcIklzVmlzaWJsZVwiOmZhbHNlfX0sXCJJc0Fib3ZlVGltZWJhbmRcIjpmYWxzZSxcIlNwYWNpbmdcIjozLFwiRGVmYXVsdFN3aW1sYW5lQWN0aXZpdHlTdHlsZVwiOntcIiRpZFwiOlwiNjEzXCIsXCJIZWFkZXJTdHlsZVwiOntcIiRpZFwiOlwiNjE0XCIsXCJUZXh0U3R5bGVcIjp7XCIkaWRcIjpcIjYxNVwiLFwiRm9udFNldHRpbmdzXCI6e1wiJGlkXCI6XCI2MTZcIixcIkZvbnRTaXplXCI6MTEsXCJGb250TmFtZVwiOlwiQ2FsaWJyaVwiLFwiSXNCb2xkXCI6ZmFsc2UsXCJJc0l0YWxpY1wiOmZhbHNlLFwiSXNVbmRlcmxpbmVkXCI6ZmFsc2V9LFwiRm9yZWdyb3VuZFwiOntcIiRpZFwiOlwiNjE3XCIsXCJDb2xvclwiOntcIiRpZFwiOlwiNjE4XCIsXCJBXCI6MjU1LFwiUlwiOjAsXCJHXCI6MCxcIkJcIjowfX0sXCJIb3Jpem9udGFsQWxpZ25tZW50XCI6MCxcIklzVmlzaWJsZVwiOnRydWV9LFwiUmVjdGFuZ2xlU3R5bGVcIjp7XCIkaWRcIjpcIjYxOVwiLFwiTWFyZ2luXCI6e1wiJGlkXCI6XCI2MjBcIixcIlRvcFwiOjAuMCxcIkxlZnRcIjowLjAsXCJSaWdodFwiOjAuMCxcIkJvdHRvbVwiOjAuMH0sXCJQYWRkaW5nXCI6e1wiJGlkXCI6XCI2MjFcIixcIlRvcFwiOjAuMCxcIkxlZnRcIjowLjAsXCJSaWdodFwiOjAuMCxcIkJvdHRvbVwiOjAuMH0sXCJCYWNrZ3JvdW5kXCI6e1wiJGlkXCI6XCI2MjJcIixcIkNvbG9yXCI6e1wiJGlkXCI6XCI2MjNcIixcIkFcIjoxMjcsXCJSXCI6MTUsXCJHXCI6MTU4LFwiQlwiOjIxM319LFwiSXNWaXNpYmxlXCI6dHJ1ZSxcIldpZHRoXCI6MC4wLFwiSGVpZ2h0XCI6MC4wLFwiQm9yZGVyU3R5bGVcIjp7XCIkaWRcIjpcIjYyNFwiLFwiTGluZVN0eWxlXCI6e1wiJGlkXCI6XCI2MjVcIixcIkxpbmVDb2xvclwiOntcIiRpZFwiOlwiNjI2XCIsXCJDb2xvclwiOntcIiRpZFwiOlwiNjI3XCIsXCJBXCI6MjU1LFwiUlwiOjI1NSxcIkdcIjowLFwiQlwiOjB9fSxcIkxpbmVXZWlnaHRcIjowLjAsXCJMaW5lVHlwZVwiOjB9LFwiSXNWaXNpYmxlXCI6ZmFsc2V9fX0sXCJCYWNrZ3JvdW5kU3R5bGVcIjp7XCIkaWRcIjpcIjYyOFwiLFwiTWFyZ2luXCI6e1wiJGlkXCI6XCI2MjlcIixcIlRvcFwiOjAuMCxcIkxlZnRcIjowLjAsXCJSaWdodFwiOjAuMCxcIkJvdHRvbVwiOjAuMH0sXCJQYWRkaW5nXCI6e1wiJGlkXCI6XCI2MzBcIixcIlRvcFwiOjAuMCxcIkxlZnRcIjowLjAsXCJSaWdodFwiOjAuMCxcIkJvdHRvbVwiOjAuMH0sXCJCYWNrZ3JvdW5kXCI6e1wiJGlkXCI6XCI2MzFcIixcIkNvbG9yXCI6e1wiJGlkXCI6XCI2MzJcIixcIkFcIjo1MSxcIlJcIjoyMDAsXCJHXCI6MjAwLFwiQlwiOjIwMH19LFwiSXNWaXNpYmxlXCI6dHJ1ZSxcIldpZHRoXCI6MC4wLFwiSGVpZ2h0XCI6MC4wLFwiQm9yZGVyU3R5bGVcIjp7XCIkaWRcIjpcIjYzM1wiLFwiTGluZVN0eWxlXCI6e1wiJGlkXCI6XCI2MzRcIixcIkxpbmVDb2xvclwiOntcIiRpZFwiOlwiNjM1XCIsXCJDb2xvclwiOntcIiRpZFwiOlwiNjM2XCIsXCJBXCI6MjU1LFwiUlwiOjIzNCxcIkdcIjoyMixcIkJcIjozMH19LFwiTGluZVdlaWdodFwiOjIuMCxcIkxpbmVUeXBlXCI6MH0sXCJJc1Zpc2libGVcIjpmYWxzZX19fSxcIkRlZmF1bHRTd2ltbGFuZU1pbGVzdG9uZVN0eWxlXCI6e1wiJGlkXCI6XCI2MzdcIixcIlRpdGxlUG9zaXRpb25cIjowLFwiRGF0ZVBvc2l0aW9uXCI6MixcIlZhcmlhbmNlUG9zaXRpb25cIjoyLFwiU2hhcGVUeXBlXCI6MSxcIlNoYXBlU2l6ZVwiOjAsXCJTcGFjaW5nXCI6NSxcIlNoYXBlU3R5bGVcIjp7XCIkaWRcIjpcIjYzOFwiLFwiTWFyZ2luXCI6e1wiJGlkXCI6XCI2MzlcIixcIlRvcFwiOjAuMCxcIkxlZnRcIjowLjAsXCJSaWdodFwiOjAuMCxcIkJvdHRvbVwiOjAuMH0sXCJQYWRkaW5nXCI6e1wiJGlkXCI6XCI2NDBcIixcIlRvcFwiOjAuMCxcIkxlZnRcIjowLjAsXCJSaWdodFwiOjAuMCxcIkJvdHRvbVwiOjAuMH0sXCJCYWNrZ3JvdW5kXCI6e1wiJGlkXCI6XCI2NDFcIixcIkNvbG9yXCI6e1wiJGlkXCI6XCI2NDJcIixcIkFcIjoyNTUsXCJSXCI6MTUsXCJHXCI6MTU4LFwiQlwiOjIxM319LFwiSXNWaXNpYmxlXCI6dHJ1ZSxcIldpZHRoXCI6MTIuMCxcIkhlaWdodFwiOjE0LjAsXCJCb3JkZXJTdHlsZVwiOntcIiRpZFwiOlwiNjQzXCIsXCJMaW5lU3R5bGVcIjp7XCIkaWRcIjpcIjY0NFwiLFwiTGluZUNvbG9yXCI6e1wiJGlkXCI6XCI2NDVcIixcIkNvbG9yXCI6e1wiJGlkXCI6XCI2NDZcIixcIkFcIjoyNTUsXCJSXCI6MjM0LFwiR1wiOjIyLFwiQlwiOjMwfX0sXCJMaW5lV2VpZ2h0XCI6Mi4wLFwiTGluZVR5cGVcIjowfSxcIklzVmlzaWJsZVwiOmZhbHNlfX0sXCJUaXRsZVN0eWxlXCI6e1wiJGlkXCI6XCI2NDdcIixcIkZvbnRTZXR0aW5nc1wiOntcIiRpZFwiOlwiNjQ4XCIsXCJGb250U2l6ZVwiOjExLFwiRm9udE5hbWVcIjpcIkNhbGlicmlcIixcIklzQm9sZFwiOmZhbHNlLFwiSXNJdGFsaWNcIjpmYWxzZSxcIklzVW5kZXJsaW5lZFwiOmZhbHNlfSxcIkZvcmVncm91bmRcIjp7XCIkaWRcIjpcIjY0OVwiLFwiQ29sb3JcIjp7XCIkaWRcIjpcIjY1MFwiLFwiQVwiOjI1NSxcIlJcIjowLFwiR1wiOjAsXCJCXCI6MH19LFwiSG9yaXpvbnRhbEFsaWdubWVudFwiOjIsXCJJc1Zpc2libGVcIjp0cnVlfSxcIkRhdGVTdHlsZVwiOntcIiRpZFwiOlwiNjUxXCIsXCJGb250U2V0dGluZ3NcIjp7XCIkaWRcIjpcIjY1MlwiLFwiRm9udFNpemVcIjoxMCxcIkZvbnROYW1lXCI6XCJDYWxpYnJpXCIsXCJJc0JvbGRcIjpmYWxzZSxcIklzSXRhbGljXCI6ZmFsc2UsXCJJc1VuZGVybGluZWRcIjpmYWxzZX0sXCJGb3JlZ3JvdW5kXCI6e1wiJGlkXCI6XCI2NTNcIixcIkNvbG9yXCI6e1wiJGlkXCI6XCI2NTRcIixcIkFcIjoyNTUsXCJSXCI6MTQsXCJHXCI6NDAsXCJCXCI6NjV9fSxcIkhvcml6b250YWxBbGlnbm1lbnRcIjowLFwiSXNWaXNpYmxlXCI6dHJ1ZX0sXCJEYXRlRm9ybWF0XCI6e1wiJGlkXCI6XCI2NTV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jU2XCIsXCJGb3JtYXRcIjowLFwiSXNWaXNpYmxlXCI6ZmFsc2UsXCJMYXN0S25vd25WaXNpYmlsaXR5U3RhdGVcIjpmYWxzZX0sXCJWYXJpYW5jZVN0eWxlXCI6e1wiJGlkXCI6XCI2NTdcIixcIlZhcmlhbmNlVGV4dFN0eWxlXCI6e1wiJGlkXCI6XCI2NThcIixcIkZvbnRTZXR0aW5nc1wiOntcIiRpZFwiOlwiNjU5XCIsXCJGb250U2l6ZVwiOjEwLFwiRm9udE5hbWVcIjpcIkNhbGlicmlcIixcIklzQm9sZFwiOmZhbHNlLFwiSXNJdGFsaWNcIjpmYWxzZSxcIklzVW5kZXJsaW5lZFwiOmZhbHNlfSxcIkZvcmVncm91bmRcIjp7XCIkaWRcIjpcIjY2MFwiLFwiQ29sb3JcIjp7XCIkaWRcIjpcIjY2MVwiLFwiQVwiOjI1NSxcIlJcIjowLFwiR1wiOjAsXCJCXCI6MH19LFwiSG9yaXpvbnRhbEFsaWdubWVudFwiOjAsXCJJc1Zpc2libGVcIjp0cnVlfX19LFwiRGVmYXVsdFN3aW1sYW5lVGFza1N0eWxlXCI6e1wiJGlkXCI6XCI2NjJcIixcIlNoYXBlXCI6MSxcIlNoYXBlVGhpY2tuZXNzXCI6MCxcIkR1cmF0aW9uRm9ybWF0XCI6MCxcIlBlcmNlbnRhZ2VDb21wbGV0ZVRleHRTdHlsZVwiOntcIiRpZFwiOlwiNjYzXCIsXCJGb250U2V0dGluZ3NcIjp7XCIkaWRcIjpcIjY2NFwiLFwiRm9udFNpemVcIjoxMCxcIkZvbnROYW1lXCI6XCJDYWxpYnJpXCIsXCJJc0JvbGRcIjpmYWxzZSxcIklzSXRhbGljXCI6ZmFsc2UsXCJJc1VuZGVybGluZWRcIjpmYWxzZX0sXCJGb3JlZ3JvdW5kXCI6e1wiJGlkXCI6XCI2NjVcIixcIkNvbG9yXCI6e1wiJGlkXCI6XCI2NjZcIixcIkFcIjoyNTUsXCJSXCI6MjMyLFwiR1wiOjIzMixcIkJcIjoyMzJ9fSxcIkhvcml6b250YWxBbGlnbm1lbnRcIjoxLFwiSXNWaXNpYmxlXCI6dHJ1ZX0sXCJQZXJjZW50YWdlQ29tcGxldGVIaWdobGlnaHRTdHlsZVwiOntcIiRpZFwiOlwiNjY3XCIsXCJCYWNrZ3JvdW5kXCI6e1wiJGlkXCI6XCI2NjhcIixcIkNvbG9yXCI6e1wiJGlkXCI6XCI2NjlcIixcIkFcIjo4OSxcIlJcIjowLFwiR1wiOjAsXCJCXCI6MH19fSxcIkR1cmF0aW9uU3R5bGVcIjp7XCIkaWRcIjpcIjY3MFwiLFwiRm9udFNldHRpbmdzXCI6e1wiJGlkXCI6XCI2NzFcIixcIkZvbnRTaXplXCI6MTAsXCJGb250TmFtZVwiOlwiQ2FsaWJyaVwiLFwiSXNCb2xkXCI6ZmFsc2UsXCJJc0l0YWxpY1wiOmZhbHNlLFwiSXNVbmRlcmxpbmVkXCI6ZmFsc2V9LFwiRm9yZWdyb3VuZFwiOntcIiRpZFwiOlwiNjcyXCIsXCJDb2xvclwiOntcIiRpZFwiOlwiNjczXCIsXCJBXCI6MjU1LFwiUlwiOjIzNyxcIkdcIjoxMjUsXCJCXCI6NDl9fSxcIkhvcml6b250YWxBbGlnbm1lbnRcIjowLFwiSXNWaXNpYmxlXCI6ZmFsc2V9LFwiTWFyZ2luXCI6e1wiJGlkXCI6XCI2NzRcIixcIlRvcFwiOjAuMCxcIkxlZnRcIjowLjAsXCJSaWdodFwiOjAuMCxcIkJvdHRvbVwiOjAuMH0sXCJTdGFydERhdGVQb3NpdGlvblwiOjMsXCJFbmREYXRlUG9zaXRpb25cIjozLFwiVGl0bGVQb3NpdGlvblwiOjQsXCJEdXJhdGlvblBvc2l0aW9uXCI6MCxcIlBlcmNlbnRhZ2VDb21wbGV0ZWRQb3NpdGlvblwiOjIsXCJWYXJpYW5jZVBvc2l0aW9uXCI6MixcIlNwYWNpbmdcIjozLFwiQmFzZWxpbmVTdHlsZVwiOntcIiRpZFwiOlwiNjc1XCIsXCJCYXNlbGluZVNoYXBlU3R5bGVcIjp7XCIkaWRcIjpcIjY3NlwiLFwiTWFyZ2luXCI6e1wiJGlkXCI6XCI2NzdcIixcIlRvcFwiOjAuMCxcIkxlZnRcIjowLjAsXCJSaWdodFwiOjAuMCxcIkJvdHRvbVwiOjAuMH0sXCJQYWRkaW5nXCI6e1wiJGlkXCI6XCI2NzhcIixcIlRvcFwiOjAuMCxcIkxlZnRcIjowLjAsXCJSaWdodFwiOjAuMCxcIkJvdHRvbVwiOjAuMH0sXCJCYWNrZ3JvdW5kXCI6e1wiJGlkXCI6XCI2NzlcIixcIkNvbG9yXCI6e1wiJGlkXCI6XCI2ODBcIixcIkFcIjoxNTMsXCJSXCI6MCxcIkdcIjowLFwiQlwiOjB9fSxcIklzVmlzaWJsZVwiOmZhbHNlLFwiV2lkdGhcIjowLjAsXCJIZWlnaHRcIjowLjAsXCJCb3JkZXJTdHlsZVwiOntcIiRpZFwiOlwiNjgxXCIsXCJMaW5lU3R5bGVcIjp7XCIkaWRcIjpcIjY4MlwiLFwiTGluZUNvbG9yXCI6e1wiJGlkXCI6XCI2ODNcIixcIkNvbG9yXCI6e1wiJGlkXCI6XCI2ODRcIixcIkFcIjoyNTUsXCJSXCI6MjU1LFwiR1wiOjAsXCJCXCI6MH19LFwiTGluZVdlaWdodFwiOjIuMCxcIkxpbmVUeXBlXCI6MH0sXCJJc1Zpc2libGVcIjpmYWxzZX19fSxcIlNoYXBlU3R5bGVcIjp7XCIkaWRcIjpcIjY4NVwiLFwiTWFyZ2luXCI6e1wiJGlkXCI6XCI2ODZcIixcIlRvcFwiOjAuMCxcIkxlZnRcIjo0LjAsXCJSaWdodFwiOjQuMCxcIkJvdHRvbVwiOjAuMH0sXCJQYWRkaW5nXCI6e1wiJGlkXCI6XCI2ODdcIixcIlRvcFwiOjAuMCxcIkxlZnRcIjowLjAsXCJSaWdodFwiOjAuMCxcIkJvdHRvbVwiOjAuMH0sXCJCYWNrZ3JvdW5kXCI6e1wiJGlkXCI6XCI2ODhcIixcIkNvbG9yXCI6e1wiJGlkXCI6XCI2ODlcIixcIkFcIjoyNTUsXCJSXCI6MTUsXCJHXCI6MTU4LFwiQlwiOjIxM319LFwiSXNWaXNpYmxlXCI6dHJ1ZSxcIldpZHRoXCI6MC4wLFwiSGVpZ2h0XCI6MTAuMCxcIkJvcmRlclN0eWxlXCI6e1wiJGlkXCI6XCI2OTBcIixcIkxpbmVTdHlsZVwiOntcIiRpZFwiOlwiNjkxXCIsXCJMaW5lQ29sb3JcIjp7XCIkaWRcIjpcIjY5MlwiLFwiQ29sb3JcIjp7XCIkaWRcIjpcIjY5M1wiLFwiQVwiOjI1NSxcIlJcIjoyMzQsXCJHXCI6MjIsXCJCXCI6MzB9fSxcIkxpbmVXZWlnaHRcIjoyLjAsXCJMaW5lVHlwZVwiOjB9LFwiSXNWaXNpYmxlXCI6ZmFsc2V9fSxcIlRpdGxlU3R5bGVcIjp7XCIkaWRcIjpcIjY5NFwiLFwiRm9udFNldHRpbmdzXCI6e1wiJGlkXCI6XCI2OTVcIixcIkZvbnRTaXplXCI6MTEsXCJGb250TmFtZVwiOlwiQ2FsaWJyaVwiLFwiSXNCb2xkXCI6ZmFsc2UsXCJJc0l0YWxpY1wiOmZhbHNlLFwiSXNVbmRlcmxpbmVkXCI6ZmFsc2V9LFwiRm9yZWdyb3VuZFwiOntcIiRpZFwiOlwiNjk2XCIsXCJDb2xvclwiOntcIiRpZFwiOlwiNjk3XCIsXCJBXCI6MjU1LFwiUlwiOjAsXCJHXCI6MCxcIkJcIjowfX0sXCJIb3Jpem9udGFsQWxpZ25tZW50XCI6MCxcIklzVmlzaWJsZVwiOnRydWV9LFwiRGF0ZVN0eWxlXCI6e1wiJGlkXCI6XCI2OThcIixcIkZvbnRTZXR0aW5nc1wiOntcIiRpZFwiOlwiNjk5XCIsXCJGb250U2l6ZVwiOjEwLFwiRm9udE5hbWVcIjpcIkNhbGlicmlcIixcIklzQm9sZFwiOmZhbHNlLFwiSXNJdGFsaWNcIjpmYWxzZSxcIklzVW5kZXJsaW5lZFwiOmZhbHNlfSxcIkZvcmVncm91bmRcIjp7XCIkaWRcIjpcIjcwMFwiLFwiQ29sb3JcIjp7XCIkaWRcIjpcIjcwMVwiLFwiQVwiOjI1NSxcIlJcIjoxNCxcIkdcIjo0MCxcIkJcIjo2NX19LFwiSG9yaXpvbnRhbEFsaWdubWVudFwiOjIsXCJJc1Zpc2libGVcIjp0cnVlfSxcIkRhdGVGb3JtYXRcIjp7XCIkaWRcIjpcIjcw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DNcIixcIkZvcm1hdFwiOjAsXCJJc1Zpc2libGVcIjpmYWxzZSxcIkxhc3RLbm93blZpc2liaWxpdHlTdGF0ZVwiOmZhbHNlfSxcIlZhcmlhbmNlU3R5bGVcIjp7XCIkaWRcIjpcIjcwNFwiLFwiVmFyaWFuY2VUZXh0U3R5bGVcIjp7XCIkaWRcIjpcIjcwNVwiLFwiRm9udFNldHRpbmdzXCI6e1wiJGlkXCI6XCI3MDZcIixcIkZvbnRTaXplXCI6MTAsXCJGb250TmFtZVwiOlwiQ2FsaWJyaVwiLFwiSXNCb2xkXCI6ZmFsc2UsXCJJc0l0YWxpY1wiOmZhbHNlLFwiSXNVbmRlcmxpbmVkXCI6ZmFsc2V9LFwiRm9yZWdyb3VuZFwiOntcIiRpZFwiOlwiNzA3XCIsXCJDb2xvclwiOntcIiRpZFwiOlwiNzA4XCIsXCJBXCI6MjU1LFwiUlwiOjAsXCJHXCI6MCxcIkJcIjowfX0sXCJIb3Jpem9udGFsQWxpZ25tZW50XCI6MCxcIklzVmlzaWJsZVwiOnRydWV9fX0sXCJEZWZhdWx0U3dpbWxhbmVNb3RTdHlsZVwiOntcIiRpZFwiOlwiNzA5XCIsXCJTaGFwZVwiOjEsXCJTaGFwZVNpemVcIjowLFwiRGV0YWlsc1NwYWNpbmdcIjowLjAsXCJQYWRkaW5nXCI6e1wiJGlkXCI6XCI3MTBcIixcIlRvcFwiOjUuMCxcIkxlZnRcIjozLjAsXCJSaWdodFwiOjAuMCxcIkJvdHRvbVwiOjIuMH0sXCJQb3NpdGlvbk9uVGFza1wiOjEsXCJTaGFwZVN0eWxlXCI6e1wiJGlkXCI6XCI3MTFcIixcIk1hcmdpblwiOntcIiRpZFwiOlwiNzEyXCIsXCJUb3BcIjowLjAsXCJMZWZ0XCI6MC4wLFwiUmlnaHRcIjowLjAsXCJCb3R0b21cIjowLjB9LFwiUGFkZGluZ1wiOntcIiRpZFwiOlwiNzEzXCIsXCJUb3BcIjowLjAsXCJMZWZ0XCI6MC4wLFwiUmlnaHRcIjowLjAsXCJCb3R0b21cIjowLjB9LFwiQmFja2dyb3VuZFwiOntcIiRpZFwiOlwiNzE0XCIsXCJDb2xvclwiOntcIiRpZFwiOlwiNzE1XCIsXCJBXCI6MjU1LFwiUlwiOjExLFwiR1wiOjExOCxcIkJcIjoxNTl9fSxcIklzVmlzaWJsZVwiOnRydWUsXCJXaWR0aFwiOjEyLjAsXCJIZWlnaHRcIjoxNC4wLFwiQm9yZGVyU3R5bGVcIjp7XCIkaWRcIjpcIjcxNlwiLFwiTGluZVN0eWxlXCI6e1wiJGlkXCI6XCI3MTdcIixcIkxpbmVDb2xvclwiOntcIiRpZFwiOlwiNzE4XCIsXCJDb2xvclwiOntcIiRpZFwiOlwiNzE5XCIsXCJBXCI6MjU1LFwiUlwiOjI1NSxcIkdcIjowLFwiQlwiOjB9fSxcIkxpbmVXZWlnaHRcIjowLjAsXCJMaW5lVHlwZVwiOjB9LFwiSXNWaXNpYmxlXCI6ZmFsc2V9fSxcIlRpdGxlU3R5bGVcIjp7XCIkaWRcIjpcIjcyMFwiLFwiRm9udFNldHRpbmdzXCI6e1wiJGlkXCI6XCI3MjFcIixcIkZvbnRTaXplXCI6MTEsXCJGb250TmFtZVwiOlwiQ2FsaWJyaVwiLFwiSXNCb2xkXCI6ZmFsc2UsXCJJc0l0YWxpY1wiOmZhbHNlLFwiSXNVbmRlcmxpbmVkXCI6ZmFsc2V9LFwiRm9yZWdyb3VuZFwiOntcIiRpZFwiOlwiNzIyXCIsXCJDb2xvclwiOntcIiRpZFwiOlwiNzIzXCIsXCJBXCI6MjU1LFwiUlwiOjAsXCJHXCI6MCxcIkJcIjowfX0sXCJIb3Jpem9udGFsQWxpZ25tZW50XCI6MSxcIklzVmlzaWJsZVwiOnRydWV9LFwiRGF0ZVN0eWxlXCI6e1wiJGlkXCI6XCI3MjRcIixcIkZvbnRTZXR0aW5nc1wiOntcIiRpZFwiOlwiNzI1XCIsXCJGb250U2l6ZVwiOjEwLFwiRm9udE5hbWVcIjpcIkNhbGlicmlcIixcIklzQm9sZFwiOmZhbHNlLFwiSXNJdGFsaWNcIjpmYWxzZSxcIklzVW5kZXJsaW5lZFwiOmZhbHNlfSxcIkZvcmVncm91bmRcIjp7XCIkaWRcIjpcIjcyNlwiLFwiQ29sb3JcIjp7XCIkaWRcIjpcIjcyN1wiLFwiQVwiOjI1NSxcIlJcIjoxNCxcIkdcIjo0MCxcIkJcIjo2NX19LFwiSG9yaXpvbnRhbEFsaWdubWVudFwiOjEsXCJJc1Zpc2libGVcIjp0cnVlfSxcIkRhdGVGb3JtYXRcIjp7XCIkaWRcIjpcIjcyO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jlcIixcIkZvcm1hdFwiOjAsXCJJc1Zpc2libGVcIjpmYWxzZSxcIkxhc3RLbm93blZpc2liaWxpdHlTdGF0ZVwiOmZhbHNlfSxcIlZhcmlhbmNlU3R5bGVcIjp7XCIkaWRcIjpcIjczMFwiLFwiVmFyaWFuY2VUZXh0U3R5bGVcIjp7XCIkaWRcIjpcIjczMVwiLFwiRm9udFNldHRpbmdzXCI6e1wiJGlkXCI6XCI3MzJcIixcIkZvbnRTaXplXCI6MTAsXCJGb250TmFtZVwiOlwiQ2FsaWJyaVwiLFwiSXNCb2xkXCI6ZmFsc2UsXCJJc0l0YWxpY1wiOmZhbHNlLFwiSXNVbmRlcmxpbmVkXCI6ZmFsc2V9LFwiRm9yZWdyb3VuZFwiOntcIiRpZFwiOlwiNzMzXCIsXCJDb2xvclwiOntcIiRpZFwiOlwiNzM0XCIsXCJBXCI6MjU1LFwiUlwiOjAsXCJHXCI6MCxcIkJcIjowfX0sXCJIb3Jpem9udGFsQWxpZ25tZW50XCI6MCxcIklzVmlzaWJsZVwiOnRydWV9fX19XSxcIkdyaWRsaW5lUGFuZWxTdHlsZVwiOntcIiRpZFwiOlwiNzM1XCIsXCJHcmlkbGluZVN0eWxlXCI6e1wiJGlkXCI6XCI3MzZcIixcIkxpbmVDb2xvclwiOntcIiRpZFwiOlwiNzM3XCIsXCJDb2xvclwiOntcIiRpZFwiOlwiNzM4XCIsXCJBXCI6MzgsXCJSXCI6OTEsXCJHXCI6MTU1LFwiQlwiOjIxM319LFwiTGluZVdlaWdodFwiOjEuMCxcIkxpbmVUeXBlXCI6MH0sXCJJc1Zpc2libGVcIjp0cnVlfSxcIkFjdGl2aXR5TGluZVBhbmVsU3R5bGVcIjp7XCIkaWRcIjpcIjczOVwiLFwiQWN0aXZpdHlMaW5lU3R5bGVcIjp7XCIkaWRcIjpcIjc0MFwiLFwiTGluZUNvbG9yXCI6e1wiJGlkXCI6XCI3NDFcIixcIkNvbG9yXCI6e1wiJGlkXCI6XCI3NDJcIixcIkFcIjozOCxcIlJcIjo2OCxcIkdcIjoxMTQsXCJCXCI6MTk2fX0sXCJMaW5lV2VpZ2h0XCI6MS4wLFwiTGluZVR5cGVcIjowfSxcIklzVmlzaWJsZVwiOnRydWV9LFwiRGVmYXVsdERlcGVuZGVuY3lTdHlsZVwiOntcIiRpZFwiOlwiNzQzXCIsXCJMaW5lU3R5bGVcIjp7XCIkaWRcIjpcIjc0NFwiLFwiTGluZUNvbG9yXCI6e1wiJGlkXCI6XCI3NDVcIixcIkNvbG9yXCI6e1wiJGlkXCI6XCI3NDZcIixcIkFcIjoyNTUsXCJSXCI6MCxcIkdcIjowLFwiQlwiOjB9fSxcIkxpbmVXZWlnaHRcIjoxLjAsXCJMaW5lVHlwZVwiOjB9LFwiRW5kQXJyb3doZWFkTGluZVN0eWxlXCI6e1wiJGlkXCI6XCI3NDdcIixcIktpbmRcIjoxLFwiV2lkdGhcIjoxLFwiTGVuZ3RoXCI6MH0sXCJCcmluZ1RvRnJvbnRcIjpmYWxzZSxcIlJhZGl1c1wiOjMuMH0sXCJDcml0aWNhbFBhdGhTdHlsZVwiOntcIiRpZFwiOlwiNzQ4XCIsXCJDcml0aWNhbFBhdGhTdHlsZU9wdGlvbnNcIjozMCxcIkxpbmVTdHlsZVwiOntcIiRpZFwiOlwiNzQ5XCIsXCJMaW5lQ29sb3JcIjp7XCIkaWRcIjpcIjc1MFwiLFwiQ29sb3JcIjp7XCIkaWRcIjpcIjc1MVwiLFwiQVwiOjI1NSxcIlJcIjoyMjIsXCJHXCI6NTAsXCJCXCI6NTB9fSxcIkxpbmVXZWlnaHRcIjoxLjAsXCJMaW5lVHlwZVwiOjB9LFwiVGl0bGVGb3JlZ3JvdW5kXCI6e1wiJGlkXCI6XCI3NTJcIixcIkNvbG9yXCI6e1wiJGlkXCI6XCI3NTNcIixcIkFcIjoyNTUsXCJSXCI6MTc2LFwiR1wiOjE5LFwiQlwiOjI1fX0sXCJTaGFwZXNCYWNrZ3JvdW5kXCI6e1wiJGlkXCI6XCI3NTRcIixcIkNvbG9yXCI6e1wiJGlkXCI6XCI3NTVcIixcIkFcIjoyNTUsXCJSXCI6MjUzLFwiR1wiOjIwMyxcIkJcIjoyMDh9fSxcIlNoYXBlc0JvcmRlclN0eWxlXCI6e1wiJGlkXCI6XCI3NTZcIixcIkxpbmVDb2xvclwiOntcIiRpZFwiOlwiNzU3XCIsXCJDb2xvclwiOntcIiRpZFwiOlwiNzU4XCIsXCJBXCI6MjU1LFwiUlwiOjIzNCxcIkdcIjoyMixcIkJcIjozMH19LFwiTGluZVdlaWdodFwiOjIuMCxcIkxpbmVUeXBlXCI6MH19LFwiUGFuZWxzU3BhY2luZ0RlZmluaXRpb25cIjp7XCIkaWRcIjpcIjc1OVwiLFwiU3BhY2luZ0Fib3ZlVGltZWJhbmRcIjozLFwiU3BhY2luZ0JlbG93VGltZWJhbmRcIjozLFwiU3BhY2luZ0Fib3ZlQmV0d2VlblN3aW1sYW5lc0FuZFRhc2tzXCI6NSxcIlNwYWNpbmdCZWxvd0JldHdlZW5Td2ltbGFuZXNBbmRUYXNrc1wiOjV9LFwiQ29uZGl0aW9uYWxGb3JtYXR0aW5nXCI6e1wiJGlkXCI6XCI3NjBcIixcIlB2QUZvcm1hdHRpbmdcIjp7XCIkaWRcIjpcIjc2MVwiLFwiRGVsYXlUYXNrU3R5bGVcIjp7XCIkaWRcIjpcIjc2MlwiLFwiU3R5bGVPcHRpb25zXCI6MjQsXCJUaXRsZUZvcmVncm91bmRcIjp7XCIkaWRcIjpcIjc2M1wiLFwiQ29sb3JcIjp7XCIkaWRcIjpcIjc2NFwiLFwiQVwiOjI1NSxcIlJcIjoxNzUsXCJHXCI6MCxcIkJcIjowfX0sXCJBY3R1YWxTaGFwZXNCYWNrZ3JvdW5kXCI6e1wiJGlkXCI6XCI3NjVcIixcIkNvbG9yXCI6e1wiJGlkXCI6XCI3NjZcIixcIkFcIjo2MixcIlJcIjoyNTUsXCJHXCI6MCxcIkJcIjowfX0sXCJBY3R1YWxTaGFwZXNCb3JkZXJTdHlsZVwiOntcIiRpZFwiOlwiNzY3XCIsXCJMaW5lQ29sb3JcIjp7XCIkaWRcIjpcIjc2OFwiLFwiQ29sb3JcIjp7XCIkaWRcIjpcIjc2OVwiLFwiQVwiOjE2MyxcIlJcIjoyNTUsXCJHXCI6MCxcIkJcIjowfX0sXCJMaW5lV2VpZ2h0XCI6My4wLFwiTGluZVR5cGVcIjowfSxcIkJhc2VsaW5lU2hhcGVzQmFja2dyb3VuZFwiOntcIiRpZFwiOlwiNzcwXCIsXCJDb2xvclwiOntcIiRpZFwiOlwiNzcxXCIsXCJBXCI6MTg0LFwiUlwiOjI1NSxcIkdcIjowLFwiQlwiOjB9fSxcIlZhcmlhbmNlRm9yZWdyb3VuZFwiOntcIiRpZFwiOlwiNzcyXCIsXCJDb2xvclwiOntcIiRpZFwiOlwiNzczXCIsXCJBXCI6MjU1LFwiUlwiOjE3NSxcIkdcIjowLFwiQlwiOjB9fX0sXCJEZWxheU1pbGVzdG9uZVN0eWxlXCI6e1wiJGlkXCI6XCI3NzRcIixcIlN0eWxlT3B0aW9uc1wiOjE4LFwiVGl0bGVGb3JlZ3JvdW5kXCI6e1wiJGlkXCI6XCI3NzVcIixcIkNvbG9yXCI6e1wiJGlkXCI6XCI3NzZcIixcIkFcIjoyNTUsXCJSXCI6MTc1LFwiR1wiOjAsXCJCXCI6MH19LFwiQWN0dWFsU2hhcGVzQmFja2dyb3VuZFwiOntcIiRpZFwiOlwiNzc3XCIsXCJDb2xvclwiOntcIiRpZFwiOlwiNzc4XCIsXCJBXCI6MjU1LFwiUlwiOjIyMixcIkdcIjo4MCxcIkJcIjo1MH19LFwiQWN0dWFsU2hhcGVzQm9yZGVyU3R5bGVcIjp7XCIkaWRcIjpcIjc3OVwiLFwiTGluZUNvbG9yXCI6e1wiJGlkXCI6XCI3ODBcIixcIkNvbG9yXCI6e1wiJGlkXCI6XCI3ODFcIixcIkFcIjoxNjMsXCJSXCI6MjU1LFwiR1wiOjAsXCJCXCI6MH19LFwiTGluZVdlaWdodFwiOjMuMCxcIkxpbmVUeXBlXCI6MH0sXCJCYXNlbGluZVNoYXBlc0JhY2tncm91bmRcIjp7XCIkaWRcIjpcIjc4MlwiLFwiQ29sb3JcIjp7XCIkaWRcIjpcIjc4M1wiLFwiQVwiOjE4NCxcIlJcIjoyNTUsXCJHXCI6MCxcIkJcIjowfX0sXCJWYXJpYW5jZUZvcmVncm91bmRcIjp7XCIkaWRcIjpcIjc4NFwiLFwiQ29sb3JcIjp7XCIkaWRcIjpcIjc4NVwiLFwiQVwiOjI1NSxcIlJcIjoxNzUsXCJHXCI6MCxcIkJcIjowfX19LFwiQWR2YW5jZVRhc2tTdHlsZVwiOntcIiRpZFwiOlwiNzg2XCIsXCJTdHlsZU9wdGlvbnNcIjoyNCxcIlRpdGxlRm9yZWdyb3VuZFwiOntcIiRpZFwiOlwiNzg3XCIsXCJDb2xvclwiOntcIiRpZFwiOlwiNzg4XCIsXCJBXCI6MjU1LFwiUlwiOjAsXCJHXCI6MTEwLFwiQlwiOjB9fSxcIkFjdHVhbFNoYXBlc0JhY2tncm91bmRcIjp7XCIkaWRcIjpcIjc4OVwiLFwiQ29sb3JcIjp7XCIkaWRcIjpcIjc5MFwiLFwiQVwiOjYxLFwiUlwiOjAsXCJHXCI6MTI4LFwiQlwiOjB9fSxcIkFjdHVhbFNoYXBlc0JvcmRlclN0eWxlXCI6e1wiJGlkXCI6XCI3OTFcIixcIkxpbmVDb2xvclwiOntcIiRpZFwiOlwiNzkyXCIsXCJDb2xvclwiOntcIiRpZFwiOlwiNzkzXCIsXCJBXCI6MTYzLFwiUlwiOjAsXCJHXCI6MTI4LFwiQlwiOjB9fSxcIkxpbmVXZWlnaHRcIjozLjAsXCJMaW5lVHlwZVwiOjB9LFwiQmFzZWxpbmVTaGFwZXNCYWNrZ3JvdW5kXCI6e1wiJGlkXCI6XCI3OTRcIixcIkNvbG9yXCI6e1wiJGlkXCI6XCI3OTVcIixcIkFcIjoxODQsXCJSXCI6MCxcIkdcIjoxMjgsXCJCXCI6MH19LFwiVmFyaWFuY2VGb3JlZ3JvdW5kXCI6e1wiJGlkXCI6XCI3OTZcIixcIkNvbG9yXCI6e1wiJGlkXCI6XCI3OTdcIixcIkFcIjoyNTUsXCJSXCI6MCxcIkdcIjoxMTAsXCJCXCI6MH19fSxcIkFkdmFuY2VNaWxlc3RvbmVTdHlsZVwiOntcIiRpZFwiOlwiNzk4XCIsXCJTdHlsZU9wdGlvbnNcIjoxOCxcIlRpdGxlRm9yZWdyb3VuZFwiOntcIiRpZFwiOlwiNzk5XCIsXCJDb2xvclwiOntcIiRpZFwiOlwiODAwXCIsXCJBXCI6MjU1LFwiUlwiOjAsXCJHXCI6MTEwLFwiQlwiOjB9fSxcIkFjdHVhbFNoYXBlc0JhY2tncm91bmRcIjp7XCIkaWRcIjpcIjgwMVwiLFwiQ29sb3JcIjp7XCIkaWRcIjpcIjgwMlwiLFwiQVwiOjI1NSxcIlJcIjoyMCxcIkdcIjoxMDAsXCJCXCI6MH19LFwiQWN0dWFsU2hhcGVzQm9yZGVyU3R5bGVcIjp7XCIkaWRcIjpcIjgwM1wiLFwiTGluZUNvbG9yXCI6e1wiJGlkXCI6XCI4MDRcIixcIkNvbG9yXCI6e1wiJGlkXCI6XCI4MDVcIixcIkFcIjoxNjMsXCJSXCI6MCxcIkdcIjoxMjgsXCJCXCI6MH19LFwiTGluZVdlaWdodFwiOjMuMCxcIkxpbmVUeXBlXCI6MH0sXCJCYXNlbGluZVNoYXBlc0JhY2tncm91bmRcIjp7XCIkaWRcIjpcIjgwNlwiLFwiQ29sb3JcIjp7XCIkaWRcIjpcIjgwN1wiLFwiQVwiOjE4NCxcIlJcIjowLFwiR1wiOjEyOCxcIkJcIjowfX0sXCJWYXJpYW5jZUZvcmVncm91bmRcIjp7XCIkaWRcIjpcIjgwOFwiLFwiQ29sb3JcIjp7XCIkaWRcIjpcIjgwOVwiLFwiQVwiOjI1NSxcIlJcIjowLFwiR1wiOjExMCxcIkJcIjowfX19fX0sXCJfc2VsZWN0ZWRUaGVtZVByZXNldENvbG9yc1wiOntcIiRpZFwiOlwiODEwXCIsXCJUZXh0TGlnaHRcIjp7XCIkaWRcIjpcIjgxMVwiLFwiQVwiOjI1NSxcIlJcIjoyNTUsXCJHXCI6MjU1LFwiQlwiOjI1NX0sXCJUZXh0RGFya1wiOntcIiRpZFwiOlwiODEyXCIsXCJBXCI6MjU1LFwiUlwiOjAsXCJHXCI6MCxcIkJcIjowfSxcIkFjY2VudDFcIjp7XCIkaWRcIjpcIjgxM1wiLFwiQVwiOjI1NSxcIlJcIjoyMzIsXCJHXCI6MjMyLFwiQlwiOjIzMn0sXCJBY2NlbnQyXCI6e1wiJGlkXCI6XCI4MTRcIixcIkFcIjoyNTUsXCJSXCI6MTQsXCJHXCI6NDAsXCJCXCI6NjV9LFwiQWNjZW50M1wiOntcIiRpZFwiOlwiODE1XCIsXCJBXCI6MjU1LFwiUlwiOjIxLFwiR1wiOjk2LFwiQlwiOjEzMH0sXCJBY2NlbnQ0XCI6e1wiJGlkXCI6XCI4MTZcIixcIkFcIjoyNTUsXCJSXCI6MjMzLFwiR1wiOjExMyxcIkJcIjo1MH0sXCJBY2NlbnQ1XCI6e1wiJGlkXCI6XCI4MTdcIixcIkFcIjoyNTUsXCJSXCI6MjUsXCJHXCI6MTA3LFwiQlwiOjM2fSxcIkFjY2VudDZcIjp7XCIkaWRcIjpcIjgxOFwiLFwiQVwiOjI1NSxcIlJcIjoxNSxcIkdcIjoxNTgsXCJCXCI6MjEzfSxcIkFjY2VudDdcIjp7XCIkaWRcIjpcIjgxOVwiLFwiQVwiOjI1NSxcIlJcIjoxNjAsXCJHXCI6NDMsXCJCXCI6MTQ3fSxcIkFjY2VudDhcIjp7XCIkaWRcIjpcIjgyMFwiLFwiQVwiOjI1NSxcIlJcIjo3OCxcIkdcIjoxNjcsXCJCXCI6NDZ9fSxcIl9jdXN0b21QcmVzZXRDb2xvcnNcIjp7XCIkaWRcIjpcIjgyMVwifX19IiwiUmVjZW50Q29sb3JzQ29sbGVjdGlvbiI6IltcIiNGRjRFQTcyRVwiLFwiI0ZGRkVCQTBBXCIsXCIjRkYwRjlFRDVcIl0ifSwiU2V0dGluZ3MiOnsiJGlkIjoiMTk5NiIsIkltcGFPcHRpb25zIjp7IiRpZCI6IjE5OTciLCJMZWZ0VG9SaWdodCI6ZmFsc2UsIlBheWxvYWRPcHRpb25zIjoy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ZmFsc2UsIkltcG9ydFR5cGUiOjAsIkZpbGVQYXRoIjpudWxsLCJUaW1lQ29uZmlndXJhdGlvbiI6eyIkaWQiOiIxOTk4IiwiVXNlVGltZSI6ZmFsc2UsIldvcmtEYXlTdGFydCI6IjAwOjAwOjAwIiwiV29ya0RheUVuZCI6IjIzOjU5OjAwIn0sIkxhc3RVc2VkVGVtcGxhdGVJZCI6IjAwMDAwMDAwLTAwMDAtMDAwMC0wMDAwLTAwMDAwMDAwMDAwMCIsIkxhc3RVc2VkVGhlbWVEZXRhaWxzIjp7IiRpZCI6IjE5OTkiLCJJZCI6IjA0ODcxNWIwLWQ1NzgtNGMyZi1hMzI2LTg4MThiZTI0NzI0OSIsIlRpdGxlIjoiQmFzZWxpbmUiLCJDYXRlZ29yeSI6MX0sIkZpcnN0V2Vla09mWWVhciI6MCwiUGxhY2VNaWxlc3RvbmVBdFRoZUJlZ2lubmluZ09mVGhlRGF5IjpmYWxzZSwiRGVwZW5kZW5jeVNjaGVkdWxpbmdTZXR0aW5ncyI6eyIkaWQiOiIyMDAwIiwiRGVwZW5kZW5jaWVzU2NoZWR1bGluZ01vZGVTZXR0aW5nIjoiRmxleGlibGUiLCJEZXBlbmRlbmNpZXNQcmV2aW91c1NjaGVkdWxpbmdNb2RlIjoiRmxleGlibGUiLCJPbkJyZWFraW5nRmxleGlibGVTY2hlZHVsaW5nTW9kZVNldHRpbmciOiJBc2tFdmVyeXRpbWUiLCJPbkJyZWFraW5nU3RyaWN0U2NoZWR1bGluZ01vZGVTZXR0aW5nIjoiQXNrRXZlcnl0aW1lIn0sIkRlcGVuZGVuY3lNb2R1bGVFbmFibGVkIjp0cnVlLCJQbGFubmVkTW9kdWxlRW5hYmxlZCI6ZmFsc2UsIk9sZEZpeGVkSW50ZXJ2YWxzUmVuZGVyaW5nU3RyYXRlZ3lVc2VkQmVmb3JlIjpmYWxzZSwiRGVwZW5kZW5jaWVzIjp7Il9kZXBlbmRlbmNpZXMiOltdfX0="/>
  <p:tag name="__MASTER" val="__part_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XSwiSGFzQmFzZWxpbmVzIjpmYWxzZSwiQ3VsdHVyZUluZm9OYW1lIjoiZW4tVVMiLCJTdHlsZU5hbWUiOm51bGwsIlZlcnNpb24iOnsiJGlkIjoiMiIsIlZlcnNpb24iOiI1LjYuMCIsIk9yaWdpbmFsQXNzZW1ibHlWZXJzaW9uIjpudWxsLCJFZGl0aW9uIjpudWxsLCJMYXN0U2F2ZWRFZGl0aW9uIjowLCJJc1BsdXNFZGl0aW9uIjpmYWxzZSwiSXNQcm9FZGl0aW9uIjpmYWxzZX0sIkVmZmVjdCI6MCwiU3R5bGUiOnsiJGlkIjoiMyIsIkRlZmF1bHREZXBlbmRlbmN5U3R5bGUiOnsiJGlkIjoiNCIsIkxpbmVTdHlsZSI6eyIkaWQiOiI1IiwiTGluZUNvbG9yIjp7IiRpZCI6IjYiLCIkdHlwZSI6Ik5MUkUuQ29tbW9uLkRvbS5Tb2xpZENvbG9yQnJ1c2gsIE5MUkUuQ29tbW9uIiwiQ29sb3IiOnsiJGlkIjoiNyIsIkEiOjI1NSwiUiI6MCwiRyI6MCwiQiI6MH19LCJMaW5lV2VpZ2h0IjoxLjAsIkxpbmVUeXBlIjowLCJQYXJlbnRTdHlsZSI6bnVsbH0sIkVuZEFycm93aGVhZExpbmVTdHlsZSI6eyIkaWQiOiI4IiwiS2luZCI6MSwiV2lkdGgiOjEsIkxlbmd0aCI6MCwiUGFyZW50U3R5bGUiOm51bGx9LCJCcmluZ1RvRnJvbnQiOmZhbHNlLCJFbGJvd1JhZGl1cyI6My4wLCJNYXJnaW4iOnsiJGlkIjoiOSIsIlRvcCI6MC4wLCJMZWZ0IjowLjAsIlJpZ2h0IjowLjAsIkJvdHRvbSI6MC4wfSwiUGFkZGluZyI6eyIkaWQiOiIxMCIsIlRvcCI6MC4wLCJMZWZ0IjowLjAsIlJpZ2h0IjowLjAsIkJvdHRvbSI6MC4wfSwiQmFja2dyb3VuZCI6bnVsbCwiSXNWaXNpYmxlIjp0cnVlLCJXaWR0aCI6MC4wLCJIZWlnaHQiOjAuMCwiQm9yZGVyU3R5bGUiOm51bGwsIlBhcmVudFN0eWxlIjpudWxsfSwiQ3JpdGljYWxQYXRoU3R5bGUiOnsiJGlkIjoiMTEiLCJDcml0aWNhbFBhdGhTdHlsZU9wdGlvbnMiOjMwLCJMaW5lU3R5bGUiOnsiJGlkIjoiMTIiLCJMaW5lQ29sb3IiOnsiJGlkIjoiMTMiLCIkdHlwZSI6Ik5MUkUuQ29tbW9uLkRvbS5Tb2xpZENvbG9yQnJ1c2gsIE5MUkUuQ29tbW9uIiwiQ29sb3IiOnsiJGlkIjoiMTQiLCJBIjoyNTUsIlIiOjIyMiwiRyI6NTAsIkIiOjUwfX0sIkxpbmVXZWlnaHQiOjEuMCwiTGluZVR5cGUiOjAsIlBhcmVudFN0eWxlIjpudWxsfSwiVGl0bGVGb3JlZ3JvdW5kIjp7IiRpZCI6IjE1IiwiQ29sb3IiOnsiJGlkIjoiMTYiLCJBIjoyNTUsIlIiOjE3NiwiRyI6MTksIkIiOjI1fX0sIlNoYXBlc0JhY2tncm91bmQiOnsiJGlkIjoiMTciLCJDb2xvciI6eyIkaWQiOiIxOCIsIkEiOjI1NSwiUiI6MjUzLCJHIjoyMDMsIkIiOjIwOH19LCJTaGFwZXNCb3JkZXJTdHlsZSI6eyIkaWQiOiIxOSIsIkxpbmVDb2xvciI6eyIkaWQiOiIyMCIsIiR0eXBlIjoiTkxSRS5Db21tb24uRG9tLlNvbGlkQ29sb3JCcnVzaCwgTkxSRS5Db21tb24iLCJDb2xvciI6eyIkaWQiOiIyMSIsIkEiOjI1NSwiUiI6MjM0LCJHIjoyMiwiQiI6MzB9fSwiTGluZVdlaWdodCI6Mi4wLCJMaW5lVHlwZSI6MCwiUGFyZW50U3R5bGUiOm51bGx9LCJNYXJnaW4iOnsiJGlkIjoiMjIiLCJUb3AiOjAuMCwiTGVmdCI6MC4wLCJSaWdodCI6MC4wLCJCb3R0b20iOjAuMH0sIlBhZGRpbmciOnsiJGlkIjoiMjMiLCJUb3AiOjAuMCwiTGVmdCI6MC4wLCJSaWdodCI6MC4wLCJCb3R0b20iOjAuMH0sIkJhY2tncm91bmQiOm51bGwsIklzVmlzaWJsZSI6ZmFsc2UsIldpZHRoIjowLjAsIkhlaWdodCI6MC4wLCJCb3JkZXJTdHlsZSI6eyIkaWQiOiIyNCIsIkxpbmVDb2xvciI6bnVsbCwiTGluZVdlaWdodCI6MC4wLCJMaW5lVHlwZSI6MCwiUGFyZW50U3R5bGUiOm51bGx9LCJQYXJlbnRTdHlsZSI6bnVsbH0sIlBhbmVsc1NwYWNpbmdEZWZpbml0aW9uIjp7IiRpZCI6IjI1IiwiU3BhY2luZ0Fib3ZlVGltZWJhbmQiOjMsIlNwYWNpbmdCZWxvd1RpbWViYW5kIjozLCJTcGFjaW5nQWJvdmVCZXR3ZWVuU3dpbWxhbmVzQW5kVGFza3MiOjUsIlNwYWNpbmdCZWxvd0JldHdlZW5Td2ltbGFuZXNBbmRUYXNrcyI6NX0sIlRpbWViYW5kU3R5bGUiOnsiJGlkIjoiMjYiLCJTY2FsZU1hcmtpbmciOjAsIlNoYXBlIjowLCJTaGFwZVN0eWxlIjp7IiRpZCI6IjI3IiwiTWFyZ2luIjp7IiRpZCI6IjI4IiwiVG9wIjowLjAsIkxlZnQiOjEwLjAsIlJpZ2h0IjoxMC4wLCJCb3R0b20iOjAuMH0sIlBhZGRpbmciOnsiJGlkIjoiMjkiLCJUb3AiOjAuMCwiTGVmdCI6MC4wLCJSaWdodCI6MC4wLCJCb3R0b20iOjAuMH0sIkJhY2tncm91bmQiOnsiJGlkIjoiMzAiLCJDb2xvciI6eyIkaWQiOiIzMSIsIkEiOjI1NSwiUiI6MTQsIkciOjQwLCJCIjo2NX19LCJJc1Zpc2libGUiOnRydWUsIldpZHRoIjowLjAsIkhlaWdodCI6MjAuMCwiQm9yZGVyU3R5bGUiOnsiJGlkIjoiMzIiLCJMaW5lQ29sb3IiOnsiJGlkIjoiMzMiLCIkdHlwZSI6Ik5MUkUuQ29tbW9uLkRvbS5Tb2xpZENvbG9yQnJ1c2gsIE5MUkUuQ29tbW9uIiwiQ29sb3IiOnsiJGlkIjoiMzQiLCJBIjoyNTUsIlIiOjI1NSwiRyI6MCwiQiI6MH19LCJMaW5lV2VpZ2h0IjowLjAsIkxpbmVUeXBlIjowLCJQYXJlbnRTdHlsZSI6bnVsbH0sIlBhcmVudFN0eWxlIjpudWxsfSwiTWlkZGxlVGllclNoYXBlU3R5bGUiOnsiJGlkIjoiMzUiLCJNYXJnaW4iOnsiJGlkIjoiMzYiLCJUb3AiOjAuMCwiTGVmdCI6MTAuMCwiUmlnaHQiOjEwLjAsIkJvdHRvbSI6MC4wfSwiUGFkZGluZyI6eyIkaWQiOiIzNyIsIlRvcCI6MC4wLCJMZWZ0IjowLjAsIlJpZ2h0IjowLjAsIkJvdHRvbSI6MC4wfSwiQmFja2dyb3VuZCI6eyIkaWQiOiIzOCIsIkNvbG9yIjp7IiRpZCI6IjM5IiwiQSI6MjU1LCJSIjoxNCwiRyI6NDAsIkIiOjY1fX0sIklzVmlzaWJsZSI6dHJ1ZSwiV2lkdGgiOjAuMCwiSGVpZ2h0IjoyMC4wLCJCb3JkZXJTdHlsZSI6eyIkaWQiOiI0MCIsIkxpbmVDb2xvciI6eyIkcmVmIjoiMzMifSwiTGluZVdlaWdodCI6MC4wLCJMaW5lVHlwZSI6MCwiUGFyZW50U3R5bGUiOm51bGx9LCJQYXJlbnRTdHlsZSI6bnVsbH0sIkJvdHRvbVRpZXJTaGFwZVN0eWxlIjp7IiRpZCI6IjQxIiwiTWFyZ2luIjp7IiRpZCI6IjQyIiwiVG9wIjowLjAsIkxlZnQiOjEwLjAsIlJpZ2h0IjoxMC4wLCJCb3R0b20iOjAuMH0sIlBhZGRpbmciOnsiJGlkIjoiNDMiLCJUb3AiOjAuMCwiTGVmdCI6MC4wLCJSaWdodCI6MC4wLCJCb3R0b20iOjAuMH0sIkJhY2tncm91bmQiOnsiJGlkIjoiNDQiLCJDb2xvciI6eyIkaWQiOiI0NSIsIkEiOjI1NSwiUiI6MTQsIkciOjQwLCJCIjo2NX19LCJJc1Zpc2libGUiOnRydWUsIldpZHRoIjowLjAsIkhlaWdodCI6MjAuMCwiQm9yZGVyU3R5bGUiOnsiJGlkIjoiNDYiLCJMaW5lQ29sb3IiOnsiJHJlZiI6IjMzIn0sIkxpbmVXZWlnaHQiOjAuMCwiTGluZVR5cGUiOjAsIlBhcmVudFN0eWxlIjpudWxsfSwiUGFyZW50U3R5bGUiOm51bGx9LCJSaWdodEVuZENhcHNTdHlsZSI6eyIkaWQiOiI0NyIsIkZvbnRTZXR0aW5ncyI6eyIkaWQiOiI0OCIsIkZvbnRTaXplIjoxOCwiRm9udE5hbWUiOiJDYWxpYnJpIiwiSXNCb2xkIjp0cnVlLCJJc0l0YWxpYyI6ZmFsc2UsIklzVW5kZXJsaW5lZCI6ZmFsc2UsIlBhcmVudFN0eWxlIjpudWxsfSwiQXV0b1NpemUiOjAsIkZvcmVncm91bmQiOnsiJGlkIjoiNDkiLCJDb2xvciI6eyIkaWQiOiI1MCIsIkEiOjI1NSwiUiI6MjMzLCJHIjoxMTMsIkIiOjUwfX0sIk1heFdpZHRoIjoyMDAuMCwiTWF4SGVpZ2h0IjoiSW5maW5pdHkiLCJTbWFydEZvcmVncm91bmRJc0FjdGl2ZSI6ZmFsc2UsIkhvcml6b250YWxBbGlnbm1lbnQiOjAsIlZlcnRpY2FsQWxpZ25tZW50IjoxLCJTbWFydEZvcmVncm91bmQiOm51bGwsIkJhY2tncm91bmRGaWxsVHlwZSI6MCwiTWFyZ2luIjp7IiRpZCI6IjUxIiwiVG9wIjowLjAsIkxlZnQiOjAuMCwiUmlnaHQiOjIwLjAsIkJvdHRvbSI6MC4wfSwiUGFkZGluZyI6eyIkaWQiOiI1MiIsIlRvcCI6MC4wLCJMZWZ0IjowLjAsIlJpZ2h0IjowLjAsIkJvdHRvbSI6MC4wfSwiQmFja2dyb3VuZCI6eyIkaWQiOiI1MyIsIkNvbG9yIjp7IiRpZCI6IjU0IiwiQSI6MjU1LCJSIjoyMzMsIkciOjExMywiQiI6NTB9fSwiSXNWaXNpYmxlIjpmYWxzZSwiV2lkdGgiOjAuMCwiSGVpZ2h0IjowLjAsIkJvcmRlclN0eWxlIjp7IiRpZCI6IjU1IiwiTGluZUNvbG9yIjpudWxsLCJMaW5lV2VpZ2h0IjowLjAsIkxpbmVUeXBlIjowLCJQYXJlbnRTdHlsZSI6bnVsbH0sIlBhcmVudFN0eWxlIjpudWxsfSwiTGVmdEVuZENhcHNTdHlsZSI6eyIkaWQiOiI1NiIsIkZvbnRTZXR0aW5ncyI6eyIkaWQiOiI1NyIsIkZvbnRTaXplIjoxOCwiRm9udE5hbWUiOiJDYWxpYnJpIiwiSXNCb2xkIjp0cnVlLCJJc0l0YWxpYyI6ZmFsc2UsIklzVW5kZXJsaW5lZCI6ZmFsc2UsIlBhcmVudFN0eWxlIjpudWxsfSwiQXV0b1NpemUiOjAsIkZvcmVncm91bmQiOnsiJGlkIjoiNTgiLCJDb2xvciI6eyIkaWQiOiI1OS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YwIiwiVG9wIjowLjAsIkxlZnQiOjIwLjAsIlJpZ2h0IjowLjAsIkJvdHRvbSI6MC4wfSwiUGFkZGluZyI6eyIkaWQiOiI2MSIsIlRvcCI6MC4wLCJMZWZ0IjowLjAsIlJpZ2h0IjowLjAsIkJvdHRvbSI6MC4wfSwiQmFja2dyb3VuZCI6eyIkaWQiOiI2MiIsIkNvbG9yIjp7IiRpZCI6IjYzIiwiQSI6MjU1LCJSIjoyMzcsIkciOjEyNSwiQiI6NDl9fSwiSXNWaXNpYmxlIjpmYWxzZSwiV2lkdGgiOjAuMCwiSGVpZ2h0IjowLjAsIkJvcmRlclN0eWxlIjp7IiRpZCI6IjY0IiwiTGluZUNvbG9yIjpudWxsLCJMaW5lV2VpZ2h0IjowLjAsIkxpbmVUeXBlIjowLCJQYXJlbnRTdHlsZSI6bnVsbH0sIlBhcmVudFN0eWxlIjpudWxsfSwiVG9kYXlUZXh0U3R5bGUiOnsiJGlkIjoiNjUiLCJGb250U2V0dGluZ3MiOnsiJGlkIjoiNjYiLCJGb250U2l6ZSI6MTIsIkZvbnROYW1lIjoiQ2FsaWJyaSIsIklzQm9sZCI6ZmFsc2UsIklzSXRhbGljIjpmYWxzZSwiSXNVbmRlcmxpbmVkIjpmYWxzZSwiUGFyZW50U3R5bGUiOm51bGx9LCJBdXRvU2l6ZSI6MCwiRm9yZWdyb3VuZCI6eyIkaWQiOiI2NyIsIkNvbG9yIjp7IiRpZCI6IjY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5IiwiVG9wIjowLjAsIkxlZnQiOjAuMCwiUmlnaHQiOjAuMCwiQm90dG9tIjowLjB9LCJQYWRkaW5nIjp7IiRpZCI6IjcwIiwiVG9wIjowLjAsIkxlZnQiOjAuMCwiUmlnaHQiOjAuMCwiQm90dG9tIjowLjB9LCJCYWNrZ3JvdW5kIjp7IiRpZCI6IjcxIiwiQ29sb3IiOnsiJGlkIjoiNzIiLCJBIjoyNTUsIlIiOjAsIkciOjAsIkIiOjB9fSwiSXNWaXNpYmxlIjpmYWxzZSwiV2lkdGgiOjAuMCwiSGVpZ2h0IjowLjAsIkJvcmRlclN0eWxlIjp7IiRpZCI6IjczIiwiTGluZUNvbG9yIjpudWxsLCJMaW5lV2VpZ2h0IjowLjAsIkxpbmVUeXBlIjowLCJQYXJlbnRTdHlsZSI6bnVsbH0sIlBhcmVudFN0eWxlIjpudWxsfSwiVG9kYXlNYXJrZXJTdHlsZSI6eyIkaWQiOiI3NCIsIk1hcmdpbiI6eyIkaWQiOiI3NSIsIlRvcCI6MC4wLCJMZWZ0IjowLjAsIlJpZ2h0IjowLjAsIkJvdHRvbSI6MC4wfSwiUGFkZGluZyI6eyIkaWQiOiI3NiIsIlRvcCI6MC4wLCJMZWZ0IjowLjAsIlJpZ2h0IjowLjAsIkJvdHRvbSI6MC4wfSwiQmFja2dyb3VuZCI6eyIkaWQiOiI3NyIsIkNvbG9yIjp7IiRpZCI6Ijc4IiwiQSI6MjU1LCJSIjoyNTUsIkciOjAsIkIiOjB9fSwiSXNWaXNpYmxlIjp0cnVlLCJXaWR0aCI6MC4wLCJIZWlnaHQiOjAuMCwiQm9yZGVyU3R5bGUiOm51bGwsIlBhcmVudFN0eWxlIjpudWxsfSwiU2NhbGVTdHlsZSI6eyIkaWQiOiI3OSIsIlNoYXBlIjozLCJTaG93U2VnbWVudFNlcGFyYXRvcnMiOnRydWUsIlNlZ21lbnRTZXBhcmF0b3JPcGFjaXR5IjozMCwiSGFzQmVlblZpc2libGVCZWZvcmUiOmZhbHNlLCJGb250U2V0dGluZ3MiOnsiJGlkIjoiODAiLCJGb250U2l6ZSI6MTIsIkZvbnROYW1lIjoiQ2FsaWJyaSIsIklzQm9sZCI6ZmFsc2UsIklzSXRhbGljIjpmYWxzZSwiSXNVbmRlcmxpbmVkIjpmYWxzZSwiUGFyZW50U3R5bGUiOm51bGx9LCJBdXRvU2l6ZSI6MCwiRm9yZWdyb3VuZCI6eyIkaWQiOiI4MSIsIkNvbG9yIjp7IiRpZCI6IjgyIiwiQSI6MjU1LCJSIjoyMzIsIkciOjIzMiwiQiI6MjMyfX0sIk1heFdpZHRoIjoyMDAuMCwiTWF4SGVpZ2h0IjoiSW5maW5pdHkiLCJTbWFydEZvcmVncm91bmRJc0FjdGl2ZSI6ZmFsc2UsIkhvcml6b250YWxBbGlnbm1lbnQiOjAsIlZlcnRpY2FsQWxpZ25tZW50IjoxLCJTbWFydEZvcmVncm91bmQiOm51bGwsIkJhY2tncm91bmRGaWxsVHlwZSI6MCwiTWFyZ2luIjp7IiRpZCI6IjgzIiwiVG9wIjowLjAsIkxlZnQiOjQuMCwiUmlnaHQiOjQuMCwiQm90dG9tIjowLjB9LCJQYWRkaW5nIjp7IiRpZCI6Ijg0IiwiVG9wIjowLjAsIkxlZnQiOjAuMCwiUmlnaHQiOjAuMCwiQm90dG9tIjowLjB9LCJCYWNrZ3JvdW5kIjp7IiRpZCI6Ijg1IiwiQ29sb3IiOnsiJGlkIjoiODYiLCJBIjoyNTUsIlIiOjE0LCJHIjo0MCwiQiI6NjV9fSwiSXNWaXNpYmxlIjp0cnVlLCJXaWR0aCI6MC4wLCJIZWlnaHQiOjAuMCwiQm9yZGVyU3R5bGUiOnsiJGlkIjoiODciLCJMaW5lQ29sb3IiOm51bGwsIkxpbmVXZWlnaHQiOjAuMCwiTGluZVR5cGUiOjAsIlBhcmVudFN0eWxlIjpudWxsfSwiUGFyZW50U3R5bGUiOm51bGx9LCJTaW5nbGVTY2FsZVNoYXBlU3R5bGUiOnsiJGlkIjoiODgiLCJTaGFwZSI6MCwiSGVpZ2h0IjowLjB9LCJNaWRkbGVUaWVyU2NhbGVTdHlsZSI6eyIkaWQiOiI4OSIsIlNoYXBlIjozLCJTaG93U2VnbWVudFNlcGFyYXRvcnMiOnRydWUsIlNlZ21lbnRTZXBhcmF0b3JPcGFjaXR5IjozMCwiSGFzQmVlblZpc2libGVCZWZvcmUiOmZhbHNlLCJGb250U2V0dGluZ3MiOnsiJGlkIjoiOTAiLCJGb250U2l6ZSI6MTIsIkZvbnROYW1lIjoiQ2FsaWJyaSIsIklzQm9sZCI6ZmFsc2UsIklzSXRhbGljIjpmYWxzZSwiSXNVbmRlcmxpbmVkIjpmYWxzZSwiUGFyZW50U3R5bGUiOm51bGx9LCJBdXRvU2l6ZSI6MCwiRm9yZWdyb3VuZCI6eyIkaWQiOiI5MSIsIkNvbG9yIjp7IiRpZCI6IjkyIiwiQSI6MjU1LCJSIjoyMzIsIkciOjIzMiwiQiI6MjMyfX0sIk1heFdpZHRoIjoyMDAuMCwiTWF4SGVpZ2h0IjoiSW5maW5pdHkiLCJTbWFydEZvcmVncm91bmRJc0FjdGl2ZSI6ZmFsc2UsIkhvcml6b250YWxBbGlnbm1lbnQiOjAsIlZlcnRpY2FsQWxpZ25tZW50IjoxLCJTbWFydEZvcmVncm91bmQiOm51bGwsIkJhY2tncm91bmRGaWxsVHlwZSI6MCwiTWFyZ2luIjp7IiRpZCI6IjkzIiwiVG9wIjowLjAsIkxlZnQiOjQuMCwiUmlnaHQiOjQuMCwiQm90dG9tIjowLjB9LCJQYWRkaW5nIjp7IiRpZCI6Ijk0IiwiVG9wIjowLjAsIkxlZnQiOjAuMCwiUmlnaHQiOjAuMCwiQm90dG9tIjowLjB9LCJCYWNrZ3JvdW5kIjp7IiRpZCI6Ijk1IiwiQ29sb3IiOnsiJGlkIjoiOTYiLCJBIjoyNTUsIlIiOjE0LCJHIjo0MCwiQiI6NjV9fSwiSXNWaXNpYmxlIjpmYWxzZSwiV2lkdGgiOjAuMCwiSGVpZ2h0IjowLjAsIkJvcmRlclN0eWxlIjp7IiRpZCI6Ijk3IiwiTGluZUNvbG9yIjpudWxsLCJMaW5lV2VpZ2h0IjowLjAsIkxpbmVUeXBlIjowLCJQYXJlbnRTdHlsZSI6bnVsbH0sIlBhcmVudFN0eWxlIjpudWxsfSwiQm90dG9tVGllclNjYWxlU3R5bGUiOnsiJGlkIjoiOTgiLCJTaGFwZSI6MywiU2hvd1NlZ21lbnRTZXBhcmF0b3JzIjp0cnVlLCJTZWdtZW50U2VwYXJhdG9yT3BhY2l0eSI6MzAsIkhhc0JlZW5WaXNpYmxlQmVmb3JlIjpmYWxzZSwiRm9udFNldHRpbmdzIjp7IiRpZCI6Ijk5IiwiRm9udFNpemUiOjEyLCJGb250TmFtZSI6IkNhbGlicmkiLCJJc0JvbGQiOmZhbHNlLCJJc0l0YWxpYyI6ZmFsc2UsIklzVW5kZXJsaW5lZCI6ZmFsc2UsIlBhcmVudFN0eWxlIjpudWxsfSwiQXV0b1NpemUiOjAsIkZvcmVncm91bmQiOnsiJGlkIjoiMTAwIiwiQ29sb3IiOnsiJGlkIjoiMTAxIiwiQSI6MjU1LCJSIjoyMzIsIkciOjIzMiwiQiI6MjMyfX0sIk1heFdpZHRoIjoyMDAuMCwiTWF4SGVpZ2h0IjoiSW5maW5pdHkiLCJTbWFydEZvcmVncm91bmRJc0FjdGl2ZSI6ZmFsc2UsIkhvcml6b250YWxBbGlnbm1lbnQiOjAsIlZlcnRpY2FsQWxpZ25tZW50IjoxLCJTbWFydEZvcmVncm91bmQiOm51bGwsIkJhY2tncm91bmRGaWxsVHlwZSI6MCwiTWFyZ2luIjp7IiRpZCI6IjEwMiIsIlRvcCI6MC4wLCJMZWZ0Ijo0LjAsIlJpZ2h0Ijo0LjAsIkJvdHRvbSI6MC4wfSwiUGFkZGluZyI6eyIkaWQiOiIxMDMiLCJUb3AiOjAuMCwiTGVmdCI6MC4wLCJSaWdodCI6MC4wLCJCb3R0b20iOjAuMH0sIkJhY2tncm91bmQiOnsiJGlkIjoiMTA0IiwiQ29sb3IiOnsiJGlkIjoiMTA1IiwiQSI6MjU1LCJSIjoxNCwiRyI6NDAsIkIiOjY1fX0sIklzVmlzaWJsZSI6ZmFsc2UsIldpZHRoIjowLjAsIkhlaWdodCI6MC4wLCJCb3JkZXJTdHlsZSI6eyIkaWQiOiIxMDYiLCJMaW5lQ29sb3IiOm51bGwsIkxpbmVXZWlnaHQiOjAuMCwiTGluZVR5cGUiOjAsIlBhcmVudFN0eWxlIjpudWxsfSwiUGFyZW50U3R5bGUiOm51bGx9LCJFbGFwc2VkVGltZUJhY2tncm91bmQiOnsiJGlkIjoiMTA3IiwiQ29sb3IiOnsiJGlkIjoiMTA4IiwiQSI6MTkxLCJSIjoyNTUsIkciOjAsIkIiOjB9fSwiQXBwZW5kWWVhck9uWWVhckNoYW5nZSI6ZmFsc2UsIkVsYXBzZWRUaW1lRm9ybWF0IjowLCJUb2RheU1hcmtlclBvc2l0aW9uIjowLCJRdWlja1Bvc2l0aW9uIjozLCJBYnNvbHV0ZVBvc2l0aW9uIjoxMzUuMCwiTWFyZ2luIjp7IiRpZCI6IjEwOSIsIlRvcCI6MC4wLCJMZWZ0IjoxMC4wLCJSaWdodCI6MTAuMCwiQm90dG9tIjowLjB9LCJQYWRkaW5nIjp7IiRpZCI6IjExMCIsIlRvcCI6MC4wLCJMZWZ0IjowLjAsIlJpZ2h0IjowLjAsIkJvdHRvbSI6MC4wfSwiQmFja2dyb3VuZCI6eyIkaWQiOiIxMTEiLCJDb2xvciI6eyIkaWQiOiIxMTIiLCJBIjoyNTUsIlIiOjQ3LCJHIjo1NCwiQiI6MTUzfX0sIklzVmlzaWJsZSI6ZmFsc2UsIldpZHRoIjowLjAsIkhlaWdodCI6MC4wLCJCb3JkZXJTdHlsZSI6bnVsbCwiUGFyZW50U3R5bGUiOm51bGx9LCJEZWZhdWx0TWlsZXN0b25lU3R5bGUiOnsiJGlkIjoiMTEzIiwiU2hhcGUiOjIsIkNvbm5lY3Rvck1hcmdpbiI6eyIkaWQiOiIxMTQiLCJUb3AiOjAuMCwiTGVmdCI6Mi4wLCJSaWdodCI6Mi4wLCJCb3R0b20iOjAuMH0sIkNvbm5lY3RvclN0eWxlIjp7IiRpZCI6IjExNSIsIkxpbmVDb2xvciI6eyIkaWQiOiIxMTYiLCIkdHlwZSI6Ik5MUkUuQ29tbW9uLkRvbS5Tb2xpZENvbG9yQnJ1c2gsIE5MUkUuQ29tbW9uIiwiQ29sb3IiOnsiJGlkIjoiMTE3IiwiQSI6MTI3LCJSIjoyMzMsIkciOjExMywiQiI6NTB9fSwiTGluZVdlaWdodCI6MS4wLCJMaW5lVHlwZSI6MCwiUGFyZW50U3R5bGUiOm51bGx9LCJJc0JlbG93VGltZWJhbmQiOmZhbHNlLCJQb3NpdGlvbk9uVGFzayI6MCwiSGlkZURhdGUiOmZhbHNlLCJTaGFwZVNpemUiOjEsIlNwYWNpbmciOjAuMCwiUGFkZGluZyI6eyIkaWQiOiIxMTgiLCJUb3AiOjUuMCwiTGVmdCI6My4wLCJSaWdodCI6MC4wLCJCb3R0b20iOjIuMH0sIlNoYXBlU3R5bGUiOnsiJGlkIjoiMTE5IiwiTWFyZ2luIjp7IiRpZCI6IjEyMCIsIlRvcCI6MC4wLCJMZWZ0IjowLjAsIlJpZ2h0IjowLjAsIkJvdHRvbSI6MC4wfSwiUGFkZGluZyI6eyIkaWQiOiIxMjEiLCJUb3AiOjAuMCwiTGVmdCI6MC4wLCJSaWdodCI6MC4wLCJCb3R0b20iOjAuMH0sIkJhY2tncm91bmQiOnsiJGlkIjoiMTIyIiwiQ29sb3IiOnsiJGlkIjoiMTIzIiwiQSI6MjU1LCJSIjoyMzMsIkciOjExMywiQiI6NTB9fSwiSXNWaXNpYmxlIjp0cnVlLCJXaWR0aCI6MTguMCwiSGVpZ2h0IjoyMC4wLCJCb3JkZXJTdHlsZSI6eyIkaWQiOiIxMjQiLCJMaW5lQ29sb3IiOnsiJGlkIjoiMTI1IiwiJHR5cGUiOiJOTFJFLkNvbW1vbi5Eb20uU29saWRDb2xvckJydXNoLCBOTFJFLkNvbW1vbiIsIkNvbG9yIjp7IiRpZCI6IjEyNiIsIkEiOjI1NSwiUiI6MjM0LCJHIjoyMiwiQiI6MzB9fSwiTGluZVdlaWdodCI6MC4wLCJMaW5lVHlwZSI6MCwiUGFyZW50U3R5bGUiOm51bGx9LCJQYXJlbnRTdHlsZSI6bnVsbH0sIlRpdGxlU3R5bGUiOnsiJGlkIjoiMTI3IiwiRm9udFNldHRpbmdzIjp7IiRpZCI6IjEyOCIsIkZvbnRTaXplIjoxMSwiRm9udE5hbWUiOiJDYWxpYnJpIiwiSXNCb2xkIjp0cnVlLCJJc0l0YWxpYyI6ZmFsc2UsIklzVW5kZXJsaW5lZCI6ZmFsc2UsIlBhcmVudFN0eWxlIjpudWxsfSwiQXV0b1NpemUiOjAsIkZvcmVncm91bmQiOnsiJGlkIjoiMTI5IiwiQ29sb3IiOnsiJGlkIjoiMTM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zMSIsIlRvcCI6MC4wLCJMZWZ0IjowLjAsIlJpZ2h0IjowLjAsIkJvdHRvbSI6MC4wfSwiUGFkZGluZyI6eyIkaWQiOiIxMzIiLCJUb3AiOjAuMCwiTGVmdCI6MC4wLCJSaWdodCI6MC4wLCJCb3R0b20iOjAuMH0sIkJhY2tncm91bmQiOnsiJGlkIjoiMTMzIiwiQ29sb3IiOnsiJGlkIjoiMTM0IiwiQSI6MjU1LCJSIjowLCJHIjowLCJCIjowfX0sIklzVmlzaWJsZSI6dHJ1ZSwiV2lkdGgiOjAuMCwiSGVpZ2h0IjowLjAsIkJvcmRlclN0eWxlIjp7IiRpZCI6IjEzNSIsIkxpbmVDb2xvciI6bnVsbCwiTGluZVdlaWdodCI6MC4wLCJMaW5lVHlwZSI6MCwiUGFyZW50U3R5bGUiOm51bGx9LCJQYXJlbnRTdHlsZSI6bnVsbH0sIkRhdGVTdHlsZSI6eyIkaWQiOiIxMzYiLCJGb250U2V0dGluZ3MiOnsiJGlkIjoiMTM3IiwiRm9udFNpemUiOjEwLCJGb250TmFtZSI6IkNhbGlicmkiLCJJc0JvbGQiOmZhbHNlLCJJc0l0YWxpYyI6ZmFsc2UsIklzVW5kZXJsaW5lZCI6ZmFsc2UsIlBhcmVudFN0eWxlIjpudWxsfSwiQXV0b1NpemUiOjAsIkZvcmVncm91bmQiOnsiJGlkIjoiMTM4IiwiQ29sb3IiOnsiJGlkIjoiMTM5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0MCIsIlRvcCI6MC4wLCJMZWZ0IjowLjAsIlJpZ2h0IjowLjAsIkJvdHRvbSI6MC4wfSwiUGFkZGluZyI6eyIkaWQiOiIxNDEiLCJUb3AiOjAuMCwiTGVmdCI6MC4wLCJSaWdodCI6MC4wLCJCb3R0b20iOjAuMH0sIkJhY2tncm91bmQiOnsiJGlkIjoiMTQyIiwiQ29sb3IiOnsiJGlkIjoiMTQzIiwiQSI6MjU1LCJSIjoxNCwiRyI6NDAsIkIiOjY1fX0sIklzVmlzaWJsZSI6dHJ1ZSwiV2lkdGgiOjAuMCwiSGVpZ2h0IjowLjAsIkJvcmRlclN0eWxlIjp7IiRpZCI6IjE0NCIsIkxpbmVDb2xvciI6bnVsbCwiTGluZVdlaWdodCI6MC4wLCJMaW5lVHlwZSI6MCwiUGFyZW50U3R5bGUiOm51bGx9LCJQYXJlbnRTdHlsZSI6bnVsbH0sIkRhdGVGb3JtYXQiOnsiJGlkIjoiMTQ1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0NiIsIkZvcm1hdCI6MCwiSXNWaXNpYmxlIjpmYWxzZSwiTGFzdEtub3duVmlzaWJpbGl0eVN0YXRlIjpmYWxzZX0sIklzVmlzaWJsZSI6dHJ1ZSwiVmFyaWFuY2VTdHlsZSI6eyIkaWQiOiIxNDciLCJUZXh0U3R5bGUiOnsiJGlkIjoiMTQ4IiwiRm9udFNldHRpbmdzIjp7IiRpZCI6IjE0OSIsIkZvbnRTaXplIjoxMCwiRm9udE5hbWUiOiJDYWxpYnJpIiwiSXNCb2xkIjpmYWxzZSwiSXNJdGFsaWMiOmZhbHNlLCJJc1VuZGVybGluZWQiOmZhbHNlLCJQYXJlbnRTdHlsZSI6bnVsbH0sIkF1dG9TaXplIjowLCJGb3JlZ3JvdW5kIjp7IiRpZCI6IjE1MCIsIkNvbG9yIjp7IiRpZCI6IjE1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TIiLCJUb3AiOjAuMCwiTGVmdCI6MC4wLCJSaWdodCI6MC4wLCJCb3R0b20iOjAuMH0sIlBhZGRpbmciOnsiJGlkIjoiMTUzIiwiVG9wIjowLjAsIkxlZnQiOjAuMCwiUmlnaHQiOjAuMCwiQm90dG9tIjowLjB9LCJCYWNrZ3JvdW5kIjp7IiRpZCI6IjE1NCIsIkNvbG9yIjp7IiRpZCI6IjE1NSIsIkEiOjI1NSwiUiI6MCwiRyI6MCwiQiI6MH19LCJJc1Zpc2libGUiOnRydWUsIldpZHRoIjowLjAsIkhlaWdodCI6MC4wLCJCb3JkZXJTdHlsZSI6eyIkaWQiOiIxNTYiLCJMaW5lQ29sb3IiOm51bGwsIkxpbmVXZWlnaHQiOjAuMCwiTGluZVR5cGUiOjAsIlBhcmVudFN0eWxlIjpudWxsfSwiUGFyZW50U3R5bGUiOm51bGx9LCJQYXJlbnRTdHlsZSI6bnVsbH0sIlBhcmVudFN0eWxlIjpudWxsfSwiRGVmYXVsdE1vdFN0eWxlIjp7IiRpZCI6IjE1NyIsIlNoYXBlIjoyLCJDb25uZWN0b3JNYXJnaW4iOnsiJGlkIjoiMTU4IiwiVG9wIjowLjAsIkxlZnQiOjIuMCwiUmlnaHQiOjIuMCwiQm90dG9tIjowLjB9LCJDb25uZWN0b3JTdHlsZSI6eyIkaWQiOiIxNTkiLCJMaW5lQ29sb3IiOnsiJGlkIjoiMTYwIiwiJHR5cGUiOiJOTFJFLkNvbW1vbi5Eb20uU29saWRDb2xvckJydXNoLCBOTFJFLkNvbW1vbiIsIkNvbG9yIjp7IiRpZCI6IjE2MSIsIkEiOjEyNywiUiI6MjMzLCJHIjoxMTMsIkIiOjUwfX0sIkxpbmVXZWlnaHQiOjEuMCwiTGluZVR5cGUiOjAsIlBhcmVudFN0eWxlIjpudWxsfSwiSXNCZWxvd1RpbWViYW5kIjpmYWxzZSwiUG9zaXRpb25PblRhc2siOjEsIkhpZGVEYXRlIjpmYWxzZSwiU2hhcGVTaXplIjoxLCJTcGFjaW5nIjowLjAsIlBhZGRpbmciOnsiJGlkIjoiMTYyIiwiVG9wIjo1LjAsIkxlZnQiOjMuMCwiUmlnaHQiOjAuMCwiQm90dG9tIjoyLjB9LCJTaGFwZVN0eWxlIjp7IiRpZCI6IjE2MyIsIk1hcmdpbiI6eyIkaWQiOiIxNjQiLCJUb3AiOjAuMCwiTGVmdCI6MC4wLCJSaWdodCI6MC4wLCJCb3R0b20iOjAuMH0sIlBhZGRpbmciOnsiJGlkIjoiMTY1IiwiVG9wIjowLjAsIkxlZnQiOjAuMCwiUmlnaHQiOjAuMCwiQm90dG9tIjowLjB9LCJCYWNrZ3JvdW5kIjp7IiRpZCI6IjE2NiIsIkNvbG9yIjp7IiRpZCI6IjE2NyIsIkEiOjI1NSwiUiI6MjMzLCJHIjoxMTMsIkIiOjUwfX0sIklzVmlzaWJsZSI6dHJ1ZSwiV2lkdGgiOjEzLjAsIkhlaWdodCI6MTMuMCwiQm9yZGVyU3R5bGUiOnsiJGlkIjoiMTY4IiwiTGluZUNvbG9yIjp7IiRpZCI6IjE2OSIsIiR0eXBlIjoiTkxSRS5Db21tb24uRG9tLlNvbGlkQ29sb3JCcnVzaCwgTkxSRS5Db21tb24iLCJDb2xvciI6eyIkaWQiOiIxNzAiLCJBIjoyNTUsIlIiOjIzNCwiRyI6MjIsIkIiOjMwfX0sIkxpbmVXZWlnaHQiOjAuMCwiTGluZVR5cGUiOjAsIlBhcmVudFN0eWxlIjpudWxsfSwiUGFyZW50U3R5bGUiOm51bGx9LCJUaXRsZVN0eWxlIjp7IiRpZCI6IjE3MSIsIkZvbnRTZXR0aW5ncyI6eyIkaWQiOiIxNzIiLCJGb250U2l6ZSI6MTEsIkZvbnROYW1lIjoiQ2FsaWJyaSIsIklzQm9sZCI6dHJ1ZSwiSXNJdGFsaWMiOmZhbHNlLCJJc1VuZGVybGluZWQiOmZhbHNlLCJQYXJlbnRTdHlsZSI6bnVsbH0sIkF1dG9TaXplIjowLCJGb3JlZ3JvdW5kIjp7IiRpZCI6IjE3MyIsIkNvbG9yIjp7IiRpZCI6IjE3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zUiLCJUb3AiOjAuMCwiTGVmdCI6MC4wLCJSaWdodCI6MC4wLCJCb3R0b20iOjAuMH0sIlBhZGRpbmciOnsiJGlkIjoiMTc2IiwiVG9wIjowLjAsIkxlZnQiOjAuMCwiUmlnaHQiOjAuMCwiQm90dG9tIjowLjB9LCJCYWNrZ3JvdW5kIjp7IiRpZCI6IjE3NyIsIkNvbG9yIjp7IiRpZCI6IjE3OCIsIkEiOjI1NSwiUiI6MCwiRyI6MCwiQiI6MH19LCJJc1Zpc2libGUiOnRydWUsIldpZHRoIjowLjAsIkhlaWdodCI6MC4wLCJCb3JkZXJTdHlsZSI6eyIkaWQiOiIxNzkiLCJMaW5lQ29sb3IiOm51bGwsIkxpbmVXZWlnaHQiOjAuMCwiTGluZVR5cGUiOjAsIlBhcmVudFN0eWxlIjpudWxsfSwiUGFyZW50U3R5bGUiOm51bGx9LCJEYXRlU3R5bGUiOnsiJGlkIjoiMTgwIiwiRm9udFNldHRpbmdzIjp7IiRpZCI6IjE4MSIsIkZvbnRTaXplIjoxMCwiRm9udE5hbWUiOiJDYWxpYnJpIiwiSXNCb2xkIjpmYWxzZSwiSXNJdGFsaWMiOmZhbHNlLCJJc1VuZGVybGluZWQiOmZhbHNlLCJQYXJlbnRTdHlsZSI6bnVsbH0sIkF1dG9TaXplIjowLCJGb3JlZ3JvdW5kIjp7IiRpZCI6IjE4MiIsIkNvbG9yIjp7IiRpZCI6IjE4My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xODQiLCJUb3AiOjAuMCwiTGVmdCI6MC4wLCJSaWdodCI6MC4wLCJCb3R0b20iOjAuMH0sIlBhZGRpbmciOnsiJGlkIjoiMTg1IiwiVG9wIjowLjAsIkxlZnQiOjAuMCwiUmlnaHQiOjAuMCwiQm90dG9tIjowLjB9LCJCYWNrZ3JvdW5kIjp7IiRpZCI6IjE4NiIsIkNvbG9yIjp7IiRpZCI6IjE4NyIsIkEiOjI1NSwiUiI6MTQsIkciOjQwLCJCIjo2NX19LCJJc1Zpc2libGUiOnRydWUsIldpZHRoIjowLjAsIkhlaWdodCI6MC4wLCJCb3JkZXJTdHlsZSI6eyIkaWQiOiIxODgiLCJMaW5lQ29sb3IiOm51bGwsIkxpbmVXZWlnaHQiOjAuMCwiTGluZVR5cGUiOjAsIlBhcmVudFN0eWxlIjpudWxsfSwiUGFyZW50U3R5bGUiOm51bGx9LCJEYXRlRm9ybWF0Ijp7IiRpZCI6IjE4O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TAiLCJGb3JtYXQiOjAsIklzVmlzaWJsZSI6ZmFsc2UsIkxhc3RLbm93blZpc2liaWxpdHlTdGF0ZSI6ZmFsc2V9LCJJc1Zpc2libGUiOnRydWUsIlZhcmlhbmNlU3R5bGUiOnsiJGlkIjoiMTkxIiwiVGV4dFN0eWxlIjp7IiRpZCI6IjE5MiIsIkZvbnRTZXR0aW5ncyI6eyIkaWQiOiIxOTMiLCJGb250U2l6ZSI6MTAsIkZvbnROYW1lIjoiQ2FsaWJyaSIsIklzQm9sZCI6ZmFsc2UsIklzSXRhbGljIjpmYWxzZSwiSXNVbmRlcmxpbmVkIjpmYWxzZSwiUGFyZW50U3R5bGUiOm51bGx9LCJBdXRvU2l6ZSI6MCwiRm9yZWdyb3VuZCI6eyIkaWQiOiIxOTQiLCJDb2xvciI6eyIkaWQiOiIxOT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k2IiwiVG9wIjowLjAsIkxlZnQiOjAuMCwiUmlnaHQiOjAuMCwiQm90dG9tIjowLjB9LCJQYWRkaW5nIjp7IiRpZCI6IjE5NyIsIlRvcCI6MC4wLCJMZWZ0IjowLjAsIlJpZ2h0IjowLjAsIkJvdHRvbSI6MC4wfSwiQmFja2dyb3VuZCI6eyIkaWQiOiIxOTgiLCJDb2xvciI6eyIkaWQiOiIxOTkiLCJBIjoyNTUsIlIiOjAsIkciOjAsIkIiOjB9fSwiSXNWaXNpYmxlIjp0cnVlLCJXaWR0aCI6MC4wLCJIZWlnaHQiOjAuMCwiQm9yZGVyU3R5bGUiOnsiJGlkIjoiMjAwIiwiTGluZUNvbG9yIjpudWxsLCJMaW5lV2VpZ2h0IjowLjAsIkxpbmVUeXBlIjowLCJQYXJlbnRTdHlsZSI6bnVsbH0sIlBhcmVudFN0eWxlIjpudWxsfSwiUGFyZW50U3R5bGUiOm51bGx9LCJQYXJlbnRTdHlsZSI6bnVsbH0sIkRlZmF1bHRUYXNrU3R5bGUiOnsiJGlkIjoiMjAxIiwiU2hhcGUiOjMsIlNoYXBlVGhpY2tuZXNzIjowLCJEdXJhdGlvbkZvcm1hdCI6MCwiSW5jbHVkZU5vbldvcmtpbmdEYXlzSW5EdXJhdGlvbiI6ZmFsc2UsIlBlcmNlbnRhZ2VDb21wbGV0ZVN0eWxlIjp7IiRpZCI6IjIwMiIsIkZvbnRTZXR0aW5ncyI6eyIkaWQiOiIyMDMiLCJGb250U2l6ZSI6MTAsIkZvbnROYW1lIjoiQ2FsaWJyaSIsIklzQm9sZCI6ZmFsc2UsIklzSXRhbGljIjpmYWxzZSwiSXNVbmRlcmxpbmVkIjpmYWxzZSwiUGFyZW50U3R5bGUiOm51bGx9LCJBdXRvU2l6ZSI6MCwiRm9yZWdyb3VuZCI6eyIkaWQiOiIyMDQiLCJDb2xvciI6eyIkaWQiOiIyMDU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jA2IiwiVG9wIjowLjAsIkxlZnQiOjAuMCwiUmlnaHQiOjAuMCwiQm90dG9tIjowLjB9LCJQYWRkaW5nIjp7IiRpZCI6IjIwNyIsIlRvcCI6MC4wLCJMZWZ0IjowLjAsIlJpZ2h0IjowLjAsIkJvdHRvbSI6MC4wfSwiQmFja2dyb3VuZCI6eyIkaWQiOiIyMDgiLCJDb2xvciI6eyIkaWQiOiIyMDkiLCJBIjo4OSwiUiI6MCwiRyI6MCwiQiI6MH19LCJJc1Zpc2libGUiOnRydWUsIldpZHRoIjowLjAsIkhlaWdodCI6MC4wLCJCb3JkZXJTdHlsZSI6eyIkaWQiOiIyMTAiLCJMaW5lQ29sb3IiOm51bGwsIkxpbmVXZWlnaHQiOjAuMCwiTGluZVR5cGUiOjAsIlBhcmVudFN0eWxlIjpudWxsfSwiUGFyZW50U3R5bGUiOm51bGx9LCJEdXJhdGlvblN0eWxlIjp7IiRpZCI6IjIxMSIsIkZvbnRTZXR0aW5ncyI6eyIkaWQiOiIyMTIiLCJGb250U2l6ZSI6MTAsIkZvbnROYW1lIjoiQ2FsaWJyaSIsIklzQm9sZCI6ZmFsc2UsIklzSXRhbGljIjpmYWxzZSwiSXNVbmRlcmxpbmVkIjpmYWxzZSwiUGFyZW50U3R5bGUiOm51bGx9LCJBdXRvU2l6ZSI6MCwiRm9yZWdyb3VuZCI6eyIkaWQiOiIyMTMiLCJDb2xvciI6eyIkaWQiOiIyMTQ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yMTUiLCJUb3AiOjAuMCwiTGVmdCI6MC4wLCJSaWdodCI6MC4wLCJCb3R0b20iOjAuMH0sIlBhZGRpbmciOnsiJGlkIjoiMjE2IiwiVG9wIjowLjAsIkxlZnQiOjAuMCwiUmlnaHQiOjAuMCwiQm90dG9tIjowLjB9LCJCYWNrZ3JvdW5kIjp7IiRpZCI6IjIxNyIsIkNvbG9yIjp7IiRpZCI6IjIxOCIsIkEiOjI1NSwiUiI6MjM3LCJHIjoxMjUsIkIiOjQ5fX0sIklzVmlzaWJsZSI6dHJ1ZSwiV2lkdGgiOjAuMCwiSGVpZ2h0IjowLjAsIkJvcmRlclN0eWxlIjp7IiRpZCI6IjIxOSIsIkxpbmVDb2xvciI6bnVsbCwiTGluZVdlaWdodCI6MC4wLCJMaW5lVHlwZSI6MCwiUGFyZW50U3R5bGUiOm51bGx9LCJQYXJlbnRTdHlsZSI6bnVsbH0sIkhvcml6b250YWxDb25uZWN0b3JTdHlsZSI6eyIkaWQiOiIyMjAiLCJMaW5lQ29sb3IiOnsiJGlkIjoiMjIxIiwiJHR5cGUiOiJOTFJFLkNvbW1vbi5Eb20uU29saWRDb2xvckJydXNoLCBOTFJFLkNvbW1vbiIsIkNvbG9yIjp7IiRpZCI6IjIyMiIsIkEiOjUxLCJSIjoyMSwiRyI6OTYsIkIiOjEzMH19LCJMaW5lV2VpZ2h0IjoxLjAsIkxpbmVUeXBlIjowLCJQYXJlbnRTdHlsZSI6bnVsbH0sIlZlcnRpY2FsQ29ubmVjdG9yU3R5bGUiOnsiJGlkIjoiMjIzIiwiTGluZUNvbG9yIjp7IiRpZCI6IjIyNCIsIiR0eXBlIjoiTkxSRS5Db21tb24uRG9tLlNvbGlkQ29sb3JCcnVzaCwgTkxSRS5Db21tb24iLCJDb2xvciI6eyIkaWQiOiIyMjU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MiwiU3BhY2luZyI6MywiSXNCZWxvd1RpbWViYW5kIjpmYWxzZSwiUGVyY2VudGFnZUNvbXBsZXRlU2hhcGVPcGFjaXR5IjozNSwiQmFzZWxpbmVTdHlsZSI6eyIkaWQiOiIyMjYiLCJTaGFwZVN0eWxlIjp7IiRpZCI6IjIyNyIsIk1hcmdpbiI6eyIkaWQiOiIyMjgiLCJUb3AiOjAuMCwiTGVmdCI6MC4wLCJSaWdodCI6MC4wLCJCb3R0b20iOjAuMH0sIlBhZGRpbmciOnsiJGlkIjoiMjI5IiwiVG9wIjowLjAsIkxlZnQiOjAuMCwiUmlnaHQiOjAuMCwiQm90dG9tIjowLjB9LCJCYWNrZ3JvdW5kIjp7IiRpZCI6IjIzMCIsIkNvbG9yIjp7IiRpZCI6IjIzMSIsIkEiOjE1MywiUiI6MCwiRyI6MCwiQiI6MH19LCJJc1Zpc2libGUiOnRydWUsIldpZHRoIjowLjAsIkhlaWdodCI6MC4wLCJCb3JkZXJTdHlsZSI6eyIkaWQiOiIyMzIiLCJMaW5lQ29sb3IiOnsiJGlkIjoiMjMzIiwiJHR5cGUiOiJOTFJFLkNvbW1vbi5Eb20uU29saWRDb2xvckJydXNoLCBOTFJFLkNvbW1vbiIsIkNvbG9yIjp7IiRpZCI6IjIzNCIsIkEiOjI1NSwiUiI6MjU1LCJHIjowLCJCIjowfX0sIkxpbmVXZWlnaHQiOjAuMCwiTGluZVR5cGUiOjAsIlBhcmVudFN0eWxlIjpudWxsfSwiUGFyZW50U3R5bGUiOm51bGx9LCJNYXJnaW4iOnsiJGlkIjoiMjM1IiwiVG9wIjowLjAsIkxlZnQiOjAuMCwiUmlnaHQiOjAuMCwiQm90dG9tIjowLjB9LCJQYWRkaW5nIjp7IiRpZCI6IjIzNiIsIlRvcCI6MC4wLCJMZWZ0IjowLjAsIlJpZ2h0IjowLjAsIkJvdHRvbSI6MC4wfSwiQmFja2dyb3VuZCI6bnVsbCwiSXNWaXNpYmxlIjp0cnVlLCJXaWR0aCI6MC4wLCJIZWlnaHQiOjAuMCwiQm9yZGVyU3R5bGUiOm51bGwsIlBhcmVudFN0eWxlIjpudWxsfSwiU2hhcGVTdHlsZSI6eyIkaWQiOiIyMzciLCJNYXJnaW4iOnsiJGlkIjoiMjM4IiwiVG9wIjowLjAsIkxlZnQiOjQuMCwiUmlnaHQiOjQuMCwiQm90dG9tIjowLjB9LCJQYWRkaW5nIjp7IiRpZCI6IjIzOSIsIlRvcCI6MC4wLCJMZWZ0IjowLjAsIlJpZ2h0IjowLjAsIkJvdHRvbSI6MC4wfSwiQmFja2dyb3VuZCI6eyIkaWQiOiIyNDAiLCJDb2xvciI6eyIkaWQiOiIyNDEiLCJBIjoyNTUsIlIiOjIxLCJHIjo5NiwiQiI6MTMwfX0sIklzVmlzaWJsZSI6dHJ1ZSwiV2lkdGgiOjAuMCwiSGVpZ2h0IjoxMC4wLCJCb3JkZXJTdHlsZSI6eyIkaWQiOiIyNDIiLCJMaW5lQ29sb3IiOnsiJGlkIjoiMjQzIiwiJHR5cGUiOiJOTFJFLkNvbW1vbi5Eb20uU29saWRDb2xvckJydXNoLCBOTFJFLkNvbW1vbiIsIkNvbG9yIjp7IiRpZCI6IjI0NCIsIkEiOjI1NSwiUiI6MjM0LCJHIjoyMiwiQiI6MzB9fSwiTGluZVdlaWdodCI6MC4wLCJMaW5lVHlwZSI6MCwiUGFyZW50U3R5bGUiOm51bGx9LCJQYXJlbnRTdHlsZSI6bnVsbH0sIlRpdGxlU3R5bGUiOnsiJGlkIjoiMjQ1IiwiRm9udFNldHRpbmdzIjp7IiRpZCI6IjI0NiIsIkZvbnRTaXplIjoxMSwiRm9udE5hbWUiOiJDYWxpYnJpIiwiSXNCb2xkIjpmYWxzZSwiSXNJdGFsaWMiOmZhbHNlLCJJc1VuZGVybGluZWQiOmZhbHNlLCJQYXJlbnRTdHlsZSI6bnVsbH0sIkF1dG9TaXplIjowLCJGb3JlZ3JvdW5kIjp7IiRpZCI6IjI0NyIsIkNvbG9yIjp7IiRpZCI6IjI0OC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yNDkiLCJUb3AiOjAuMCwiTGVmdCI6MC4wLCJSaWdodCI6MC4wLCJCb3R0b20iOjAuMH0sIlBhZGRpbmciOnsiJGlkIjoiMjUwIiwiVG9wIjowLjAsIkxlZnQiOjAuMCwiUmlnaHQiOjAuMCwiQm90dG9tIjowLjB9LCJCYWNrZ3JvdW5kIjp7IiRpZCI6IjI1MSIsIkNvbG9yIjp7IiRpZCI6IjI1MiIsIkEiOjI1NSwiUiI6MCwiRyI6MCwiQiI6MH19LCJJc1Zpc2libGUiOnRydWUsIldpZHRoIjowLjAsIkhlaWdodCI6MC4wLCJCb3JkZXJTdHlsZSI6eyIkaWQiOiIyNTMiLCJMaW5lQ29sb3IiOm51bGwsIkxpbmVXZWlnaHQiOjAuMCwiTGluZVR5cGUiOjAsIlBhcmVudFN0eWxlIjpudWxsfSwiUGFyZW50U3R5bGUiOm51bGx9LCJEYXRlU3R5bGUiOnsiJGlkIjoiMjU0IiwiRm9udFNldHRpbmdzIjp7IiRpZCI6IjI1NSIsIkZvbnRTaXplIjoxMCwiRm9udE5hbWUiOiJDYWxpYnJpIiwiSXNCb2xkIjpmYWxzZSwiSXNJdGFsaWMiOmZhbHNlLCJJc1VuZGVybGluZWQiOmZhbHNlLCJQYXJlbnRTdHlsZSI6bnVsbH0sIkF1dG9TaXplIjowLCJGb3JlZ3JvdW5kIjp7IiRpZCI6IjI1NiIsIkNvbG9yIjp7IiRpZCI6IjI1Ny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yNTgiLCJUb3AiOjAuMCwiTGVmdCI6MC4wLCJSaWdodCI6MC4wLCJCb3R0b20iOjAuMH0sIlBhZGRpbmciOnsiJGlkIjoiMjU5IiwiVG9wIjowLjAsIkxlZnQiOjAuMCwiUmlnaHQiOjAuMCwiQm90dG9tIjowLjB9LCJCYWNrZ3JvdW5kIjp7IiRpZCI6IjI2MCIsIkNvbG9yIjp7IiRpZCI6IjI2MSIsIkEiOjI1NSwiUiI6MTQsIkciOjQwLCJCIjo2NX19LCJJc1Zpc2libGUiOnRydWUsIldpZHRoIjowLjAsIkhlaWdodCI6MC4wLCJCb3JkZXJTdHlsZSI6eyIkaWQiOiIyNjIiLCJMaW5lQ29sb3IiOm51bGwsIkxpbmVXZWlnaHQiOjAuMCwiTGluZVR5cGUiOjAsIlBhcmVudFN0eWxlIjpudWxsfSwiUGFyZW50U3R5bGUiOm51bGx9LCJEYXRlRm9ybWF0Ijp7IiRpZCI6IjI2M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NjQiLCJGb3JtYXQiOjAsIklzVmlzaWJsZSI6ZmFsc2UsIkxhc3RLbm93blZpc2liaWxpdHlTdGF0ZSI6ZmFsc2V9LCJJc1Zpc2libGUiOnRydWUsIlZhcmlhbmNlU3R5bGUiOnsiJGlkIjoiMjY1IiwiVGV4dFN0eWxlIjp7IiRpZCI6IjI2NiIsIkZvbnRTZXR0aW5ncyI6eyIkaWQiOiIyNjciLCJGb250U2l6ZSI6MTAsIkZvbnROYW1lIjoiQ2FsaWJyaSIsIklzQm9sZCI6ZmFsc2UsIklzSXRhbGljIjpmYWxzZSwiSXNVbmRlcmxpbmVkIjpmYWxzZSwiUGFyZW50U3R5bGUiOm51bGx9LCJBdXRvU2l6ZSI6MCwiRm9yZWdyb3VuZCI6eyIkaWQiOiIyNjgiLCJDb2xvciI6eyIkaWQiOiIyNj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cwIiwiVG9wIjowLjAsIkxlZnQiOjAuMCwiUmlnaHQiOjAuMCwiQm90dG9tIjowLjB9LCJQYWRkaW5nIjp7IiRpZCI6IjI3MSIsIlRvcCI6MC4wLCJMZWZ0IjowLjAsIlJpZ2h0IjowLjAsIkJvdHRvbSI6MC4wfSwiQmFja2dyb3VuZCI6eyIkaWQiOiIyNzIiLCJDb2xvciI6eyIkaWQiOiIyNzMiLCJBIjoyNTUsIlIiOjAsIkciOjAsIkIiOjB9fSwiSXNWaXNpYmxlIjp0cnVlLCJXaWR0aCI6MC4wLCJIZWlnaHQiOjAuMCwiQm9yZGVyU3R5bGUiOnsiJGlkIjoiMjc0IiwiTGluZUNvbG9yIjpudWxsLCJMaW5lV2VpZ2h0IjowLjAsIkxpbmVUeXBlIjowLCJQYXJlbnRTdHlsZSI6bnVsbH0sIlBhcmVudFN0eWxlIjpudWxsfSwiUGFyZW50U3R5bGUiOm51bGx9LCJQYXJlbnRTdHlsZSI6bnVsbCwiX2V4cGxpY2l0bHlTZXQiOnsiJGlkIjoiMjc1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lsZXN0b25lU3R5bGUiOm51bGwsIkdyaWRsaW5lUGFuZWxTdHlsZSI6eyIkaWQiOiIyNzYiLCJHcmlkbGluZVN0eWxlIjp7IiRpZCI6IjI3NyIsIkxpbmVDb2xvciI6eyIkaWQiOiIyNzgiLCIkdHlwZSI6Ik5MUkUuQ29tbW9uLkRvbS5Tb2xpZENvbG9yQnJ1c2gsIE5MUkUuQ29tbW9uIiwiQ29sb3IiOnsiJGlkIjoiMjc5IiwiQSI6MzgsIlIiOjkxLCJHIjoxNTUsIkIiOjIxM319LCJMaW5lV2VpZ2h0IjoxLjAsIkxpbmVUeXBlIjowLCJQYXJlbnRTdHlsZSI6bnVsbH0sIk1hcmdpbiI6eyIkaWQiOiIyODAiLCJUb3AiOjAuMCwiTGVmdCI6MC4wLCJSaWdodCI6MC4wLCJCb3R0b20iOjAuMH0sIlBhZGRpbmciOnsiJGlkIjoiMjgxIiwiVG9wIjowLjAsIkxlZnQiOjAuMCwiUmlnaHQiOjAuMCwiQm90dG9tIjowLjB9LCJCYWNrZ3JvdW5kIjpudWxsLCJJc1Zpc2libGUiOnRydWUsIldpZHRoIjowLjAsIkhlaWdodCI6MC4wLCJCb3JkZXJTdHlsZSI6eyIkaWQiOiIyODIiLCJMaW5lQ29sb3IiOm51bGwsIkxpbmVXZWlnaHQiOjAuMCwiTGluZVR5cGUiOjAsIlBhcmVudFN0eWxlIjpudWxsfSwiUGFyZW50U3R5bGUiOm51bGx9LCJBY3Rpdml0eUxpbmVQYW5lbFN0eWxlIjp7IiRpZCI6IjI4MyIsIkFjdGl2aXR5TGluZVN0eWxlIjp7IiRpZCI6IjI4NCIsIkxpbmVDb2xvciI6eyIkaWQiOiIyODUiLCIkdHlwZSI6Ik5MUkUuQ29tbW9uLkRvbS5Tb2xpZENvbG9yQnJ1c2gsIE5MUkUuQ29tbW9uIiwiQ29sb3IiOnsiJGlkIjoiMjg2IiwiQSI6MzgsIlIiOjY4LCJHIjoxMTQsIkIiOjE5Nn19LCJMaW5lV2VpZ2h0IjoxLjAsIkxpbmVUeXBlIjowLCJQYXJlbnRTdHlsZSI6bnVsbH0sIk1hcmdpbiI6eyIkaWQiOiIyODciLCJUb3AiOjAuMCwiTGVmdCI6MC4wLCJSaWdodCI6MC4wLCJCb3R0b20iOjAuMH0sIlBhZGRpbmciOnsiJGlkIjoiMjg4IiwiVG9wIjowLjAsIkxlZnQiOjAuMCwiUmlnaHQiOjAuMCwiQm90dG9tIjowLjB9LCJCYWNrZ3JvdW5kIjpudWxsLCJJc1Zpc2libGUiOnRydWUsIldpZHRoIjowLjAsIkhlaWdodCI6MC4wLCJCb3JkZXJTdHlsZSI6eyIkaWQiOiIyODkiLCJMaW5lQ29sb3IiOm51bGwsIkxpbmVXZWlnaHQiOjAuMCwiTGluZVR5cGUiOjAsIlBhcmVudFN0eWxlIjpudWxsfSwiUGFyZW50U3R5bGUiOm51bGx9LCJfc2VsZWN0ZWRUaGVtZVByZXNldENvbG9ycyI6eyIkaWQiOiIyOTAiLCJUZXh0TGlnaHQiOnsiJGlkIjoiMjkxIiwiQSI6MjU1LCJSIjoyNTUsIkciOjI1NSwiQiI6MjU1fSwiVGV4dERhcmsiOnsiJGlkIjoiMjkyIiwiQSI6MjU1LCJSIjowLCJHIjowLCJCIjowfSwiQWNjZW50MSI6eyIkaWQiOiIyOTMiLCJBIjoyNTUsIlIiOjIzMiwiRyI6MjMyLCJCIjoyMzJ9LCJBY2NlbnQyIjp7IiRpZCI6IjI5NCIsIkEiOjI1NSwiUiI6MTQsIkciOjQwLCJCIjo2NX0sIkFjY2VudDMiOnsiJGlkIjoiMjk1IiwiQSI6MjU1LCJSIjoyMSwiRyI6OTYsIkIiOjEzMH0sIkFjY2VudDQiOnsiJGlkIjoiMjk2IiwiQSI6MjU1LCJSIjoyMzMsIkciOjExMywiQiI6NTB9LCJBY2NlbnQ1Ijp7IiRpZCI6IjI5NyIsIkEiOjI1NSwiUiI6MjUsIkciOjEwNywiQiI6MzZ9LCJBY2NlbnQ2Ijp7IiRpZCI6IjI5OCIsIkEiOjI1NSwiUiI6MTUsIkciOjE1OCwiQiI6MjEzfSwiQWNjZW50NyI6eyIkaWQiOiIyOTkiLCJBIjoyNTUsIlIiOjE2MCwiRyI6NDMsIkIiOjE0N30sIkFjY2VudDgiOnsiJGlkIjoiMzAwIiwiQSI6MjU1LCJSIjo3OCwiRyI6MTY3LCJCIjo0Nn19LCJTaG93RWxhcHNlZFRpbWVHcmFkaWVudFN0eWxlIjpmYWxzZSwiVGltZWJhbmRSZXNlcnZlZExlZnRBcmVhU3R5bGUiOnsiJGlkIjoiMzAxIiwiQWN0aXZpdHlIZWFkZXJXaWR0aCI6MC4wLCJJc1NldCI6ZmFsc2V9LCJEZWZhdWx0U3dpbWxhbmVTdHlsZSI6bnVsbCwiRGVmYXVsdFN3aW1sYW5lVjJTdHlsZSI6eyIkaWQiOiIzMDIiLCJTdHlsZUlkIjoiMzMyY2ZiMTMtYjQwMS00ZWMzLWI2NTUtNzM5NjhkMDRkNzQ5IiwiSGVhZGVyU3R5bGUiOnsiJGlkIjoiMzAzIiwiVGV4dElzVmVydGljYWwiOmZhbHNlLCJUZXh0U3R5bGUiOnsiJGlkIjoiMzA0IiwiRm9udFNldHRpbmdzIjp7IiRpZCI6IjMwNSIsIkZvbnRTaXplIjoxMSwiRm9udE5hbWUiOiJDYWxpYnJpIiwiSXNCb2xkIjpmYWxzZSwiSXNJdGFsaWMiOmZhbHNlLCJJc1VuZGVybGluZWQiOmZhbHNlLCJQYXJlbnRTdHlsZSI6bnVsbH0sIkF1dG9TaXplIjoyLCJGb3JlZ3JvdW5kIjp7IiRpZCI6IjMwNiIsIkNvbG9yIjp7IiRpZCI6IjMwNy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MwOCIsIlRvcCI6MC4wLCJMZWZ0IjowLjAsIlJpZ2h0IjowLjAsIkJvdHRvbSI6MC4wfSwiUGFkZGluZyI6eyIkaWQiOiIzMDkiLCJUb3AiOjAuMCwiTGVmdCI6MC4wLCJSaWdodCI6MC4wLCJCb3R0b20iOjAuMH0sIkJhY2tncm91bmQiOnsiJGlkIjoiMzEwIiwiQ29sb3IiOnsiJGlkIjoiMzExIiwiQSI6MjU1LCJSIjoyNTUsIkciOjI1NSwiQiI6MjU1fX0sIklzVmlzaWJsZSI6dHJ1ZSwiV2lkdGgiOjAuMCwiSGVpZ2h0IjowLjAsIkJvcmRlclN0eWxlIjpudWxsLCJQYXJlbnRTdHlsZSI6bnVsbH0sIlJlY3RhbmdsZVN0eWxlIjp7IiRpZCI6IjMxMiIsIk1hcmdpbiI6eyIkaWQiOiIzMTMiLCJUb3AiOjAuMCwiTGVmdCI6MC4wLCJSaWdodCI6MC4wLCJCb3R0b20iOjAuMH0sIlBhZGRpbmciOnsiJGlkIjoiMzE0IiwiVG9wIjowLjAsIkxlZnQiOjAuMCwiUmlnaHQiOjAuMCwiQm90dG9tIjowLjB9LCJCYWNrZ3JvdW5kIjp7IiRpZCI6IjMxNSIsIkNvbG9yIjp7IiRpZCI6IjMxNiIsIkEiOjI1NSwiUiI6MjEsIkciOjk2LCJCIjoxMzB9fSwiSXNWaXNpYmxlIjp0cnVlLCJXaWR0aCI6MC4wLCJIZWlnaHQiOjAuMCwiQm9yZGVyU3R5bGUiOnsiJGlkIjoiMzE3IiwiTGluZUNvbG9yIjp7IiRpZCI6IjMxOCIsIiR0eXBlIjoiTkxSRS5Db21tb24uRG9tLlNvbGlkQ29sb3JCcnVzaCwgTkxSRS5Db21tb24iLCJDb2xvciI6eyIkaWQiOiIzMTkiLCJBIjoyNTUsIlIiOjI1NSwiRyI6MjU1LCJCIjoyNTV9fSwiTGluZVdlaWdodCI6MC4wLCJMaW5lVHlwZSI6MCwiUGFyZW50U3R5bGUiOm51bGx9LCJQYXJlbnRTdHlsZSI6bnVsbH0sIk1hcmdpbiI6eyIkaWQiOiIzMjAiLCJUb3AiOjAuMCwiTGVmdCI6MC4wLCJSaWdodCI6MC4wLCJCb3R0b20iOjAuMH0sIlBhZGRpbmciOnsiJGlkIjoiMzIxIiwiVG9wIjowLjAsIkxlZnQiOjAuMCwiUmlnaHQiOjAuMCwiQm90dG9tIjowLjB9LCJCYWNrZ3JvdW5kIjpudWxsLCJJc1Zpc2libGUiOnRydWUsIldpZHRoIjowLjAsIkhlaWdodCI6MC4wLCJCb3JkZXJTdHlsZSI6bnVsbCwiUGFyZW50U3R5bGUiOm51bGx9LCJCYWNrZ3JvdW5kU3R5bGUiOnsiJGlkIjoiMzIyIiwiTWFyZ2luIjp7IiRpZCI6IjMyMyIsIlRvcCI6MC4wLCJMZWZ0IjowLjAsIlJpZ2h0IjowLjAsIkJvdHRvbSI6MC4wfSwiUGFkZGluZyI6eyIkaWQiOiIzMjQiLCJUb3AiOjAuMCwiTGVmdCI6MC4wLCJSaWdodCI6MC4wLCJCb3R0b20iOjAuMH0sIkJhY2tncm91bmQiOnsiJGlkIjoiMzI1IiwiQ29sb3IiOnsiJGlkIjoiMzI2IiwiQSI6NTEsIlIiOjIwMCwiRyI6MjAwLCJCIjoyMDB9fSwiSXNWaXNpYmxlIjp0cnVlLCJXaWR0aCI6MC4wLCJIZWlnaHQiOjAuMCwiQm9yZGVyU3R5bGUiOnsiJGlkIjoiMzI3IiwiTGluZUNvbG9yIjp7IiRpZCI6IjMyOCIsIiR0eXBlIjoiTkxSRS5Db21tb24uRG9tLlNvbGlkQ29sb3JCcnVzaCwgTkxSRS5Db21tb24iLCJDb2xvciI6eyIkaWQiOiIzMjkiLCJBIjoyNTUsIlIiOjIzNCwiRyI6MjIsIkIiOjMwfX0sIkxpbmVXZWlnaHQiOjAuMCwiTGluZVR5cGUiOjAsIlBhcmVudFN0eWxlIjpudWxsfSwiUGFyZW50U3R5bGUiOm51bGx9LCJJc0Fib3ZlVGltZWJhbmQiOmZhbHNlLCJTcGFjaW5nIjozLCJEZWZhdWx0U3dpbWxhbmVUYXNrU3R5bGUiOnsiJGlkIjoiMzMwIiwiJHR5cGUiOiJOTFJFLkNvbW1vbi5Eb20uU3R5bGVzLkV4cGxpY2l0U2V0YWJsZVRhc2tTdHlsZSwgTkxSRS5Db21tb24iLCJTaGFwZSI6MSwiU2hhcGVUaGlja25lc3MiOjAsIkR1cmF0aW9uRm9ybWF0IjowLCJJbmNsdWRlTm9uV29ya2luZ0RheXNJbkR1cmF0aW9uIjpmYWxzZSwiUGVyY2VudGFnZUNvbXBsZXRlU3R5bGUiOnsiJGlkIjoiMzMxIiwiRm9udFNldHRpbmdzIjp7IiRpZCI6IjMzMiIsIkZvbnRTaXplIjoxMCwiRm9udE5hbWUiOiJDYWxpYnJpIiwiSXNCb2xkIjpmYWxzZSwiSXNJdGFsaWMiOmZhbHNlLCJJc1VuZGVybGluZWQiOmZhbHNlLCJQYXJlbnRTdHlsZSI6bnVsbH0sIkF1dG9TaXplIjowLCJGb3JlZ3JvdW5kIjp7IiRpZCI6IjMzMyIsIkNvbG9yIjp7IiRpZCI6IjMzNC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zMzUiLCJUb3AiOjAuMCwiTGVmdCI6MC4wLCJSaWdodCI6MC4wLCJCb3R0b20iOjAuMH0sIlBhZGRpbmciOnsiJGlkIjoiMzM2IiwiVG9wIjowLjAsIkxlZnQiOjAuMCwiUmlnaHQiOjAuMCwiQm90dG9tIjowLjB9LCJCYWNrZ3JvdW5kIjp7IiRpZCI6IjMzNyIsIkNvbG9yIjp7IiRpZCI6IjMzOCIsIkEiOjg5LCJSIjowLCJHIjowLCJCIjowfX0sIklzVmlzaWJsZSI6dHJ1ZSwiV2lkdGgiOjAuMCwiSGVpZ2h0IjowLjAsIkJvcmRlclN0eWxlIjp7IiRpZCI6IjMzOSIsIkxpbmVDb2xvciI6bnVsbCwiTGluZVdlaWdodCI6MC4wLCJMaW5lVHlwZSI6MCwiUGFyZW50U3R5bGUiOm51bGx9LCJQYXJlbnRTdHlsZSI6bnVsbH0sIkR1cmF0aW9uU3R5bGUiOnsiJGlkIjoiMzQwIiwiRm9udFNldHRpbmdzIjp7IiRpZCI6IjM0MSIsIkZvbnRTaXplIjoxMCwiRm9udE5hbWUiOiJDYWxpYnJpIiwiSXNCb2xkIjpmYWxzZSwiSXNJdGFsaWMiOmZhbHNlLCJJc1VuZGVybGluZWQiOmZhbHNlLCJQYXJlbnRTdHlsZSI6bnVsbH0sIkF1dG9TaXplIjowLCJGb3JlZ3JvdW5kIjp7IiRpZCI6IjM0MiIsIkNvbG9yIjp7IiRpZCI6IjM0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M0NCIsIlRvcCI6MC4wLCJMZWZ0IjowLjAsIlJpZ2h0IjowLjAsIkJvdHRvbSI6MC4wfSwiUGFkZGluZyI6eyIkaWQiOiIzNDUiLCJUb3AiOjAuMCwiTGVmdCI6MC4wLCJSaWdodCI6MC4wLCJCb3R0b20iOjAuMH0sIkJhY2tncm91bmQiOnsiJGlkIjoiMzQ2IiwiQ29sb3IiOnsiJGlkIjoiMzQ3IiwiQSI6MjU1LCJSIjoyMzcsIkciOjEyNSwiQiI6NDl9fSwiSXNWaXNpYmxlIjp0cnVlLCJXaWR0aCI6MC4wLCJIZWlnaHQiOjAuMCwiQm9yZGVyU3R5bGUiOnsiJGlkIjoiMzQ4IiwiTGluZUNvbG9yIjpudWxsLCJMaW5lV2VpZ2h0IjowLjAsIkxpbmVUeXBlIjowLCJQYXJlbnRTdHlsZSI6bnVsbH0sIlBhcmVudFN0eWxlIjpudWxsfSwiSG9yaXpvbnRhbENvbm5lY3RvclN0eWxlIjp7IiRpZCI6IjM0OSIsIkxpbmVDb2xvciI6eyIkaWQiOiIzNTAiLCIkdHlwZSI6Ik5MUkUuQ29tbW9uLkRvbS5Tb2xpZENvbG9yQnJ1c2gsIE5MUkUuQ29tbW9uIiwiQ29sb3IiOnsiJGlkIjoiMzUxIiwiQSI6MjU1LCJSIjowLCJHIjowLCJCIjowfX0sIkxpbmVXZWlnaHQiOjAuMCwiTGluZVR5cGUiOjAsIlBhcmVudFN0eWxlIjpudWxsfSwiVmVydGljYWxDb25uZWN0b3JTdHlsZSI6eyIkaWQiOiIzNTIiLCJMaW5lQ29sb3IiOnsiJGlkIjoiMzUzIiwiJHR5cGUiOiJOTFJFLkNvbW1vbi5Eb20uU29saWRDb2xvckJydXNoLCBOTFJFLkNvbW1vbiIsIkNvbG9yIjp7IiRpZCI6IjM1NC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yLCJTcGFjaW5nIjozLCJJc0JlbG93VGltZWJhbmQiOmZhbHNlLCJQZXJjZW50YWdlQ29tcGxldGVTaGFwZU9wYWNpdHkiOjM1LCJCYXNlbGluZVN0eWxlIjp7IiRpZCI6IjM1NSIsIlNoYXBlU3R5bGUiOnsiJGlkIjoiMzU2IiwiTWFyZ2luIjp7IiRpZCI6IjM1NyIsIlRvcCI6MC4wLCJMZWZ0IjowLjAsIlJpZ2h0IjowLjAsIkJvdHRvbSI6MC4wfSwiUGFkZGluZyI6eyIkaWQiOiIzNTgiLCJUb3AiOjAuMCwiTGVmdCI6MC4wLCJSaWdodCI6MC4wLCJCb3R0b20iOjAuMH0sIkJhY2tncm91bmQiOnsiJGlkIjoiMzU5IiwiQ29sb3IiOnsiJGlkIjoiMzYwIiwiQSI6MTUzLCJSIjowLCJHIjowLCJCIjowfX0sIklzVmlzaWJsZSI6dHJ1ZSwiV2lkdGgiOjAuMCwiSGVpZ2h0IjowLjAsIkJvcmRlclN0eWxlIjp7IiRpZCI6IjM2MSIsIkxpbmVDb2xvciI6eyIkaWQiOiIzNjIiLCIkdHlwZSI6Ik5MUkUuQ29tbW9uLkRvbS5Tb2xpZENvbG9yQnJ1c2gsIE5MUkUuQ29tbW9uIiwiQ29sb3IiOnsiJGlkIjoiMzYzIiwiQSI6MjU1LCJSIjoyNTUsIkciOjAsIkIiOjB9fSwiTGluZVdlaWdodCI6MC4wLCJMaW5lVHlwZSI6MCwiUGFyZW50U3R5bGUiOm51bGx9LCJQYXJlbnRTdHlsZSI6bnVsbH0sIk1hcmdpbiI6eyIkaWQiOiIzNjQiLCJUb3AiOjAuMCwiTGVmdCI6MC4wLCJSaWdodCI6MC4wLCJCb3R0b20iOjAuMH0sIlBhZGRpbmciOnsiJGlkIjoiMzY1IiwiVG9wIjowLjAsIkxlZnQiOjAuMCwiUmlnaHQiOjAuMCwiQm90dG9tIjowLjB9LCJCYWNrZ3JvdW5kIjpudWxsLCJJc1Zpc2libGUiOnRydWUsIldpZHRoIjowLjAsIkhlaWdodCI6MC4wLCJCb3JkZXJTdHlsZSI6bnVsbCwiUGFyZW50U3R5bGUiOm51bGx9LCJTaGFwZVN0eWxlIjp7IiRpZCI6IjM2NiIsIk1hcmdpbiI6eyIkaWQiOiIzNjciLCJUb3AiOjAuMCwiTGVmdCI6NC4wLCJSaWdodCI6NC4wLCJCb3R0b20iOjAuMH0sIlBhZGRpbmciOnsiJGlkIjoiMzY4IiwiVG9wIjowLjAsIkxlZnQiOjAuMCwiUmlnaHQiOjAuMCwiQm90dG9tIjowLjB9LCJCYWNrZ3JvdW5kIjp7IiRpZCI6IjM2OSIsIkNvbG9yIjp7IiRpZCI6IjM3MCIsIkEiOjI1NSwiUiI6MjEsIkciOjk2LCJCIjoxMzB9fSwiSXNWaXNpYmxlIjp0cnVlLCJXaWR0aCI6MC4wLCJIZWlnaHQiOjEwLjAsIkJvcmRlclN0eWxlIjp7IiRpZCI6IjM3MSIsIkxpbmVDb2xvciI6eyIkaWQiOiIzNzIiLCIkdHlwZSI6Ik5MUkUuQ29tbW9uLkRvbS5Tb2xpZENvbG9yQnJ1c2gsIE5MUkUuQ29tbW9uIiwiQ29sb3IiOnsiJGlkIjoiMzczIiwiQSI6MjU1LCJSIjoyMzQsIkciOjIyLCJCIjozMH19LCJMaW5lV2VpZ2h0IjowLjAsIkxpbmVUeXBlIjowLCJQYXJlbnRTdHlsZSI6bnVsbH0sIlBhcmVudFN0eWxlIjpudWxsfSwiVGl0bGVTdHlsZSI6eyIkaWQiOiIzNzQiLCJGb250U2V0dGluZ3MiOnsiJGlkIjoiMzc1IiwiRm9udFNpemUiOjExLCJGb250TmFtZSI6IkNhbGlicmkiLCJJc0JvbGQiOmZhbHNlLCJJc0l0YWxpYyI6ZmFsc2UsIklzVW5kZXJsaW5lZCI6ZmFsc2UsIlBhcmVudFN0eWxlIjpudWxsfSwiQXV0b1NpemUiOjAsIkZvcmVncm91bmQiOnsiJGlkIjoiMzc2IiwiQ29sb3IiOnsiJGlkIjoiMzc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3OCIsIlRvcCI6MC4wLCJMZWZ0IjowLjAsIlJpZ2h0IjowLjAsIkJvdHRvbSI6MC4wfSwiUGFkZGluZyI6eyIkaWQiOiIzNzkiLCJUb3AiOjAuMCwiTGVmdCI6MC4wLCJSaWdodCI6MC4wLCJCb3R0b20iOjAuMH0sIkJhY2tncm91bmQiOnsiJGlkIjoiMzgwIiwiQ29sb3IiOnsiJGlkIjoiMzgxIiwiQSI6MjU1LCJSIjowLCJHIjowLCJCIjowfX0sIklzVmlzaWJsZSI6dHJ1ZSwiV2lkdGgiOjAuMCwiSGVpZ2h0IjowLjAsIkJvcmRlclN0eWxlIjp7IiRpZCI6IjM4MiIsIkxpbmVDb2xvciI6bnVsbCwiTGluZVdlaWdodCI6MC4wLCJMaW5lVHlwZSI6MCwiUGFyZW50U3R5bGUiOm51bGx9LCJQYXJlbnRTdHlsZSI6bnVsbH0sIkRhdGVTdHlsZSI6eyIkaWQiOiIzODMiLCJGb250U2V0dGluZ3MiOnsiJGlkIjoiMzg0IiwiRm9udFNpemUiOjEwLCJGb250TmFtZSI6IkNhbGlicmkiLCJJc0JvbGQiOmZhbHNlLCJJc0l0YWxpYyI6ZmFsc2UsIklzVW5kZXJsaW5lZCI6ZmFsc2UsIlBhcmVudFN0eWxlIjpudWxsfSwiQXV0b1NpemUiOjAsIkZvcmVncm91bmQiOnsiJGlkIjoiMzg1IiwiQ29sb3IiOnsiJGlkIjoiMzg2IiwiQSI6MjU1LCJSIjoxNCwiRyI6NDAsIkIiOjY1fX0sIk1heFdpZHRoIjoyMDAuMCwiTWF4SGVpZ2h0IjoiSW5maW5pdHkiLCJTbWFydEZvcmVncm91bmRJc0FjdGl2ZSI6ZmFsc2UsIkhvcml6b250YWxBbGlnbm1lbnQiOjIsIlZlcnRpY2FsQWxpZ25tZW50IjoxLCJTbWFydEZvcmVncm91bmQiOm51bGwsIkJhY2tncm91bmRGaWxsVHlwZSI6MCwiTWFyZ2luIjp7IiRpZCI6IjM4NyIsIlRvcCI6MC4wLCJMZWZ0IjowLjAsIlJpZ2h0IjowLjAsIkJvdHRvbSI6MC4wfSwiUGFkZGluZyI6eyIkaWQiOiIzODgiLCJUb3AiOjAuMCwiTGVmdCI6MC4wLCJSaWdodCI6MC4wLCJCb3R0b20iOjAuMH0sIkJhY2tncm91bmQiOnsiJGlkIjoiMzg5IiwiQ29sb3IiOnsiJGlkIjoiMzkwIiwiQSI6MjU1LCJSIjoxNCwiRyI6NDAsIkIiOjY1fX0sIklzVmlzaWJsZSI6dHJ1ZSwiV2lkdGgiOjAuMCwiSGVpZ2h0IjowLjAsIkJvcmRlclN0eWxlIjp7IiRpZCI6IjM5MSIsIkxpbmVDb2xvciI6bnVsbCwiTGluZVdlaWdodCI6MC4wLCJMaW5lVHlwZSI6MCwiUGFyZW50U3R5bGUiOm51bGx9LCJQYXJlbnRTdHlsZSI6bnVsbH0sIkRhdGVGb3JtYXQiOnsiJGlkIjoiMzk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5MyIsIkZvcm1hdCI6MCwiSXNWaXNpYmxlIjpmYWxzZSwiTGFzdEtub3duVmlzaWJpbGl0eVN0YXRlIjpmYWxzZX0sIklzVmlzaWJsZSI6dHJ1ZSwiVmFyaWFuY2VTdHlsZSI6eyIkaWQiOiIzOTQiLCJUZXh0U3R5bGUiOnsiJGlkIjoiMzk1IiwiRm9udFNldHRpbmdzIjp7IiRpZCI6IjM5NiIsIkZvbnRTaXplIjoxMCwiRm9udE5hbWUiOiJDYWxpYnJpIiwiSXNCb2xkIjpmYWxzZSwiSXNJdGFsaWMiOmZhbHNlLCJJc1VuZGVybGluZWQiOmZhbHNlLCJQYXJlbnRTdHlsZSI6bnVsbH0sIkF1dG9TaXplIjowLCJGb3JlZ3JvdW5kIjp7IiRpZCI6IjM5NyIsIkNvbG9yIjp7IiRpZCI6IjM5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OTkiLCJUb3AiOjAuMCwiTGVmdCI6MC4wLCJSaWdodCI6MC4wLCJCb3R0b20iOjAuMH0sIlBhZGRpbmciOnsiJGlkIjoiNDAwIiwiVG9wIjowLjAsIkxlZnQiOjAuMCwiUmlnaHQiOjAuMCwiQm90dG9tIjowLjB9LCJCYWNrZ3JvdW5kIjp7IiRpZCI6IjQwMSIsIkNvbG9yIjp7IiRpZCI6IjQwMiIsIkEiOjI1NSwiUiI6MCwiRyI6MCwiQiI6MH19LCJJc1Zpc2libGUiOnRydWUsIldpZHRoIjowLjAsIkhlaWdodCI6MC4wLCJCb3JkZXJTdHlsZSI6eyIkaWQiOiI0MDMiLCJMaW5lQ29sb3IiOm51bGwsIkxpbmVXZWlnaHQiOjAuMCwiTGluZVR5cGUiOjAsIlBhcmVudFN0eWxlIjpudWxsfSwiUGFyZW50U3R5bGUiOm51bGx9LCJQYXJlbnRTdHlsZSI6bnVsbH0sIlBhcmVudFN0eWxlIjpudWxsLCJfZXhwbGljaXRseVNldCI6eyIkaWQiOiI0MDQ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0MDUiLCJTaGFwZSI6MSwiQ29ubmVjdG9yTWFyZ2luIjp7IiRpZCI6IjQwNiIsIlRvcCI6MC4wLCJMZWZ0IjoyLjAsIlJpZ2h0IjoyLjAsIkJvdHRvbSI6MC4wfSwiQ29ubmVjdG9yU3R5bGUiOnsiJGlkIjoiNDA3IiwiTGluZUNvbG9yIjp7IiRpZCI6IjQwOCIsIiR0eXBlIjoiTkxSRS5Db21tb24uRG9tLlNvbGlkQ29sb3JCcnVzaCwgTkxSRS5Db21tb24iLCJDb2xvciI6eyIkaWQiOiI0MDkiLCJBIjoxMjcsIlIiOjExLCJHIjo0OCwiQiI6NjV9fSwiTGluZVdlaWdodCI6MS4wLCJMaW5lVHlwZSI6MCwiUGFyZW50U3R5bGUiOm51bGx9LCJJc0JlbG93VGltZWJhbmQiOmZhbHNlLCJQb3NpdGlvbk9uVGFzayI6MSwiSGlkZURhdGUiOmZhbHNlLCJTaGFwZVNpemUiOjAsIlNwYWNpbmciOjAuMCwiUGFkZGluZyI6eyIkaWQiOiI0MTAiLCJUb3AiOjUuMCwiTGVmdCI6My4wLCJSaWdodCI6MC4wLCJCb3R0b20iOjIuMH0sIlNoYXBlU3R5bGUiOnsiJGlkIjoiNDExIiwiTWFyZ2luIjp7IiRpZCI6IjQxMiIsIlRvcCI6MC4wLCJMZWZ0IjowLjAsIlJpZ2h0IjowLjAsIkJvdHRvbSI6MC4wfSwiUGFkZGluZyI6eyIkaWQiOiI0MTMiLCJUb3AiOjAuMCwiTGVmdCI6MC4wLCJSaWdodCI6MC4wLCJCb3R0b20iOjAuMH0sIkJhY2tncm91bmQiOnsiJGlkIjoiNDE0IiwiQ29sb3IiOnsiJGlkIjoiNDE1IiwiQSI6MjU1LCJSIjoxMSwiRyI6NDgsIkIiOjY1fX0sIklzVmlzaWJsZSI6dHJ1ZSwiV2lkdGgiOjEyLjAsIkhlaWdodCI6MTQuMCwiQm9yZGVyU3R5bGUiOnsiJGlkIjoiNDE2IiwiTGluZUNvbG9yIjp7IiRpZCI6IjQxNyIsIiR0eXBlIjoiTkxSRS5Db21tb24uRG9tLlNvbGlkQ29sb3JCcnVzaCwgTkxSRS5Db21tb24iLCJDb2xvciI6eyIkaWQiOiI0MTgiLCJBIjoyNTUsIlIiOjI1NSwiRyI6MCwiQiI6MH19LCJMaW5lV2VpZ2h0IjowLjAsIkxpbmVUeXBlIjowLCJQYXJlbnRTdHlsZSI6bnVsbH0sIlBhcmVudFN0eWxlIjpudWxsfSwiVGl0bGVTdHlsZSI6eyIkaWQiOiI0MTkiLCJGb250U2V0dGluZ3MiOnsiJGlkIjoiNDIwIiwiRm9udFNpemUiOjExLCJGb250TmFtZSI6IkNhbGlicmkiLCJJc0JvbGQiOmZhbHNlLCJJc0l0YWxpYyI6ZmFsc2UsIklzVW5kZXJsaW5lZCI6ZmFsc2UsIlBhcmVudFN0eWxlIjpudWxsfSwiQXV0b1NpemUiOjAsIkZvcmVncm91bmQiOnsiJGlkIjoiNDIxIiwiQ29sb3IiOnsiJGlkIjoiNDI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QyMyIsIlRvcCI6MC4wLCJMZWZ0IjowLjAsIlJpZ2h0IjowLjAsIkJvdHRvbSI6MC4wfSwiUGFkZGluZyI6eyIkaWQiOiI0MjQiLCJUb3AiOjAuMCwiTGVmdCI6MC4wLCJSaWdodCI6MC4wLCJCb3R0b20iOjAuMH0sIkJhY2tncm91bmQiOnsiJGlkIjoiNDI1IiwiQ29sb3IiOnsiJGlkIjoiNDI2IiwiQSI6MjU1LCJSIjowLCJHIjowLCJCIjowfX0sIklzVmlzaWJsZSI6dHJ1ZSwiV2lkdGgiOjAuMCwiSGVpZ2h0IjowLjAsIkJvcmRlclN0eWxlIjp7IiRpZCI6IjQyNyIsIkxpbmVDb2xvciI6bnVsbCwiTGluZVdlaWdodCI6MC4wLCJMaW5lVHlwZSI6MCwiUGFyZW50U3R5bGUiOm51bGx9LCJQYXJlbnRTdHlsZSI6bnVsbH0sIkRhdGVTdHlsZSI6eyIkaWQiOiI0MjgiLCJGb250U2V0dGluZ3MiOnsiJGlkIjoiNDI5IiwiRm9udFNpemUiOjEwLCJGb250TmFtZSI6IkNhbGlicmkiLCJJc0JvbGQiOmZhbHNlLCJJc0l0YWxpYyI6ZmFsc2UsIklzVW5kZXJsaW5lZCI6ZmFsc2UsIlBhcmVudFN0eWxlIjpudWxsfSwiQXV0b1NpemUiOjAsIkZvcmVncm91bmQiOnsiJGlkIjoiNDMwIiwiQ29sb3IiOnsiJGlkIjoiNDM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QzMiIsIlRvcCI6MC4wLCJMZWZ0IjowLjAsIlJpZ2h0IjowLjAsIkJvdHRvbSI6MC4wfSwiUGFkZGluZyI6eyIkaWQiOiI0MzMiLCJUb3AiOjAuMCwiTGVmdCI6MC4wLCJSaWdodCI6MC4wLCJCb3R0b20iOjAuMH0sIkJhY2tncm91bmQiOnsiJGlkIjoiNDM0IiwiQ29sb3IiOnsiJGlkIjoiNDM1IiwiQSI6MjU1LCJSIjoxNCwiRyI6NDAsIkIiOjY1fX0sIklzVmlzaWJsZSI6dHJ1ZSwiV2lkdGgiOjAuMCwiSGVpZ2h0IjowLjAsIkJvcmRlclN0eWxlIjp7IiRpZCI6IjQzNiIsIkxpbmVDb2xvciI6bnVsbCwiTGluZVdlaWdodCI6MC4wLCJMaW5lVHlwZSI6MCwiUGFyZW50U3R5bGUiOm51bGx9LCJQYXJlbnRTdHlsZSI6bnVsbH0sIkRhdGVGb3JtYXQiOnsiJGlkIjoiNDM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zOCIsIkZvcm1hdCI6MCwiSXNWaXNpYmxlIjpmYWxzZSwiTGFzdEtub3duVmlzaWJpbGl0eVN0YXRlIjpmYWxzZX0sIklzVmlzaWJsZSI6dHJ1ZSwiVmFyaWFuY2VTdHlsZSI6eyIkaWQiOiI0MzkiLCJUZXh0U3R5bGUiOnsiJGlkIjoiNDQwIiwiRm9udFNldHRpbmdzIjp7IiRpZCI6IjQ0MSIsIkZvbnRTaXplIjoxMCwiRm9udE5hbWUiOiJDYWxpYnJpIiwiSXNCb2xkIjpmYWxzZSwiSXNJdGFsaWMiOmZhbHNlLCJJc1VuZGVybGluZWQiOmZhbHNlLCJQYXJlbnRTdHlsZSI6bnVsbH0sIkF1dG9TaXplIjowLCJGb3JlZ3JvdW5kIjp7IiRpZCI6IjQ0MiIsIkNvbG9yIjp7IiRpZCI6IjQ0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DQiLCJUb3AiOjAuMCwiTGVmdCI6MC4wLCJSaWdodCI6MC4wLCJCb3R0b20iOjAuMH0sIlBhZGRpbmciOnsiJGlkIjoiNDQ1IiwiVG9wIjowLjAsIkxlZnQiOjAuMCwiUmlnaHQiOjAuMCwiQm90dG9tIjowLjB9LCJCYWNrZ3JvdW5kIjp7IiRpZCI6IjQ0NiIsIkNvbG9yIjp7IiRpZCI6IjQ0NyIsIkEiOjI1NSwiUiI6MCwiRyI6MCwiQiI6MH19LCJJc1Zpc2libGUiOnRydWUsIldpZHRoIjowLjAsIkhlaWdodCI6MC4wLCJCb3JkZXJTdHlsZSI6eyIkaWQiOiI0NDgiLCJMaW5lQ29sb3IiOm51bGwsIkxpbmVXZWlnaHQiOjAuMCwiTGluZVR5cGUiOjAsIlBhcmVudFN0eWxlIjpudWxsfSwiUGFyZW50U3R5bGUiOm51bGx9LCJQYXJlbnRTdHlsZSI6bnVsbH0sIlBhcmVudFN0eWxlIjpudWxsfSwiRGVmYXVsdFN3aW1sYW5lTWlsZXN0b25lU3R5bGUiOnsiJGlkIjoiNDQ5IiwiVGl0bGVQb3NpdGlvbiI6IkxlZnQiLCJEYXRlUG9zaXRpb24iOiJSaWdodCIsIlZhcmlhbmNlUG9zaXRpb24iOiJSaWdodCIsIlNoYXBlVHlwZSI6MSwiU2hhcGVTaXplIjowLCJTcGFjaW5nIjo1LCJTaGFwZVN0eWxlIjp7IiRpZCI6IjQ1MCIsIk1hcmdpbiI6eyIkaWQiOiI0NTEiLCJUb3AiOjAuMCwiTGVmdCI6MC4wLCJSaWdodCI6MC4wLCJCb3R0b20iOjAuMH0sIlBhZGRpbmciOnsiJGlkIjoiNDUyIiwiVG9wIjowLjAsIkxlZnQiOjAuMCwiUmlnaHQiOjAuMCwiQm90dG9tIjowLjB9LCJCYWNrZ3JvdW5kIjp7IiRpZCI6IjQ1MyIsIkNvbG9yIjp7IiRpZCI6IjQ1NCIsIkEiOjI1NSwiUiI6MjEsIkciOjk2LCJCIjoxMzB9fSwiSXNWaXNpYmxlIjp0cnVlLCJXaWR0aCI6MTIuMCwiSGVpZ2h0IjoxNC4wLCJCb3JkZXJTdHlsZSI6eyIkaWQiOiI0NTUiLCJMaW5lQ29sb3IiOnsiJGlkIjoiNDU2IiwiJHR5cGUiOiJOTFJFLkNvbW1vbi5Eb20uU29saWRDb2xvckJydXNoLCBOTFJFLkNvbW1vbiIsIkNvbG9yIjp7IiRpZCI6IjQ1NyIsIkEiOjI1NSwiUiI6MjM0LCJHIjoyMiwiQiI6MzB9fSwiTGluZVdlaWdodCI6MC4wLCJMaW5lVHlwZSI6MCwiUGFyZW50U3R5bGUiOm51bGx9LCJQYXJlbnRTdHlsZSI6bnVsbH0sIlRpdGxlU3R5bGUiOnsiJGlkIjoiNDU4IiwiRm9udFNldHRpbmdzIjp7IiRpZCI6IjQ1OSIsIkZvbnRTaXplIjoxMSwiRm9udE5hbWUiOiJDYWxpYnJpIiwiSXNCb2xkIjpmYWxzZSwiSXNJdGFsaWMiOmZhbHNlLCJJc1VuZGVybGluZWQiOmZhbHNlLCJQYXJlbnRTdHlsZSI6bnVsbH0sIkF1dG9TaXplIjowLCJGb3JlZ3JvdW5kIjp7IiRpZCI6IjQ2MCIsIkNvbG9yIjp7IiRpZCI6IjQ2MS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0NjIiLCJUb3AiOjAuMCwiTGVmdCI6MC4wLCJSaWdodCI6MC4wLCJCb3R0b20iOjAuMH0sIlBhZGRpbmciOnsiJGlkIjoiNDYzIiwiVG9wIjowLjAsIkxlZnQiOjAuMCwiUmlnaHQiOjAuMCwiQm90dG9tIjowLjB9LCJCYWNrZ3JvdW5kIjp7IiRpZCI6IjQ2NCIsIkNvbG9yIjp7IiRpZCI6IjQ2NSIsIkEiOjI1NSwiUiI6MCwiRyI6MCwiQiI6MH19LCJJc1Zpc2libGUiOnRydWUsIldpZHRoIjowLjAsIkhlaWdodCI6MC4wLCJCb3JkZXJTdHlsZSI6eyIkaWQiOiI0NjYiLCJMaW5lQ29sb3IiOm51bGwsIkxpbmVXZWlnaHQiOjAuMCwiTGluZVR5cGUiOjAsIlBhcmVudFN0eWxlIjpudWxsfSwiUGFyZW50U3R5bGUiOm51bGx9LCJEYXRlU3R5bGUiOnsiJGlkIjoiNDY3IiwiRm9udFNldHRpbmdzIjp7IiRpZCI6IjQ2OCIsIkZvbnRTaXplIjoxMCwiRm9udE5hbWUiOiJDYWxpYnJpIiwiSXNCb2xkIjpmYWxzZSwiSXNJdGFsaWMiOmZhbHNlLCJJc1VuZGVybGluZWQiOmZhbHNlLCJQYXJlbnRTdHlsZSI6bnVsbH0sIkF1dG9TaXplIjowLCJGb3JlZ3JvdW5kIjp7IiRpZCI6IjQ2OSIsIkNvbG9yIjp7IiRpZCI6IjQ3MC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0NzEiLCJUb3AiOjAuMCwiTGVmdCI6MC4wLCJSaWdodCI6MC4wLCJCb3R0b20iOjAuMH0sIlBhZGRpbmciOnsiJGlkIjoiNDcyIiwiVG9wIjowLjAsIkxlZnQiOjAuMCwiUmlnaHQiOjAuMCwiQm90dG9tIjowLjB9LCJCYWNrZ3JvdW5kIjp7IiRpZCI6IjQ3MyIsIkNvbG9yIjp7IiRpZCI6IjQ3NCIsIkEiOjI1NSwiUiI6MTQsIkciOjQwLCJCIjo2NX19LCJJc1Zpc2libGUiOnRydWUsIldpZHRoIjowLjAsIkhlaWdodCI6MC4wLCJCb3JkZXJTdHlsZSI6eyIkaWQiOiI0NzUiLCJMaW5lQ29sb3IiOm51bGwsIkxpbmVXZWlnaHQiOjAuMCwiTGluZVR5cGUiOjAsIlBhcmVudFN0eWxlIjpudWxsfSwiUGFyZW50U3R5bGUiOm51bGx9LCJEYXRlRm9ybWF0Ijp7IiRpZCI6IjQ3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NzciLCJGb3JtYXQiOjAsIklzVmlzaWJsZSI6ZmFsc2UsIkxhc3RLbm93blZpc2liaWxpdHlTdGF0ZSI6ZmFsc2V9LCJJc1Zpc2libGUiOnRydWUsIlZhcmlhbmNlU3R5bGUiOnsiJGlkIjoiNDc4IiwiVGV4dFN0eWxlIjp7IiRpZCI6IjQ3OSIsIkZvbnRTZXR0aW5ncyI6eyIkaWQiOiI0ODAiLCJGb250U2l6ZSI6MTAsIkZvbnROYW1lIjoiQ2FsaWJyaSIsIklzQm9sZCI6ZmFsc2UsIklzSXRhbGljIjpmYWxzZSwiSXNVbmRlcmxpbmVkIjpmYWxzZSwiUGFyZW50U3R5bGUiOm51bGx9LCJBdXRvU2l6ZSI6MCwiRm9yZWdyb3VuZCI6eyIkaWQiOiI0ODEiLCJDb2xvciI6eyIkaWQiOiI0OD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gzIiwiVG9wIjowLjAsIkxlZnQiOjAuMCwiUmlnaHQiOjAuMCwiQm90dG9tIjowLjB9LCJQYWRkaW5nIjp7IiRpZCI6IjQ4NCIsIlRvcCI6MC4wLCJMZWZ0IjowLjAsIlJpZ2h0IjowLjAsIkJvdHRvbSI6MC4wfSwiQmFja2dyb3VuZCI6eyIkaWQiOiI0ODUiLCJDb2xvciI6eyIkaWQiOiI0ODYiLCJBIjoyNTUsIlIiOjAsIkciOjAsIkIiOjB9fSwiSXNWaXNpYmxlIjp0cnVlLCJXaWR0aCI6MC4wLCJIZWlnaHQiOjAuMCwiQm9yZGVyU3R5bGUiOnsiJGlkIjoiNDg3IiwiTGluZUNvbG9yIjpudWxsLCJMaW5lV2VpZ2h0IjowLjAsIkxpbmVUeXBlIjowLCJQYXJlbnRTdHlsZSI6bnVsbH0sIlBhcmVudFN0eWxlIjpudWxsfSwiUGFyZW50U3R5bGUiOm51bGx9LCJQYXJlbnRTdHlsZSI6bnVsbH0sIkRlZmF1bHRTd2ltbGFuZUFjdGl2aXR5U3R5bGUiOnsiJGlkIjoiNDg4IiwiSGVhZGVyU3R5bGUiOnsiJGlkIjoiNDg5IiwiVGV4dFN0eWxlIjp7IiRpZCI6IjQ5MCIsIkZvbnRTZXR0aW5ncyI6eyIkaWQiOiI0OTEiLCJGb250U2l6ZSI6MTEsIkZvbnROYW1lIjoiQ2FsaWJyaSIsIklzQm9sZCI6ZmFsc2UsIklzSXRhbGljIjpmYWxzZSwiSXNVbmRlcmxpbmVkIjpmYWxzZSwiUGFyZW50U3R5bGUiOm51bGx9LCJBdXRvU2l6ZSI6MiwiRm9yZWdyb3VuZCI6eyIkaWQiOiI0OTIiLCJDb2xvciI6eyIkaWQiOiI0OTMiLCJBIjoyNTUsIlIiOjAsIkciOjAsIkIiOjB9fSwiTWF4V2lkdGgiOiJJbmZpbml0eSIsIk1heEhlaWdodCI6IkluZmluaXR5IiwiU21hcnRGb3JlZ3JvdW5kSXNBY3RpdmUiOmZhbHNlLCJIb3Jpem9udGFsQWxpZ25tZW50IjowLCJWZXJ0aWNhbEFsaWdubWVudCI6MCwiU21hcnRGb3JlZ3JvdW5kIjpudWxsLCJCYWNrZ3JvdW5kRmlsbFR5cGUiOjAsIk1hcmdpbiI6eyIkaWQiOiI0OTQiLCJUb3AiOjAuMCwiTGVmdCI6MC4wLCJSaWdodCI6MC4wLCJCb3R0b20iOjAuMH0sIlBhZGRpbmciOnsiJGlkIjoiNDk1IiwiVG9wIjowLjAsIkxlZnQiOjAuMCwiUmlnaHQiOjAuMCwiQm90dG9tIjowLjB9LCJCYWNrZ3JvdW5kIjp7IiRpZCI6IjQ5NiIsIkNvbG9yIjp7IiRpZCI6IjQ5NyIsIkEiOjI1NSwiUiI6MCwiRyI6MCwiQiI6MH19LCJJc1Zpc2libGUiOnRydWUsIldpZHRoIjowLjAsIkhlaWdodCI6MC4wLCJCb3JkZXJTdHlsZSI6bnVsbCwiUGFyZW50U3R5bGUiOm51bGx9LCJSZWN0YW5nbGVTdHlsZSI6eyIkaWQiOiI0OTgiLCJNYXJnaW4iOnsiJGlkIjoiNDk5IiwiVG9wIjowLjAsIkxlZnQiOjAuMCwiUmlnaHQiOjAuMCwiQm90dG9tIjowLjB9LCJQYWRkaW5nIjp7IiRpZCI6IjUwMCIsIlRvcCI6MC4wLCJMZWZ0IjowLjAsIlJpZ2h0IjowLjAsIkJvdHRvbSI6MC4wfSwiQmFja2dyb3VuZCI6eyIkaWQiOiI1MDEiLCJDb2xvciI6eyIkaWQiOiI1MDIiLCJBIjo2MywiUiI6MjEsIkciOjk2LCJCIjoxMzB9fSwiSXNWaXNpYmxlIjp0cnVlLCJXaWR0aCI6MC4wLCJIZWlnaHQiOjAuMCwiQm9yZGVyU3R5bGUiOnsiJGlkIjoiNTAzIiwiTGluZUNvbG9yIjp7IiRpZCI6IjUwNCIsIiR0eXBlIjoiTkxSRS5Db21tb24uRG9tLlNvbGlkQ29sb3JCcnVzaCwgTkxSRS5Db21tb24iLCJDb2xvciI6eyIkaWQiOiI1MDUiLCJBIjoyNTUsIlIiOjI1NSwiRyI6MCwiQiI6MH19LCJMaW5lV2VpZ2h0IjowLjAsIkxpbmVUeXBlIjowLCJQYXJlbnRTdHlsZSI6bnVsbH0sIlBhcmVudFN0eWxlIjpudWxsfSwiTWFyZ2luIjp7IiRpZCI6IjUwNiIsIlRvcCI6MC4wLCJMZWZ0IjowLjAsIlJpZ2h0IjowLjAsIkJvdHRvbSI6MC4wfSwiUGFkZGluZyI6eyIkaWQiOiI1MDciLCJUb3AiOjAuMCwiTGVmdCI6MC4wLCJSaWdodCI6MC4wLCJCb3R0b20iOjAuMH0sIkJhY2tncm91bmQiOm51bGwsIklzVmlzaWJsZSI6dHJ1ZSwiV2lkdGgiOjAuMCwiSGVpZ2h0IjowLjAsIkJvcmRlclN0eWxlIjpudWxsLCJQYXJlbnRTdHlsZSI6bnVsbH0sIkJhY2tncm91bmRTdHlsZSI6eyIkaWQiOiI1MDgiLCJNYXJnaW4iOnsiJGlkIjoiNTA5IiwiVG9wIjowLjAsIkxlZnQiOjAuMCwiUmlnaHQiOjAuMCwiQm90dG9tIjowLjB9LCJQYWRkaW5nIjp7IiRpZCI6IjUxMCIsIlRvcCI6MC4wLCJMZWZ0IjowLjAsIlJpZ2h0IjowLjAsIkJvdHRvbSI6MC4wfSwiQmFja2dyb3VuZCI6eyIkaWQiOiI1MTEiLCJDb2xvciI6eyIkaWQiOiI1MTIiLCJBIjo1MSwiUiI6MjAwLCJHIjoyMDAsIkIiOjIwMH19LCJJc1Zpc2libGUiOnRydWUsIldpZHRoIjowLjAsIkhlaWdodCI6MC4wLCJCb3JkZXJTdHlsZSI6eyIkaWQiOiI1MTMiLCJMaW5lQ29sb3IiOnsiJGlkIjoiNTE0IiwiJHR5cGUiOiJOTFJFLkNvbW1vbi5Eb20uU29saWRDb2xvckJydXNoLCBOTFJFLkNvbW1vbiIsIkNvbG9yIjp7IiRpZCI6IjUxNSIsIkEiOjI1NSwiUiI6MjM0LCJHIjoyMiwiQiI6MzB9fSwiTGluZVdlaWdodCI6MC4wLCJMaW5lVHlwZSI6MCwiUGFyZW50U3R5bGUiOm51bGx9LCJQYXJlbnRTdHlsZSI6bnVsbH0sIk1hcmdpbiI6eyIkaWQiOiI1MTYiLCJUb3AiOjAuMCwiTGVmdCI6MC4wLCJSaWdodCI6MC4wLCJCb3R0b20iOjAuMH0sIlBhZGRpbmciOnsiJGlkIjoiNTE3IiwiVG9wIjowLjAsIkxlZnQiOjAuMCwiUmlnaHQiOjAuMCwiQm90dG9tIjowLjB9LCJJc1Zpc2libGUiOnRydWUsIldpZHRoIjowLjAsIkhlaWdodCI6MC4wLCJCb3JkZXJTdHlsZSI6eyIkaWQiOiI1MTgiLCJMaW5lQ29sb3IiOm51bGwsIkxpbmVXZWlnaHQiOjAuMCwiTGluZVR5cGUiOjAsIlBhcmVudFN0eWxlIjpudWxsfSwiUGFyZW50U3R5bGUiOm51bGx9LCJNYXJnaW4iOnsiJGlkIjoiNTE5IiwiVG9wIjowLjAsIkxlZnQiOjAuMCwiUmlnaHQiOjAuMCwiQm90dG9tIjowLjB9LCJQYWRkaW5nIjp7IiRpZCI6IjUyMCIsIlRvcCI6MC4wLCJMZWZ0IjowLjAsIlJpZ2h0IjowLjAsIkJvdHRvbSI6MC4wfSwiSXNWaXNpYmxlIjp0cnVlLCJXaWR0aCI6MC4wLCJIZWlnaHQiOjAuMCwiQm9yZGVyU3R5bGUiOnsiJGlkIjoiNTIxIiwiTGluZUNvbG9yIjpudWxsLCJMaW5lV2VpZ2h0IjowLjAsIkxpbmVUeXBlIjowLCJQYXJlbnRTdHlsZSI6bnVsbH0sIlBhcmVudFN0eWxlIjpudWxsfSwiX2FkZGl0aW9uYWxTd2ltbGFuZVYyU3R5bGVzIjpbeyIkaWQiOiI1MjIiLCJTdHlsZUlkIjoiOTg1MTNlMTAtNTUxYy00ZjMwLWFjMTEtYTA2OTBlOTAzMTM0IiwiSGVhZGVyU3R5bGUiOnsiJGlkIjoiNTIzIiwiVGV4dElzVmVydGljYWwiOmZhbHNlLCJUZXh0U3R5bGUiOnsiJGlkIjoiNTI0IiwiRm9udFNldHRpbmdzIjp7IiRpZCI6IjUyNSIsIkZvbnRTaXplIjoxMSwiRm9udE5hbWUiOiJDYWxpYnJpIiwiSXNCb2xkIjpmYWxzZSwiSXNJdGFsaWMiOmZhbHNlLCJJc1VuZGVybGluZWQiOmZhbHNlLCJQYXJlbnRTdHlsZSI6bnVsbH0sIkF1dG9TaXplIjoyLCJGb3JlZ3JvdW5kIjp7IiRpZCI6IjUyNiIsIkNvbG9yIjp7IiRpZCI6IjUyNyIsIkEiOjI1NSwiUiI6MjU1LCJHIjoyNTUsIkIiOjI1NX19LCJNYXhXaWR0aCI6IkluZmluaXR5IiwiTWF4SGVpZ2h0IjoiSW5maW5pdHkiLCJTbWFydEZvcmVncm91bmRJc0FjdGl2ZSI6ZmFsc2UsIkhvcml6b250YWxBbGlnbm1lbnQiOjEsIlZlcnRpY2FsQWxpZ25tZW50IjowLCJTbWFydEZvcmVncm91bmQiOm51bGwsIkJhY2tncm91bmRGaWxsVHlwZSI6MCwiTWFyZ2luIjp7IiRpZCI6IjUyOCIsIlRvcCI6MC4wLCJMZWZ0IjowLjAsIlJpZ2h0IjowLjAsIkJvdHRvbSI6MC4wfSwiUGFkZGluZyI6eyIkaWQiOiI1MjkiLCJUb3AiOjAuMCwiTGVmdCI6MC4wLCJSaWdodCI6MC4wLCJCb3R0b20iOjAuMH0sIkJhY2tncm91bmQiOnsiJGlkIjoiNTMwIiwiQ29sb3IiOnsiJGlkIjoiNTMxIiwiQSI6MjU1LCJSIjoyNTUsIkciOjI1NSwiQiI6MjU1fX0sIklzVmlzaWJsZSI6dHJ1ZSwiV2lkdGgiOjAuMCwiSGVpZ2h0IjowLjAsIkJvcmRlclN0eWxlIjpudWxsLCJQYXJlbnRTdHlsZSI6bnVsbH0sIlJlY3RhbmdsZVN0eWxlIjp7IiRpZCI6IjUzMiIsIk1hcmdpbiI6eyIkaWQiOiI1MzMiLCJUb3AiOjAuMCwiTGVmdCI6MC4wLCJSaWdodCI6MC4wLCJCb3R0b20iOjAuMH0sIlBhZGRpbmciOnsiJGlkIjoiNTM0IiwiVG9wIjowLjAsIkxlZnQiOjAuMCwiUmlnaHQiOjAuMCwiQm90dG9tIjowLjB9LCJCYWNrZ3JvdW5kIjp7IiRpZCI6IjUzNSIsIkNvbG9yIjp7IiRpZCI6IjUzNiIsIkEiOjI1NSwiUiI6MjMzLCJHIjoxMTMsIkIiOjUwfX0sIklzVmlzaWJsZSI6dHJ1ZSwiV2lkdGgiOjAuMCwiSGVpZ2h0IjowLjAsIkJvcmRlclN0eWxlIjp7IiRpZCI6IjUzNyIsIkxpbmVDb2xvciI6eyIkaWQiOiI1MzgiLCIkdHlwZSI6Ik5MUkUuQ29tbW9uLkRvbS5Tb2xpZENvbG9yQnJ1c2gsIE5MUkUuQ29tbW9uIiwiQ29sb3IiOnsiJGlkIjoiNTM5IiwiQSI6MjU1LCJSIjoyNTUsIkciOjI1NSwiQiI6MjU1fX0sIkxpbmVXZWlnaHQiOjAuMCwiTGluZVR5cGUiOjAsIlBhcmVudFN0eWxlIjpudWxsfSwiUGFyZW50U3R5bGUiOm51bGx9LCJNYXJnaW4iOnsiJGlkIjoiNTQwIiwiVG9wIjowLjAsIkxlZnQiOjAuMCwiUmlnaHQiOjAuMCwiQm90dG9tIjowLjB9LCJQYWRkaW5nIjp7IiRpZCI6IjU0MSIsIlRvcCI6MC4wLCJMZWZ0IjowLjAsIlJpZ2h0IjowLjAsIkJvdHRvbSI6MC4wfSwiQmFja2dyb3VuZCI6bnVsbCwiSXNWaXNpYmxlIjp0cnVlLCJXaWR0aCI6MC4wLCJIZWlnaHQiOjAuMCwiQm9yZGVyU3R5bGUiOm51bGwsIlBhcmVudFN0eWxlIjpudWxsfSwiQmFja2dyb3VuZFN0eWxlIjp7IiRpZCI6IjU0MiIsIk1hcmdpbiI6eyIkaWQiOiI1NDMiLCJUb3AiOjAuMCwiTGVmdCI6MC4wLCJSaWdodCI6MC4wLCJCb3R0b20iOjAuMH0sIlBhZGRpbmciOnsiJGlkIjoiNTQ0IiwiVG9wIjowLjAsIkxlZnQiOjAuMCwiUmlnaHQiOjAuMCwiQm90dG9tIjowLjB9LCJCYWNrZ3JvdW5kIjp7IiRpZCI6IjU0NSIsIkNvbG9yIjp7IiRpZCI6IjU0NiIsIkEiOjUxLCJSIjoyMDAsIkciOjIwMCwiQiI6MjAwfX0sIklzVmlzaWJsZSI6dHJ1ZSwiV2lkdGgiOjAuMCwiSGVpZ2h0IjowLjAsIkJvcmRlclN0eWxlIjp7IiRpZCI6IjU0NyIsIkxpbmVDb2xvciI6eyIkaWQiOiI1NDgiLCIkdHlwZSI6Ik5MUkUuQ29tbW9uLkRvbS5Tb2xpZENvbG9yQnJ1c2gsIE5MUkUuQ29tbW9uIiwiQ29sb3IiOnsiJGlkIjoiNTQ5IiwiQSI6MjU1LCJSIjoyMzQsIkciOjIyLCJCIjozMH19LCJMaW5lV2VpZ2h0IjowLjAsIkxpbmVUeXBlIjowLCJQYXJlbnRTdHlsZSI6bnVsbH0sIlBhcmVudFN0eWxlIjpudWxsfSwiSXNBYm92ZVRpbWViYW5kIjpmYWxzZSwiU3BhY2luZyI6MywiRGVmYXVsdFN3aW1sYW5lVGFza1N0eWxlIjp7IiRpZCI6IjU1MCIsIiR0eXBlIjoiTkxSRS5Db21tb24uRG9tLlN0eWxlcy5FeHBsaWNpdFNldGFibGVUYXNrU3R5bGUsIE5MUkUuQ29tbW9uIiwiU2hhcGUiOjEsIlNoYXBlVGhpY2tuZXNzIjowLCJEdXJhdGlvbkZvcm1hdCI6MCwiSW5jbHVkZU5vbldvcmtpbmdEYXlzSW5EdXJhdGlvbiI6ZmFsc2UsIlBlcmNlbnRhZ2VDb21wbGV0ZVN0eWxlIjp7IiRpZCI6IjU1MSIsIkZvbnRTZXR0aW5ncyI6eyIkaWQiOiI1NTIiLCJGb250U2l6ZSI6MTAsIkZvbnROYW1lIjoiQ2FsaWJyaSIsIklzQm9sZCI6ZmFsc2UsIklzSXRhbGljIjpmYWxzZSwiSXNVbmRlcmxpbmVkIjpmYWxzZSwiUGFyZW50U3R5bGUiOm51bGx9LCJBdXRvU2l6ZSI6MCwiRm9yZWdyb3VuZCI6eyIkaWQiOiI1NTMiLCJDb2xvciI6eyIkaWQiOiI1NT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TU1IiwiVG9wIjowLjAsIkxlZnQiOjAuMCwiUmlnaHQiOjAuMCwiQm90dG9tIjowLjB9LCJQYWRkaW5nIjp7IiRpZCI6IjU1NiIsIlRvcCI6MC4wLCJMZWZ0IjowLjAsIlJpZ2h0IjowLjAsIkJvdHRvbSI6MC4wfSwiQmFja2dyb3VuZCI6eyIkaWQiOiI1NTciLCJDb2xvciI6eyIkaWQiOiI1NTgiLCJBIjo4OSwiUiI6MCwiRyI6MCwiQiI6MH19LCJJc1Zpc2libGUiOnRydWUsIldpZHRoIjowLjAsIkhlaWdodCI6MC4wLCJCb3JkZXJTdHlsZSI6eyIkaWQiOiI1NTkiLCJMaW5lQ29sb3IiOm51bGwsIkxpbmVXZWlnaHQiOjAuMCwiTGluZVR5cGUiOjAsIlBhcmVudFN0eWxlIjpudWxsfSwiUGFyZW50U3R5bGUiOm51bGx9LCJEdXJhdGlvblN0eWxlIjp7IiRpZCI6IjU2MCIsIkZvbnRTZXR0aW5ncyI6eyIkaWQiOiI1NjEiLCJGb250U2l6ZSI6MTAsIkZvbnROYW1lIjoiQ2FsaWJyaSIsIklzQm9sZCI6ZmFsc2UsIklzSXRhbGljIjpmYWxzZSwiSXNVbmRlcmxpbmVkIjpmYWxzZSwiUGFyZW50U3R5bGUiOm51bGx9LCJBdXRvU2l6ZSI6MCwiRm9yZWdyb3VuZCI6eyIkaWQiOiI1NjIiLCJDb2xvciI6eyIkaWQiOiI1Nj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1NjQiLCJUb3AiOjAuMCwiTGVmdCI6MC4wLCJSaWdodCI6MC4wLCJCb3R0b20iOjAuMH0sIlBhZGRpbmciOnsiJGlkIjoiNTY1IiwiVG9wIjowLjAsIkxlZnQiOjAuMCwiUmlnaHQiOjAuMCwiQm90dG9tIjowLjB9LCJCYWNrZ3JvdW5kIjp7IiRpZCI6IjU2NiIsIkNvbG9yIjp7IiRpZCI6IjU2NyIsIkEiOjI1NSwiUiI6MjM3LCJHIjoxMjUsIkIiOjQ5fX0sIklzVmlzaWJsZSI6dHJ1ZSwiV2lkdGgiOjAuMCwiSGVpZ2h0IjowLjAsIkJvcmRlclN0eWxlIjp7IiRpZCI6IjU2OCIsIkxpbmVDb2xvciI6bnVsbCwiTGluZVdlaWdodCI6MC4wLCJMaW5lVHlwZSI6MCwiUGFyZW50U3R5bGUiOm51bGx9LCJQYXJlbnRTdHlsZSI6bnVsbH0sIkhvcml6b250YWxDb25uZWN0b3JTdHlsZSI6eyIkaWQiOiI1NjkiLCJMaW5lQ29sb3IiOnsiJGlkIjoiNTcwIiwiJHR5cGUiOiJOTFJFLkNvbW1vbi5Eb20uU29saWRDb2xvckJydXNoLCBOTFJFLkNvbW1vbiIsIkNvbG9yIjp7IiRpZCI6IjU3MSIsIkEiOjI1NSwiUiI6MCwiRyI6MCwiQiI6MH19LCJMaW5lV2VpZ2h0IjowLjAsIkxpbmVUeXBlIjowLCJQYXJlbnRTdHlsZSI6bnVsbH0sIlZlcnRpY2FsQ29ubmVjdG9yU3R5bGUiOnsiJGlkIjoiNTcyIiwiTGluZUNvbG9yIjp7IiRpZCI6IjU3MyIsIiR0eXBlIjoiTkxSRS5Db21tb24uRG9tLlNvbGlkQ29sb3JCcnVzaCwgTkxSRS5Db21tb24iLCJDb2xvciI6eyIkaWQiOiI1NzQ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1NzUiLCJTaGFwZVN0eWxlIjp7IiRpZCI6IjU3NiIsIk1hcmdpbiI6eyIkaWQiOiI1NzciLCJUb3AiOjAuMCwiTGVmdCI6MC4wLCJSaWdodCI6MC4wLCJCb3R0b20iOjAuMH0sIlBhZGRpbmciOnsiJGlkIjoiNTc4IiwiVG9wIjowLjAsIkxlZnQiOjAuMCwiUmlnaHQiOjAuMCwiQm90dG9tIjowLjB9LCJCYWNrZ3JvdW5kIjp7IiRpZCI6IjU3OSIsIkNvbG9yIjp7IiRpZCI6IjU4MCIsIkEiOjE1MywiUiI6MCwiRyI6MCwiQiI6MH19LCJJc1Zpc2libGUiOnRydWUsIldpZHRoIjowLjAsIkhlaWdodCI6MC4wLCJCb3JkZXJTdHlsZSI6eyIkaWQiOiI1ODEiLCJMaW5lQ29sb3IiOnsiJGlkIjoiNTgyIiwiJHR5cGUiOiJOTFJFLkNvbW1vbi5Eb20uU29saWRDb2xvckJydXNoLCBOTFJFLkNvbW1vbiIsIkNvbG9yIjp7IiRpZCI6IjU4MyIsIkEiOjI1NSwiUiI6MjU1LCJHIjowLCJCIjowfX0sIkxpbmVXZWlnaHQiOjAuMCwiTGluZVR5cGUiOjAsIlBhcmVudFN0eWxlIjpudWxsfSwiUGFyZW50U3R5bGUiOm51bGx9LCJNYXJnaW4iOnsiJGlkIjoiNTg0IiwiVG9wIjowLjAsIkxlZnQiOjAuMCwiUmlnaHQiOjAuMCwiQm90dG9tIjowLjB9LCJQYWRkaW5nIjp7IiRpZCI6IjU4NSIsIlRvcCI6MC4wLCJMZWZ0IjowLjAsIlJpZ2h0IjowLjAsIkJvdHRvbSI6MC4wfSwiQmFja2dyb3VuZCI6bnVsbCwiSXNWaXNpYmxlIjp0cnVlLCJXaWR0aCI6MC4wLCJIZWlnaHQiOjAuMCwiQm9yZGVyU3R5bGUiOm51bGwsIlBhcmVudFN0eWxlIjpudWxsfSwiU2hhcGVTdHlsZSI6eyIkaWQiOiI1ODYiLCJNYXJnaW4iOnsiJGlkIjoiNTg3IiwiVG9wIjowLjAsIkxlZnQiOjQuMCwiUmlnaHQiOjQuMCwiQm90dG9tIjowLjB9LCJQYWRkaW5nIjp7IiRpZCI6IjU4OCIsIlRvcCI6MC4wLCJMZWZ0IjowLjAsIlJpZ2h0IjowLjAsIkJvdHRvbSI6MC4wfSwiQmFja2dyb3VuZCI6eyIkaWQiOiI1ODkiLCJDb2xvciI6eyIkaWQiOiI1OTAiLCJBIjoyNTUsIlIiOjIzMywiRyI6MTEzLCJCIjo1MH19LCJJc1Zpc2libGUiOnRydWUsIldpZHRoIjowLjAsIkhlaWdodCI6MTAuMCwiQm9yZGVyU3R5bGUiOnsiJGlkIjoiNTkxIiwiTGluZUNvbG9yIjp7IiRpZCI6IjU5MiIsIiR0eXBlIjoiTkxSRS5Db21tb24uRG9tLlNvbGlkQ29sb3JCcnVzaCwgTkxSRS5Db21tb24iLCJDb2xvciI6eyIkaWQiOiI1OTMiLCJBIjoyNTUsIlIiOjIzNCwiRyI6MjIsIkIiOjMwfX0sIkxpbmVXZWlnaHQiOjAuMCwiTGluZVR5cGUiOjAsIlBhcmVudFN0eWxlIjpudWxsfSwiUGFyZW50U3R5bGUiOm51bGx9LCJUaXRsZVN0eWxlIjp7IiRpZCI6IjU5NCIsIkZvbnRTZXR0aW5ncyI6eyIkaWQiOiI1OTUiLCJGb250U2l6ZSI6MTEsIkZvbnROYW1lIjoiQ2FsaWJyaSIsIklzQm9sZCI6ZmFsc2UsIklzSXRhbGljIjpmYWxzZSwiSXNVbmRlcmxpbmVkIjpmYWxzZSwiUGFyZW50U3R5bGUiOm51bGx9LCJBdXRvU2l6ZSI6MCwiRm9yZWdyb3VuZCI6eyIkaWQiOiI1OTYiLCJDb2xvciI6eyIkaWQiOiI1OT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k4IiwiVG9wIjowLjAsIkxlZnQiOjAuMCwiUmlnaHQiOjAuMCwiQm90dG9tIjowLjB9LCJQYWRkaW5nIjp7IiRpZCI6IjU5OSIsIlRvcCI6MC4wLCJMZWZ0IjowLjAsIlJpZ2h0IjowLjAsIkJvdHRvbSI6MC4wfSwiQmFja2dyb3VuZCI6eyIkaWQiOiI2MDAiLCJDb2xvciI6eyIkaWQiOiI2MDEiLCJBIjoyNTUsIlIiOjAsIkciOjAsIkIiOjB9fSwiSXNWaXNpYmxlIjp0cnVlLCJXaWR0aCI6MC4wLCJIZWlnaHQiOjAuMCwiQm9yZGVyU3R5bGUiOnsiJGlkIjoiNjAyIiwiTGluZUNvbG9yIjpudWxsLCJMaW5lV2VpZ2h0IjowLjAsIkxpbmVUeXBlIjowLCJQYXJlbnRTdHlsZSI6bnVsbH0sIlBhcmVudFN0eWxlIjpudWxsfSwiRGF0ZVN0eWxlIjp7IiRpZCI6IjYwMyIsIkZvbnRTZXR0aW5ncyI6eyIkaWQiOiI2MDQiLCJGb250U2l6ZSI6MTAsIkZvbnROYW1lIjoiQ2FsaWJyaSIsIklzQm9sZCI6ZmFsc2UsIklzSXRhbGljIjpmYWxzZSwiSXNVbmRlcmxpbmVkIjpmYWxzZSwiUGFyZW50U3R5bGUiOm51bGx9LCJBdXRvU2l6ZSI6MCwiRm9yZWdyb3VuZCI6eyIkaWQiOiI2MDUiLCJDb2xvciI6eyIkaWQiOiI2MD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NjA3IiwiVG9wIjowLjAsIkxlZnQiOjAuMCwiUmlnaHQiOjAuMCwiQm90dG9tIjowLjB9LCJQYWRkaW5nIjp7IiRpZCI6IjYwOCIsIlRvcCI6MC4wLCJMZWZ0IjowLjAsIlJpZ2h0IjowLjAsIkJvdHRvbSI6MC4wfSwiQmFja2dyb3VuZCI6eyIkaWQiOiI2MDkiLCJDb2xvciI6eyIkaWQiOiI2MTAiLCJBIjoyNTUsIlIiOjE0LCJHIjo0MCwiQiI6NjV9fSwiSXNWaXNpYmxlIjp0cnVlLCJXaWR0aCI6MC4wLCJIZWlnaHQiOjAuMCwiQm9yZGVyU3R5bGUiOnsiJGlkIjoiNjExIiwiTGluZUNvbG9yIjpudWxsLCJMaW5lV2VpZ2h0IjowLjAsIkxpbmVUeXBlIjowLCJQYXJlbnRTdHlsZSI6bnVsbH0sIlBhcmVudFN0eWxlIjpudWxsfSwiRGF0ZUZvcm1hdCI6eyIkaWQiOiI2MT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EzIiwiRm9ybWF0IjowLCJJc1Zpc2libGUiOmZhbHNlLCJMYXN0S25vd25WaXNpYmlsaXR5U3RhdGUiOmZhbHNlfSwiSXNWaXNpYmxlIjp0cnVlLCJWYXJpYW5jZVN0eWxlIjp7IiRpZCI6IjYxNCIsIlRleHRTdHlsZSI6eyIkaWQiOiI2MTUiLCJGb250U2V0dGluZ3MiOnsiJGlkIjoiNjE2IiwiRm9udFNpemUiOjEwLCJGb250TmFtZSI6IkNhbGlicmkiLCJJc0JvbGQiOmZhbHNlLCJJc0l0YWxpYyI6ZmFsc2UsIklzVW5kZXJsaW5lZCI6ZmFsc2UsIlBhcmVudFN0eWxlIjpudWxsfSwiQXV0b1NpemUiOjAsIkZvcmVncm91bmQiOnsiJGlkIjoiNjE3IiwiQ29sb3IiOnsiJGlkIjoiNjE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xOSIsIlRvcCI6MC4wLCJMZWZ0IjowLjAsIlJpZ2h0IjowLjAsIkJvdHRvbSI6MC4wfSwiUGFkZGluZyI6eyIkaWQiOiI2MjAiLCJUb3AiOjAuMCwiTGVmdCI6MC4wLCJSaWdodCI6MC4wLCJCb3R0b20iOjAuMH0sIkJhY2tncm91bmQiOnsiJGlkIjoiNjIxIiwiQ29sb3IiOnsiJGlkIjoiNjIyIiwiQSI6MjU1LCJSIjowLCJHIjowLCJCIjowfX0sIklzVmlzaWJsZSI6dHJ1ZSwiV2lkdGgiOjAuMCwiSGVpZ2h0IjowLjAsIkJvcmRlclN0eWxlIjp7IiRpZCI6IjYyMyIsIkxpbmVDb2xvciI6bnVsbCwiTGluZVdlaWdodCI6MC4wLCJMaW5lVHlwZSI6MCwiUGFyZW50U3R5bGUiOm51bGx9LCJQYXJlbnRTdHlsZSI6bnVsbH0sIlBhcmVudFN0eWxlIjpudWxsfSwiUGFyZW50U3R5bGUiOm51bGwsIl9leHBsaWNpdGx5U2V0Ijp7IiRpZCI6IjYy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YyNSIsIlNoYXBlIjoxLCJDb25uZWN0b3JNYXJnaW4iOnsiJGlkIjoiNjI2IiwiVG9wIjowLjAsIkxlZnQiOjIuMCwiUmlnaHQiOjIuMCwiQm90dG9tIjowLjB9LCJDb25uZWN0b3JTdHlsZSI6eyIkaWQiOiI2MjciLCJMaW5lQ29sb3IiOnsiJGlkIjoiNjI4IiwiJHR5cGUiOiJOTFJFLkNvbW1vbi5Eb20uU29saWRDb2xvckJydXNoLCBOTFJFLkNvbW1vbiIsIkNvbG9yIjp7IiRpZCI6IjYyOSIsIkEiOjEyNywiUiI6MTI4LCJHIjo1MywiQiI6MTR9fSwiTGluZVdlaWdodCI6MS4wLCJMaW5lVHlwZSI6MCwiUGFyZW50U3R5bGUiOm51bGx9LCJJc0JlbG93VGltZWJhbmQiOmZhbHNlLCJQb3NpdGlvbk9uVGFzayI6MSwiSGlkZURhdGUiOmZhbHNlLCJTaGFwZVNpemUiOjAsIlNwYWNpbmciOjAuMCwiUGFkZGluZyI6eyIkaWQiOiI2MzAiLCJUb3AiOjUuMCwiTGVmdCI6My4wLCJSaWdodCI6MC4wLCJCb3R0b20iOjIuMH0sIlNoYXBlU3R5bGUiOnsiJGlkIjoiNjMxIiwiTWFyZ2luIjp7IiRpZCI6IjYzMiIsIlRvcCI6MC4wLCJMZWZ0IjowLjAsIlJpZ2h0IjowLjAsIkJvdHRvbSI6MC4wfSwiUGFkZGluZyI6eyIkaWQiOiI2MzMiLCJUb3AiOjAuMCwiTGVmdCI6MC4wLCJSaWdodCI6MC4wLCJCb3R0b20iOjAuMH0sIkJhY2tncm91bmQiOnsiJGlkIjoiNjM0IiwiQ29sb3IiOnsiJGlkIjoiNjM1IiwiQSI6MjU1LCJSIjoxMjgsIkciOjUzLCJCIjoxNH19LCJJc1Zpc2libGUiOnRydWUsIldpZHRoIjoxMi4wLCJIZWlnaHQiOjE0LjAsIkJvcmRlclN0eWxlIjp7IiRpZCI6IjYzNiIsIkxpbmVDb2xvciI6eyIkaWQiOiI2MzciLCIkdHlwZSI6Ik5MUkUuQ29tbW9uLkRvbS5Tb2xpZENvbG9yQnJ1c2gsIE5MUkUuQ29tbW9uIiwiQ29sb3IiOnsiJGlkIjoiNjM4IiwiQSI6MjU1LCJSIjoyNTUsIkciOjI1NSwiQiI6MjU1fX0sIkxpbmVXZWlnaHQiOjAuMCwiTGluZVR5cGUiOjAsIlBhcmVudFN0eWxlIjpudWxsfSwiUGFyZW50U3R5bGUiOm51bGx9LCJUaXRsZVN0eWxlIjp7IiRpZCI6IjYzOSIsIkZvbnRTZXR0aW5ncyI6eyIkaWQiOiI2NDAiLCJGb250U2l6ZSI6MTEsIkZvbnROYW1lIjoiQ2FsaWJyaSIsIklzQm9sZCI6ZmFsc2UsIklzSXRhbGljIjpmYWxzZSwiSXNVbmRlcmxpbmVkIjpmYWxzZSwiUGFyZW50U3R5bGUiOm51bGx9LCJBdXRvU2l6ZSI6MCwiRm9yZWdyb3VuZCI6eyIkaWQiOiI2NDEiLCJDb2xvciI6eyIkaWQiOiI2NDI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NjQzIiwiVG9wIjowLjAsIkxlZnQiOjAuMCwiUmlnaHQiOjAuMCwiQm90dG9tIjowLjB9LCJQYWRkaW5nIjp7IiRpZCI6IjY0NCIsIlRvcCI6MC4wLCJMZWZ0IjowLjAsIlJpZ2h0IjowLjAsIkJvdHRvbSI6MC4wfSwiQmFja2dyb3VuZCI6eyIkaWQiOiI2NDUiLCJDb2xvciI6eyIkaWQiOiI2NDYiLCJBIjoyNTUsIlIiOjAsIkciOjAsIkIiOjB9fSwiSXNWaXNpYmxlIjp0cnVlLCJXaWR0aCI6MC4wLCJIZWlnaHQiOjAuMCwiQm9yZGVyU3R5bGUiOnsiJGlkIjoiNjQ3IiwiTGluZUNvbG9yIjpudWxsLCJMaW5lV2VpZ2h0IjowLjAsIkxpbmVUeXBlIjowLCJQYXJlbnRTdHlsZSI6bnVsbH0sIlBhcmVudFN0eWxlIjpudWxsfSwiRGF0ZVN0eWxlIjp7IiRpZCI6IjY0OCIsIkZvbnRTZXR0aW5ncyI6eyIkaWQiOiI2NDkiLCJGb250U2l6ZSI6MTAsIkZvbnROYW1lIjoiQ2FsaWJyaSIsIklzQm9sZCI6ZmFsc2UsIklzSXRhbGljIjpmYWxzZSwiSXNVbmRlcmxpbmVkIjpmYWxzZSwiUGFyZW50U3R5bGUiOm51bGx9LCJBdXRvU2l6ZSI6MCwiRm9yZWdyb3VuZCI6eyIkaWQiOiI2NTAiLCJDb2xvciI6eyIkaWQiOiI2NTEiLCJBIjoyNTUsIlIiOjE0LCJHIjo0MCwiQiI6NjV9fSwiTWF4V2lkdGgiOjIwMC4wLCJNYXhIZWlnaHQiOiJJbmZpbml0eSIsIlNtYXJ0Rm9yZWdyb3VuZElzQWN0aXZlIjpmYWxzZSwiSG9yaXpvbnRhbEFsaWdubWVudCI6MSwiVmVydGljYWxBbGlnbm1lbnQiOjEsIlNtYXJ0Rm9yZWdyb3VuZCI6bnVsbCwiQmFja2dyb3VuZEZpbGxUeXBlIjowLCJNYXJnaW4iOnsiJGlkIjoiNjUyIiwiVG9wIjowLjAsIkxlZnQiOjAuMCwiUmlnaHQiOjAuMCwiQm90dG9tIjowLjB9LCJQYWRkaW5nIjp7IiRpZCI6IjY1MyIsIlRvcCI6MC4wLCJMZWZ0IjowLjAsIlJpZ2h0IjowLjAsIkJvdHRvbSI6MC4wfSwiQmFja2dyb3VuZCI6eyIkaWQiOiI2NTQiLCJDb2xvciI6eyIkaWQiOiI2NTUiLCJBIjoyNTUsIlIiOjE0LCJHIjo0MCwiQiI6NjV9fSwiSXNWaXNpYmxlIjp0cnVlLCJXaWR0aCI6MC4wLCJIZWlnaHQiOjAuMCwiQm9yZGVyU3R5bGUiOnsiJGlkIjoiNjU2IiwiTGluZUNvbG9yIjpudWxsLCJMaW5lV2VpZ2h0IjowLjAsIkxpbmVUeXBlIjowLCJQYXJlbnRTdHlsZSI6bnVsbH0sIlBhcmVudFN0eWxlIjpudWxsfSwiRGF0ZUZvcm1hdCI6eyIkaWQiOiI2NT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U4IiwiRm9ybWF0IjowLCJJc1Zpc2libGUiOmZhbHNlLCJMYXN0S25vd25WaXNpYmlsaXR5U3RhdGUiOmZhbHNlfSwiSXNWaXNpYmxlIjpmYWxzZSwiVmFyaWFuY2VTdHlsZSI6eyIkaWQiOiI2NTkiLCJUZXh0U3R5bGUiOnsiJGlkIjoiNjYwIiwiRm9udFNldHRpbmdzIjp7IiRpZCI6IjY2MSIsIkZvbnRTaXplIjoxMCwiRm9udE5hbWUiOiJDYWxpYnJpIiwiSXNCb2xkIjpmYWxzZSwiSXNJdGFsaWMiOmZhbHNlLCJJc1VuZGVybGluZWQiOmZhbHNlLCJQYXJlbnRTdHlsZSI6bnVsbH0sIkF1dG9TaXplIjowLCJGb3JlZ3JvdW5kIjp7IiRpZCI6IjY2MiIsIkNvbG9yIjp7IiRpZCI6IjY2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2NjQiLCJUb3AiOjAuMCwiTGVmdCI6MC4wLCJSaWdodCI6MC4wLCJCb3R0b20iOjAuMH0sIlBhZGRpbmciOnsiJGlkIjoiNjY1IiwiVG9wIjowLjAsIkxlZnQiOjAuMCwiUmlnaHQiOjAuMCwiQm90dG9tIjowLjB9LCJCYWNrZ3JvdW5kIjp7IiRpZCI6IjY2NiIsIkNvbG9yIjp7IiRpZCI6IjY2NyIsIkEiOjI1NSwiUiI6MCwiRyI6MCwiQiI6MH19LCJJc1Zpc2libGUiOnRydWUsIldpZHRoIjowLjAsIkhlaWdodCI6MC4wLCJCb3JkZXJTdHlsZSI6eyIkaWQiOiI2NjgiLCJMaW5lQ29sb3IiOm51bGwsIkxpbmVXZWlnaHQiOjAuMCwiTGluZVR5cGUiOjAsIlBhcmVudFN0eWxlIjpudWxsfSwiUGFyZW50U3R5bGUiOm51bGx9LCJQYXJlbnRTdHlsZSI6bnVsbH0sIlBhcmVudFN0eWxlIjpudWxsfSwiRGVmYXVsdFN3aW1sYW5lTWlsZXN0b25lU3R5bGUiOnsiJGlkIjoiNjY5IiwiVGl0bGVQb3NpdGlvbiI6IkxlZnQiLCJEYXRlUG9zaXRpb24iOiJSaWdodCIsIlZhcmlhbmNlUG9zaXRpb24iOiJSaWdodCIsIlNoYXBlVHlwZSI6MSwiU2hhcGVTaXplIjowLCJTcGFjaW5nIjo1LCJTaGFwZVN0eWxlIjp7IiRpZCI6IjY3MCIsIk1hcmdpbiI6eyIkaWQiOiI2NzEiLCJUb3AiOjAuMCwiTGVmdCI6MC4wLCJSaWdodCI6MC4wLCJCb3R0b20iOjAuMH0sIlBhZGRpbmciOnsiJGlkIjoiNjcyIiwiVG9wIjowLjAsIkxlZnQiOjAuMCwiUmlnaHQiOjAuMCwiQm90dG9tIjowLjB9LCJCYWNrZ3JvdW5kIjp7IiRpZCI6IjY3MyIsIkNvbG9yIjp7IiRpZCI6IjY3NCIsIkEiOjI1NSwiUiI6MjMzLCJHIjoxMTMsIkIiOjUwfX0sIklzVmlzaWJsZSI6dHJ1ZSwiV2lkdGgiOjEyLjAsIkhlaWdodCI6MTQuMCwiQm9yZGVyU3R5bGUiOnsiJGlkIjoiNjc1IiwiTGluZUNvbG9yIjp7IiRpZCI6IjY3NiIsIiR0eXBlIjoiTkxSRS5Db21tb24uRG9tLlNvbGlkQ29sb3JCcnVzaCwgTkxSRS5Db21tb24iLCJDb2xvciI6eyIkaWQiOiI2NzciLCJBIjoyNTUsIlIiOjIzNCwiRyI6MjIsIkIiOjMwfX0sIkxpbmVXZWlnaHQiOjAuMCwiTGluZVR5cGUiOjAsIlBhcmVudFN0eWxlIjpudWxsfSwiUGFyZW50U3R5bGUiOm51bGx9LCJUaXRsZVN0eWxlIjp7IiRpZCI6IjY3OCIsIkZvbnRTZXR0aW5ncyI6eyIkaWQiOiI2NzkiLCJGb250U2l6ZSI6MTEsIkZvbnROYW1lIjoiQ2FsaWJyaSIsIklzQm9sZCI6ZmFsc2UsIklzSXRhbGljIjpmYWxzZSwiSXNVbmRlcmxpbmVkIjpmYWxzZSwiUGFyZW50U3R5bGUiOm51bGx9LCJBdXRvU2l6ZSI6MCwiRm9yZWdyb3VuZCI6eyIkaWQiOiI2ODAiLCJDb2xvciI6eyIkaWQiOiI2ODE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NjgyIiwiVG9wIjowLjAsIkxlZnQiOjAuMCwiUmlnaHQiOjAuMCwiQm90dG9tIjowLjB9LCJQYWRkaW5nIjp7IiRpZCI6IjY4MyIsIlRvcCI6MC4wLCJMZWZ0IjowLjAsIlJpZ2h0IjowLjAsIkJvdHRvbSI6MC4wfSwiQmFja2dyb3VuZCI6eyIkaWQiOiI2ODQiLCJDb2xvciI6eyIkaWQiOiI2ODUiLCJBIjoyNTUsIlIiOjAsIkciOjAsIkIiOjB9fSwiSXNWaXNpYmxlIjp0cnVlLCJXaWR0aCI6MC4wLCJIZWlnaHQiOjAuMCwiQm9yZGVyU3R5bGUiOnsiJGlkIjoiNjg2IiwiTGluZUNvbG9yIjpudWxsLCJMaW5lV2VpZ2h0IjowLjAsIkxpbmVUeXBlIjowLCJQYXJlbnRTdHlsZSI6bnVsbH0sIlBhcmVudFN0eWxlIjpudWxsfSwiRGF0ZVN0eWxlIjp7IiRpZCI6IjY4NyIsIkZvbnRTZXR0aW5ncyI6eyIkaWQiOiI2ODgiLCJGb250U2l6ZSI6MTAsIkZvbnROYW1lIjoiQ2FsaWJyaSIsIklzQm9sZCI6ZmFsc2UsIklzSXRhbGljIjpmYWxzZSwiSXNVbmRlcmxpbmVkIjpmYWxzZSwiUGFyZW50U3R5bGUiOm51bGx9LCJBdXRvU2l6ZSI6MCwiRm9yZWdyb3VuZCI6eyIkaWQiOiI2ODkiLCJDb2xvciI6eyIkaWQiOiI2OTA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NjkxIiwiVG9wIjowLjAsIkxlZnQiOjAuMCwiUmlnaHQiOjAuMCwiQm90dG9tIjowLjB9LCJQYWRkaW5nIjp7IiRpZCI6IjY5MiIsIlRvcCI6MC4wLCJMZWZ0IjowLjAsIlJpZ2h0IjowLjAsIkJvdHRvbSI6MC4wfSwiQmFja2dyb3VuZCI6eyIkaWQiOiI2OTMiLCJDb2xvciI6eyIkaWQiOiI2OTQiLCJBIjoyNTUsIlIiOjE0LCJHIjo0MCwiQiI6NjV9fSwiSXNWaXNpYmxlIjp0cnVlLCJXaWR0aCI6MC4wLCJIZWlnaHQiOjAuMCwiQm9yZGVyU3R5bGUiOnsiJGlkIjoiNjk1IiwiTGluZUNvbG9yIjpudWxsLCJMaW5lV2VpZ2h0IjowLjAsIkxpbmVUeXBlIjowLCJQYXJlbnRTdHlsZSI6bnVsbH0sIlBhcmVudFN0eWxlIjpudWxsfSwiRGF0ZUZvcm1hdCI6eyIkaWQiOiI2O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k3IiwiRm9ybWF0IjowLCJJc1Zpc2libGUiOmZhbHNlLCJMYXN0S25vd25WaXNpYmlsaXR5U3RhdGUiOmZhbHNlfSwiSXNWaXNpYmxlIjp0cnVlLCJWYXJpYW5jZVN0eWxlIjp7IiRpZCI6IjY5OCIsIlRleHRTdHlsZSI6eyIkaWQiOiI2OTkiLCJGb250U2V0dGluZ3MiOnsiJGlkIjoiNzAwIiwiRm9udFNpemUiOjEwLCJGb250TmFtZSI6IkNhbGlicmkiLCJJc0JvbGQiOmZhbHNlLCJJc0l0YWxpYyI6ZmFsc2UsIklzVW5kZXJsaW5lZCI6ZmFsc2UsIlBhcmVudFN0eWxlIjpudWxsfSwiQXV0b1NpemUiOjAsIkZvcmVncm91bmQiOnsiJGlkIjoiNzAxIiwiQ29sb3IiOnsiJGlkIjoiNzA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cwMyIsIlRvcCI6MC4wLCJMZWZ0IjowLjAsIlJpZ2h0IjowLjAsIkJvdHRvbSI6MC4wfSwiUGFkZGluZyI6eyIkaWQiOiI3MDQiLCJUb3AiOjAuMCwiTGVmdCI6MC4wLCJSaWdodCI6MC4wLCJCb3R0b20iOjAuMH0sIkJhY2tncm91bmQiOnsiJGlkIjoiNzA1IiwiQ29sb3IiOnsiJGlkIjoiNzA2IiwiQSI6MjU1LCJSIjowLCJHIjowLCJCIjowfX0sIklzVmlzaWJsZSI6dHJ1ZSwiV2lkdGgiOjAuMCwiSGVpZ2h0IjowLjAsIkJvcmRlclN0eWxlIjp7IiRpZCI6IjcwNyIsIkxpbmVDb2xvciI6bnVsbCwiTGluZVdlaWdodCI6MC4wLCJMaW5lVHlwZSI6MCwiUGFyZW50U3R5bGUiOm51bGx9LCJQYXJlbnRTdHlsZSI6bnVsbH0sIlBhcmVudFN0eWxlIjpudWxsfSwiUGFyZW50U3R5bGUiOm51bGx9LCJEZWZhdWx0U3dpbWxhbmVBY3Rpdml0eVN0eWxlIjp7IiRpZCI6IjcwOCIsIkhlYWRlclN0eWxlIjp7IiRpZCI6IjcwOSIsIlRleHRTdHlsZSI6eyIkaWQiOiI3MTAiLCJGb250U2V0dGluZ3MiOnsiJGlkIjoiNzExIiwiRm9udFNpemUiOjExLCJGb250TmFtZSI6IkNhbGlicmkiLCJJc0JvbGQiOmZhbHNlLCJJc0l0YWxpYyI6ZmFsc2UsIklzVW5kZXJsaW5lZCI6ZmFsc2UsIlBhcmVudFN0eWxlIjpudWxsfSwiQXV0b1NpemUiOjIsIkZvcmVncm91bmQiOnsiJGlkIjoiNzEyIiwiQ29sb3IiOnsiJGlkIjoiNzE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NzE0IiwiVG9wIjowLjAsIkxlZnQiOjAuMCwiUmlnaHQiOjAuMCwiQm90dG9tIjowLjB9LCJQYWRkaW5nIjp7IiRpZCI6IjcxNSIsIlRvcCI6MC4wLCJMZWZ0IjowLjAsIlJpZ2h0IjowLjAsIkJvdHRvbSI6MC4wfSwiQmFja2dyb3VuZCI6eyIkaWQiOiI3MTYiLCJDb2xvciI6eyIkaWQiOiI3MTciLCJBIjoyNTUsIlIiOjAsIkciOjAsIkIiOjB9fSwiSXNWaXNpYmxlIjp0cnVlLCJXaWR0aCI6MC4wLCJIZWlnaHQiOjAuMCwiQm9yZGVyU3R5bGUiOm51bGwsIlBhcmVudFN0eWxlIjpudWxsfSwiUmVjdGFuZ2xlU3R5bGUiOnsiJGlkIjoiNzE4IiwiTWFyZ2luIjp7IiRpZCI6IjcxOSIsIlRvcCI6MC4wLCJMZWZ0IjowLjAsIlJpZ2h0IjowLjAsIkJvdHRvbSI6MC4wfSwiUGFkZGluZyI6eyIkaWQiOiI3MjAiLCJUb3AiOjAuMCwiTGVmdCI6MC4wLCJSaWdodCI6MC4wLCJCb3R0b20iOjAuMH0sIkJhY2tncm91bmQiOnsiJGlkIjoiNzIxIiwiQ29sb3IiOnsiJGlkIjoiNzIyIiwiQSI6NjMsIlIiOjIzMywiRyI6MTEzLCJCIjo1MH19LCJJc1Zpc2libGUiOnRydWUsIldpZHRoIjowLjAsIkhlaWdodCI6MC4wLCJCb3JkZXJTdHlsZSI6eyIkaWQiOiI3MjMiLCJMaW5lQ29sb3IiOnsiJGlkIjoiNzI0IiwiJHR5cGUiOiJOTFJFLkNvbW1vbi5Eb20uU29saWRDb2xvckJydXNoLCBOTFJFLkNvbW1vbiIsIkNvbG9yIjp7IiRpZCI6IjcyNSIsIkEiOjI1NSwiUiI6MjU1LCJHIjoyNTUsIkIiOjI1NX19LCJMaW5lV2VpZ2h0IjowLjAsIkxpbmVUeXBlIjowLCJQYXJlbnRTdHlsZSI6bnVsbH0sIlBhcmVudFN0eWxlIjpudWxsfSwiTWFyZ2luIjp7IiRpZCI6IjcyNiIsIlRvcCI6MC4wLCJMZWZ0IjowLjAsIlJpZ2h0IjowLjAsIkJvdHRvbSI6MC4wfSwiUGFkZGluZyI6eyIkaWQiOiI3MjciLCJUb3AiOjAuMCwiTGVmdCI6MC4wLCJSaWdodCI6MC4wLCJCb3R0b20iOjAuMH0sIkJhY2tncm91bmQiOm51bGwsIklzVmlzaWJsZSI6dHJ1ZSwiV2lkdGgiOjAuMCwiSGVpZ2h0IjowLjAsIkJvcmRlclN0eWxlIjpudWxsLCJQYXJlbnRTdHlsZSI6bnVsbH0sIkJhY2tncm91bmRTdHlsZSI6eyIkaWQiOiI3MjgiLCJNYXJnaW4iOnsiJGlkIjoiNzI5IiwiVG9wIjowLjAsIkxlZnQiOjAuMCwiUmlnaHQiOjAuMCwiQm90dG9tIjowLjB9LCJQYWRkaW5nIjp7IiRpZCI6IjczMCIsIlRvcCI6MC4wLCJMZWZ0IjowLjAsIlJpZ2h0IjowLjAsIkJvdHRvbSI6MC4wfSwiQmFja2dyb3VuZCI6eyIkaWQiOiI3MzEiLCJDb2xvciI6eyIkaWQiOiI3MzIiLCJBIjo1MSwiUiI6MjAwLCJHIjoyMDAsIkIiOjIwMH19LCJJc1Zpc2libGUiOnRydWUsIldpZHRoIjowLjAsIkhlaWdodCI6MC4wLCJCb3JkZXJTdHlsZSI6eyIkaWQiOiI3MzMiLCJMaW5lQ29sb3IiOnsiJGlkIjoiNzM0IiwiJHR5cGUiOiJOTFJFLkNvbW1vbi5Eb20uU29saWRDb2xvckJydXNoLCBOTFJFLkNvbW1vbiIsIkNvbG9yIjp7IiRpZCI6IjczNSIsIkEiOjI1NSwiUiI6MjM0LCJHIjoyMiwiQiI6MzB9fSwiTGluZVdlaWdodCI6MC4wLCJMaW5lVHlwZSI6MCwiUGFyZW50U3R5bGUiOm51bGx9LCJQYXJlbnRTdHlsZSI6bnVsbH0sIk1hcmdpbiI6eyIkaWQiOiI3MzYiLCJUb3AiOjAuMCwiTGVmdCI6MC4wLCJSaWdodCI6MC4wLCJCb3R0b20iOjAuMH0sIlBhZGRpbmciOnsiJGlkIjoiNzM3IiwiVG9wIjowLjAsIkxlZnQiOjAuMCwiUmlnaHQiOjAuMCwiQm90dG9tIjowLjB9LCJJc1Zpc2libGUiOnRydWUsIldpZHRoIjowLjAsIkhlaWdodCI6MC4wLCJCb3JkZXJTdHlsZSI6eyIkaWQiOiI3MzgiLCJMaW5lQ29sb3IiOm51bGwsIkxpbmVXZWlnaHQiOjAuMCwiTGluZVR5cGUiOjAsIlBhcmVudFN0eWxlIjpudWxsfSwiUGFyZW50U3R5bGUiOm51bGx9LCJNYXJnaW4iOnsiJGlkIjoiNzM5IiwiVG9wIjowLjAsIkxlZnQiOjAuMCwiUmlnaHQiOjAuMCwiQm90dG9tIjowLjB9LCJQYWRkaW5nIjp7IiRpZCI6Ijc0MCIsIlRvcCI6MC4wLCJMZWZ0IjowLjAsIlJpZ2h0IjowLjAsIkJvdHRvbSI6MC4wfSwiSXNWaXNpYmxlIjp0cnVlLCJXaWR0aCI6MC4wLCJIZWlnaHQiOjAuMCwiQm9yZGVyU3R5bGUiOnsiJGlkIjoiNzQxIiwiTGluZUNvbG9yIjpudWxsLCJMaW5lV2VpZ2h0IjowLjAsIkxpbmVUeXBlIjowLCJQYXJlbnRTdHlsZSI6bnVsbH0sIlBhcmVudFN0eWxlIjpudWxsfSx7IiRpZCI6Ijc0MiIsIlN0eWxlSWQiOiJiMjRmODA0NS1mNjliLTRhNDMtODI5Zi1hNTY1MDNmZGNkNjkiLCJIZWFkZXJTdHlsZSI6eyIkaWQiOiI3NDMiLCJUZXh0SXNWZXJ0aWNhbCI6ZmFsc2UsIlRleHRTdHlsZSI6eyIkaWQiOiI3NDQiLCJGb250U2V0dGluZ3MiOnsiJGlkIjoiNzQ1IiwiRm9udFNpemUiOjExLCJGb250TmFtZSI6IkNhbGlicmkiLCJJc0JvbGQiOmZhbHNlLCJJc0l0YWxpYyI6ZmFsc2UsIklzVW5kZXJsaW5lZCI6ZmFsc2UsIlBhcmVudFN0eWxlIjpudWxsfSwiQXV0b1NpemUiOjIsIkZvcmVncm91bmQiOnsiJGlkIjoiNzQ2IiwiQ29sb3IiOnsiJGlkIjoiNzQ3IiwiQSI6MjU1LCJSIjoyNTUsIkciOjI1NSwiQiI6MjU1fX0sIk1heFdpZHRoIjoiSW5maW5pdHkiLCJNYXhIZWlnaHQiOiJJbmZpbml0eSIsIlNtYXJ0Rm9yZWdyb3VuZElzQWN0aXZlIjpmYWxzZSwiSG9yaXpvbnRhbEFsaWdubWVudCI6MSwiVmVydGljYWxBbGlnbm1lbnQiOjAsIlNtYXJ0Rm9yZWdyb3VuZCI6bnVsbCwiQmFja2dyb3VuZEZpbGxUeXBlIjowLCJNYXJnaW4iOnsiJGlkIjoiNzQ4IiwiVG9wIjowLjAsIkxlZnQiOjAuMCwiUmlnaHQiOjAuMCwiQm90dG9tIjowLjB9LCJQYWRkaW5nIjp7IiRpZCI6Ijc0OSIsIlRvcCI6MC4wLCJMZWZ0IjowLjAsIlJpZ2h0IjowLjAsIkJvdHRvbSI6MC4wfSwiQmFja2dyb3VuZCI6eyIkaWQiOiI3NTAiLCJDb2xvciI6eyIkaWQiOiI3NTEiLCJBIjoyNTUsIlIiOjI1NSwiRyI6MjU1LCJCIjoyNTV9fSwiSXNWaXNpYmxlIjp0cnVlLCJXaWR0aCI6MC4wLCJIZWlnaHQiOjAuMCwiQm9yZGVyU3R5bGUiOm51bGwsIlBhcmVudFN0eWxlIjpudWxsfSwiUmVjdGFuZ2xlU3R5bGUiOnsiJGlkIjoiNzUyIiwiTWFyZ2luIjp7IiRpZCI6Ijc1MyIsIlRvcCI6MC4wLCJMZWZ0IjowLjAsIlJpZ2h0IjowLjAsIkJvdHRvbSI6MC4wfSwiUGFkZGluZyI6eyIkaWQiOiI3NTQiLCJUb3AiOjAuMCwiTGVmdCI6MC4wLCJSaWdodCI6MC4wLCJCb3R0b20iOjAuMH0sIkJhY2tncm91bmQiOnsiJGlkIjoiNzU1IiwiQ29sb3IiOnsiJGlkIjoiNzU2IiwiQSI6MjU1LCJSIjoyNSwiRyI6MTA3LCJCIjozNn19LCJJc1Zpc2libGUiOnRydWUsIldpZHRoIjowLjAsIkhlaWdodCI6MC4wLCJCb3JkZXJTdHlsZSI6eyIkaWQiOiI3NTciLCJMaW5lQ29sb3IiOnsiJGlkIjoiNzU4IiwiJHR5cGUiOiJOTFJFLkNvbW1vbi5Eb20uU29saWRDb2xvckJydXNoLCBOTFJFLkNvbW1vbiIsIkNvbG9yIjp7IiRpZCI6Ijc1OSIsIkEiOjI1NSwiUiI6MjU1LCJHIjoyNTUsIkIiOjI1NX19LCJMaW5lV2VpZ2h0IjowLjAsIkxpbmVUeXBlIjowLCJQYXJlbnRTdHlsZSI6bnVsbH0sIlBhcmVudFN0eWxlIjpudWxsfSwiTWFyZ2luIjp7IiRpZCI6Ijc2MCIsIlRvcCI6MC4wLCJMZWZ0IjowLjAsIlJpZ2h0IjowLjAsIkJvdHRvbSI6MC4wfSwiUGFkZGluZyI6eyIkaWQiOiI3NjEiLCJUb3AiOjAuMCwiTGVmdCI6MC4wLCJSaWdodCI6MC4wLCJCb3R0b20iOjAuMH0sIkJhY2tncm91bmQiOm51bGwsIklzVmlzaWJsZSI6dHJ1ZSwiV2lkdGgiOjAuMCwiSGVpZ2h0IjowLjAsIkJvcmRlclN0eWxlIjpudWxsLCJQYXJlbnRTdHlsZSI6bnVsbH0sIkJhY2tncm91bmRTdHlsZSI6eyIkaWQiOiI3NjIiLCJNYXJnaW4iOnsiJGlkIjoiNzYzIiwiVG9wIjowLjAsIkxlZnQiOjAuMCwiUmlnaHQiOjAuMCwiQm90dG9tIjowLjB9LCJQYWRkaW5nIjp7IiRpZCI6Ijc2NCIsIlRvcCI6MC4wLCJMZWZ0IjowLjAsIlJpZ2h0IjowLjAsIkJvdHRvbSI6MC4wfSwiQmFja2dyb3VuZCI6eyIkaWQiOiI3NjUiLCJDb2xvciI6eyIkaWQiOiI3NjYiLCJBIjo1MSwiUiI6MjAwLCJHIjoyMDAsIkIiOjIwMH19LCJJc1Zpc2libGUiOnRydWUsIldpZHRoIjowLjAsIkhlaWdodCI6MC4wLCJCb3JkZXJTdHlsZSI6eyIkaWQiOiI3NjciLCJMaW5lQ29sb3IiOnsiJGlkIjoiNzY4IiwiJHR5cGUiOiJOTFJFLkNvbW1vbi5Eb20uU29saWRDb2xvckJydXNoLCBOTFJFLkNvbW1vbiIsIkNvbG9yIjp7IiRpZCI6Ijc2OSIsIkEiOjI1NSwiUiI6MjM0LCJHIjoyMiwiQiI6MzB9fSwiTGluZVdlaWdodCI6MC4wLCJMaW5lVHlwZSI6MCwiUGFyZW50U3R5bGUiOm51bGx9LCJQYXJlbnRTdHlsZSI6bnVsbH0sIklzQWJvdmVUaW1lYmFuZCI6ZmFsc2UsIlNwYWNpbmciOjMsIkRlZmF1bHRTd2ltbGFuZVRhc2tTdHlsZSI6eyIkaWQiOiI3NzAiLCIkdHlwZSI6Ik5MUkUuQ29tbW9uLkRvbS5TdHlsZXMuRXhwbGljaXRTZXRhYmxlVGFza1N0eWxlLCBOTFJFLkNvbW1vbiIsIlNoYXBlIjoxLCJTaGFwZVRoaWNrbmVzcyI6MCwiRHVyYXRpb25Gb3JtYXQiOjAsIkluY2x1ZGVOb25Xb3JraW5nRGF5c0luRHVyYXRpb24iOmZhbHNlLCJQZXJjZW50YWdlQ29tcGxldGVTdHlsZSI6eyIkaWQiOiI3NzEiLCJGb250U2V0dGluZ3MiOnsiJGlkIjoiNzcyIiwiRm9udFNpemUiOjEwLCJGb250TmFtZSI6IkNhbGlicmkiLCJJc0JvbGQiOmZhbHNlLCJJc0l0YWxpYyI6ZmFsc2UsIklzVW5kZXJsaW5lZCI6ZmFsc2UsIlBhcmVudFN0eWxlIjpudWxsfSwiQXV0b1NpemUiOjAsIkZvcmVncm91bmQiOnsiJGlkIjoiNzczIiwiQ29sb3IiOnsiJGlkIjoiNzc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c3NSIsIlRvcCI6MC4wLCJMZWZ0IjowLjAsIlJpZ2h0IjowLjAsIkJvdHRvbSI6MC4wfSwiUGFkZGluZyI6eyIkaWQiOiI3NzYiLCJUb3AiOjAuMCwiTGVmdCI6MC4wLCJSaWdodCI6MC4wLCJCb3R0b20iOjAuMH0sIkJhY2tncm91bmQiOnsiJGlkIjoiNzc3IiwiQ29sb3IiOnsiJGlkIjoiNzc4IiwiQSI6ODksIlIiOjAsIkciOjAsIkIiOjB9fSwiSXNWaXNpYmxlIjp0cnVlLCJXaWR0aCI6MC4wLCJIZWlnaHQiOjAuMCwiQm9yZGVyU3R5bGUiOnsiJGlkIjoiNzc5IiwiTGluZUNvbG9yIjpudWxsLCJMaW5lV2VpZ2h0IjowLjAsIkxpbmVUeXBlIjowLCJQYXJlbnRTdHlsZSI6bnVsbH0sIlBhcmVudFN0eWxlIjpudWxsfSwiRHVyYXRpb25TdHlsZSI6eyIkaWQiOiI3ODAiLCJGb250U2V0dGluZ3MiOnsiJGlkIjoiNzgxIiwiRm9udFNpemUiOjEwLCJGb250TmFtZSI6IkNhbGlicmkiLCJJc0JvbGQiOmZhbHNlLCJJc0l0YWxpYyI6ZmFsc2UsIklzVW5kZXJsaW5lZCI6ZmFsc2UsIlBhcmVudFN0eWxlIjpudWxsfSwiQXV0b1NpemUiOjAsIkZvcmVncm91bmQiOnsiJGlkIjoiNzgyIiwiQ29sb3IiOnsiJGlkIjoiNzgz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Nzg0IiwiVG9wIjowLjAsIkxlZnQiOjAuMCwiUmlnaHQiOjAuMCwiQm90dG9tIjowLjB9LCJQYWRkaW5nIjp7IiRpZCI6Ijc4NSIsIlRvcCI6MC4wLCJMZWZ0IjowLjAsIlJpZ2h0IjowLjAsIkJvdHRvbSI6MC4wfSwiQmFja2dyb3VuZCI6eyIkaWQiOiI3ODYiLCJDb2xvciI6eyIkaWQiOiI3ODciLCJBIjoyNTUsIlIiOjIzNywiRyI6MTI1LCJCIjo0OX19LCJJc1Zpc2libGUiOnRydWUsIldpZHRoIjowLjAsIkhlaWdodCI6MC4wLCJCb3JkZXJTdHlsZSI6eyIkaWQiOiI3ODgiLCJMaW5lQ29sb3IiOm51bGwsIkxpbmVXZWlnaHQiOjAuMCwiTGluZVR5cGUiOjAsIlBhcmVudFN0eWxlIjpudWxsfSwiUGFyZW50U3R5bGUiOm51bGx9LCJIb3Jpem9udGFsQ29ubmVjdG9yU3R5bGUiOnsiJGlkIjoiNzg5IiwiTGluZUNvbG9yIjp7IiRpZCI6Ijc5MCIsIiR0eXBlIjoiTkxSRS5Db21tb24uRG9tLlNvbGlkQ29sb3JCcnVzaCwgTkxSRS5Db21tb24iLCJDb2xvciI6eyIkaWQiOiI3OTEiLCJBIjoyNTUsIlIiOjAsIkciOjAsIkIiOjB9fSwiTGluZVdlaWdodCI6MC4wLCJMaW5lVHlwZSI6MCwiUGFyZW50U3R5bGUiOm51bGx9LCJWZXJ0aWNhbENvbm5lY3RvclN0eWxlIjp7IiRpZCI6Ijc5MiIsIkxpbmVDb2xvciI6eyIkaWQiOiI3OTMiLCIkdHlwZSI6Ik5MUkUuQ29tbW9uLkRvbS5Tb2xpZENvbG9yQnJ1c2gsIE5MUkUuQ29tbW9uIiwiQ29sb3IiOnsiJGlkIjoiNzk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Nzk1IiwiU2hhcGVTdHlsZSI6eyIkaWQiOiI3OTYiLCJNYXJnaW4iOnsiJGlkIjoiNzk3IiwiVG9wIjowLjAsIkxlZnQiOjAuMCwiUmlnaHQiOjAuMCwiQm90dG9tIjowLjB9LCJQYWRkaW5nIjp7IiRpZCI6Ijc5OCIsIlRvcCI6MC4wLCJMZWZ0IjowLjAsIlJpZ2h0IjowLjAsIkJvdHRvbSI6MC4wfSwiQmFja2dyb3VuZCI6eyIkaWQiOiI3OTkiLCJDb2xvciI6eyIkaWQiOiI4MDAiLCJBIjoxNTMsIlIiOjAsIkciOjAsIkIiOjB9fSwiSXNWaXNpYmxlIjp0cnVlLCJXaWR0aCI6MC4wLCJIZWlnaHQiOjAuMCwiQm9yZGVyU3R5bGUiOnsiJGlkIjoiODAxIiwiTGluZUNvbG9yIjp7IiRpZCI6IjgwMiIsIiR0eXBlIjoiTkxSRS5Db21tb24uRG9tLlNvbGlkQ29sb3JCcnVzaCwgTkxSRS5Db21tb24iLCJDb2xvciI6eyIkaWQiOiI4MDMiLCJBIjoyNTUsIlIiOjI1NSwiRyI6MCwiQiI6MH19LCJMaW5lV2VpZ2h0IjowLjAsIkxpbmVUeXBlIjowLCJQYXJlbnRTdHlsZSI6bnVsbH0sIlBhcmVudFN0eWxlIjpudWxsfSwiTWFyZ2luIjp7IiRpZCI6IjgwNCIsIlRvcCI6MC4wLCJMZWZ0IjowLjAsIlJpZ2h0IjowLjAsIkJvdHRvbSI6MC4wfSwiUGFkZGluZyI6eyIkaWQiOiI4MDUiLCJUb3AiOjAuMCwiTGVmdCI6MC4wLCJSaWdodCI6MC4wLCJCb3R0b20iOjAuMH0sIkJhY2tncm91bmQiOm51bGwsIklzVmlzaWJsZSI6dHJ1ZSwiV2lkdGgiOjAuMCwiSGVpZ2h0IjowLjAsIkJvcmRlclN0eWxlIjpudWxsLCJQYXJlbnRTdHlsZSI6bnVsbH0sIlNoYXBlU3R5bGUiOnsiJGlkIjoiODA2IiwiTWFyZ2luIjp7IiRpZCI6IjgwNyIsIlRvcCI6MC4wLCJMZWZ0Ijo0LjAsIlJpZ2h0Ijo0LjAsIkJvdHRvbSI6MC4wfSwiUGFkZGluZyI6eyIkaWQiOiI4MDgiLCJUb3AiOjAuMCwiTGVmdCI6MC4wLCJSaWdodCI6MC4wLCJCb3R0b20iOjAuMH0sIkJhY2tncm91bmQiOnsiJGlkIjoiODA5IiwiQ29sb3IiOnsiJGlkIjoiODEwIiwiQSI6MjU1LCJSIjoyNSwiRyI6MTA3LCJCIjozNn19LCJJc1Zpc2libGUiOnRydWUsIldpZHRoIjowLjAsIkhlaWdodCI6MTAuMCwiQm9yZGVyU3R5bGUiOnsiJGlkIjoiODExIiwiTGluZUNvbG9yIjp7IiRpZCI6IjgxMiIsIiR0eXBlIjoiTkxSRS5Db21tb24uRG9tLlNvbGlkQ29sb3JCcnVzaCwgTkxSRS5Db21tb24iLCJDb2xvciI6eyIkaWQiOiI4MTMiLCJBIjoyNTUsIlIiOjIzNCwiRyI6MjIsIkIiOjMwfX0sIkxpbmVXZWlnaHQiOjAuMCwiTGluZVR5cGUiOjAsIlBhcmVudFN0eWxlIjpudWxsfSwiUGFyZW50U3R5bGUiOm51bGx9LCJUaXRsZVN0eWxlIjp7IiRpZCI6IjgxNCIsIkZvbnRTZXR0aW5ncyI6eyIkaWQiOiI4MTUiLCJGb250U2l6ZSI6MTEsIkZvbnROYW1lIjoiQ2FsaWJyaSIsIklzQm9sZCI6ZmFsc2UsIklzSXRhbGljIjpmYWxzZSwiSXNVbmRlcmxpbmVkIjpmYWxzZSwiUGFyZW50U3R5bGUiOm51bGx9LCJBdXRvU2l6ZSI6MCwiRm9yZWdyb3VuZCI6eyIkaWQiOiI4MTYiLCJDb2xvciI6eyIkaWQiOiI4MT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DE4IiwiVG9wIjowLjAsIkxlZnQiOjAuMCwiUmlnaHQiOjAuMCwiQm90dG9tIjowLjB9LCJQYWRkaW5nIjp7IiRpZCI6IjgxOSIsIlRvcCI6MC4wLCJMZWZ0IjowLjAsIlJpZ2h0IjowLjAsIkJvdHRvbSI6MC4wfSwiQmFja2dyb3VuZCI6eyIkaWQiOiI4MjAiLCJDb2xvciI6eyIkaWQiOiI4MjEiLCJBIjoyNTUsIlIiOjAsIkciOjAsIkIiOjB9fSwiSXNWaXNpYmxlIjp0cnVlLCJXaWR0aCI6MC4wLCJIZWlnaHQiOjAuMCwiQm9yZGVyU3R5bGUiOnsiJGlkIjoiODIyIiwiTGluZUNvbG9yIjpudWxsLCJMaW5lV2VpZ2h0IjowLjAsIkxpbmVUeXBlIjowLCJQYXJlbnRTdHlsZSI6bnVsbH0sIlBhcmVudFN0eWxlIjpudWxsfSwiRGF0ZVN0eWxlIjp7IiRpZCI6IjgyMyIsIkZvbnRTZXR0aW5ncyI6eyIkaWQiOiI4MjQiLCJGb250U2l6ZSI6MTAsIkZvbnROYW1lIjoiQ2FsaWJyaSIsIklzQm9sZCI6ZmFsc2UsIklzSXRhbGljIjpmYWxzZSwiSXNVbmRlcmxpbmVkIjpmYWxzZSwiUGFyZW50U3R5bGUiOm51bGx9LCJBdXRvU2l6ZSI6MCwiRm9yZWdyb3VuZCI6eyIkaWQiOiI4MjUiLCJDb2xvciI6eyIkaWQiOiI4Mj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ODI3IiwiVG9wIjowLjAsIkxlZnQiOjAuMCwiUmlnaHQiOjAuMCwiQm90dG9tIjowLjB9LCJQYWRkaW5nIjp7IiRpZCI6IjgyOCIsIlRvcCI6MC4wLCJMZWZ0IjowLjAsIlJpZ2h0IjowLjAsIkJvdHRvbSI6MC4wfSwiQmFja2dyb3VuZCI6eyIkaWQiOiI4MjkiLCJDb2xvciI6eyIkaWQiOiI4MzAiLCJBIjoyNTUsIlIiOjE0LCJHIjo0MCwiQiI6NjV9fSwiSXNWaXNpYmxlIjp0cnVlLCJXaWR0aCI6MC4wLCJIZWlnaHQiOjAuMCwiQm9yZGVyU3R5bGUiOnsiJGlkIjoiODMxIiwiTGluZUNvbG9yIjpudWxsLCJMaW5lV2VpZ2h0IjowLjAsIkxpbmVUeXBlIjowLCJQYXJlbnRTdHlsZSI6bnVsbH0sIlBhcmVudFN0eWxlIjpudWxsfSwiRGF0ZUZvcm1hdCI6eyIkaWQiOiI4Mz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DMzIiwiRm9ybWF0IjowLCJJc1Zpc2libGUiOmZhbHNlLCJMYXN0S25vd25WaXNpYmlsaXR5U3RhdGUiOmZhbHNlfSwiSXNWaXNpYmxlIjp0cnVlLCJWYXJpYW5jZVN0eWxlIjp7IiRpZCI6IjgzNCIsIlRleHRTdHlsZSI6eyIkaWQiOiI4MzUiLCJGb250U2V0dGluZ3MiOnsiJGlkIjoiODM2IiwiRm9udFNpemUiOjEwLCJGb250TmFtZSI6IkNhbGlicmkiLCJJc0JvbGQiOmZhbHNlLCJJc0l0YWxpYyI6ZmFsc2UsIklzVW5kZXJsaW5lZCI6ZmFsc2UsIlBhcmVudFN0eWxlIjpudWxsfSwiQXV0b1NpemUiOjAsIkZvcmVncm91bmQiOnsiJGlkIjoiODM3IiwiQ29sb3IiOnsiJGlkIjoiODM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gzOSIsIlRvcCI6MC4wLCJMZWZ0IjowLjAsIlJpZ2h0IjowLjAsIkJvdHRvbSI6MC4wfSwiUGFkZGluZyI6eyIkaWQiOiI4NDAiLCJUb3AiOjAuMCwiTGVmdCI6MC4wLCJSaWdodCI6MC4wLCJCb3R0b20iOjAuMH0sIkJhY2tncm91bmQiOnsiJGlkIjoiODQxIiwiQ29sb3IiOnsiJGlkIjoiODQyIiwiQSI6MjU1LCJSIjowLCJHIjowLCJCIjowfX0sIklzVmlzaWJsZSI6dHJ1ZSwiV2lkdGgiOjAuMCwiSGVpZ2h0IjowLjAsIkJvcmRlclN0eWxlIjp7IiRpZCI6Ijg0MyIsIkxpbmVDb2xvciI6bnVsbCwiTGluZVdlaWdodCI6MC4wLCJMaW5lVHlwZSI6MCwiUGFyZW50U3R5bGUiOm51bGx9LCJQYXJlbnRTdHlsZSI6bnVsbH0sIlBhcmVudFN0eWxlIjpudWxsfSwiUGFyZW50U3R5bGUiOm51bGwsIl9leHBsaWNpdGx5U2V0Ijp7IiRpZCI6Ijg0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g0NSIsIlNoYXBlIjoxLCJDb25uZWN0b3JNYXJnaW4iOnsiJGlkIjoiODQ2IiwiVG9wIjowLjAsIkxlZnQiOjIuMCwiUmlnaHQiOjIuMCwiQm90dG9tIjowLjB9LCJDb25uZWN0b3JTdHlsZSI6eyIkaWQiOiI4NDciLCJMaW5lQ29sb3IiOnsiJGlkIjoiODQ4IiwiJHR5cGUiOiJOTFJFLkNvbW1vbi5Eb20uU29saWRDb2xvckJydXNoLCBOTFJFLkNvbW1vbiIsIkNvbG9yIjp7IiRpZCI6Ijg0OSIsIkEiOjEyNywiUiI6MTMsIkciOjUzLCJCIjoxOH19LCJMaW5lV2VpZ2h0IjoxLjAsIkxpbmVUeXBlIjowLCJQYXJlbnRTdHlsZSI6bnVsbH0sIklzQmVsb3dUaW1lYmFuZCI6ZmFsc2UsIlBvc2l0aW9uT25UYXNrIjoxLCJIaWRlRGF0ZSI6ZmFsc2UsIlNoYXBlU2l6ZSI6MCwiU3BhY2luZyI6MC4wLCJQYWRkaW5nIjp7IiRpZCI6Ijg1MCIsIlRvcCI6NS4wLCJMZWZ0IjozLjAsIlJpZ2h0IjowLjAsIkJvdHRvbSI6Mi4wfSwiU2hhcGVTdHlsZSI6eyIkaWQiOiI4NTEiLCJNYXJnaW4iOnsiJGlkIjoiODUyIiwiVG9wIjowLjAsIkxlZnQiOjAuMCwiUmlnaHQiOjAuMCwiQm90dG9tIjowLjB9LCJQYWRkaW5nIjp7IiRpZCI6Ijg1MyIsIlRvcCI6MC4wLCJMZWZ0IjowLjAsIlJpZ2h0IjowLjAsIkJvdHRvbSI6MC4wfSwiQmFja2dyb3VuZCI6eyIkaWQiOiI4NTQiLCJDb2xvciI6eyIkaWQiOiI4NTUiLCJBIjoyNTUsIlIiOjEzLCJHIjo1MywiQiI6MTh9fSwiSXNWaXNpYmxlIjp0cnVlLCJXaWR0aCI6MTIuMCwiSGVpZ2h0IjoxNC4wLCJCb3JkZXJTdHlsZSI6eyIkaWQiOiI4NTYiLCJMaW5lQ29sb3IiOnsiJGlkIjoiODU3IiwiJHR5cGUiOiJOTFJFLkNvbW1vbi5Eb20uU29saWRDb2xvckJydXNoLCBOTFJFLkNvbW1vbiIsIkNvbG9yIjp7IiRpZCI6Ijg1OCIsIkEiOjI1NSwiUiI6MjU1LCJHIjoyNTUsIkIiOjI1NX19LCJMaW5lV2VpZ2h0IjowLjAsIkxpbmVUeXBlIjowLCJQYXJlbnRTdHlsZSI6bnVsbH0sIlBhcmVudFN0eWxlIjpudWxsfSwiVGl0bGVTdHlsZSI6eyIkaWQiOiI4NTkiLCJGb250U2V0dGluZ3MiOnsiJGlkIjoiODYwIiwiRm9udFNpemUiOjExLCJGb250TmFtZSI6IkNhbGlicmkiLCJJc0JvbGQiOmZhbHNlLCJJc0l0YWxpYyI6ZmFsc2UsIklzVW5kZXJsaW5lZCI6ZmFsc2UsIlBhcmVudFN0eWxlIjpudWxsfSwiQXV0b1NpemUiOjAsIkZvcmVncm91bmQiOnsiJGlkIjoiODYxIiwiQ29sb3IiOnsiJGlkIjoiODY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g2MyIsIlRvcCI6MC4wLCJMZWZ0IjowLjAsIlJpZ2h0IjowLjAsIkJvdHRvbSI6MC4wfSwiUGFkZGluZyI6eyIkaWQiOiI4NjQiLCJUb3AiOjAuMCwiTGVmdCI6MC4wLCJSaWdodCI6MC4wLCJCb3R0b20iOjAuMH0sIkJhY2tncm91bmQiOnsiJGlkIjoiODY1IiwiQ29sb3IiOnsiJGlkIjoiODY2IiwiQSI6MjU1LCJSIjowLCJHIjowLCJCIjowfX0sIklzVmlzaWJsZSI6dHJ1ZSwiV2lkdGgiOjAuMCwiSGVpZ2h0IjowLjAsIkJvcmRlclN0eWxlIjp7IiRpZCI6Ijg2NyIsIkxpbmVDb2xvciI6bnVsbCwiTGluZVdlaWdodCI6MC4wLCJMaW5lVHlwZSI6MCwiUGFyZW50U3R5bGUiOm51bGx9LCJQYXJlbnRTdHlsZSI6bnVsbH0sIkRhdGVTdHlsZSI6eyIkaWQiOiI4NjgiLCJGb250U2V0dGluZ3MiOnsiJGlkIjoiODY5IiwiRm9udFNpemUiOjEwLCJGb250TmFtZSI6IkNhbGlicmkiLCJJc0JvbGQiOmZhbHNlLCJJc0l0YWxpYyI6ZmFsc2UsIklzVW5kZXJsaW5lZCI6ZmFsc2UsIlBhcmVudFN0eWxlIjpudWxsfSwiQXV0b1NpemUiOjAsIkZvcmVncm91bmQiOnsiJGlkIjoiODcwIiwiQ29sb3IiOnsiJGlkIjoiODc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g3MiIsIlRvcCI6MC4wLCJMZWZ0IjowLjAsIlJpZ2h0IjowLjAsIkJvdHRvbSI6MC4wfSwiUGFkZGluZyI6eyIkaWQiOiI4NzMiLCJUb3AiOjAuMCwiTGVmdCI6MC4wLCJSaWdodCI6MC4wLCJCb3R0b20iOjAuMH0sIkJhY2tncm91bmQiOnsiJGlkIjoiODc0IiwiQ29sb3IiOnsiJGlkIjoiODc1IiwiQSI6MjU1LCJSIjoxNCwiRyI6NDAsIkIiOjY1fX0sIklzVmlzaWJsZSI6dHJ1ZSwiV2lkdGgiOjAuMCwiSGVpZ2h0IjowLjAsIkJvcmRlclN0eWxlIjp7IiRpZCI6Ijg3NiIsIkxpbmVDb2xvciI6bnVsbCwiTGluZVdlaWdodCI6MC4wLCJMaW5lVHlwZSI6MCwiUGFyZW50U3R5bGUiOm51bGx9LCJQYXJlbnRTdHlsZSI6bnVsbH0sIkRhdGVGb3JtYXQiOnsiJGlkIjoiODc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g3OCIsIkZvcm1hdCI6MCwiSXNWaXNpYmxlIjpmYWxzZSwiTGFzdEtub3duVmlzaWJpbGl0eVN0YXRlIjpmYWxzZX0sIklzVmlzaWJsZSI6ZmFsc2UsIlZhcmlhbmNlU3R5bGUiOnsiJGlkIjoiODc5IiwiVGV4dFN0eWxlIjp7IiRpZCI6Ijg4MCIsIkZvbnRTZXR0aW5ncyI6eyIkaWQiOiI4ODEiLCJGb250U2l6ZSI6MTAsIkZvbnROYW1lIjoiQ2FsaWJyaSIsIklzQm9sZCI6ZmFsc2UsIklzSXRhbGljIjpmYWxzZSwiSXNVbmRlcmxpbmVkIjpmYWxzZSwiUGFyZW50U3R5bGUiOm51bGx9LCJBdXRvU2l6ZSI6MCwiRm9yZWdyb3VuZCI6eyIkaWQiOiI4ODIiLCJDb2xvciI6eyIkaWQiOiI4OD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Dg0IiwiVG9wIjowLjAsIkxlZnQiOjAuMCwiUmlnaHQiOjAuMCwiQm90dG9tIjowLjB9LCJQYWRkaW5nIjp7IiRpZCI6Ijg4NSIsIlRvcCI6MC4wLCJMZWZ0IjowLjAsIlJpZ2h0IjowLjAsIkJvdHRvbSI6MC4wfSwiQmFja2dyb3VuZCI6eyIkaWQiOiI4ODYiLCJDb2xvciI6eyIkaWQiOiI4ODciLCJBIjoyNTUsIlIiOjAsIkciOjAsIkIiOjB9fSwiSXNWaXNpYmxlIjp0cnVlLCJXaWR0aCI6MC4wLCJIZWlnaHQiOjAuMCwiQm9yZGVyU3R5bGUiOnsiJGlkIjoiODg4IiwiTGluZUNvbG9yIjpudWxsLCJMaW5lV2VpZ2h0IjowLjAsIkxpbmVUeXBlIjowLCJQYXJlbnRTdHlsZSI6bnVsbH0sIlBhcmVudFN0eWxlIjpudWxsfSwiUGFyZW50U3R5bGUiOm51bGx9LCJQYXJlbnRTdHlsZSI6bnVsbH0sIkRlZmF1bHRTd2ltbGFuZU1pbGVzdG9uZVN0eWxlIjp7IiRpZCI6Ijg4OSIsIlRpdGxlUG9zaXRpb24iOiJMZWZ0IiwiRGF0ZVBvc2l0aW9uIjoiUmlnaHQiLCJWYXJpYW5jZVBvc2l0aW9uIjoiUmlnaHQiLCJTaGFwZVR5cGUiOjEsIlNoYXBlU2l6ZSI6MCwiU3BhY2luZyI6NSwiU2hhcGVTdHlsZSI6eyIkaWQiOiI4OTAiLCJNYXJnaW4iOnsiJGlkIjoiODkxIiwiVG9wIjowLjAsIkxlZnQiOjAuMCwiUmlnaHQiOjAuMCwiQm90dG9tIjowLjB9LCJQYWRkaW5nIjp7IiRpZCI6Ijg5MiIsIlRvcCI6MC4wLCJMZWZ0IjowLjAsIlJpZ2h0IjowLjAsIkJvdHRvbSI6MC4wfSwiQmFja2dyb3VuZCI6eyIkaWQiOiI4OTMiLCJDb2xvciI6eyIkaWQiOiI4OTQiLCJBIjoyNTUsIlIiOjI1LCJHIjoxMDcsIkIiOjM2fX0sIklzVmlzaWJsZSI6dHJ1ZSwiV2lkdGgiOjEyLjAsIkhlaWdodCI6MTQuMCwiQm9yZGVyU3R5bGUiOnsiJGlkIjoiODk1IiwiTGluZUNvbG9yIjp7IiRpZCI6Ijg5NiIsIiR0eXBlIjoiTkxSRS5Db21tb24uRG9tLlNvbGlkQ29sb3JCcnVzaCwgTkxSRS5Db21tb24iLCJDb2xvciI6eyIkaWQiOiI4OTciLCJBIjoyNTUsIlIiOjIzNCwiRyI6MjIsIkIiOjMwfX0sIkxpbmVXZWlnaHQiOjAuMCwiTGluZVR5cGUiOjAsIlBhcmVudFN0eWxlIjpudWxsfSwiUGFyZW50U3R5bGUiOm51bGx9LCJUaXRsZVN0eWxlIjp7IiRpZCI6Ijg5OCIsIkZvbnRTZXR0aW5ncyI6eyIkaWQiOiI4OTkiLCJGb250U2l6ZSI6MTEsIkZvbnROYW1lIjoiQ2FsaWJyaSIsIklzQm9sZCI6ZmFsc2UsIklzSXRhbGljIjpmYWxzZSwiSXNVbmRlcmxpbmVkIjpmYWxzZSwiUGFyZW50U3R5bGUiOm51bGx9LCJBdXRvU2l6ZSI6MCwiRm9yZWdyb3VuZCI6eyIkaWQiOiI5MDAiLCJDb2xvciI6eyIkaWQiOiI5MDE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OTAyIiwiVG9wIjowLjAsIkxlZnQiOjAuMCwiUmlnaHQiOjAuMCwiQm90dG9tIjowLjB9LCJQYWRkaW5nIjp7IiRpZCI6IjkwMyIsIlRvcCI6MC4wLCJMZWZ0IjowLjAsIlJpZ2h0IjowLjAsIkJvdHRvbSI6MC4wfSwiQmFja2dyb3VuZCI6eyIkaWQiOiI5MDQiLCJDb2xvciI6eyIkaWQiOiI5MDUiLCJBIjoyNTUsIlIiOjAsIkciOjAsIkIiOjB9fSwiSXNWaXNpYmxlIjp0cnVlLCJXaWR0aCI6MC4wLCJIZWlnaHQiOjAuMCwiQm9yZGVyU3R5bGUiOnsiJGlkIjoiOTA2IiwiTGluZUNvbG9yIjpudWxsLCJMaW5lV2VpZ2h0IjowLjAsIkxpbmVUeXBlIjowLCJQYXJlbnRTdHlsZSI6bnVsbH0sIlBhcmVudFN0eWxlIjpudWxsfSwiRGF0ZVN0eWxlIjp7IiRpZCI6IjkwNyIsIkZvbnRTZXR0aW5ncyI6eyIkaWQiOiI5MDgiLCJGb250U2l6ZSI6MTAsIkZvbnROYW1lIjoiQ2FsaWJyaSIsIklzQm9sZCI6ZmFsc2UsIklzSXRhbGljIjpmYWxzZSwiSXNVbmRlcmxpbmVkIjpmYWxzZSwiUGFyZW50U3R5bGUiOm51bGx9LCJBdXRvU2l6ZSI6MCwiRm9yZWdyb3VuZCI6eyIkaWQiOiI5MDkiLCJDb2xvciI6eyIkaWQiOiI5MTA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OTExIiwiVG9wIjowLjAsIkxlZnQiOjAuMCwiUmlnaHQiOjAuMCwiQm90dG9tIjowLjB9LCJQYWRkaW5nIjp7IiRpZCI6IjkxMiIsIlRvcCI6MC4wLCJMZWZ0IjowLjAsIlJpZ2h0IjowLjAsIkJvdHRvbSI6MC4wfSwiQmFja2dyb3VuZCI6eyIkaWQiOiI5MTMiLCJDb2xvciI6eyIkaWQiOiI5MTQiLCJBIjoyNTUsIlIiOjE0LCJHIjo0MCwiQiI6NjV9fSwiSXNWaXNpYmxlIjp0cnVlLCJXaWR0aCI6MC4wLCJIZWlnaHQiOjAuMCwiQm9yZGVyU3R5bGUiOnsiJGlkIjoiOTE1IiwiTGluZUNvbG9yIjpudWxsLCJMaW5lV2VpZ2h0IjowLjAsIkxpbmVUeXBlIjowLCJQYXJlbnRTdHlsZSI6bnVsbH0sIlBhcmVudFN0eWxlIjpudWxsfSwiRGF0ZUZvcm1hdCI6eyIkaWQiOiI5M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E3IiwiRm9ybWF0IjowLCJJc1Zpc2libGUiOmZhbHNlLCJMYXN0S25vd25WaXNpYmlsaXR5U3RhdGUiOmZhbHNlfSwiSXNWaXNpYmxlIjp0cnVlLCJWYXJpYW5jZVN0eWxlIjp7IiRpZCI6IjkxOCIsIlRleHRTdHlsZSI6eyIkaWQiOiI5MTkiLCJGb250U2V0dGluZ3MiOnsiJGlkIjoiOTIwIiwiRm9udFNpemUiOjEwLCJGb250TmFtZSI6IkNhbGlicmkiLCJJc0JvbGQiOmZhbHNlLCJJc0l0YWxpYyI6ZmFsc2UsIklzVW5kZXJsaW5lZCI6ZmFsc2UsIlBhcmVudFN0eWxlIjpudWxsfSwiQXV0b1NpemUiOjAsIkZvcmVncm91bmQiOnsiJGlkIjoiOTIxIiwiQ29sb3IiOnsiJGlkIjoiOTI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kyMyIsIlRvcCI6MC4wLCJMZWZ0IjowLjAsIlJpZ2h0IjowLjAsIkJvdHRvbSI6MC4wfSwiUGFkZGluZyI6eyIkaWQiOiI5MjQiLCJUb3AiOjAuMCwiTGVmdCI6MC4wLCJSaWdodCI6MC4wLCJCb3R0b20iOjAuMH0sIkJhY2tncm91bmQiOnsiJGlkIjoiOTI1IiwiQ29sb3IiOnsiJGlkIjoiOTI2IiwiQSI6MjU1LCJSIjowLCJHIjowLCJCIjowfX0sIklzVmlzaWJsZSI6dHJ1ZSwiV2lkdGgiOjAuMCwiSGVpZ2h0IjowLjAsIkJvcmRlclN0eWxlIjp7IiRpZCI6IjkyNyIsIkxpbmVDb2xvciI6bnVsbCwiTGluZVdlaWdodCI6MC4wLCJMaW5lVHlwZSI6MCwiUGFyZW50U3R5bGUiOm51bGx9LCJQYXJlbnRTdHlsZSI6bnVsbH0sIlBhcmVudFN0eWxlIjpudWxsfSwiUGFyZW50U3R5bGUiOm51bGx9LCJEZWZhdWx0U3dpbWxhbmVBY3Rpdml0eVN0eWxlIjp7IiRpZCI6IjkyOCIsIkhlYWRlclN0eWxlIjp7IiRpZCI6IjkyOSIsIlRleHRTdHlsZSI6eyIkaWQiOiI5MzAiLCJGb250U2V0dGluZ3MiOnsiJGlkIjoiOTMxIiwiRm9udFNpemUiOjExLCJGb250TmFtZSI6IkNhbGlicmkiLCJJc0JvbGQiOmZhbHNlLCJJc0l0YWxpYyI6ZmFsc2UsIklzVW5kZXJsaW5lZCI6ZmFsc2UsIlBhcmVudFN0eWxlIjpudWxsfSwiQXV0b1NpemUiOjIsIkZvcmVncm91bmQiOnsiJGlkIjoiOTMyIiwiQ29sb3IiOnsiJGlkIjoiOTM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OTM0IiwiVG9wIjowLjAsIkxlZnQiOjAuMCwiUmlnaHQiOjAuMCwiQm90dG9tIjowLjB9LCJQYWRkaW5nIjp7IiRpZCI6IjkzNSIsIlRvcCI6MC4wLCJMZWZ0IjowLjAsIlJpZ2h0IjowLjAsIkJvdHRvbSI6MC4wfSwiQmFja2dyb3VuZCI6eyIkaWQiOiI5MzYiLCJDb2xvciI6eyIkaWQiOiI5MzciLCJBIjoyNTUsIlIiOjAsIkciOjAsIkIiOjB9fSwiSXNWaXNpYmxlIjp0cnVlLCJXaWR0aCI6MC4wLCJIZWlnaHQiOjAuMCwiQm9yZGVyU3R5bGUiOm51bGwsIlBhcmVudFN0eWxlIjpudWxsfSwiUmVjdGFuZ2xlU3R5bGUiOnsiJGlkIjoiOTM4IiwiTWFyZ2luIjp7IiRpZCI6IjkzOSIsIlRvcCI6MC4wLCJMZWZ0IjowLjAsIlJpZ2h0IjowLjAsIkJvdHRvbSI6MC4wfSwiUGFkZGluZyI6eyIkaWQiOiI5NDAiLCJUb3AiOjAuMCwiTGVmdCI6MC4wLCJSaWdodCI6MC4wLCJCb3R0b20iOjAuMH0sIkJhY2tncm91bmQiOnsiJGlkIjoiOTQxIiwiQ29sb3IiOnsiJGlkIjoiOTQyIiwiQSI6NjMsIlIiOjI1LCJHIjoxMDcsIkIiOjM2fX0sIklzVmlzaWJsZSI6dHJ1ZSwiV2lkdGgiOjAuMCwiSGVpZ2h0IjowLjAsIkJvcmRlclN0eWxlIjp7IiRpZCI6Ijk0MyIsIkxpbmVDb2xvciI6eyIkaWQiOiI5NDQiLCIkdHlwZSI6Ik5MUkUuQ29tbW9uLkRvbS5Tb2xpZENvbG9yQnJ1c2gsIE5MUkUuQ29tbW9uIiwiQ29sb3IiOnsiJGlkIjoiOTQ1IiwiQSI6MjU1LCJSIjoyNTUsIkciOjI1NSwiQiI6MjU1fX0sIkxpbmVXZWlnaHQiOjAuMCwiTGluZVR5cGUiOjAsIlBhcmVudFN0eWxlIjpudWxsfSwiUGFyZW50U3R5bGUiOm51bGx9LCJNYXJnaW4iOnsiJGlkIjoiOTQ2IiwiVG9wIjowLjAsIkxlZnQiOjAuMCwiUmlnaHQiOjAuMCwiQm90dG9tIjowLjB9LCJQYWRkaW5nIjp7IiRpZCI6Ijk0NyIsIlRvcCI6MC4wLCJMZWZ0IjowLjAsIlJpZ2h0IjowLjAsIkJvdHRvbSI6MC4wfSwiQmFja2dyb3VuZCI6bnVsbCwiSXNWaXNpYmxlIjp0cnVlLCJXaWR0aCI6MC4wLCJIZWlnaHQiOjAuMCwiQm9yZGVyU3R5bGUiOm51bGwsIlBhcmVudFN0eWxlIjpudWxsfSwiQmFja2dyb3VuZFN0eWxlIjp7IiRpZCI6Ijk0OCIsIk1hcmdpbiI6eyIkaWQiOiI5NDkiLCJUb3AiOjAuMCwiTGVmdCI6MC4wLCJSaWdodCI6MC4wLCJCb3R0b20iOjAuMH0sIlBhZGRpbmciOnsiJGlkIjoiOTUwIiwiVG9wIjowLjAsIkxlZnQiOjAuMCwiUmlnaHQiOjAuMCwiQm90dG9tIjowLjB9LCJCYWNrZ3JvdW5kIjp7IiRpZCI6Ijk1MSIsIkNvbG9yIjp7IiRpZCI6Ijk1MiIsIkEiOjUxLCJSIjoyMDAsIkciOjIwMCwiQiI6MjAwfX0sIklzVmlzaWJsZSI6dHJ1ZSwiV2lkdGgiOjAuMCwiSGVpZ2h0IjowLjAsIkJvcmRlclN0eWxlIjp7IiRpZCI6Ijk1MyIsIkxpbmVDb2xvciI6eyIkaWQiOiI5NTQiLCIkdHlwZSI6Ik5MUkUuQ29tbW9uLkRvbS5Tb2xpZENvbG9yQnJ1c2gsIE5MUkUuQ29tbW9uIiwiQ29sb3IiOnsiJGlkIjoiOTU1IiwiQSI6MjU1LCJSIjoyMzQsIkciOjIyLCJCIjozMH19LCJMaW5lV2VpZ2h0IjowLjAsIkxpbmVUeXBlIjowLCJQYXJlbnRTdHlsZSI6bnVsbH0sIlBhcmVudFN0eWxlIjpudWxsfSwiTWFyZ2luIjp7IiRpZCI6Ijk1NiIsIlRvcCI6MC4wLCJMZWZ0IjowLjAsIlJpZ2h0IjowLjAsIkJvdHRvbSI6MC4wfSwiUGFkZGluZyI6eyIkaWQiOiI5NTciLCJUb3AiOjAuMCwiTGVmdCI6MC4wLCJSaWdodCI6MC4wLCJCb3R0b20iOjAuMH0sIklzVmlzaWJsZSI6dHJ1ZSwiV2lkdGgiOjAuMCwiSGVpZ2h0IjowLjAsIkJvcmRlclN0eWxlIjp7IiRpZCI6Ijk1OCIsIkxpbmVDb2xvciI6bnVsbCwiTGluZVdlaWdodCI6MC4wLCJMaW5lVHlwZSI6MCwiUGFyZW50U3R5bGUiOm51bGx9LCJQYXJlbnRTdHlsZSI6bnVsbH0sIk1hcmdpbiI6eyIkaWQiOiI5NTkiLCJUb3AiOjAuMCwiTGVmdCI6MC4wLCJSaWdodCI6MC4wLCJCb3R0b20iOjAuMH0sIlBhZGRpbmciOnsiJGlkIjoiOTYwIiwiVG9wIjowLjAsIkxlZnQiOjAuMCwiUmlnaHQiOjAuMCwiQm90dG9tIjowLjB9LCJJc1Zpc2libGUiOnRydWUsIldpZHRoIjowLjAsIkhlaWdodCI6MC4wLCJCb3JkZXJTdHlsZSI6eyIkaWQiOiI5NjEiLCJMaW5lQ29sb3IiOm51bGwsIkxpbmVXZWlnaHQiOjAuMCwiTGluZVR5cGUiOjAsIlBhcmVudFN0eWxlIjpudWxsfSwiUGFyZW50U3R5bGUiOm51bGx9LHsiJGlkIjoiOTYyIiwiU3R5bGVJZCI6IjA3MDJkZWE4LWMxMTQtNGQ3MS1iZTQwLWNkMzA2MmM0Njk3MCIsIkhlYWRlclN0eWxlIjp7IiRpZCI6Ijk2MyIsIlRleHRJc1ZlcnRpY2FsIjpmYWxzZSwiVGV4dFN0eWxlIjp7IiRpZCI6Ijk2NCIsIkZvbnRTZXR0aW5ncyI6eyIkaWQiOiI5NjUiLCJGb250U2l6ZSI6MTEsIkZvbnROYW1lIjoiQ2FsaWJyaSIsIklzQm9sZCI6ZmFsc2UsIklzSXRhbGljIjpmYWxzZSwiSXNVbmRlcmxpbmVkIjpmYWxzZSwiUGFyZW50U3R5bGUiOm51bGx9LCJBdXRvU2l6ZSI6MiwiRm9yZWdyb3VuZCI6eyIkaWQiOiI5NjYiLCJDb2xvciI6eyIkaWQiOiI5Njc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5NjgiLCJUb3AiOjAuMCwiTGVmdCI6MC4wLCJSaWdodCI6MC4wLCJCb3R0b20iOjAuMH0sIlBhZGRpbmciOnsiJGlkIjoiOTY5IiwiVG9wIjowLjAsIkxlZnQiOjAuMCwiUmlnaHQiOjAuMCwiQm90dG9tIjowLjB9LCJCYWNrZ3JvdW5kIjp7IiRpZCI6Ijk3MCIsIkNvbG9yIjp7IiRpZCI6Ijk3MSIsIkEiOjI1NSwiUiI6MjU1LCJHIjoyNTUsIkIiOjI1NX19LCJJc1Zpc2libGUiOnRydWUsIldpZHRoIjowLjAsIkhlaWdodCI6MC4wLCJCb3JkZXJTdHlsZSI6bnVsbCwiUGFyZW50U3R5bGUiOm51bGx9LCJSZWN0YW5nbGVTdHlsZSI6eyIkaWQiOiI5NzIiLCJNYXJnaW4iOnsiJGlkIjoiOTczIiwiVG9wIjowLjAsIkxlZnQiOjAuMCwiUmlnaHQiOjAuMCwiQm90dG9tIjowLjB9LCJQYWRkaW5nIjp7IiRpZCI6Ijk3NCIsIlRvcCI6MC4wLCJMZWZ0IjowLjAsIlJpZ2h0IjowLjAsIkJvdHRvbSI6MC4wfSwiQmFja2dyb3VuZCI6eyIkaWQiOiI5NzUiLCJDb2xvciI6eyIkaWQiOiI5NzYiLCJBIjoyNTUsIlIiOjE1LCJHIjoxNTgsIkIiOjIxM319LCJJc1Zpc2libGUiOnRydWUsIldpZHRoIjowLjAsIkhlaWdodCI6MC4wLCJCb3JkZXJTdHlsZSI6eyIkaWQiOiI5NzciLCJMaW5lQ29sb3IiOnsiJGlkIjoiOTc4IiwiJHR5cGUiOiJOTFJFLkNvbW1vbi5Eb20uU29saWRDb2xvckJydXNoLCBOTFJFLkNvbW1vbiIsIkNvbG9yIjp7IiRpZCI6Ijk3OSIsIkEiOjI1NSwiUiI6MjU1LCJHIjoyNTUsIkIiOjI1NX19LCJMaW5lV2VpZ2h0IjowLjAsIkxpbmVUeXBlIjowLCJQYXJlbnRTdHlsZSI6bnVsbH0sIlBhcmVudFN0eWxlIjpudWxsfSwiTWFyZ2luIjp7IiRpZCI6Ijk4MCIsIlRvcCI6MC4wLCJMZWZ0IjowLjAsIlJpZ2h0IjowLjAsIkJvdHRvbSI6MC4wfSwiUGFkZGluZyI6eyIkaWQiOiI5ODEiLCJUb3AiOjAuMCwiTGVmdCI6MC4wLCJSaWdodCI6MC4wLCJCb3R0b20iOjAuMH0sIkJhY2tncm91bmQiOm51bGwsIklzVmlzaWJsZSI6dHJ1ZSwiV2lkdGgiOjAuMCwiSGVpZ2h0IjowLjAsIkJvcmRlclN0eWxlIjpudWxsLCJQYXJlbnRTdHlsZSI6bnVsbH0sIkJhY2tncm91bmRTdHlsZSI6eyIkaWQiOiI5ODIiLCJNYXJnaW4iOnsiJGlkIjoiOTgzIiwiVG9wIjowLjAsIkxlZnQiOjAuMCwiUmlnaHQiOjAuMCwiQm90dG9tIjowLjB9LCJQYWRkaW5nIjp7IiRpZCI6Ijk4NCIsIlRvcCI6MC4wLCJMZWZ0IjowLjAsIlJpZ2h0IjowLjAsIkJvdHRvbSI6MC4wfSwiQmFja2dyb3VuZCI6eyIkaWQiOiI5ODUiLCJDb2xvciI6eyIkaWQiOiI5ODYiLCJBIjo1MSwiUiI6MjAwLCJHIjoyMDAsIkIiOjIwMH19LCJJc1Zpc2libGUiOnRydWUsIldpZHRoIjowLjAsIkhlaWdodCI6MC4wLCJCb3JkZXJTdHlsZSI6eyIkaWQiOiI5ODciLCJMaW5lQ29sb3IiOnsiJGlkIjoiOTg4IiwiJHR5cGUiOiJOTFJFLkNvbW1vbi5Eb20uU29saWRDb2xvckJydXNoLCBOTFJFLkNvbW1vbiIsIkNvbG9yIjp7IiRpZCI6Ijk4OSIsIkEiOjI1NSwiUiI6MjM0LCJHIjoyMiwiQiI6MzB9fSwiTGluZVdlaWdodCI6MC4wLCJMaW5lVHlwZSI6MCwiUGFyZW50U3R5bGUiOm51bGx9LCJQYXJlbnRTdHlsZSI6bnVsbH0sIklzQWJvdmVUaW1lYmFuZCI6ZmFsc2UsIlNwYWNpbmciOjMsIkRlZmF1bHRTd2ltbGFuZVRhc2tTdHlsZSI6eyIkaWQiOiI5OTAiLCIkdHlwZSI6Ik5MUkUuQ29tbW9uLkRvbS5TdHlsZXMuRXhwbGljaXRTZXRhYmxlVGFza1N0eWxlLCBOTFJFLkNvbW1vbiIsIlNoYXBlIjoxLCJTaGFwZVRoaWNrbmVzcyI6MCwiRHVyYXRpb25Gb3JtYXQiOjAsIkluY2x1ZGVOb25Xb3JraW5nRGF5c0luRHVyYXRpb24iOmZhbHNlLCJQZXJjZW50YWdlQ29tcGxldGVTdHlsZSI6eyIkaWQiOiI5OTEiLCJGb250U2V0dGluZ3MiOnsiJGlkIjoiOTkyIiwiRm9udFNpemUiOjEwLCJGb250TmFtZSI6IkNhbGlicmkiLCJJc0JvbGQiOmZhbHNlLCJJc0l0YWxpYyI6ZmFsc2UsIklzVW5kZXJsaW5lZCI6ZmFsc2UsIlBhcmVudFN0eWxlIjpudWxsfSwiQXV0b1NpemUiOjAsIkZvcmVncm91bmQiOnsiJGlkIjoiOTkzIiwiQ29sb3IiOnsiJGlkIjoiOTk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k5NSIsIlRvcCI6MC4wLCJMZWZ0IjowLjAsIlJpZ2h0IjowLjAsIkJvdHRvbSI6MC4wfSwiUGFkZGluZyI6eyIkaWQiOiI5OTYiLCJUb3AiOjAuMCwiTGVmdCI6MC4wLCJSaWdodCI6MC4wLCJCb3R0b20iOjAuMH0sIkJhY2tncm91bmQiOnsiJGlkIjoiOTk3IiwiQ29sb3IiOnsiJGlkIjoiOTk4IiwiQSI6ODksIlIiOjAsIkciOjAsIkIiOjB9fSwiSXNWaXNpYmxlIjp0cnVlLCJXaWR0aCI6MC4wLCJIZWlnaHQiOjAuMCwiQm9yZGVyU3R5bGUiOnsiJGlkIjoiOTk5IiwiTGluZUNvbG9yIjpudWxsLCJMaW5lV2VpZ2h0IjowLjAsIkxpbmVUeXBlIjowLCJQYXJlbnRTdHlsZSI6bnVsbH0sIlBhcmVudFN0eWxlIjpudWxsfSwiRHVyYXRpb25TdHlsZSI6eyIkaWQiOiIxMDAwIiwiRm9udFNldHRpbmdzIjp7IiRpZCI6IjEwMDEiLCJGb250U2l6ZSI6MTAsIkZvbnROYW1lIjoiQ2FsaWJyaSIsIklzQm9sZCI6ZmFsc2UsIklzSXRhbGljIjpmYWxzZSwiSXNVbmRlcmxpbmVkIjpmYWxzZSwiUGFyZW50U3R5bGUiOm51bGx9LCJBdXRvU2l6ZSI6MCwiRm9yZWdyb3VuZCI6eyIkaWQiOiIxMDAyIiwiQ29sb3IiOnsiJGlkIjoiMTAw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wMDQiLCJUb3AiOjAuMCwiTGVmdCI6MC4wLCJSaWdodCI6MC4wLCJCb3R0b20iOjAuMH0sIlBhZGRpbmciOnsiJGlkIjoiMTAwNSIsIlRvcCI6MC4wLCJMZWZ0IjowLjAsIlJpZ2h0IjowLjAsIkJvdHRvbSI6MC4wfSwiQmFja2dyb3VuZCI6eyIkaWQiOiIxMDA2IiwiQ29sb3IiOnsiJGlkIjoiMTAwNyIsIkEiOjI1NSwiUiI6MjM3LCJHIjoxMjUsIkIiOjQ5fX0sIklzVmlzaWJsZSI6dHJ1ZSwiV2lkdGgiOjAuMCwiSGVpZ2h0IjowLjAsIkJvcmRlclN0eWxlIjp7IiRpZCI6IjEwMDgiLCJMaW5lQ29sb3IiOm51bGwsIkxpbmVXZWlnaHQiOjAuMCwiTGluZVR5cGUiOjAsIlBhcmVudFN0eWxlIjpudWxsfSwiUGFyZW50U3R5bGUiOm51bGx9LCJIb3Jpem9udGFsQ29ubmVjdG9yU3R5bGUiOnsiJGlkIjoiMTAwOSIsIkxpbmVDb2xvciI6eyIkaWQiOiIxMDEwIiwiJHR5cGUiOiJOTFJFLkNvbW1vbi5Eb20uU29saWRDb2xvckJydXNoLCBOTFJFLkNvbW1vbiIsIkNvbG9yIjp7IiRpZCI6IjEwMTEiLCJBIjoyNTUsIlIiOjAsIkciOjAsIkIiOjB9fSwiTGluZVdlaWdodCI6MC4wLCJMaW5lVHlwZSI6MCwiUGFyZW50U3R5bGUiOm51bGx9LCJWZXJ0aWNhbENvbm5lY3RvclN0eWxlIjp7IiRpZCI6IjEwMTIiLCJMaW5lQ29sb3IiOnsiJGlkIjoiMTAxMyIsIiR0eXBlIjoiTkxSRS5Db21tb24uRG9tLlNvbGlkQ29sb3JCcnVzaCwgTkxSRS5Db21tb24iLCJDb2xvciI6eyIkaWQiOiIxMDE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MTAxNSIsIlNoYXBlU3R5bGUiOnsiJGlkIjoiMTAxNiIsIk1hcmdpbiI6eyIkaWQiOiIxMDE3IiwiVG9wIjowLjAsIkxlZnQiOjAuMCwiUmlnaHQiOjAuMCwiQm90dG9tIjowLjB9LCJQYWRkaW5nIjp7IiRpZCI6IjEwMTgiLCJUb3AiOjAuMCwiTGVmdCI6MC4wLCJSaWdodCI6MC4wLCJCb3R0b20iOjAuMH0sIkJhY2tncm91bmQiOnsiJGlkIjoiMTAxOSIsIkNvbG9yIjp7IiRpZCI6IjEwMjAiLCJBIjoxNTMsIlIiOjAsIkciOjAsIkIiOjB9fSwiSXNWaXNpYmxlIjp0cnVlLCJXaWR0aCI6MC4wLCJIZWlnaHQiOjAuMCwiQm9yZGVyU3R5bGUiOnsiJGlkIjoiMTAyMSIsIkxpbmVDb2xvciI6eyIkaWQiOiIxMDIyIiwiJHR5cGUiOiJOTFJFLkNvbW1vbi5Eb20uU29saWRDb2xvckJydXNoLCBOTFJFLkNvbW1vbiIsIkNvbG9yIjp7IiRpZCI6IjEwMjMiLCJBIjoyNTUsIlIiOjI1NSwiRyI6MCwiQiI6MH19LCJMaW5lV2VpZ2h0IjowLjAsIkxpbmVUeXBlIjowLCJQYXJlbnRTdHlsZSI6bnVsbH0sIlBhcmVudFN0eWxlIjpudWxsfSwiTWFyZ2luIjp7IiRpZCI6IjEwMjQiLCJUb3AiOjAuMCwiTGVmdCI6MC4wLCJSaWdodCI6MC4wLCJCb3R0b20iOjAuMH0sIlBhZGRpbmciOnsiJGlkIjoiMTAyNSIsIlRvcCI6MC4wLCJMZWZ0IjowLjAsIlJpZ2h0IjowLjAsIkJvdHRvbSI6MC4wfSwiQmFja2dyb3VuZCI6bnVsbCwiSXNWaXNpYmxlIjp0cnVlLCJXaWR0aCI6MC4wLCJIZWlnaHQiOjAuMCwiQm9yZGVyU3R5bGUiOm51bGwsIlBhcmVudFN0eWxlIjpudWxsfSwiU2hhcGVTdHlsZSI6eyIkaWQiOiIxMDI2IiwiTWFyZ2luIjp7IiRpZCI6IjEwMjciLCJUb3AiOjAuMCwiTGVmdCI6NC4wLCJSaWdodCI6NC4wLCJCb3R0b20iOjAuMH0sIlBhZGRpbmciOnsiJGlkIjoiMTAyOCIsIlRvcCI6MC4wLCJMZWZ0IjowLjAsIlJpZ2h0IjowLjAsIkJvdHRvbSI6MC4wfSwiQmFja2dyb3VuZCI6eyIkaWQiOiIxMDI5IiwiQ29sb3IiOnsiJGlkIjoiMTAzMCIsIkEiOjI1NSwiUiI6MTUsIkciOjE1OCwiQiI6MjEzfX0sIklzVmlzaWJsZSI6dHJ1ZSwiV2lkdGgiOjAuMCwiSGVpZ2h0IjoxMC4wLCJCb3JkZXJTdHlsZSI6eyIkaWQiOiIxMDMxIiwiTGluZUNvbG9yIjp7IiRpZCI6IjEwMzIiLCIkdHlwZSI6Ik5MUkUuQ29tbW9uLkRvbS5Tb2xpZENvbG9yQnJ1c2gsIE5MUkUuQ29tbW9uIiwiQ29sb3IiOnsiJGlkIjoiMTAzMyIsIkEiOjI1NSwiUiI6MjM0LCJHIjoyMiwiQiI6MzB9fSwiTGluZVdlaWdodCI6MC4wLCJMaW5lVHlwZSI6MCwiUGFyZW50U3R5bGUiOm51bGx9LCJQYXJlbnRTdHlsZSI6bnVsbH0sIlRpdGxlU3R5bGUiOnsiJGlkIjoiMTAzNCIsIkZvbnRTZXR0aW5ncyI6eyIkaWQiOiIxMDM1IiwiRm9udFNpemUiOjExLCJGb250TmFtZSI6IkNhbGlicmkiLCJJc0JvbGQiOmZhbHNlLCJJc0l0YWxpYyI6ZmFsc2UsIklzVW5kZXJsaW5lZCI6ZmFsc2UsIlBhcmVudFN0eWxlIjpudWxsfSwiQXV0b1NpemUiOjAsIkZvcmVncm91bmQiOnsiJGlkIjoiMTAzNiIsIkNvbG9yIjp7IiRpZCI6IjEwMz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AzOCIsIlRvcCI6MC4wLCJMZWZ0IjowLjAsIlJpZ2h0IjowLjAsIkJvdHRvbSI6MC4wfSwiUGFkZGluZyI6eyIkaWQiOiIxMDM5IiwiVG9wIjowLjAsIkxlZnQiOjAuMCwiUmlnaHQiOjAuMCwiQm90dG9tIjowLjB9LCJCYWNrZ3JvdW5kIjp7IiRpZCI6IjEwNDAiLCJDb2xvciI6eyIkaWQiOiIxMDQxIiwiQSI6MjU1LCJSIjowLCJHIjowLCJCIjowfX0sIklzVmlzaWJsZSI6dHJ1ZSwiV2lkdGgiOjAuMCwiSGVpZ2h0IjowLjAsIkJvcmRlclN0eWxlIjp7IiRpZCI6IjEwNDIiLCJMaW5lQ29sb3IiOm51bGwsIkxpbmVXZWlnaHQiOjAuMCwiTGluZVR5cGUiOjAsIlBhcmVudFN0eWxlIjpudWxsfSwiUGFyZW50U3R5bGUiOm51bGx9LCJEYXRlU3R5bGUiOnsiJGlkIjoiMTA0MyIsIkZvbnRTZXR0aW5ncyI6eyIkaWQiOiIxMDQ0IiwiRm9udFNpemUiOjEwLCJGb250TmFtZSI6IkNhbGlicmkiLCJJc0JvbGQiOmZhbHNlLCJJc0l0YWxpYyI6ZmFsc2UsIklzVW5kZXJsaW5lZCI6ZmFsc2UsIlBhcmVudFN0eWxlIjpudWxsfSwiQXV0b1NpemUiOjAsIkZvcmVncm91bmQiOnsiJGlkIjoiMTA0NSIsIkNvbG9yIjp7IiRpZCI6IjEwND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MTA0NyIsIlRvcCI6MC4wLCJMZWZ0IjowLjAsIlJpZ2h0IjowLjAsIkJvdHRvbSI6MC4wfSwiUGFkZGluZyI6eyIkaWQiOiIxMDQ4IiwiVG9wIjowLjAsIkxlZnQiOjAuMCwiUmlnaHQiOjAuMCwiQm90dG9tIjowLjB9LCJCYWNrZ3JvdW5kIjp7IiRpZCI6IjEwNDkiLCJDb2xvciI6eyIkaWQiOiIxMDUwIiwiQSI6MjU1LCJSIjoxNCwiRyI6NDAsIkIiOjY1fX0sIklzVmlzaWJsZSI6dHJ1ZSwiV2lkdGgiOjAuMCwiSGVpZ2h0IjowLjAsIkJvcmRlclN0eWxlIjp7IiRpZCI6IjEwNTEiLCJMaW5lQ29sb3IiOm51bGwsIkxpbmVXZWlnaHQiOjAuMCwiTGluZVR5cGUiOjAsIlBhcmVudFN0eWxlIjpudWxsfSwiUGFyZW50U3R5bGUiOm51bGx9LCJEYXRlRm9ybWF0Ijp7IiRpZCI6IjEwNT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A1MyIsIkZvcm1hdCI6MCwiSXNWaXNpYmxlIjpmYWxzZSwiTGFzdEtub3duVmlzaWJpbGl0eVN0YXRlIjpmYWxzZX0sIklzVmlzaWJsZSI6dHJ1ZSwiVmFyaWFuY2VTdHlsZSI6eyIkaWQiOiIxMDU0IiwiVGV4dFN0eWxlIjp7IiRpZCI6IjEwNTUiLCJGb250U2V0dGluZ3MiOnsiJGlkIjoiMTA1NiIsIkZvbnRTaXplIjoxMCwiRm9udE5hbWUiOiJDYWxpYnJpIiwiSXNCb2xkIjpmYWxzZSwiSXNJdGFsaWMiOmZhbHNlLCJJc1VuZGVybGluZWQiOmZhbHNlLCJQYXJlbnRTdHlsZSI6bnVsbH0sIkF1dG9TaXplIjowLCJGb3JlZ3JvdW5kIjp7IiRpZCI6IjEwNTciLCJDb2xvciI6eyIkaWQiOiIxMDU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wNTkiLCJUb3AiOjAuMCwiTGVmdCI6MC4wLCJSaWdodCI6MC4wLCJCb3R0b20iOjAuMH0sIlBhZGRpbmciOnsiJGlkIjoiMTA2MCIsIlRvcCI6MC4wLCJMZWZ0IjowLjAsIlJpZ2h0IjowLjAsIkJvdHRvbSI6MC4wfSwiQmFja2dyb3VuZCI6eyIkaWQiOiIxMDYxIiwiQ29sb3IiOnsiJGlkIjoiMTA2MiIsIkEiOjI1NSwiUiI6MCwiRyI6MCwiQiI6MH19LCJJc1Zpc2libGUiOnRydWUsIldpZHRoIjowLjAsIkhlaWdodCI6MC4wLCJCb3JkZXJTdHlsZSI6eyIkaWQiOiIxMDYzIiwiTGluZUNvbG9yIjpudWxsLCJMaW5lV2VpZ2h0IjowLjAsIkxpbmVUeXBlIjowLCJQYXJlbnRTdHlsZSI6bnVsbH0sIlBhcmVudFN0eWxlIjpudWxsfSwiUGFyZW50U3R5bGUiOm51bGx9LCJQYXJlbnRTdHlsZSI6bnVsbCwiX2V4cGxpY2l0bHlTZXQiOnsiJGlkIjoiMTA2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EwNjUiLCJTaGFwZSI6MSwiQ29ubmVjdG9yTWFyZ2luIjp7IiRpZCI6IjEwNjYiLCJUb3AiOjAuMCwiTGVmdCI6Mi4wLCJSaWdodCI6Mi4wLCJCb3R0b20iOjAuMH0sIkNvbm5lY3RvclN0eWxlIjp7IiRpZCI6IjEwNjciLCJMaW5lQ29sb3IiOnsiJGlkIjoiMTA2OCIsIiR0eXBlIjoiTkxSRS5Db21tb24uRG9tLlNvbGlkQ29sb3JCcnVzaCwgTkxSRS5Db21tb24iLCJDb2xvciI6eyIkaWQiOiIxMDY5IiwiQSI6MTI3LCJSIjoxMSwiRyI6MTE4LCJCIjoxNTl9fSwiTGluZVdlaWdodCI6MS4wLCJMaW5lVHlwZSI6MCwiUGFyZW50U3R5bGUiOm51bGx9LCJJc0JlbG93VGltZWJhbmQiOmZhbHNlLCJQb3NpdGlvbk9uVGFzayI6MSwiSGlkZURhdGUiOmZhbHNlLCJTaGFwZVNpemUiOjAsIlNwYWNpbmciOjAuMCwiUGFkZGluZyI6eyIkaWQiOiIxMDcwIiwiVG9wIjo1LjAsIkxlZnQiOjMuMCwiUmlnaHQiOjAuMCwiQm90dG9tIjoyLjB9LCJTaGFwZVN0eWxlIjp7IiRpZCI6IjEwNzEiLCJNYXJnaW4iOnsiJGlkIjoiMTA3MiIsIlRvcCI6MC4wLCJMZWZ0IjowLjAsIlJpZ2h0IjowLjAsIkJvdHRvbSI6MC4wfSwiUGFkZGluZyI6eyIkaWQiOiIxMDczIiwiVG9wIjowLjAsIkxlZnQiOjAuMCwiUmlnaHQiOjAuMCwiQm90dG9tIjowLjB9LCJCYWNrZ3JvdW5kIjp7IiRpZCI6IjEwNzQiLCJDb2xvciI6eyIkaWQiOiIxMDc1IiwiQSI6MjU1LCJSIjoxMSwiRyI6MTE4LCJCIjoxNTl9fSwiSXNWaXNpYmxlIjp0cnVlLCJXaWR0aCI6MTIuMCwiSGVpZ2h0IjoxNC4wLCJCb3JkZXJTdHlsZSI6eyIkaWQiOiIxMDc2IiwiTGluZUNvbG9yIjp7IiRpZCI6IjEwNzciLCIkdHlwZSI6Ik5MUkUuQ29tbW9uLkRvbS5Tb2xpZENvbG9yQnJ1c2gsIE5MUkUuQ29tbW9uIiwiQ29sb3IiOnsiJGlkIjoiMTA3OCIsIkEiOjI1NSwiUiI6MjU1LCJHIjowLCJCIjowfX0sIkxpbmVXZWlnaHQiOjAuMCwiTGluZVR5cGUiOjAsIlBhcmVudFN0eWxlIjpudWxsfSwiUGFyZW50U3R5bGUiOm51bGx9LCJUaXRsZVN0eWxlIjp7IiRpZCI6IjEwNzkiLCJGb250U2V0dGluZ3MiOnsiJGlkIjoiMTA4MCIsIkZvbnRTaXplIjoxMSwiRm9udE5hbWUiOiJDYWxpYnJpIiwiSXNCb2xkIjpmYWxzZSwiSXNJdGFsaWMiOmZhbHNlLCJJc1VuZGVybGluZWQiOmZhbHNlLCJQYXJlbnRTdHlsZSI6bnVsbH0sIkF1dG9TaXplIjowLCJGb3JlZ3JvdW5kIjp7IiRpZCI6IjEwODEiLCJDb2xvciI6eyIkaWQiOiIxMDg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EwODMiLCJUb3AiOjAuMCwiTGVmdCI6MC4wLCJSaWdodCI6MC4wLCJCb3R0b20iOjAuMH0sIlBhZGRpbmciOnsiJGlkIjoiMTA4NCIsIlRvcCI6MC4wLCJMZWZ0IjowLjAsIlJpZ2h0IjowLjAsIkJvdHRvbSI6MC4wfSwiQmFja2dyb3VuZCI6eyIkaWQiOiIxMDg1IiwiQ29sb3IiOnsiJGlkIjoiMTA4NiIsIkEiOjI1NSwiUiI6MCwiRyI6MCwiQiI6MH19LCJJc1Zpc2libGUiOnRydWUsIldpZHRoIjowLjAsIkhlaWdodCI6MC4wLCJCb3JkZXJTdHlsZSI6eyIkaWQiOiIxMDg3IiwiTGluZUNvbG9yIjpudWxsLCJMaW5lV2VpZ2h0IjowLjAsIkxpbmVUeXBlIjowLCJQYXJlbnRTdHlsZSI6bnVsbH0sIlBhcmVudFN0eWxlIjpudWxsfSwiRGF0ZVN0eWxlIjp7IiRpZCI6IjEwODgiLCJGb250U2V0dGluZ3MiOnsiJGlkIjoiMTA4OSIsIkZvbnRTaXplIjoxMCwiRm9udE5hbWUiOiJDYWxpYnJpIiwiSXNCb2xkIjpmYWxzZSwiSXNJdGFsaWMiOmZhbHNlLCJJc1VuZGVybGluZWQiOmZhbHNlLCJQYXJlbnRTdHlsZSI6bnVsbH0sIkF1dG9TaXplIjowLCJGb3JlZ3JvdW5kIjp7IiRpZCI6IjEwOTAiLCJDb2xvciI6eyIkaWQiOiIxMDk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EwOTIiLCJUb3AiOjAuMCwiTGVmdCI6MC4wLCJSaWdodCI6MC4wLCJCb3R0b20iOjAuMH0sIlBhZGRpbmciOnsiJGlkIjoiMTA5MyIsIlRvcCI6MC4wLCJMZWZ0IjowLjAsIlJpZ2h0IjowLjAsIkJvdHRvbSI6MC4wfSwiQmFja2dyb3VuZCI6eyIkaWQiOiIxMDk0IiwiQ29sb3IiOnsiJGlkIjoiMTA5NSIsIkEiOjI1NSwiUiI6MTQsIkciOjQwLCJCIjo2NX19LCJJc1Zpc2libGUiOnRydWUsIldpZHRoIjowLjAsIkhlaWdodCI6MC4wLCJCb3JkZXJTdHlsZSI6eyIkaWQiOiIxMDk2IiwiTGluZUNvbG9yIjpudWxsLCJMaW5lV2VpZ2h0IjowLjAsIkxpbmVUeXBlIjowLCJQYXJlbnRTdHlsZSI6bnVsbH0sIlBhcmVudFN0eWxlIjpudWxsfSwiRGF0ZUZvcm1hdCI6eyIkaWQiOiIxMDk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OTgiLCJGb3JtYXQiOjAsIklzVmlzaWJsZSI6ZmFsc2UsIkxhc3RLbm93blZpc2liaWxpdHlTdGF0ZSI6ZmFsc2V9LCJJc1Zpc2libGUiOmZhbHNlLCJWYXJpYW5jZVN0eWxlIjp7IiRpZCI6IjEwOTkiLCJUZXh0U3R5bGUiOnsiJGlkIjoiMTEwMCIsIkZvbnRTZXR0aW5ncyI6eyIkaWQiOiIxMTAxIiwiRm9udFNpemUiOjEwLCJGb250TmFtZSI6IkNhbGlicmkiLCJJc0JvbGQiOmZhbHNlLCJJc0l0YWxpYyI6ZmFsc2UsIklzVW5kZXJsaW5lZCI6ZmFsc2UsIlBhcmVudFN0eWxlIjpudWxsfSwiQXV0b1NpemUiOjAsIkZvcmVncm91bmQiOnsiJGlkIjoiMTEwMiIsIkNvbG9yIjp7IiRpZCI6IjExMD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EwNCIsIlRvcCI6MC4wLCJMZWZ0IjowLjAsIlJpZ2h0IjowLjAsIkJvdHRvbSI6MC4wfSwiUGFkZGluZyI6eyIkaWQiOiIxMTA1IiwiVG9wIjowLjAsIkxlZnQiOjAuMCwiUmlnaHQiOjAuMCwiQm90dG9tIjowLjB9LCJCYWNrZ3JvdW5kIjp7IiRpZCI6IjExMDYiLCJDb2xvciI6eyIkaWQiOiIxMTA3IiwiQSI6MjU1LCJSIjowLCJHIjowLCJCIjowfX0sIklzVmlzaWJsZSI6dHJ1ZSwiV2lkdGgiOjAuMCwiSGVpZ2h0IjowLjAsIkJvcmRlclN0eWxlIjp7IiRpZCI6IjExMDgiLCJMaW5lQ29sb3IiOm51bGwsIkxpbmVXZWlnaHQiOjAuMCwiTGluZVR5cGUiOjAsIlBhcmVudFN0eWxlIjpudWxsfSwiUGFyZW50U3R5bGUiOm51bGx9LCJQYXJlbnRTdHlsZSI6bnVsbH0sIlBhcmVudFN0eWxlIjpudWxsfSwiRGVmYXVsdFN3aW1sYW5lTWlsZXN0b25lU3R5bGUiOnsiJGlkIjoiMTEwOSIsIlRpdGxlUG9zaXRpb24iOiJMZWZ0IiwiRGF0ZVBvc2l0aW9uIjoiUmlnaHQiLCJWYXJpYW5jZVBvc2l0aW9uIjoiUmlnaHQiLCJTaGFwZVR5cGUiOjEsIlNoYXBlU2l6ZSI6MCwiU3BhY2luZyI6NSwiU2hhcGVTdHlsZSI6eyIkaWQiOiIxMTEwIiwiTWFyZ2luIjp7IiRpZCI6IjExMTEiLCJUb3AiOjAuMCwiTGVmdCI6MC4wLCJSaWdodCI6MC4wLCJCb3R0b20iOjAuMH0sIlBhZGRpbmciOnsiJGlkIjoiMTExMiIsIlRvcCI6MC4wLCJMZWZ0IjowLjAsIlJpZ2h0IjowLjAsIkJvdHRvbSI6MC4wfSwiQmFja2dyb3VuZCI6eyIkaWQiOiIxMTEzIiwiQ29sb3IiOnsiJGlkIjoiMTExNCIsIkEiOjI1NSwiUiI6MTUsIkciOjE1OCwiQiI6MjEzfX0sIklzVmlzaWJsZSI6dHJ1ZSwiV2lkdGgiOjEyLjAsIkhlaWdodCI6MTQuMCwiQm9yZGVyU3R5bGUiOnsiJGlkIjoiMTExNSIsIkxpbmVDb2xvciI6eyIkaWQiOiIxMTE2IiwiJHR5cGUiOiJOTFJFLkNvbW1vbi5Eb20uU29saWRDb2xvckJydXNoLCBOTFJFLkNvbW1vbiIsIkNvbG9yIjp7IiRpZCI6IjExMTciLCJBIjoyNTUsIlIiOjIzNCwiRyI6MjIsIkIiOjMwfX0sIkxpbmVXZWlnaHQiOjAuMCwiTGluZVR5cGUiOjAsIlBhcmVudFN0eWxlIjpudWxsfSwiUGFyZW50U3R5bGUiOm51bGx9LCJUaXRsZVN0eWxlIjp7IiRpZCI6IjExMTgiLCJGb250U2V0dGluZ3MiOnsiJGlkIjoiMTExOSIsIkZvbnRTaXplIjoxMSwiRm9udE5hbWUiOiJDYWxpYnJpIiwiSXNCb2xkIjpmYWxzZSwiSXNJdGFsaWMiOmZhbHNlLCJJc1VuZGVybGluZWQiOmZhbHNlLCJQYXJlbnRTdHlsZSI6bnVsbH0sIkF1dG9TaXplIjowLCJGb3JlZ3JvdW5kIjp7IiRpZCI6IjExMjAiLCJDb2xvciI6eyIkaWQiOiIxMTIx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ExMjIiLCJUb3AiOjAuMCwiTGVmdCI6MC4wLCJSaWdodCI6MC4wLCJCb3R0b20iOjAuMH0sIlBhZGRpbmciOnsiJGlkIjoiMTEyMyIsIlRvcCI6MC4wLCJMZWZ0IjowLjAsIlJpZ2h0IjowLjAsIkJvdHRvbSI6MC4wfSwiQmFja2dyb3VuZCI6eyIkaWQiOiIxMTI0IiwiQ29sb3IiOnsiJGlkIjoiMTEyNSIsIkEiOjI1NSwiUiI6MCwiRyI6MCwiQiI6MH19LCJJc1Zpc2libGUiOnRydWUsIldpZHRoIjowLjAsIkhlaWdodCI6MC4wLCJCb3JkZXJTdHlsZSI6eyIkaWQiOiIxMTI2IiwiTGluZUNvbG9yIjpudWxsLCJMaW5lV2VpZ2h0IjowLjAsIkxpbmVUeXBlIjowLCJQYXJlbnRTdHlsZSI6bnVsbH0sIlBhcmVudFN0eWxlIjpudWxsfSwiRGF0ZVN0eWxlIjp7IiRpZCI6IjExMjciLCJGb250U2V0dGluZ3MiOnsiJGlkIjoiMTEyOCIsIkZvbnRTaXplIjoxMCwiRm9udE5hbWUiOiJDYWxpYnJpIiwiSXNCb2xkIjpmYWxzZSwiSXNJdGFsaWMiOmZhbHNlLCJJc1VuZGVybGluZWQiOmZhbHNlLCJQYXJlbnRTdHlsZSI6bnVsbH0sIkF1dG9TaXplIjowLCJGb3JlZ3JvdW5kIjp7IiRpZCI6IjExMjkiLCJDb2xvciI6eyIkaWQiOiIxMTMw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xMzEiLCJUb3AiOjAuMCwiTGVmdCI6MC4wLCJSaWdodCI6MC4wLCJCb3R0b20iOjAuMH0sIlBhZGRpbmciOnsiJGlkIjoiMTEzMiIsIlRvcCI6MC4wLCJMZWZ0IjowLjAsIlJpZ2h0IjowLjAsIkJvdHRvbSI6MC4wfSwiQmFja2dyb3VuZCI6eyIkaWQiOiIxMTMzIiwiQ29sb3IiOnsiJGlkIjoiMTEzNCIsIkEiOjI1NSwiUiI6MTQsIkciOjQwLCJCIjo2NX19LCJJc1Zpc2libGUiOnRydWUsIldpZHRoIjowLjAsIkhlaWdodCI6MC4wLCJCb3JkZXJTdHlsZSI6eyIkaWQiOiIxMTM1IiwiTGluZUNvbG9yIjpudWxsLCJMaW5lV2VpZ2h0IjowLjAsIkxpbmVUeXBlIjowLCJQYXJlbnRTdHlsZSI6bnVsbH0sIlBhcmVudFN0eWxlIjpudWxsfSwiRGF0ZUZvcm1hdCI6eyIkaWQiOiIxMTM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xMzciLCJGb3JtYXQiOjAsIklzVmlzaWJsZSI6ZmFsc2UsIkxhc3RLbm93blZpc2liaWxpdHlTdGF0ZSI6ZmFsc2V9LCJJc1Zpc2libGUiOnRydWUsIlZhcmlhbmNlU3R5bGUiOnsiJGlkIjoiMTEzOCIsIlRleHRTdHlsZSI6eyIkaWQiOiIxMTM5IiwiRm9udFNldHRpbmdzIjp7IiRpZCI6IjExNDAiLCJGb250U2l6ZSI6MTAsIkZvbnROYW1lIjoiQ2FsaWJyaSIsIklzQm9sZCI6ZmFsc2UsIklzSXRhbGljIjpmYWxzZSwiSXNVbmRlcmxpbmVkIjpmYWxzZSwiUGFyZW50U3R5bGUiOm51bGx9LCJBdXRvU2l6ZSI6MCwiRm9yZWdyb3VuZCI6eyIkaWQiOiIxMTQxIiwiQ29sb3IiOnsiJGlkIjoiMTE0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TQzIiwiVG9wIjowLjAsIkxlZnQiOjAuMCwiUmlnaHQiOjAuMCwiQm90dG9tIjowLjB9LCJQYWRkaW5nIjp7IiRpZCI6IjExNDQiLCJUb3AiOjAuMCwiTGVmdCI6MC4wLCJSaWdodCI6MC4wLCJCb3R0b20iOjAuMH0sIkJhY2tncm91bmQiOnsiJGlkIjoiMTE0NSIsIkNvbG9yIjp7IiRpZCI6IjExNDYiLCJBIjoyNTUsIlIiOjAsIkciOjAsIkIiOjB9fSwiSXNWaXNpYmxlIjp0cnVlLCJXaWR0aCI6MC4wLCJIZWlnaHQiOjAuMCwiQm9yZGVyU3R5bGUiOnsiJGlkIjoiMTE0NyIsIkxpbmVDb2xvciI6bnVsbCwiTGluZVdlaWdodCI6MC4wLCJMaW5lVHlwZSI6MCwiUGFyZW50U3R5bGUiOm51bGx9LCJQYXJlbnRTdHlsZSI6bnVsbH0sIlBhcmVudFN0eWxlIjpudWxsfSwiUGFyZW50U3R5bGUiOm51bGx9LCJEZWZhdWx0U3dpbWxhbmVBY3Rpdml0eVN0eWxlIjp7IiRpZCI6IjExNDgiLCJIZWFkZXJTdHlsZSI6eyIkaWQiOiIxMTQ5IiwiVGV4dFN0eWxlIjp7IiRpZCI6IjExNTAiLCJGb250U2V0dGluZ3MiOnsiJGlkIjoiMTE1MSIsIkZvbnRTaXplIjoxMSwiRm9udE5hbWUiOiJDYWxpYnJpIiwiSXNCb2xkIjpmYWxzZSwiSXNJdGFsaWMiOmZhbHNlLCJJc1VuZGVybGluZWQiOmZhbHNlLCJQYXJlbnRTdHlsZSI6bnVsbH0sIkF1dG9TaXplIjoyLCJGb3JlZ3JvdW5kIjp7IiRpZCI6IjExNTIiLCJDb2xvciI6eyIkaWQiOiIxMTU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MTE1NCIsIlRvcCI6MC4wLCJMZWZ0IjowLjAsIlJpZ2h0IjowLjAsIkJvdHRvbSI6MC4wfSwiUGFkZGluZyI6eyIkaWQiOiIxMTU1IiwiVG9wIjowLjAsIkxlZnQiOjAuMCwiUmlnaHQiOjAuMCwiQm90dG9tIjowLjB9LCJCYWNrZ3JvdW5kIjp7IiRpZCI6IjExNTYiLCJDb2xvciI6eyIkaWQiOiIxMTU3IiwiQSI6MjU1LCJSIjowLCJHIjowLCJCIjowfX0sIklzVmlzaWJsZSI6dHJ1ZSwiV2lkdGgiOjAuMCwiSGVpZ2h0IjowLjAsIkJvcmRlclN0eWxlIjpudWxsLCJQYXJlbnRTdHlsZSI6bnVsbH0sIlJlY3RhbmdsZVN0eWxlIjp7IiRpZCI6IjExNTgiLCJNYXJnaW4iOnsiJGlkIjoiMTE1OSIsIlRvcCI6MC4wLCJMZWZ0IjowLjAsIlJpZ2h0IjowLjAsIkJvdHRvbSI6MC4wfSwiUGFkZGluZyI6eyIkaWQiOiIxMTYwIiwiVG9wIjowLjAsIkxlZnQiOjAuMCwiUmlnaHQiOjAuMCwiQm90dG9tIjowLjB9LCJCYWNrZ3JvdW5kIjp7IiRpZCI6IjExNjEiLCJDb2xvciI6eyIkaWQiOiIxMTYyIiwiQSI6MTI3LCJSIjoxNSwiRyI6MTU4LCJCIjoyMTN9fSwiSXNWaXNpYmxlIjp0cnVlLCJXaWR0aCI6MC4wLCJIZWlnaHQiOjAuMCwiQm9yZGVyU3R5bGUiOnsiJGlkIjoiMTE2MyIsIkxpbmVDb2xvciI6eyIkaWQiOiIxMTY0IiwiJHR5cGUiOiJOTFJFLkNvbW1vbi5Eb20uU29saWRDb2xvckJydXNoLCBOTFJFLkNvbW1vbiIsIkNvbG9yIjp7IiRpZCI6IjExNjUiLCJBIjoyNTUsIlIiOjI1NSwiRyI6MCwiQiI6MH19LCJMaW5lV2VpZ2h0IjowLjAsIkxpbmVUeXBlIjowLCJQYXJlbnRTdHlsZSI6bnVsbH0sIlBhcmVudFN0eWxlIjpudWxsfSwiTWFyZ2luIjp7IiRpZCI6IjExNjYiLCJUb3AiOjAuMCwiTGVmdCI6MC4wLCJSaWdodCI6MC4wLCJCb3R0b20iOjAuMH0sIlBhZGRpbmciOnsiJGlkIjoiMTE2NyIsIlRvcCI6MC4wLCJMZWZ0IjowLjAsIlJpZ2h0IjowLjAsIkJvdHRvbSI6MC4wfSwiQmFja2dyb3VuZCI6bnVsbCwiSXNWaXNpYmxlIjp0cnVlLCJXaWR0aCI6MC4wLCJIZWlnaHQiOjAuMCwiQm9yZGVyU3R5bGUiOm51bGwsIlBhcmVudFN0eWxlIjpudWxsfSwiQmFja2dyb3VuZFN0eWxlIjp7IiRpZCI6IjExNjgiLCJNYXJnaW4iOnsiJGlkIjoiMTE2OSIsIlRvcCI6MC4wLCJMZWZ0IjowLjAsIlJpZ2h0IjowLjAsIkJvdHRvbSI6MC4wfSwiUGFkZGluZyI6eyIkaWQiOiIxMTcwIiwiVG9wIjowLjAsIkxlZnQiOjAuMCwiUmlnaHQiOjAuMCwiQm90dG9tIjowLjB9LCJCYWNrZ3JvdW5kIjp7IiRpZCI6IjExNzEiLCJDb2xvciI6eyIkaWQiOiIxMTcyIiwiQSI6NTEsIlIiOjIwMCwiRyI6MjAwLCJCIjoyMDB9fSwiSXNWaXNpYmxlIjp0cnVlLCJXaWR0aCI6MC4wLCJIZWlnaHQiOjAuMCwiQm9yZGVyU3R5bGUiOnsiJGlkIjoiMTE3MyIsIkxpbmVDb2xvciI6eyIkaWQiOiIxMTc0IiwiJHR5cGUiOiJOTFJFLkNvbW1vbi5Eb20uU29saWRDb2xvckJydXNoLCBOTFJFLkNvbW1vbiIsIkNvbG9yIjp7IiRpZCI6IjExNzUiLCJBIjoyNTUsIlIiOjIzNCwiRyI6MjIsIkIiOjMwfX0sIkxpbmVXZWlnaHQiOjAuMCwiTGluZVR5cGUiOjAsIlBhcmVudFN0eWxlIjpudWxsfSwiUGFyZW50U3R5bGUiOm51bGx9LCJNYXJnaW4iOnsiJGlkIjoiMTE3NiIsIlRvcCI6MC4wLCJMZWZ0IjowLjAsIlJpZ2h0IjowLjAsIkJvdHRvbSI6MC4wfSwiUGFkZGluZyI6eyIkaWQiOiIxMTc3IiwiVG9wIjowLjAsIkxlZnQiOjAuMCwiUmlnaHQiOjAuMCwiQm90dG9tIjowLjB9LCJJc1Zpc2libGUiOnRydWUsIldpZHRoIjowLjAsIkhlaWdodCI6MC4wLCJCb3JkZXJTdHlsZSI6eyIkaWQiOiIxMTc4IiwiTGluZUNvbG9yIjpudWxsLCJMaW5lV2VpZ2h0IjowLjAsIkxpbmVUeXBlIjowLCJQYXJlbnRTdHlsZSI6bnVsbH0sIlBhcmVudFN0eWxlIjpudWxsfSwiTWFyZ2luIjp7IiRpZCI6IjExNzkiLCJUb3AiOjAuMCwiTGVmdCI6MC4wLCJSaWdodCI6MC4wLCJCb3R0b20iOjAuMH0sIlBhZGRpbmciOnsiJGlkIjoiMTE4MCIsIlRvcCI6MC4wLCJMZWZ0IjowLjAsIlJpZ2h0IjowLjAsIkJvdHRvbSI6MC4wfSwiSXNWaXNpYmxlIjp0cnVlLCJXaWR0aCI6MC4wLCJIZWlnaHQiOjAuMCwiQm9yZGVyU3R5bGUiOnsiJGlkIjoiMTE4MSIsIkxpbmVDb2xvciI6bnVsbCwiTGluZVdlaWdodCI6MC4wLCJMaW5lVHlwZSI6MCwiUGFyZW50U3R5bGUiOm51bGx9LCJQYXJlbnRTdHlsZSI6bnVsbH1dLCJDb25kaXRpb25hbEZvcm1hdHRpbmciOnsiJGlkIjoiMTE4MiIsIlB2QUZvcm1hdHRpbmciOnsiJGlkIjoiMTE4MyIsIkRlbGF5VGFza1N0eWxlIjp7IiRpZCI6IjExODQiLCJTdHlsZU9wdGlvbnMiOjI0LCJUaXRsZUZvcmVncm91bmQiOnsiJGlkIjoiMTE4NSIsIkNvbG9yIjp7IiRpZCI6IjExODYiLCJBIjoyNTUsIlIiOjE3NSwiRyI6MCwiQiI6MH19LCJBY3R1YWxTaGFwZXNCYWNrZ3JvdW5kIjp7IiRpZCI6IjExODciLCJDb2xvciI6eyIkaWQiOiIxMTg4IiwiQSI6NjIsIlIiOjI1NSwiRyI6MCwiQiI6MH19LCJBY3R1YWxTaGFwZXNCb3JkZXJTdHlsZSI6eyIkaWQiOiIxMTg5IiwiTGluZUNvbG9yIjp7IiRpZCI6IjExOTAiLCIkdHlwZSI6Ik5MUkUuQ29tbW9uLkRvbS5Tb2xpZENvbG9yQnJ1c2gsIE5MUkUuQ29tbW9uIiwiQ29sb3IiOnsiJGlkIjoiMTE5MSIsIkEiOjE2MywiUiI6MjU1LCJHIjowLCJCIjowfX0sIkxpbmVXZWlnaHQiOjMuMCwiTGluZVR5cGUiOjAsIlBhcmVudFN0eWxlIjpudWxsfSwiQmFzZWxpbmVTaGFwZXNCYWNrZ3JvdW5kIjp7IiRpZCI6IjExOTIiLCJDb2xvciI6eyIkaWQiOiIxMTkzIiwiQSI6MTg0LCJSIjoyNTUsIkciOjAsIkIiOjB9fSwiVmFyaWFuY2VGb3JlZ3JvdW5kIjp7IiRpZCI6IjExOTQiLCJDb2xvciI6eyIkaWQiOiIxMTk1IiwiQSI6MjU1LCJSIjoxNzUsIkciOjAsIkIiOjB9fSwiSXNWaXNpYmxlIjp0cnVlfSwiRGVsYXlNaWxlc3RvbmVTdHlsZSI6eyIkaWQiOiIxMTk2IiwiU3R5bGVPcHRpb25zIjoxOCwiVGl0bGVGb3JlZ3JvdW5kIjp7IiRpZCI6IjExOTciLCJDb2xvciI6eyIkaWQiOiIxMTk4IiwiQSI6MjU1LCJSIjoxNzUsIkciOjAsIkIiOjB9fSwiQWN0dWFsU2hhcGVzQmFja2dyb3VuZCI6eyIkaWQiOiIxMTk5IiwiQ29sb3IiOnsiJGlkIjoiMTIwMCIsIkEiOjI1NSwiUiI6MjIyLCJHIjo4MCwiQiI6NTB9fSwiQWN0dWFsU2hhcGVzQm9yZGVyU3R5bGUiOnsiJGlkIjoiMTIwMSIsIkxpbmVDb2xvciI6eyIkaWQiOiIxMjAyIiwiJHR5cGUiOiJOTFJFLkNvbW1vbi5Eb20uU29saWRDb2xvckJydXNoLCBOTFJFLkNvbW1vbiIsIkNvbG9yIjp7IiRpZCI6IjEyMDMiLCJBIjoxNjMsIlIiOjI1NSwiRyI6MCwiQiI6MH19LCJMaW5lV2VpZ2h0IjozLjAsIkxpbmVUeXBlIjowLCJQYXJlbnRTdHlsZSI6bnVsbH0sIkJhc2VsaW5lU2hhcGVzQmFja2dyb3VuZCI6eyIkaWQiOiIxMjA0IiwiQ29sb3IiOnsiJGlkIjoiMTIwNSIsIkEiOjE4NCwiUiI6MjU1LCJHIjowLCJCIjowfX0sIlZhcmlhbmNlRm9yZWdyb3VuZCI6eyIkaWQiOiIxMjA2IiwiQ29sb3IiOnsiJGlkIjoiMTIwNyIsIkEiOjI1NSwiUiI6MTc1LCJHIjowLCJCIjowfX0sIklzVmlzaWJsZSI6dHJ1ZX0sIkFkdmFuY2VUYXNrU3R5bGUiOnsiJGlkIjoiMTIwOCIsIlN0eWxlT3B0aW9ucyI6MjQsIlRpdGxlRm9yZWdyb3VuZCI6eyIkaWQiOiIxMjA5IiwiQ29sb3IiOnsiJGlkIjoiMTIxMCIsIkEiOjI1NSwiUiI6MCwiRyI6MTEwLCJCIjowfX0sIkFjdHVhbFNoYXBlc0JhY2tncm91bmQiOnsiJGlkIjoiMTIxMSIsIkNvbG9yIjp7IiRpZCI6IjEyMTIiLCJBIjo2MSwiUiI6MCwiRyI6MTI4LCJCIjowfX0sIkFjdHVhbFNoYXBlc0JvcmRlclN0eWxlIjp7IiRpZCI6IjEyMTMiLCJMaW5lQ29sb3IiOnsiJGlkIjoiMTIxNCIsIiR0eXBlIjoiTkxSRS5Db21tb24uRG9tLlNvbGlkQ29sb3JCcnVzaCwgTkxSRS5Db21tb24iLCJDb2xvciI6eyIkaWQiOiIxMjE1IiwiQSI6MTYzLCJSIjowLCJHIjoxMjgsIkIiOjB9fSwiTGluZVdlaWdodCI6My4wLCJMaW5lVHlwZSI6MCwiUGFyZW50U3R5bGUiOm51bGx9LCJCYXNlbGluZVNoYXBlc0JhY2tncm91bmQiOnsiJGlkIjoiMTIxNiIsIkNvbG9yIjp7IiRpZCI6IjEyMTciLCJBIjoxODQsIlIiOjAsIkciOjEyOCwiQiI6MH19LCJWYXJpYW5jZUZvcmVncm91bmQiOnsiJGlkIjoiMTIxOCIsIkNvbG9yIjp7IiRpZCI6IjEyMTkiLCJBIjoyNTUsIlIiOjAsIkciOjExMCwiQiI6MH19LCJJc1Zpc2libGUiOnRydWV9LCJBZHZhbmNlTWlsZXN0b25lU3R5bGUiOnsiJGlkIjoiMTIyMCIsIlN0eWxlT3B0aW9ucyI6MTgsIlRpdGxlRm9yZWdyb3VuZCI6eyIkaWQiOiIxMjIxIiwiQ29sb3IiOnsiJGlkIjoiMTIyMiIsIkEiOjI1NSwiUiI6MCwiRyI6MTEwLCJCIjowfX0sIkFjdHVhbFNoYXBlc0JhY2tncm91bmQiOnsiJGlkIjoiMTIyMyIsIkNvbG9yIjp7IiRpZCI6IjEyMjQiLCJBIjoyNTUsIlIiOjIwLCJHIjoxMDAsIkIiOjB9fSwiQWN0dWFsU2hhcGVzQm9yZGVyU3R5bGUiOnsiJGlkIjoiMTIyNSIsIkxpbmVDb2xvciI6eyIkaWQiOiIxMjI2IiwiJHR5cGUiOiJOTFJFLkNvbW1vbi5Eb20uU29saWRDb2xvckJydXNoLCBOTFJFLkNvbW1vbiIsIkNvbG9yIjp7IiRpZCI6IjEyMjciLCJBIjoxNjMsIlIiOjAsIkciOjEyOCwiQiI6MH19LCJMaW5lV2VpZ2h0IjozLjAsIkxpbmVUeXBlIjowLCJQYXJlbnRTdHlsZSI6bnVsbH0sIkJhc2VsaW5lU2hhcGVzQmFja2dyb3VuZCI6eyIkaWQiOiIxMjI4IiwiQ29sb3IiOnsiJGlkIjoiMTIyOSIsIkEiOjE4NCwiUiI6MCwiRyI6MTI4LCJCIjowfX0sIlZhcmlhbmNlRm9yZWdyb3VuZCI6eyIkaWQiOiIxMjMwIiwiQ29sb3IiOnsiJGlkIjoiMTIzMSIsIkEiOjI1NSwiUiI6MCwiRyI6MTEwLCJCIjowfX0sIklzVmlzaWJsZSI6dHJ1ZX19LCJWYXJpYW5jZURpc3BsYXlTZXR0aW5ncyI6eyIkaWQiOiIxMjMyIiwiVGFza1ZhcmlhbmNlRGlzcGxheU9wdGlvbnMiOnsiJGlkIjoiMTIzMyIsIlNob3dEZWxheVZhcmlhbmNlIjp0cnVlLCJTaG93QWR2YW5jZVZhcmlhbmNlIjp0cnVlLCJTaG93XzBfVmFyaWFuY2UiOmZhbHNlfSwiTWlsZXN0b25lVmFyaWFuY2VEaXNwbGF5T3B0aW9ucyI6eyIkaWQiOiIxMjM0IiwiU2hvd0RlbGF5VmFyaWFuY2UiOnRydWUsIlNob3dBZHZhbmNlVmFyaWFuY2UiOnRydWUsIlNob3dfMF9WYXJpYW5jZSI6ZmFsc2V9fX19LCJTY2FsZSI6bnVsbCwiU2NhbGVWMiI6eyIkaWQiOiIxMjM1IiwiU3RhcnREYXRlIjoiMDAwMS0wMS0wMVQwMDowMDowMCIsIkVuZERhdGUiOiIyMDI1LTEyLTA1VDIzOjU5OjAwIiwiQXV0b0RhdGVSYW5nZSI6dHJ1ZSwiV29ya2luZ0RheXMiOjMxLCJGaXNjYWxZZWFyIjp7IiRpZCI6IjEyMzYiLCJTdGFydE1vbnRoIjoxLCJVc2VTdGFydGluZ1llYXJGb3JOdW1iZXJpbmciOnRydWUsIlNob3dGaXNjYWxZZWFyTGFiZWwiOnRydWV9LCJUb2RheU1hcmtlclRleHQiOiJUb2RheSIsIkF1dG9TY2FsZVR5cGUiOnRydWUsIlRpbWViYW5kU2NhbGVzIjp7IiRpZCI6IjEyMzciLCJUb3BTY2FsZUxheWVyIjp7IiRpZCI6IjEyMzgiLCJGb3JtYXQiOiJNTU0iLCJUeXBlIjoyLCJHcm91cGluZ0ludGVydmFscyI6eyIkaWQiOiIxMjM5IiwiSXNTZXQiOmZhbHNlLCJHcm91cGluZ1N0ZXBDb3VudCI6MX19LCJNaWRkbGVTY2FsZUxheWVyIjp7IiRpZCI6IjEyNDAiLCJGb3JtYXQiOm51bGwsIlR5cGUiOjAsIkdyb3VwaW5nSW50ZXJ2YWxzIjp7IiRpZCI6IjEyNDEiLCJJc1NldCI6ZmFsc2UsIkdyb3VwaW5nU3RlcENvdW50IjoxfX0sIkJvdHRvbVNjYWxlTGF5ZXIiOnsiJGlkIjoiMTI0MiIsIkZvcm1hdCI6bnVsbCwiVHlwZSI6MCwiR3JvdXBpbmdJbnRlcnZhbHMiOnsiJGlkIjoiMTI0MyIsIklzU2V0IjpmYWxzZSwiR3JvdXBpbmdTdGVwQ291bnQiOjF9fX19LCJNaWxlc3RvbmVzIjpbXSwiVGFza3MiOlt7IiRpZCI6IjEyNDQiLCJHcm91cE5hbWUiOm51bGwsIlN0YXJ0RGF0ZSI6IjIwMjUtMDktMDVUMDA6MDA6MDAiLCJFbmREYXRlIjoiMjAyNS0wOS0xMFQyMzo1OTowMFoiLCJQZXJjZW50YWdlQ29tcGxldGUiOm51bGwsIlN0eWxlIjp7IiRpZCI6IjEyNDUiLCJTaGFwZSI6MywiU2hhcGVUaGlja25lc3MiOjAsIkR1cmF0aW9uRm9ybWF0IjowLCJJbmNsdWRlTm9uV29ya2luZ0RheXNJbkR1cmF0aW9uIjpmYWxzZSwiUGVyY2VudGFnZUNvbXBsZXRlU3R5bGUiOnsiJGlkIjoiMTI0NiIsIkZvbnRTZXR0aW5ncyI6eyIkaWQiOiIxMjQ3IiwiRm9udFNpemUiOjEwLCJGb250TmFtZSI6IkNhbGlicmkiLCJJc0JvbGQiOmZhbHNlLCJJc0l0YWxpYyI6ZmFsc2UsIklzVW5kZXJsaW5lZCI6ZmFsc2UsIlBhcmVudFN0eWxlIjpudWxsfSwiQXV0b1NpemUiOjAsIkZvcmVncm91bmQiOnsiJGlkIjoiMTI0OCIsIkNvbG9yIjp7IiRpZCI6IjEyNDk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I1MCIsIlRvcCI6MC4wLCJMZWZ0IjowLjAsIlJpZ2h0IjowLjAsIkJvdHRvbSI6MC4wfSwiUGFkZGluZyI6eyIkaWQiOiIxMjUxIiwiVG9wIjowLjAsIkxlZnQiOjAuMCwiUmlnaHQiOjAuMCwiQm90dG9tIjowLjB9LCJCYWNrZ3JvdW5kIjp7IiRpZCI6IjEyNTIiLCJDb2xvciI6eyIkaWQiOiIxMjUzIiwiQSI6ODksIlIiOjAsIkciOjAsIkIiOjB9fSwiSXNWaXNpYmxlIjp0cnVlLCJXaWR0aCI6MC4wLCJIZWlnaHQiOjAuMCwiQm9yZGVyU3R5bGUiOnsiJGlkIjoiMTI1NCIsIkxpbmVDb2xvciI6bnVsbCwiTGluZVdlaWdodCI6MC4wLCJMaW5lVHlwZSI6MCwiUGFyZW50U3R5bGUiOm51bGx9LCJQYXJlbnRTdHlsZSI6bnVsbH0sIkR1cmF0aW9uU3R5bGUiOnsiJGlkIjoiMTI1NSIsIkZvbnRTZXR0aW5ncyI6eyIkaWQiOiIxMjU2IiwiRm9udFNpemUiOjEwLCJGb250TmFtZSI6IkNhbGlicmkiLCJJc0JvbGQiOmZhbHNlLCJJc0l0YWxpYyI6ZmFsc2UsIklzVW5kZXJsaW5lZCI6ZmFsc2UsIlBhcmVudFN0eWxlIjpudWxsfSwiQXV0b1NpemUiOjAsIkZvcmVncm91bmQiOnsiJGlkIjoiMTI1NyIsIkNvbG9yIjp7IiRpZCI6IjEyNTg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MjU5IiwiVG9wIjowLjAsIkxlZnQiOjAuMCwiUmlnaHQiOjAuMCwiQm90dG9tIjowLjB9LCJQYWRkaW5nIjp7IiRpZCI6IjEyNjAiLCJUb3AiOjAuMCwiTGVmdCI6MC4wLCJSaWdodCI6MC4wLCJCb3R0b20iOjAuMH0sIkJhY2tncm91bmQiOnsiJGlkIjoiMTI2MSIsIkNvbG9yIjp7IiRpZCI6IjEyNjIiLCJBIjoyNTUsIlIiOjIzNywiRyI6MTI1LCJCIjo0OX19LCJJc1Zpc2libGUiOnRydWUsIldpZHRoIjowLjAsIkhlaWdodCI6MC4wLCJCb3JkZXJTdHlsZSI6eyIkaWQiOiIxMjYzIiwiTGluZUNvbG9yIjpudWxsLCJMaW5lV2VpZ2h0IjowLjAsIkxpbmVUeXBlIjowLCJQYXJlbnRTdHlsZSI6bnVsbH0sIlBhcmVudFN0eWxlIjpudWxsfSwiSG9yaXpvbnRhbENvbm5lY3RvclN0eWxlIjp7IiRpZCI6IjEyNjQiLCJMaW5lQ29sb3IiOnsiJGlkIjoiMTI2NSIsIiR0eXBlIjoiTkxSRS5Db21tb24uRG9tLlNvbGlkQ29sb3JCcnVzaCwgTkxSRS5Db21tb24iLCJDb2xvciI6eyIkaWQiOiIxMjY2IiwiQSI6NTEsIlIiOjIxLCJHIjo5NiwiQiI6MTMwfX0sIkxpbmVXZWlnaHQiOjEuMCwiTGluZVR5cGUiOjAsIlBhcmVudFN0eWxlIjpudWxsfSwiVmVydGljYWxDb25uZWN0b3JTdHlsZSI6eyIkaWQiOiIxMjY3IiwiTGluZUNvbG9yIjp7IiRpZCI6IjEyNjgiLCIkdHlwZSI6Ik5MUkUuQ29tbW9uLkRvbS5Tb2xpZENvbG9yQnJ1c2gsIE5MUkUuQ29tbW9uIiwiQ29sb3IiOnsiJGlkIjoiMTI2OS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I3MCIsIlNoYXBlU3R5bGUiOnsiJGlkIjoiMTI3MSIsIk1hcmdpbiI6eyIkaWQiOiIxMjcyIiwiVG9wIjowLjAsIkxlZnQiOjAuMCwiUmlnaHQiOjAuMCwiQm90dG9tIjowLjB9LCJQYWRkaW5nIjp7IiRpZCI6IjEyNzMiLCJUb3AiOjAuMCwiTGVmdCI6MC4wLCJSaWdodCI6MC4wLCJCb3R0b20iOjAuMH0sIkJhY2tncm91bmQiOnsiJGlkIjoiMTI3NCIsIkNvbG9yIjp7IiRpZCI6IjEyNzUiLCJBIjoxNTMsIlIiOjAsIkciOjAsIkIiOjB9fSwiSXNWaXNpYmxlIjp0cnVlLCJXaWR0aCI6MC4wLCJIZWlnaHQiOjAuMCwiQm9yZGVyU3R5bGUiOm51bGwsIlBhcmVudFN0eWxlIjpudWxsfSwiTWFyZ2luIjp7IiRpZCI6IjEyNzYiLCJUb3AiOjAuMCwiTGVmdCI6MC4wLCJSaWdodCI6MC4wLCJCb3R0b20iOjAuMH0sIlBhZGRpbmciOnsiJGlkIjoiMTI3NyIsIlRvcCI6MC4wLCJMZWZ0IjowLjAsIlJpZ2h0IjowLjAsIkJvdHRvbSI6MC4wfSwiQmFja2dyb3VuZCI6bnVsbCwiSXNWaXNpYmxlIjp0cnVlLCJXaWR0aCI6MC4wLCJIZWlnaHQiOjAuMCwiQm9yZGVyU3R5bGUiOm51bGwsIlBhcmVudFN0eWxlIjpudWxsfSwiU2hhcGVTdHlsZSI6eyIkaWQiOiIxMjc4IiwiTWFyZ2luIjp7IiRpZCI6IjEyNzkiLCJUb3AiOjAuMCwiTGVmdCI6NC4wLCJSaWdodCI6NC4wLCJCb3R0b20iOjAuMH0sIlBhZGRpbmciOnsiJGlkIjoiMTI4MCIsIlRvcCI6MC4wLCJMZWZ0IjowLjAsIlJpZ2h0IjowLjAsIkJvdHRvbSI6MC4wfSwiQmFja2dyb3VuZCI6eyIkaWQiOiIxMjgxIiwiQ29sb3IiOnsiJGlkIjoiMTI4MiIsIkEiOjI1NSwiUiI6MjEsIkciOjk2LCJCIjoxMzB9fSwiSXNWaXNpYmxlIjp0cnVlLCJXaWR0aCI6MC4wLCJIZWlnaHQiOjEwLjAsIkJvcmRlclN0eWxlIjp7IiRpZCI6IjEyODMiLCJMaW5lQ29sb3IiOnsiJGlkIjoiMTI4NCIsIiR0eXBlIjoiTkxSRS5Db21tb24uRG9tLlNvbGlkQ29sb3JCcnVzaCwgTkxSRS5Db21tb24iLCJDb2xvciI6eyIkaWQiOiIxMjg1IiwiQSI6MjU1LCJSIjoyMzQsIkciOjIyLCJCIjozMH19LCJMaW5lV2VpZ2h0IjowLjAsIkxpbmVUeXBlIjowLCJQYXJlbnRTdHlsZSI6bnVsbH0sIlBhcmVudFN0eWxlIjpudWxsfSwiVGl0bGVTdHlsZSI6eyIkaWQiOiIxMjg2IiwiRm9udFNldHRpbmdzIjp7IiRpZCI6IjEyODciLCJGb250U2l6ZSI6MTEsIkZvbnROYW1lIjoiQ2FsaWJyaSIsIklzQm9sZCI6ZmFsc2UsIklzSXRhbGljIjpmYWxzZSwiSXNVbmRlcmxpbmVkIjpmYWxzZSwiUGFyZW50U3R5bGUiOm51bGx9LCJBdXRvU2l6ZSI6MCwiRm9yZWdyb3VuZCI6eyIkaWQiOiIxMjg4IiwiQ29sb3IiOnsiJGlkIjoiMTI4OS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MjkwIiwiVG9wIjowLjAsIkxlZnQiOjAuMCwiUmlnaHQiOjAuMCwiQm90dG9tIjowLjB9LCJQYWRkaW5nIjp7IiRpZCI6IjEyOTEiLCJUb3AiOjAuMCwiTGVmdCI6MC4wLCJSaWdodCI6MC4wLCJCb3R0b20iOjAuMH0sIkJhY2tncm91bmQiOnsiJGlkIjoiMTI5MiIsIkNvbG9yIjp7IiRpZCI6IjEyOTMiLCJBIjowLCJSIjoyNTUsIkciOjI1NSwiQiI6MjU1fX0sIklzVmlzaWJsZSI6dHJ1ZSwiV2lkdGgiOjAuMCwiSGVpZ2h0IjowLjAsIkJvcmRlclN0eWxlIjp7IiRpZCI6IjEyOTQiLCJMaW5lQ29sb3IiOm51bGwsIkxpbmVXZWlnaHQiOjAuMCwiTGluZVR5cGUiOjAsIlBhcmVudFN0eWxlIjpudWxsfSwiUGFyZW50U3R5bGUiOm51bGx9LCJEYXRlU3R5bGUiOnsiJGlkIjoiMTI5NSIsIkZvbnRTZXR0aW5ncyI6eyIkaWQiOiIxMjk2IiwiRm9udFNpemUiOjEwLCJGb250TmFtZSI6IkNhbGlicmkiLCJJc0JvbGQiOmZhbHNlLCJJc0l0YWxpYyI6ZmFsc2UsIklzVW5kZXJsaW5lZCI6ZmFsc2UsIlBhcmVudFN0eWxlIjpudWxsfSwiQXV0b1NpemUiOjAsIkZvcmVncm91bmQiOnsiJGlkIjoiMTI5NyIsIkNvbG9yIjp7IiRpZCI6IjEyOTg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I5OSIsIlRvcCI6MC4wLCJMZWZ0IjowLjAsIlJpZ2h0IjowLjAsIkJvdHRvbSI6MC4wfSwiUGFkZGluZyI6eyIkaWQiOiIxMzAwIiwiVG9wIjowLjAsIkxlZnQiOjAuMCwiUmlnaHQiOjAuMCwiQm90dG9tIjowLjB9LCJCYWNrZ3JvdW5kIjp7IiRpZCI6IjEzMDEiLCJDb2xvciI6eyIkaWQiOiIxMzAyIiwiQSI6MCwiUiI6MjU1LCJHIjoyNTUsIkIiOjI1NX19LCJJc1Zpc2libGUiOnRydWUsIldpZHRoIjowLjAsIkhlaWdodCI6MC4wLCJCb3JkZXJTdHlsZSI6eyIkaWQiOiIxMzAzIiwiTGluZUNvbG9yIjpudWxsLCJMaW5lV2VpZ2h0IjowLjAsIkxpbmVUeXBlIjowLCJQYXJlbnRTdHlsZSI6bnVsbH0sIlBhcmVudFN0eWxlIjpudWxsfSwiRGF0ZUZvcm1hdCI6eyIkaWQiOiIxMzA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MDUiLCJGb3JtYXQiOjAsIklzVmlzaWJsZSI6ZmFsc2UsIkxhc3RLbm93blZpc2liaWxpdHlTdGF0ZSI6ZmFsc2V9LCJJc1Zpc2libGUiOmZhbHNlLCJWYXJpYW5jZVN0eWxlIjp7IiRpZCI6IjEzMDYiLCJUZXh0U3R5bGUiOnsiJGlkIjoiMTMwNyIsIkZvbnRTZXR0aW5ncyI6eyIkaWQiOiIxMzA4IiwiRm9udFNpemUiOjEwLCJGb250TmFtZSI6IkNhbGlicmkiLCJJc0JvbGQiOmZhbHNlLCJJc0l0YWxpYyI6ZmFsc2UsIklzVW5kZXJsaW5lZCI6ZmFsc2UsIlBhcmVudFN0eWxlIjpudWxsfSwiQXV0b1NpemUiOjAsIkZvcmVncm91bmQiOnsiJGlkIjoiMTMwOSIsIkNvbG9yIjp7IiRpZCI6IjEzMT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xMSIsIlRvcCI6MC4wLCJMZWZ0IjowLjAsIlJpZ2h0IjowLjAsIkJvdHRvbSI6MC4wfSwiUGFkZGluZyI6eyIkaWQiOiIxMzEyIiwiVG9wIjowLjAsIkxlZnQiOjAuMCwiUmlnaHQiOjAuMCwiQm90dG9tIjowLjB9LCJCYWNrZ3JvdW5kIjp7IiRpZCI6IjEzMTMiLCJDb2xvciI6eyIkaWQiOiIxMzE0IiwiQSI6MjU1LCJSIjowLCJHIjowLCJCIjowfX0sIklzVmlzaWJsZSI6dHJ1ZSwiV2lkdGgiOjAuMCwiSGVpZ2h0IjowLjAsIkJvcmRlclN0eWxlIjp7IiRpZCI6IjEzMTUiLCJMaW5lQ29sb3IiOm51bGwsIkxpbmVXZWlnaHQiOjAuMCwiTGluZVR5cGUiOjAsIlBhcmVudFN0eWxlIjpudWxsfSwiUGFyZW50U3R5bGUiOm51bGx9LCJQYXJlbnRTdHlsZSI6bnVsbH0sIlBhcmVudFN0eWxlIjpudWxsfSwiSW5kZXgiOjAsIlNtYXJ0RHVyYXRpb25BY3RpdmF0ZWQiOmZhbHNlLCJEYXRlRm9ybWF0Ijp7IiRyZWYiOiIxMzA0In0sIldlZWtOdW1iZXJpbmciOnsiJGlkIjoiMTMxNiIsIkZvcm1hdCI6MCwiSXNWaXNpYmxlIjpmYWxzZSwiTGFzdEtub3duVmlzaWJpbGl0eVN0YXRlIjpmYWxzZX0sIkJhc2VsaW5lRGF0YSI6eyIkaWQiOiIxMzE3IiwiU3RhcnREYXRlIjoiMjAyNS0wOS0wNVQwMDowMDowMCIsIkVuZERhdGUiOiIyMDI1LTA5LTEwVDIzOjU5OjAwIn0sIklkIjoiNDk0ZmY5MWYtYjJmYi00NjQ2LWFjNDQtMDU4ZmEwZmY5MmZhIiwiSW1wb3J0SWQiOm51bGwsIlRpdGxlIjoiQWN0YSBkZSBDb25zdGl0dWNpw7NuIGFwcm9iYWRhIiwiTm90ZSI6bnVsbCwiSHlwZXJsaW5rIjp7IiRpZCI6IjEzMTgiLCJBZGRyZXNzIjoiIiwiU3ViQWRkcmVzcyI6IiJ9LCJJc0NoYW5nZWQiOmZhbHNlLCJJc05ldyI6ZmFsc2V9LHsiJGlkIjoiMTMxOSIsIkdyb3VwTmFtZSI6bnVsbCwiU3RhcnREYXRlIjoiMjAyNS0wOS0xMFQwMDowMDowMFoiLCJFbmREYXRlIjoiMjAyNS0wOS0yMFQyMzo1OTowMFoiLCJQZXJjZW50YWdlQ29tcGxldGUiOm51bGwsIlN0eWxlIjp7IiRpZCI6IjEzMjAiLCJTaGFwZSI6MywiU2hhcGVUaGlja25lc3MiOjAsIkR1cmF0aW9uRm9ybWF0IjowLCJJbmNsdWRlTm9uV29ya2luZ0RheXNJbkR1cmF0aW9uIjpmYWxzZSwiUGVyY2VudGFnZUNvbXBsZXRlU3R5bGUiOnsiJGlkIjoiMTMyMSIsIkZvbnRTZXR0aW5ncyI6eyIkaWQiOiIxMzIyIiwiRm9udFNpemUiOjEwLCJGb250TmFtZSI6IkNhbGlicmkiLCJJc0JvbGQiOmZhbHNlLCJJc0l0YWxpYyI6ZmFsc2UsIklzVW5kZXJsaW5lZCI6ZmFsc2UsIlBhcmVudFN0eWxlIjpudWxsfSwiQXV0b1NpemUiOjAsIkZvcmVncm91bmQiOnsiJGlkIjoiMTMyMyIsIkNvbG9yIjp7IiRpZCI6IjEzMj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MyNSIsIlRvcCI6MC4wLCJMZWZ0IjowLjAsIlJpZ2h0IjowLjAsIkJvdHRvbSI6MC4wfSwiUGFkZGluZyI6eyIkaWQiOiIxMzI2IiwiVG9wIjowLjAsIkxlZnQiOjAuMCwiUmlnaHQiOjAuMCwiQm90dG9tIjowLjB9LCJCYWNrZ3JvdW5kIjp7IiRpZCI6IjEzMjciLCJDb2xvciI6eyIkaWQiOiIxMzI4IiwiQSI6ODksIlIiOjAsIkciOjAsIkIiOjB9fSwiSXNWaXNpYmxlIjp0cnVlLCJXaWR0aCI6MC4wLCJIZWlnaHQiOjAuMCwiQm9yZGVyU3R5bGUiOnsiJGlkIjoiMTMyOSIsIkxpbmVDb2xvciI6bnVsbCwiTGluZVdlaWdodCI6MC4wLCJMaW5lVHlwZSI6MCwiUGFyZW50U3R5bGUiOm51bGx9LCJQYXJlbnRTdHlsZSI6bnVsbH0sIkR1cmF0aW9uU3R5bGUiOnsiJGlkIjoiMTMzMCIsIkZvbnRTZXR0aW5ncyI6eyIkaWQiOiIxMzMxIiwiRm9udFNpemUiOjEwLCJGb250TmFtZSI6IkNhbGlicmkiLCJJc0JvbGQiOmZhbHNlLCJJc0l0YWxpYyI6ZmFsc2UsIklzVW5kZXJsaW5lZCI6ZmFsc2UsIlBhcmVudFN0eWxlIjpudWxsfSwiQXV0b1NpemUiOjAsIkZvcmVncm91bmQiOnsiJGlkIjoiMTMzMiIsIkNvbG9yIjp7IiRpZCI6IjEzMz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MzM0IiwiVG9wIjowLjAsIkxlZnQiOjAuMCwiUmlnaHQiOjAuMCwiQm90dG9tIjowLjB9LCJQYWRkaW5nIjp7IiRpZCI6IjEzMzUiLCJUb3AiOjAuMCwiTGVmdCI6MC4wLCJSaWdodCI6MC4wLCJCb3R0b20iOjAuMH0sIkJhY2tncm91bmQiOnsiJGlkIjoiMTMzNiIsIkNvbG9yIjp7IiRpZCI6IjEzMzciLCJBIjoyNTUsIlIiOjIzNywiRyI6MTI1LCJCIjo0OX19LCJJc1Zpc2libGUiOnRydWUsIldpZHRoIjowLjAsIkhlaWdodCI6MC4wLCJCb3JkZXJTdHlsZSI6eyIkaWQiOiIxMzM4IiwiTGluZUNvbG9yIjpudWxsLCJMaW5lV2VpZ2h0IjowLjAsIkxpbmVUeXBlIjowLCJQYXJlbnRTdHlsZSI6bnVsbH0sIlBhcmVudFN0eWxlIjpudWxsfSwiSG9yaXpvbnRhbENvbm5lY3RvclN0eWxlIjp7IiRpZCI6IjEzMzkiLCJMaW5lQ29sb3IiOnsiJGlkIjoiMTM0MCIsIiR0eXBlIjoiTkxSRS5Db21tb24uRG9tLlNvbGlkQ29sb3JCcnVzaCwgTkxSRS5Db21tb24iLCJDb2xvciI6eyIkaWQiOiIxMzQxIiwiQSI6NTEsIlIiOjIxLCJHIjo5NiwiQiI6MTMwfX0sIkxpbmVXZWlnaHQiOjEuMCwiTGluZVR5cGUiOjAsIlBhcmVudFN0eWxlIjpudWxsfSwiVmVydGljYWxDb25uZWN0b3JTdHlsZSI6eyIkaWQiOiIxMzQyIiwiTGluZUNvbG9yIjp7IiRpZCI6IjEzNDMiLCIkdHlwZSI6Ik5MUkUuQ29tbW9uLkRvbS5Tb2xpZENvbG9yQnJ1c2gsIE5MUkUuQ29tbW9uIiwiQ29sb3IiOnsiJGlkIjoiMTM0NC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M0NSIsIlNoYXBlU3R5bGUiOnsiJGlkIjoiMTM0NiIsIk1hcmdpbiI6eyIkaWQiOiIxMzQ3IiwiVG9wIjowLjAsIkxlZnQiOjAuMCwiUmlnaHQiOjAuMCwiQm90dG9tIjowLjB9LCJQYWRkaW5nIjp7IiRpZCI6IjEzNDgiLCJUb3AiOjAuMCwiTGVmdCI6MC4wLCJSaWdodCI6MC4wLCJCb3R0b20iOjAuMH0sIkJhY2tncm91bmQiOnsiJGlkIjoiMTM0OSIsIkNvbG9yIjp7IiRpZCI6IjEzNTAiLCJBIjoxNTMsIlIiOjAsIkciOjAsIkIiOjB9fSwiSXNWaXNpYmxlIjp0cnVlLCJXaWR0aCI6MC4wLCJIZWlnaHQiOjAuMCwiQm9yZGVyU3R5bGUiOm51bGwsIlBhcmVudFN0eWxlIjpudWxsfSwiTWFyZ2luIjp7IiRpZCI6IjEzNTEiLCJUb3AiOjAuMCwiTGVmdCI6MC4wLCJSaWdodCI6MC4wLCJCb3R0b20iOjAuMH0sIlBhZGRpbmciOnsiJGlkIjoiMTM1MiIsIlRvcCI6MC4wLCJMZWZ0IjowLjAsIlJpZ2h0IjowLjAsIkJvdHRvbSI6MC4wfSwiQmFja2dyb3VuZCI6bnVsbCwiSXNWaXNpYmxlIjp0cnVlLCJXaWR0aCI6MC4wLCJIZWlnaHQiOjAuMCwiQm9yZGVyU3R5bGUiOm51bGwsIlBhcmVudFN0eWxlIjpudWxsfSwiU2hhcGVTdHlsZSI6eyIkaWQiOiIxMzUzIiwiTWFyZ2luIjp7IiRpZCI6IjEzNTQiLCJUb3AiOjAuMCwiTGVmdCI6NC4wLCJSaWdodCI6NC4wLCJCb3R0b20iOjAuMH0sIlBhZGRpbmciOnsiJGlkIjoiMTM1NSIsIlRvcCI6MC4wLCJMZWZ0IjowLjAsIlJpZ2h0IjowLjAsIkJvdHRvbSI6MC4wfSwiQmFja2dyb3VuZCI6eyIkaWQiOiIxMzU2IiwiQ29sb3IiOnsiJGlkIjoiMTM1NyIsIkEiOjI1NSwiUiI6MjEsIkciOjk2LCJCIjoxMzB9fSwiSXNWaXNpYmxlIjp0cnVlLCJXaWR0aCI6MC4wLCJIZWlnaHQiOjEwLjAsIkJvcmRlclN0eWxlIjp7IiRpZCI6IjEzNTgiLCJMaW5lQ29sb3IiOnsiJGlkIjoiMTM1OSIsIiR0eXBlIjoiTkxSRS5Db21tb24uRG9tLlNvbGlkQ29sb3JCcnVzaCwgTkxSRS5Db21tb24iLCJDb2xvciI6eyIkaWQiOiIxMzYwIiwiQSI6MjU1LCJSIjoyMzQsIkciOjIyLCJCIjozMH19LCJMaW5lV2VpZ2h0IjowLjAsIkxpbmVUeXBlIjowLCJQYXJlbnRTdHlsZSI6bnVsbH0sIlBhcmVudFN0eWxlIjpudWxsfSwiVGl0bGVTdHlsZSI6eyIkaWQiOiIxMzYxIiwiRm9udFNldHRpbmdzIjp7IiRpZCI6IjEzNjIiLCJGb250U2l6ZSI6MTEsIkZvbnROYW1lIjoiQ2FsaWJyaSIsIklzQm9sZCI6ZmFsc2UsIklzSXRhbGljIjpmYWxzZSwiSXNVbmRlcmxpbmVkIjpmYWxzZSwiUGFyZW50U3R5bGUiOm51bGx9LCJBdXRvU2l6ZSI6MCwiRm9yZWdyb3VuZCI6eyIkaWQiOiIxMzYzIiwiQ29sb3IiOnsiJGlkIjoiMTM2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MzY1IiwiVG9wIjowLjAsIkxlZnQiOjAuMCwiUmlnaHQiOjAuMCwiQm90dG9tIjowLjB9LCJQYWRkaW5nIjp7IiRpZCI6IjEzNjYiLCJUb3AiOjAuMCwiTGVmdCI6MC4wLCJSaWdodCI6MC4wLCJCb3R0b20iOjAuMH0sIkJhY2tncm91bmQiOnsiJGlkIjoiMTM2NyIsIkNvbG9yIjp7IiRpZCI6IjEzNjgiLCJBIjowLCJSIjoyNTUsIkciOjI1NSwiQiI6MjU1fX0sIklzVmlzaWJsZSI6dHJ1ZSwiV2lkdGgiOjAuMCwiSGVpZ2h0IjowLjAsIkJvcmRlclN0eWxlIjp7IiRpZCI6IjEzNjkiLCJMaW5lQ29sb3IiOm51bGwsIkxpbmVXZWlnaHQiOjAuMCwiTGluZVR5cGUiOjAsIlBhcmVudFN0eWxlIjpudWxsfSwiUGFyZW50U3R5bGUiOm51bGx9LCJEYXRlU3R5bGUiOnsiJGlkIjoiMTM3MCIsIkZvbnRTZXR0aW5ncyI6eyIkaWQiOiIxMzcxIiwiRm9udFNpemUiOjEwLCJGb250TmFtZSI6IkNhbGlicmkiLCJJc0JvbGQiOmZhbHNlLCJJc0l0YWxpYyI6ZmFsc2UsIklzVW5kZXJsaW5lZCI6ZmFsc2UsIlBhcmVudFN0eWxlIjpudWxsfSwiQXV0b1NpemUiOjAsIkZvcmVncm91bmQiOnsiJGlkIjoiMTM3MiIsIkNvbG9yIjp7IiRpZCI6IjEzNz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M3NCIsIlRvcCI6MC4wLCJMZWZ0IjowLjAsIlJpZ2h0IjowLjAsIkJvdHRvbSI6MC4wfSwiUGFkZGluZyI6eyIkaWQiOiIxMzc1IiwiVG9wIjowLjAsIkxlZnQiOjAuMCwiUmlnaHQiOjAuMCwiQm90dG9tIjowLjB9LCJCYWNrZ3JvdW5kIjp7IiRpZCI6IjEzNzYiLCJDb2xvciI6eyIkaWQiOiIxMzc3IiwiQSI6MCwiUiI6MjU1LCJHIjoyNTUsIkIiOjI1NX19LCJJc1Zpc2libGUiOnRydWUsIldpZHRoIjowLjAsIkhlaWdodCI6MC4wLCJCb3JkZXJTdHlsZSI6eyIkaWQiOiIxMzc4IiwiTGluZUNvbG9yIjpudWxsLCJMaW5lV2VpZ2h0IjowLjAsIkxpbmVUeXBlIjowLCJQYXJlbnRTdHlsZSI6bnVsbH0sIlBhcmVudFN0eWxlIjpudWxsfSwiRGF0ZUZvcm1hdCI6eyIkaWQiOiIxMzc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ODAiLCJGb3JtYXQiOjAsIklzVmlzaWJsZSI6ZmFsc2UsIkxhc3RLbm93blZpc2liaWxpdHlTdGF0ZSI6ZmFsc2V9LCJJc1Zpc2libGUiOmZhbHNlLCJWYXJpYW5jZVN0eWxlIjp7IiRpZCI6IjEzODEiLCJUZXh0U3R5bGUiOnsiJGlkIjoiMTM4MiIsIkZvbnRTZXR0aW5ncyI6eyIkaWQiOiIxMzgzIiwiRm9udFNpemUiOjEwLCJGb250TmFtZSI6IkNhbGlicmkiLCJJc0JvbGQiOmZhbHNlLCJJc0l0YWxpYyI6ZmFsc2UsIklzVW5kZXJsaW5lZCI6ZmFsc2UsIlBhcmVudFN0eWxlIjpudWxsfSwiQXV0b1NpemUiOjAsIkZvcmVncm91bmQiOnsiJGlkIjoiMTM4NCIsIkNvbG9yIjp7IiRpZCI6IjEzOD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4NiIsIlRvcCI6MC4wLCJMZWZ0IjowLjAsIlJpZ2h0IjowLjAsIkJvdHRvbSI6MC4wfSwiUGFkZGluZyI6eyIkaWQiOiIxMzg3IiwiVG9wIjowLjAsIkxlZnQiOjAuMCwiUmlnaHQiOjAuMCwiQm90dG9tIjowLjB9LCJCYWNrZ3JvdW5kIjp7IiRpZCI6IjEzODgiLCJDb2xvciI6eyIkaWQiOiIxMzg5IiwiQSI6MjU1LCJSIjowLCJHIjowLCJCIjowfX0sIklzVmlzaWJsZSI6dHJ1ZSwiV2lkdGgiOjAuMCwiSGVpZ2h0IjowLjAsIkJvcmRlclN0eWxlIjp7IiRpZCI6IjEzOTAiLCJMaW5lQ29sb3IiOm51bGwsIkxpbmVXZWlnaHQiOjAuMCwiTGluZVR5cGUiOjAsIlBhcmVudFN0eWxlIjpudWxsfSwiUGFyZW50U3R5bGUiOm51bGx9LCJQYXJlbnRTdHlsZSI6bnVsbH0sIlBhcmVudFN0eWxlIjpudWxsfSwiSW5kZXgiOjEsIlNtYXJ0RHVyYXRpb25BY3RpdmF0ZWQiOmZhbHNlLCJEYXRlRm9ybWF0Ijp7IiRyZWYiOiIxMzc5In0sIldlZWtOdW1iZXJpbmciOnsiJGlkIjoiMTM5MSIsIkZvcm1hdCI6MCwiSXNWaXNpYmxlIjpmYWxzZSwiTGFzdEtub3duVmlzaWJpbGl0eVN0YXRlIjpmYWxzZX0sIkJhc2VsaW5lRGF0YSI6eyIkaWQiOiIxMzkyIiwiU3RhcnREYXRlIjoiMjAyNS0wOS0xMFQwMDowMDowMCIsIkVuZERhdGUiOiIyMDI1LTA5LTIwVDIzOjU5OjAwIn0sIklkIjoiOGI4N2Q3ODctZTkzZi00MDMyLWIwM2EtYTRkNzVkOTFhMWYwIiwiSW1wb3J0SWQiOm51bGwsIlRpdGxlIjoiR2VzdGnDs24gZGUgUmVxdWlzaXRvcyIsIk5vdGUiOm51bGwsIkh5cGVybGluayI6eyIkaWQiOiIxMzkzIiwiQWRkcmVzcyI6IiIsIlN1YkFkZHJlc3MiOiIifSwiSXNDaGFuZ2VkIjpmYWxzZSwiSXNOZXciOmZhbHNlfSx7IiRpZCI6IjEzOTQiLCJHcm91cE5hbWUiOm51bGwsIlN0YXJ0RGF0ZSI6IjIwMjUtMDktMjBUMDA6MDA6MDBaIiwiRW5kRGF0ZSI6IjIwMjUtMTAtMjVUMjM6NTk6MDBaIiwiUGVyY2VudGFnZUNvbXBsZXRlIjpudWxsLCJTdHlsZSI6eyIkaWQiOiIxMzk1IiwiU2hhcGUiOjMsIlNoYXBlVGhpY2tuZXNzIjowLCJEdXJhdGlvbkZvcm1hdCI6MCwiSW5jbHVkZU5vbldvcmtpbmdEYXlzSW5EdXJhdGlvbiI6ZmFsc2UsIlBlcmNlbnRhZ2VDb21wbGV0ZVN0eWxlIjp7IiRpZCI6IjEzOTYiLCJGb250U2V0dGluZ3MiOnsiJGlkIjoiMTM5NyIsIkZvbnRTaXplIjoxMCwiRm9udE5hbWUiOiJDYWxpYnJpIiwiSXNCb2xkIjpmYWxzZSwiSXNJdGFsaWMiOmZhbHNlLCJJc1VuZGVybGluZWQiOmZhbHNlLCJQYXJlbnRTdHlsZSI6bnVsbH0sIkF1dG9TaXplIjowLCJGb3JlZ3JvdW5kIjp7IiRpZCI6IjEzOTgiLCJDb2xvciI6eyIkaWQiOiIxMzk5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E0MDAiLCJUb3AiOjAuMCwiTGVmdCI6MC4wLCJSaWdodCI6MC4wLCJCb3R0b20iOjAuMH0sIlBhZGRpbmciOnsiJGlkIjoiMTQwMSIsIlRvcCI6MC4wLCJMZWZ0IjowLjAsIlJpZ2h0IjowLjAsIkJvdHRvbSI6MC4wfSwiQmFja2dyb3VuZCI6eyIkaWQiOiIxNDAyIiwiQ29sb3IiOnsiJGlkIjoiMTQwMyIsIkEiOjg5LCJSIjowLCJHIjowLCJCIjowfX0sIklzVmlzaWJsZSI6dHJ1ZSwiV2lkdGgiOjAuMCwiSGVpZ2h0IjowLjAsIkJvcmRlclN0eWxlIjp7IiRpZCI6IjE0MDQiLCJMaW5lQ29sb3IiOm51bGwsIkxpbmVXZWlnaHQiOjAuMCwiTGluZVR5cGUiOjAsIlBhcmVudFN0eWxlIjpudWxsfSwiUGFyZW50U3R5bGUiOm51bGx9LCJEdXJhdGlvblN0eWxlIjp7IiRpZCI6IjE0MDUiLCJGb250U2V0dGluZ3MiOnsiJGlkIjoiMTQwNiIsIkZvbnRTaXplIjoxMCwiRm9udE5hbWUiOiJDYWxpYnJpIiwiSXNCb2xkIjpmYWxzZSwiSXNJdGFsaWMiOmZhbHNlLCJJc1VuZGVybGluZWQiOmZhbHNlLCJQYXJlbnRTdHlsZSI6bnVsbH0sIkF1dG9TaXplIjowLCJGb3JlZ3JvdW5kIjp7IiRpZCI6IjE0MDciLCJDb2xvciI6eyIkaWQiOiIxNDA4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MTQwOSIsIlRvcCI6MC4wLCJMZWZ0IjowLjAsIlJpZ2h0IjowLjAsIkJvdHRvbSI6MC4wfSwiUGFkZGluZyI6eyIkaWQiOiIxNDEwIiwiVG9wIjowLjAsIkxlZnQiOjAuMCwiUmlnaHQiOjAuMCwiQm90dG9tIjowLjB9LCJCYWNrZ3JvdW5kIjp7IiRpZCI6IjE0MTEiLCJDb2xvciI6eyIkaWQiOiIxNDEyIiwiQSI6MjU1LCJSIjoyMzcsIkciOjEyNSwiQiI6NDl9fSwiSXNWaXNpYmxlIjp0cnVlLCJXaWR0aCI6MC4wLCJIZWlnaHQiOjAuMCwiQm9yZGVyU3R5bGUiOnsiJGlkIjoiMTQxMyIsIkxpbmVDb2xvciI6bnVsbCwiTGluZVdlaWdodCI6MC4wLCJMaW5lVHlwZSI6MCwiUGFyZW50U3R5bGUiOm51bGx9LCJQYXJlbnRTdHlsZSI6bnVsbH0sIkhvcml6b250YWxDb25uZWN0b3JTdHlsZSI6eyIkaWQiOiIxNDE0IiwiTGluZUNvbG9yIjp7IiRpZCI6IjE0MTUiLCIkdHlwZSI6Ik5MUkUuQ29tbW9uLkRvbS5Tb2xpZENvbG9yQnJ1c2gsIE5MUkUuQ29tbW9uIiwiQ29sb3IiOnsiJGlkIjoiMTQxNiIsIkEiOjUxLCJSIjoyMSwiRyI6OTYsIkIiOjEzMH19LCJMaW5lV2VpZ2h0IjoxLjAsIkxpbmVUeXBlIjowLCJQYXJlbnRTdHlsZSI6bnVsbH0sIlZlcnRpY2FsQ29ubmVjdG9yU3R5bGUiOnsiJGlkIjoiMTQxNyIsIkxpbmVDb2xvciI6eyIkaWQiOiIxNDE4IiwiJHR5cGUiOiJOTFJFLkNvbW1vbi5Eb20uU29saWRDb2xvckJydXNoLCBOTFJFLkNvbW1vbiIsIkNvbG9yIjp7IiRpZCI6IjE0MTk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NiwiU3BhY2luZyI6MywiSXNCZWxvd1RpbWViYW5kIjp0cnVlLCJQZXJjZW50YWdlQ29tcGxldGVTaGFwZU9wYWNpdHkiOjM1LCJCYXNlbGluZVN0eWxlIjp7IiRpZCI6IjE0MjAiLCJTaGFwZVN0eWxlIjp7IiRpZCI6IjE0MjEiLCJNYXJnaW4iOnsiJGlkIjoiMTQyMiIsIlRvcCI6MC4wLCJMZWZ0IjowLjAsIlJpZ2h0IjowLjAsIkJvdHRvbSI6MC4wfSwiUGFkZGluZyI6eyIkaWQiOiIxNDIzIiwiVG9wIjowLjAsIkxlZnQiOjAuMCwiUmlnaHQiOjAuMCwiQm90dG9tIjowLjB9LCJCYWNrZ3JvdW5kIjp7IiRpZCI6IjE0MjQiLCJDb2xvciI6eyIkaWQiOiIxNDI1IiwiQSI6MTUzLCJSIjowLCJHIjowLCJCIjowfX0sIklzVmlzaWJsZSI6dHJ1ZSwiV2lkdGgiOjAuMCwiSGVpZ2h0IjowLjAsIkJvcmRlclN0eWxlIjpudWxsLCJQYXJlbnRTdHlsZSI6bnVsbH0sIk1hcmdpbiI6eyIkaWQiOiIxNDI2IiwiVG9wIjowLjAsIkxlZnQiOjAuMCwiUmlnaHQiOjAuMCwiQm90dG9tIjowLjB9LCJQYWRkaW5nIjp7IiRpZCI6IjE0MjciLCJUb3AiOjAuMCwiTGVmdCI6MC4wLCJSaWdodCI6MC4wLCJCb3R0b20iOjAuMH0sIkJhY2tncm91bmQiOm51bGwsIklzVmlzaWJsZSI6dHJ1ZSwiV2lkdGgiOjAuMCwiSGVpZ2h0IjowLjAsIkJvcmRlclN0eWxlIjpudWxsLCJQYXJlbnRTdHlsZSI6bnVsbH0sIlNoYXBlU3R5bGUiOnsiJGlkIjoiMTQyOCIsIk1hcmdpbiI6eyIkaWQiOiIxNDI5IiwiVG9wIjowLjAsIkxlZnQiOjQuMCwiUmlnaHQiOjQuMCwiQm90dG9tIjowLjB9LCJQYWRkaW5nIjp7IiRpZCI6IjE0MzAiLCJUb3AiOjAuMCwiTGVmdCI6MC4wLCJSaWdodCI6MC4wLCJCb3R0b20iOjAuMH0sIkJhY2tncm91bmQiOnsiJGlkIjoiMTQzMSIsIkNvbG9yIjp7IiRpZCI6IjE0MzIiLCJBIjoyNTUsIlIiOjIxLCJHIjo5NiwiQiI6MTMwfX0sIklzVmlzaWJsZSI6dHJ1ZSwiV2lkdGgiOjAuMCwiSGVpZ2h0IjoxMC4wLCJCb3JkZXJTdHlsZSI6eyIkaWQiOiIxNDMzIiwiTGluZUNvbG9yIjp7IiRpZCI6IjE0MzQiLCIkdHlwZSI6Ik5MUkUuQ29tbW9uLkRvbS5Tb2xpZENvbG9yQnJ1c2gsIE5MUkUuQ29tbW9uIiwiQ29sb3IiOnsiJGlkIjoiMTQzNSIsIkEiOjI1NSwiUiI6MjM0LCJHIjoyMiwiQiI6MzB9fSwiTGluZVdlaWdodCI6MC4wLCJMaW5lVHlwZSI6MCwiUGFyZW50U3R5bGUiOm51bGx9LCJQYXJlbnRTdHlsZSI6bnVsbH0sIlRpdGxlU3R5bGUiOnsiJGlkIjoiMTQzNiIsIkZvbnRTZXR0aW5ncyI6eyIkaWQiOiIxNDM3IiwiRm9udFNpemUiOjExLCJGb250TmFtZSI6IkNhbGlicmkiLCJJc0JvbGQiOmZhbHNlLCJJc0l0YWxpYyI6ZmFsc2UsIklzVW5kZXJsaW5lZCI6ZmFsc2UsIlBhcmVudFN0eWxlIjpudWxsfSwiQXV0b1NpemUiOjAsIkZvcmVncm91bmQiOnsiJGlkIjoiMTQzOCIsIkNvbG9yIjp7IiRpZCI6IjE0MzkiLCJBIjoyNTUsIlIiOjAsIkciOjAsIkIiOjB9fSwiTWF4V2lkdGgiOjcyMC4wLCJNYXhIZWlnaHQiOiJJbmZpbml0eSIsIlNtYXJ0Rm9yZWdyb3VuZElzQWN0aXZlIjpmYWxzZSwiSG9yaXpvbnRhbEFsaWdubWVudCI6MiwiVmVydGljYWxBbGlnbm1lbnQiOjEsIlNtYXJ0Rm9yZWdyb3VuZCI6bnVsbCwiQmFja2dyb3VuZEZpbGxUeXBlIjowLCJNYXJnaW4iOnsiJGlkIjoiMTQ0MCIsIlRvcCI6MC4wLCJMZWZ0IjowLjAsIlJpZ2h0IjowLjAsIkJvdHRvbSI6MC4wfSwiUGFkZGluZyI6eyIkaWQiOiIxNDQxIiwiVG9wIjowLjAsIkxlZnQiOjAuMCwiUmlnaHQiOjAuMCwiQm90dG9tIjowLjB9LCJCYWNrZ3JvdW5kIjp7IiRpZCI6IjE0NDIiLCJDb2xvciI6eyIkaWQiOiIxNDQzIiwiQSI6MCwiUiI6MjU1LCJHIjoyNTUsIkIiOjI1NX19LCJJc1Zpc2libGUiOnRydWUsIldpZHRoIjowLjAsIkhlaWdodCI6MC4wLCJCb3JkZXJTdHlsZSI6eyIkaWQiOiIxNDQ0IiwiTGluZUNvbG9yIjpudWxsLCJMaW5lV2VpZ2h0IjowLjAsIkxpbmVUeXBlIjowLCJQYXJlbnRTdHlsZSI6bnVsbH0sIlBhcmVudFN0eWxlIjpudWxsfSwiRGF0ZVN0eWxlIjp7IiRpZCI6IjE0NDUiLCJGb250U2V0dGluZ3MiOnsiJGlkIjoiMTQ0NiIsIkZvbnRTaXplIjoxMCwiRm9udE5hbWUiOiJDYWxpYnJpIiwiSXNCb2xkIjpmYWxzZSwiSXNJdGFsaWMiOmZhbHNlLCJJc1VuZGVybGluZWQiOmZhbHNlLCJQYXJlbnRTdHlsZSI6bnVsbH0sIkF1dG9TaXplIjowLCJGb3JlZ3JvdW5kIjp7IiRpZCI6IjE0NDciLCJDb2xvciI6eyIkaWQiOiIxNDQ4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0NDkiLCJUb3AiOjAuMCwiTGVmdCI6MC4wLCJSaWdodCI6MC4wLCJCb3R0b20iOjAuMH0sIlBhZGRpbmciOnsiJGlkIjoiMTQ1MCIsIlRvcCI6MC4wLCJMZWZ0IjowLjAsIlJpZ2h0IjowLjAsIkJvdHRvbSI6MC4wfSwiQmFja2dyb3VuZCI6eyIkaWQiOiIxNDUxIiwiQ29sb3IiOnsiJGlkIjoiMTQ1MiIsIkEiOjAsIlIiOjI1NSwiRyI6MjU1LCJCIjoyNTV9fSwiSXNWaXNpYmxlIjp0cnVlLCJXaWR0aCI6MC4wLCJIZWlnaHQiOjAuMCwiQm9yZGVyU3R5bGUiOnsiJGlkIjoiMTQ1MyIsIkxpbmVDb2xvciI6bnVsbCwiTGluZVdlaWdodCI6MC4wLCJMaW5lVHlwZSI6MCwiUGFyZW50U3R5bGUiOm51bGx9LCJQYXJlbnRTdHlsZSI6bnVsbH0sIkRhdGVGb3JtYXQiOnsiJGlkIjoiMTQ1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DU1IiwiRm9ybWF0IjowLCJJc1Zpc2libGUiOmZhbHNlLCJMYXN0S25vd25WaXNpYmlsaXR5U3RhdGUiOmZhbHNlfSwiSXNWaXNpYmxlIjpmYWxzZSwiVmFyaWFuY2VTdHlsZSI6eyIkaWQiOiIxNDU2IiwiVGV4dFN0eWxlIjp7IiRpZCI6IjE0NTciLCJGb250U2V0dGluZ3MiOnsiJGlkIjoiMTQ1OCIsIkZvbnRTaXplIjoxMCwiRm9udE5hbWUiOiJDYWxpYnJpIiwiSXNCb2xkIjpmYWxzZSwiSXNJdGFsaWMiOmZhbHNlLCJJc1VuZGVybGluZWQiOmZhbHNlLCJQYXJlbnRTdHlsZSI6bnVsbH0sIkF1dG9TaXplIjowLCJGb3JlZ3JvdW5kIjp7IiRpZCI6IjE0NTkiLCJDb2xvciI6eyIkaWQiOiIxNDY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0NjEiLCJUb3AiOjAuMCwiTGVmdCI6MC4wLCJSaWdodCI6MC4wLCJCb3R0b20iOjAuMH0sIlBhZGRpbmciOnsiJGlkIjoiMTQ2MiIsIlRvcCI6MC4wLCJMZWZ0IjowLjAsIlJpZ2h0IjowLjAsIkJvdHRvbSI6MC4wfSwiQmFja2dyb3VuZCI6eyIkaWQiOiIxNDYzIiwiQ29sb3IiOnsiJGlkIjoiMTQ2NCIsIkEiOjI1NSwiUiI6MCwiRyI6MCwiQiI6MH19LCJJc1Zpc2libGUiOnRydWUsIldpZHRoIjowLjAsIkhlaWdodCI6MC4wLCJCb3JkZXJTdHlsZSI6eyIkaWQiOiIxNDY1IiwiTGluZUNvbG9yIjpudWxsLCJMaW5lV2VpZ2h0IjowLjAsIkxpbmVUeXBlIjowLCJQYXJlbnRTdHlsZSI6bnVsbH0sIlBhcmVudFN0eWxlIjpudWxsfSwiUGFyZW50U3R5bGUiOm51bGx9LCJQYXJlbnRTdHlsZSI6bnVsbH0sIkluZGV4IjoyLCJTbWFydER1cmF0aW9uQWN0aXZhdGVkIjpmYWxzZSwiRGF0ZUZvcm1hdCI6eyIkcmVmIjoiMTQ1NCJ9LCJXZWVrTnVtYmVyaW5nIjp7IiRpZCI6IjE0NjYiLCJGb3JtYXQiOjAsIklzVmlzaWJsZSI6ZmFsc2UsIkxhc3RLbm93blZpc2liaWxpdHlTdGF0ZSI6ZmFsc2V9LCJCYXNlbGluZURhdGEiOnsiJGlkIjoiMTQ2NyIsIlN0YXJ0RGF0ZSI6IjIwMjUtMDktMjBUMDA6MDA6MDAiLCJFbmREYXRlIjoiMjAyNS0xMC0yNVQyMzo1OTowMCJ9LCJJZCI6IjE0NTdhYzUxLWNkMGItNGI5MS04MTViLTYwNzQyODE5OWM3OCIsIkltcG9ydElkIjpudWxsLCJUaXRsZSI6IlNwcmludCAxIiwiTm90ZSI6bnVsbCwiSHlwZXJsaW5rIjp7IiRpZCI6IjE0NjgiLCJBZGRyZXNzIjoiIiwiU3ViQWRkcmVzcyI6IiJ9LCJJc0NoYW5nZWQiOmZhbHNlLCJJc05ldyI6ZmFsc2V9LHsiJGlkIjoiMTQ2OSIsIkdyb3VwTmFtZSI6bnVsbCwiU3RhcnREYXRlIjoiMjAyNS0xMC0yNVQwMDowMDowMFoiLCJFbmREYXRlIjoiMjAyNS0xMS0xMVQyMzo1OTowMFoiLCJQZXJjZW50YWdlQ29tcGxldGUiOm51bGwsIlN0eWxlIjp7IiRpZCI6IjE0NzAiLCJTaGFwZSI6MywiU2hhcGVUaGlja25lc3MiOjAsIkR1cmF0aW9uRm9ybWF0IjowLCJJbmNsdWRlTm9uV29ya2luZ0RheXNJbkR1cmF0aW9uIjpmYWxzZSwiUGVyY2VudGFnZUNvbXBsZXRlU3R5bGUiOnsiJGlkIjoiMTQ3MSIsIkZvbnRTZXR0aW5ncyI6eyIkaWQiOiIxNDcyIiwiRm9udFNpemUiOjEwLCJGb250TmFtZSI6IkNhbGlicmkiLCJJc0JvbGQiOmZhbHNlLCJJc0l0YWxpYyI6ZmFsc2UsIklzVW5kZXJsaW5lZCI6ZmFsc2UsIlBhcmVudFN0eWxlIjpudWxsfSwiQXV0b1NpemUiOjAsIkZvcmVncm91bmQiOnsiJGlkIjoiMTQ3MyIsIkNvbG9yIjp7IiRpZCI6IjE0Nz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Q3NSIsIlRvcCI6MC4wLCJMZWZ0IjowLjAsIlJpZ2h0IjowLjAsIkJvdHRvbSI6MC4wfSwiUGFkZGluZyI6eyIkaWQiOiIxNDc2IiwiVG9wIjowLjAsIkxlZnQiOjAuMCwiUmlnaHQiOjAuMCwiQm90dG9tIjowLjB9LCJCYWNrZ3JvdW5kIjp7IiRpZCI6IjE0NzciLCJDb2xvciI6eyIkaWQiOiIxNDc4IiwiQSI6ODksIlIiOjAsIkciOjAsIkIiOjB9fSwiSXNWaXNpYmxlIjp0cnVlLCJXaWR0aCI6MC4wLCJIZWlnaHQiOjAuMCwiQm9yZGVyU3R5bGUiOnsiJGlkIjoiMTQ3OSIsIkxpbmVDb2xvciI6bnVsbCwiTGluZVdlaWdodCI6MC4wLCJMaW5lVHlwZSI6MCwiUGFyZW50U3R5bGUiOm51bGx9LCJQYXJlbnRTdHlsZSI6bnVsbH0sIkR1cmF0aW9uU3R5bGUiOnsiJGlkIjoiMTQ4MCIsIkZvbnRTZXR0aW5ncyI6eyIkaWQiOiIxNDgxIiwiRm9udFNpemUiOjEwLCJGb250TmFtZSI6IkNhbGlicmkiLCJJc0JvbGQiOmZhbHNlLCJJc0l0YWxpYyI6ZmFsc2UsIklzVW5kZXJsaW5lZCI6ZmFsc2UsIlBhcmVudFN0eWxlIjpudWxsfSwiQXV0b1NpemUiOjAsIkZvcmVncm91bmQiOnsiJGlkIjoiMTQ4MiIsIkNvbG9yIjp7IiRpZCI6IjE0OD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NDg0IiwiVG9wIjowLjAsIkxlZnQiOjAuMCwiUmlnaHQiOjAuMCwiQm90dG9tIjowLjB9LCJQYWRkaW5nIjp7IiRpZCI6IjE0ODUiLCJUb3AiOjAuMCwiTGVmdCI6MC4wLCJSaWdodCI6MC4wLCJCb3R0b20iOjAuMH0sIkJhY2tncm91bmQiOnsiJGlkIjoiMTQ4NiIsIkNvbG9yIjp7IiRpZCI6IjE0ODciLCJBIjoyNTUsIlIiOjIzNywiRyI6MTI1LCJCIjo0OX19LCJJc1Zpc2libGUiOnRydWUsIldpZHRoIjowLjAsIkhlaWdodCI6MC4wLCJCb3JkZXJTdHlsZSI6eyIkaWQiOiIxNDg4IiwiTGluZUNvbG9yIjpudWxsLCJMaW5lV2VpZ2h0IjowLjAsIkxpbmVUeXBlIjowLCJQYXJlbnRTdHlsZSI6bnVsbH0sIlBhcmVudFN0eWxlIjpudWxsfSwiSG9yaXpvbnRhbENvbm5lY3RvclN0eWxlIjp7IiRpZCI6IjE0ODkiLCJMaW5lQ29sb3IiOnsiJGlkIjoiMTQ5MCIsIiR0eXBlIjoiTkxSRS5Db21tb24uRG9tLlNvbGlkQ29sb3JCcnVzaCwgTkxSRS5Db21tb24iLCJDb2xvciI6eyIkaWQiOiIxNDkxIiwiQSI6NTEsIlIiOjIxLCJHIjo5NiwiQiI6MTMwfX0sIkxpbmVXZWlnaHQiOjEuMCwiTGluZVR5cGUiOjAsIlBhcmVudFN0eWxlIjpudWxsfSwiVmVydGljYWxDb25uZWN0b3JTdHlsZSI6eyIkaWQiOiIxNDkyIiwiTGluZUNvbG9yIjp7IiRpZCI6IjE0OTMiLCIkdHlwZSI6Ik5MUkUuQ29tbW9uLkRvbS5Tb2xpZENvbG9yQnJ1c2gsIE5MUkUuQ29tbW9uIiwiQ29sb3IiOnsiJGlkIjoiMTQ5NC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Q5NSIsIlNoYXBlU3R5bGUiOnsiJGlkIjoiMTQ5NiIsIk1hcmdpbiI6eyIkaWQiOiIxNDk3IiwiVG9wIjowLjAsIkxlZnQiOjAuMCwiUmlnaHQiOjAuMCwiQm90dG9tIjowLjB9LCJQYWRkaW5nIjp7IiRpZCI6IjE0OTgiLCJUb3AiOjAuMCwiTGVmdCI6MC4wLCJSaWdodCI6MC4wLCJCb3R0b20iOjAuMH0sIkJhY2tncm91bmQiOnsiJGlkIjoiMTQ5OSIsIkNvbG9yIjp7IiRpZCI6IjE1MDAiLCJBIjoxNTMsIlIiOjAsIkciOjAsIkIiOjB9fSwiSXNWaXNpYmxlIjp0cnVlLCJXaWR0aCI6MC4wLCJIZWlnaHQiOjAuMCwiQm9yZGVyU3R5bGUiOm51bGwsIlBhcmVudFN0eWxlIjpudWxsfSwiTWFyZ2luIjp7IiRpZCI6IjE1MDEiLCJUb3AiOjAuMCwiTGVmdCI6MC4wLCJSaWdodCI6MC4wLCJCb3R0b20iOjAuMH0sIlBhZGRpbmciOnsiJGlkIjoiMTUwMiIsIlRvcCI6MC4wLCJMZWZ0IjowLjAsIlJpZ2h0IjowLjAsIkJvdHRvbSI6MC4wfSwiQmFja2dyb3VuZCI6bnVsbCwiSXNWaXNpYmxlIjp0cnVlLCJXaWR0aCI6MC4wLCJIZWlnaHQiOjAuMCwiQm9yZGVyU3R5bGUiOm51bGwsIlBhcmVudFN0eWxlIjpudWxsfSwiU2hhcGVTdHlsZSI6eyIkaWQiOiIxNTAzIiwiTWFyZ2luIjp7IiRpZCI6IjE1MDQiLCJUb3AiOjAuMCwiTGVmdCI6NC4wLCJSaWdodCI6NC4wLCJCb3R0b20iOjAuMH0sIlBhZGRpbmciOnsiJGlkIjoiMTUwNSIsIlRvcCI6MC4wLCJMZWZ0IjowLjAsIlJpZ2h0IjowLjAsIkJvdHRvbSI6MC4wfSwiQmFja2dyb3VuZCI6eyIkaWQiOiIxNTA2IiwiQ29sb3IiOnsiJGlkIjoiMTUwNyIsIkEiOjI1NSwiUiI6MjEsIkciOjk2LCJCIjoxMzB9fSwiSXNWaXNpYmxlIjp0cnVlLCJXaWR0aCI6MC4wLCJIZWlnaHQiOjEwLjAsIkJvcmRlclN0eWxlIjp7IiRpZCI6IjE1MDgiLCJMaW5lQ29sb3IiOnsiJGlkIjoiMTUwOSIsIiR0eXBlIjoiTkxSRS5Db21tb24uRG9tLlNvbGlkQ29sb3JCcnVzaCwgTkxSRS5Db21tb24iLCJDb2xvciI6eyIkaWQiOiIxNTEwIiwiQSI6MjU1LCJSIjoyMzQsIkciOjIyLCJCIjozMH19LCJMaW5lV2VpZ2h0IjowLjAsIkxpbmVUeXBlIjowLCJQYXJlbnRTdHlsZSI6bnVsbH0sIlBhcmVudFN0eWxlIjpudWxsfSwiVGl0bGVTdHlsZSI6eyIkaWQiOiIxNTExIiwiRm9udFNldHRpbmdzIjp7IiRpZCI6IjE1MTIiLCJGb250U2l6ZSI6MTEsIkZvbnROYW1lIjoiQ2FsaWJyaSIsIklzQm9sZCI6ZmFsc2UsIklzSXRhbGljIjpmYWxzZSwiSXNVbmRlcmxpbmVkIjpmYWxzZSwiUGFyZW50U3R5bGUiOm51bGx9LCJBdXRvU2l6ZSI6MCwiRm9yZWdyb3VuZCI6eyIkaWQiOiIxNTEzIiwiQ29sb3IiOnsiJGlkIjoiMTUx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NTE1IiwiVG9wIjowLjAsIkxlZnQiOjAuMCwiUmlnaHQiOjAuMCwiQm90dG9tIjowLjB9LCJQYWRkaW5nIjp7IiRpZCI6IjE1MTYiLCJUb3AiOjAuMCwiTGVmdCI6MC4wLCJSaWdodCI6MC4wLCJCb3R0b20iOjAuMH0sIkJhY2tncm91bmQiOnsiJGlkIjoiMTUxNyIsIkNvbG9yIjp7IiRpZCI6IjE1MTgiLCJBIjowLCJSIjoyNTUsIkciOjI1NSwiQiI6MjU1fX0sIklzVmlzaWJsZSI6dHJ1ZSwiV2lkdGgiOjAuMCwiSGVpZ2h0IjowLjAsIkJvcmRlclN0eWxlIjp7IiRpZCI6IjE1MTkiLCJMaW5lQ29sb3IiOm51bGwsIkxpbmVXZWlnaHQiOjAuMCwiTGluZVR5cGUiOjAsIlBhcmVudFN0eWxlIjpudWxsfSwiUGFyZW50U3R5bGUiOm51bGx9LCJEYXRlU3R5bGUiOnsiJGlkIjoiMTUyMCIsIkZvbnRTZXR0aW5ncyI6eyIkaWQiOiIxNTIxIiwiRm9udFNpemUiOjEwLCJGb250TmFtZSI6IkNhbGlicmkiLCJJc0JvbGQiOmZhbHNlLCJJc0l0YWxpYyI6ZmFsc2UsIklzVW5kZXJsaW5lZCI6ZmFsc2UsIlBhcmVudFN0eWxlIjpudWxsfSwiQXV0b1NpemUiOjAsIkZvcmVncm91bmQiOnsiJGlkIjoiMTUyMiIsIkNvbG9yIjp7IiRpZCI6IjE1Mj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UyNCIsIlRvcCI6MC4wLCJMZWZ0IjowLjAsIlJpZ2h0IjowLjAsIkJvdHRvbSI6MC4wfSwiUGFkZGluZyI6eyIkaWQiOiIxNTI1IiwiVG9wIjowLjAsIkxlZnQiOjAuMCwiUmlnaHQiOjAuMCwiQm90dG9tIjowLjB9LCJCYWNrZ3JvdW5kIjp7IiRpZCI6IjE1MjYiLCJDb2xvciI6eyIkaWQiOiIxNTI3IiwiQSI6MCwiUiI6MjU1LCJHIjoyNTUsIkIiOjI1NX19LCJJc1Zpc2libGUiOnRydWUsIldpZHRoIjowLjAsIkhlaWdodCI6MC4wLCJCb3JkZXJTdHlsZSI6eyIkaWQiOiIxNTI4IiwiTGluZUNvbG9yIjpudWxsLCJMaW5lV2VpZ2h0IjowLjAsIkxpbmVUeXBlIjowLCJQYXJlbnRTdHlsZSI6bnVsbH0sIlBhcmVudFN0eWxlIjpudWxsfSwiRGF0ZUZvcm1hdCI6eyIkaWQiOiIxNTI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1MzAiLCJGb3JtYXQiOjAsIklzVmlzaWJsZSI6ZmFsc2UsIkxhc3RLbm93blZpc2liaWxpdHlTdGF0ZSI6ZmFsc2V9LCJJc1Zpc2libGUiOmZhbHNlLCJWYXJpYW5jZVN0eWxlIjp7IiRpZCI6IjE1MzEiLCJUZXh0U3R5bGUiOnsiJGlkIjoiMTUzMiIsIkZvbnRTZXR0aW5ncyI6eyIkaWQiOiIxNTMzIiwiRm9udFNpemUiOjEwLCJGb250TmFtZSI6IkNhbGlicmkiLCJJc0JvbGQiOmZhbHNlLCJJc0l0YWxpYyI6ZmFsc2UsIklzVW5kZXJsaW5lZCI6ZmFsc2UsIlBhcmVudFN0eWxlIjpudWxsfSwiQXV0b1NpemUiOjAsIkZvcmVncm91bmQiOnsiJGlkIjoiMTUzNCIsIkNvbG9yIjp7IiRpZCI6IjE1Mz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UzNiIsIlRvcCI6MC4wLCJMZWZ0IjowLjAsIlJpZ2h0IjowLjAsIkJvdHRvbSI6MC4wfSwiUGFkZGluZyI6eyIkaWQiOiIxNTM3IiwiVG9wIjowLjAsIkxlZnQiOjAuMCwiUmlnaHQiOjAuMCwiQm90dG9tIjowLjB9LCJCYWNrZ3JvdW5kIjp7IiRpZCI6IjE1MzgiLCJDb2xvciI6eyIkaWQiOiIxNTM5IiwiQSI6MjU1LCJSIjowLCJHIjowLCJCIjowfX0sIklzVmlzaWJsZSI6dHJ1ZSwiV2lkdGgiOjAuMCwiSGVpZ2h0IjowLjAsIkJvcmRlclN0eWxlIjp7IiRpZCI6IjE1NDAiLCJMaW5lQ29sb3IiOm51bGwsIkxpbmVXZWlnaHQiOjAuMCwiTGluZVR5cGUiOjAsIlBhcmVudFN0eWxlIjpudWxsfSwiUGFyZW50U3R5bGUiOm51bGx9LCJQYXJlbnRTdHlsZSI6bnVsbH0sIlBhcmVudFN0eWxlIjpudWxsfSwiSW5kZXgiOjMsIlNtYXJ0RHVyYXRpb25BY3RpdmF0ZWQiOmZhbHNlLCJEYXRlRm9ybWF0Ijp7IiRyZWYiOiIxNTI5In0sIldlZWtOdW1iZXJpbmciOnsiJGlkIjoiMTU0MSIsIkZvcm1hdCI6MCwiSXNWaXNpYmxlIjpmYWxzZSwiTGFzdEtub3duVmlzaWJpbGl0eVN0YXRlIjpmYWxzZX0sIkJhc2VsaW5lRGF0YSI6eyIkaWQiOiIxNTQyIiwiU3RhcnREYXRlIjoiMjAyNS0xMC0yNVQwMDowMDowMCIsIkVuZERhdGUiOiIyMDI1LTExLTExVDIzOjU5OjAwIn0sIklkIjoiZWY5M2MyYjMtYzdhZS00MDFmLTk3OTktMTYzZjg2ZGNjY2IxIiwiSW1wb3J0SWQiOm51bGwsIlRpdGxlIjoiU3ByaW50IDIiLCJOb3RlIjpudWxsLCJIeXBlcmxpbmsiOnsiJGlkIjoiMTU0MyIsIkFkZHJlc3MiOiIiLCJTdWJBZGRyZXNzIjoiIn0sIklzQ2hhbmdlZCI6ZmFsc2UsIklzTmV3IjpmYWxzZX0seyIkaWQiOiIxNTQ0IiwiR3JvdXBOYW1lIjpudWxsLCJTdGFydERhdGUiOiIyMDI1LTExLTExVDAwOjAwOjAwWiIsIkVuZERhdGUiOiIyMDI1LTExLTE4VDIzOjU5OjAwWiIsIlBlcmNlbnRhZ2VDb21wbGV0ZSI6bnVsbCwiU3R5bGUiOnsiJGlkIjoiMTU0NSIsIlNoYXBlIjozLCJTaGFwZVRoaWNrbmVzcyI6MCwiRHVyYXRpb25Gb3JtYXQiOjAsIkluY2x1ZGVOb25Xb3JraW5nRGF5c0luRHVyYXRpb24iOmZhbHNlLCJQZXJjZW50YWdlQ29tcGxldGVTdHlsZSI6eyIkaWQiOiIxNTQ2IiwiRm9udFNldHRpbmdzIjp7IiRpZCI6IjE1NDciLCJGb250U2l6ZSI6MTAsIkZvbnROYW1lIjoiQ2FsaWJyaSIsIklzQm9sZCI6ZmFsc2UsIklzSXRhbGljIjpmYWxzZSwiSXNVbmRlcmxpbmVkIjpmYWxzZSwiUGFyZW50U3R5bGUiOm51bGx9LCJBdXRvU2l6ZSI6MCwiRm9yZWdyb3VuZCI6eyIkaWQiOiIxNTQ4IiwiQ29sb3IiOnsiJGlkIjoiMTU0OS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xNTUwIiwiVG9wIjowLjAsIkxlZnQiOjAuMCwiUmlnaHQiOjAuMCwiQm90dG9tIjowLjB9LCJQYWRkaW5nIjp7IiRpZCI6IjE1NTEiLCJUb3AiOjAuMCwiTGVmdCI6MC4wLCJSaWdodCI6MC4wLCJCb3R0b20iOjAuMH0sIkJhY2tncm91bmQiOnsiJGlkIjoiMTU1MiIsIkNvbG9yIjp7IiRpZCI6IjE1NTMiLCJBIjo4OSwiUiI6MCwiRyI6MCwiQiI6MH19LCJJc1Zpc2libGUiOnRydWUsIldpZHRoIjowLjAsIkhlaWdodCI6MC4wLCJCb3JkZXJTdHlsZSI6eyIkaWQiOiIxNTU0IiwiTGluZUNvbG9yIjpudWxsLCJMaW5lV2VpZ2h0IjowLjAsIkxpbmVUeXBlIjowLCJQYXJlbnRTdHlsZSI6bnVsbH0sIlBhcmVudFN0eWxlIjpudWxsfSwiRHVyYXRpb25TdHlsZSI6eyIkaWQiOiIxNTU1IiwiRm9udFNldHRpbmdzIjp7IiRpZCI6IjE1NTYiLCJGb250U2l6ZSI6MTAsIkZvbnROYW1lIjoiQ2FsaWJyaSIsIklzQm9sZCI6ZmFsc2UsIklzSXRhbGljIjpmYWxzZSwiSXNVbmRlcmxpbmVkIjpmYWxzZSwiUGFyZW50U3R5bGUiOm51bGx9LCJBdXRvU2l6ZSI6MCwiRm9yZWdyb3VuZCI6eyIkaWQiOiIxNTU3IiwiQ29sb3IiOnsiJGlkIjoiMTU1OC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1NTkiLCJUb3AiOjAuMCwiTGVmdCI6MC4wLCJSaWdodCI6MC4wLCJCb3R0b20iOjAuMH0sIlBhZGRpbmciOnsiJGlkIjoiMTU2MCIsIlRvcCI6MC4wLCJMZWZ0IjowLjAsIlJpZ2h0IjowLjAsIkJvdHRvbSI6MC4wfSwiQmFja2dyb3VuZCI6eyIkaWQiOiIxNTYxIiwiQ29sb3IiOnsiJGlkIjoiMTU2MiIsIkEiOjI1NSwiUiI6MjM3LCJHIjoxMjUsIkIiOjQ5fX0sIklzVmlzaWJsZSI6dHJ1ZSwiV2lkdGgiOjAuMCwiSGVpZ2h0IjowLjAsIkJvcmRlclN0eWxlIjp7IiRpZCI6IjE1NjMiLCJMaW5lQ29sb3IiOm51bGwsIkxpbmVXZWlnaHQiOjAuMCwiTGluZVR5cGUiOjAsIlBhcmVudFN0eWxlIjpudWxsfSwiUGFyZW50U3R5bGUiOm51bGx9LCJIb3Jpem9udGFsQ29ubmVjdG9yU3R5bGUiOnsiJGlkIjoiMTU2NCIsIkxpbmVDb2xvciI6eyIkaWQiOiIxNTY1IiwiJHR5cGUiOiJOTFJFLkNvbW1vbi5Eb20uU29saWRDb2xvckJydXNoLCBOTFJFLkNvbW1vbiIsIkNvbG9yIjp7IiRpZCI6IjE1NjYiLCJBIjo1MSwiUiI6MjEsIkciOjk2LCJCIjoxMzB9fSwiTGluZVdlaWdodCI6MS4wLCJMaW5lVHlwZSI6MCwiUGFyZW50U3R5bGUiOm51bGx9LCJWZXJ0aWNhbENvbm5lY3RvclN0eWxlIjp7IiRpZCI6IjE1NjciLCJMaW5lQ29sb3IiOnsiJGlkIjoiMTU2OCIsIiR0eXBlIjoiTkxSRS5Db21tb24uRG9tLlNvbGlkQ29sb3JCcnVzaCwgTkxSRS5Db21tb24iLCJDb2xvciI6eyIkaWQiOiIxNTY5IiwiQSI6NTEsIlIiOjIxLCJHIjo5NiwiQiI6MTMwfX0sIkxpbmVXZWlnaHQiOjAuMCwiTGluZVR5cGUiOjAsIlBhcmVudFN0eWxlIjpudWxsfSwiTWFyZ2luIjpudWxsLCJTdGFydERhdGVQb3NpdGlvbiI6NCwiRW5kRGF0ZVBvc2l0aW9uIjo0LCJEYXRlSXNWaXNpYmxlIjp0cnVlLCJUaXRsZVBvc2l0aW9uIjozLCJEdXJhdGlvblBvc2l0aW9uIjo2LCJQZXJjZW50YWdlQ29tcGxldGVkUG9zaXRpb24iOjIsIlZhcmlhbmNlUG9zaXRpb24iOjYsIlNwYWNpbmciOjMsIklzQmVsb3dUaW1lYmFuZCI6dHJ1ZSwiUGVyY2VudGFnZUNvbXBsZXRlU2hhcGVPcGFjaXR5IjozNSwiQmFzZWxpbmVTdHlsZSI6eyIkaWQiOiIxNTcwIiwiU2hhcGVTdHlsZSI6eyIkaWQiOiIxNTcxIiwiTWFyZ2luIjp7IiRpZCI6IjE1NzIiLCJUb3AiOjAuMCwiTGVmdCI6MC4wLCJSaWdodCI6MC4wLCJCb3R0b20iOjAuMH0sIlBhZGRpbmciOnsiJGlkIjoiMTU3MyIsIlRvcCI6MC4wLCJMZWZ0IjowLjAsIlJpZ2h0IjowLjAsIkJvdHRvbSI6MC4wfSwiQmFja2dyb3VuZCI6eyIkaWQiOiIxNTc0IiwiQ29sb3IiOnsiJGlkIjoiMTU3NSIsIkEiOjE1MywiUiI6MCwiRyI6MCwiQiI6MH19LCJJc1Zpc2libGUiOnRydWUsIldpZHRoIjowLjAsIkhlaWdodCI6MC4wLCJCb3JkZXJTdHlsZSI6bnVsbCwiUGFyZW50U3R5bGUiOm51bGx9LCJNYXJnaW4iOnsiJGlkIjoiMTU3NiIsIlRvcCI6MC4wLCJMZWZ0IjowLjAsIlJpZ2h0IjowLjAsIkJvdHRvbSI6MC4wfSwiUGFkZGluZyI6eyIkaWQiOiIxNTc3IiwiVG9wIjowLjAsIkxlZnQiOjAuMCwiUmlnaHQiOjAuMCwiQm90dG9tIjowLjB9LCJCYWNrZ3JvdW5kIjpudWxsLCJJc1Zpc2libGUiOnRydWUsIldpZHRoIjowLjAsIkhlaWdodCI6MC4wLCJCb3JkZXJTdHlsZSI6bnVsbCwiUGFyZW50U3R5bGUiOm51bGx9LCJTaGFwZVN0eWxlIjp7IiRpZCI6IjE1NzgiLCJNYXJnaW4iOnsiJGlkIjoiMTU3OSIsIlRvcCI6MC4wLCJMZWZ0Ijo0LjAsIlJpZ2h0Ijo0LjAsIkJvdHRvbSI6MC4wfSwiUGFkZGluZyI6eyIkaWQiOiIxNTgwIiwiVG9wIjowLjAsIkxlZnQiOjAuMCwiUmlnaHQiOjAuMCwiQm90dG9tIjowLjB9LCJCYWNrZ3JvdW5kIjp7IiRpZCI6IjE1ODEiLCJDb2xvciI6eyIkaWQiOiIxNTgyIiwiQSI6MjU1LCJSIjoyMSwiRyI6OTYsIkIiOjEzMH19LCJJc1Zpc2libGUiOnRydWUsIldpZHRoIjowLjAsIkhlaWdodCI6MTAuMCwiQm9yZGVyU3R5bGUiOnsiJGlkIjoiMTU4MyIsIkxpbmVDb2xvciI6eyIkaWQiOiIxNTg0IiwiJHR5cGUiOiJOTFJFLkNvbW1vbi5Eb20uU29saWRDb2xvckJydXNoLCBOTFJFLkNvbW1vbiIsIkNvbG9yIjp7IiRpZCI6IjE1ODUiLCJBIjoyNTUsIlIiOjIzNCwiRyI6MjIsIkIiOjMwfX0sIkxpbmVXZWlnaHQiOjAuMCwiTGluZVR5cGUiOjAsIlBhcmVudFN0eWxlIjpudWxsfSwiUGFyZW50U3R5bGUiOm51bGx9LCJUaXRsZVN0eWxlIjp7IiRpZCI6IjE1ODYiLCJGb250U2V0dGluZ3MiOnsiJGlkIjoiMTU4NyIsIkZvbnRTaXplIjoxMSwiRm9udE5hbWUiOiJDYWxpYnJpIiwiSXNCb2xkIjpmYWxzZSwiSXNJdGFsaWMiOmZhbHNlLCJJc1VuZGVybGluZWQiOmZhbHNlLCJQYXJlbnRTdHlsZSI6bnVsbH0sIkF1dG9TaXplIjowLCJGb3JlZ3JvdW5kIjp7IiRpZCI6IjE1ODgiLCJDb2xvciI6eyIkaWQiOiIxNTg5IiwiQSI6MjU1LCJSIjowLCJHIjowLCJCIjowfX0sIk1heFdpZHRoIjo3MjAuMCwiTWF4SGVpZ2h0IjoiSW5maW5pdHkiLCJTbWFydEZvcmVncm91bmRJc0FjdGl2ZSI6ZmFsc2UsIkhvcml6b250YWxBbGlnbm1lbnQiOjIsIlZlcnRpY2FsQWxpZ25tZW50IjoxLCJTbWFydEZvcmVncm91bmQiOm51bGwsIkJhY2tncm91bmRGaWxsVHlwZSI6MCwiTWFyZ2luIjp7IiRpZCI6IjE1OTAiLCJUb3AiOjAuMCwiTGVmdCI6MC4wLCJSaWdodCI6MC4wLCJCb3R0b20iOjAuMH0sIlBhZGRpbmciOnsiJGlkIjoiMTU5MSIsIlRvcCI6MC4wLCJMZWZ0IjowLjAsIlJpZ2h0IjowLjAsIkJvdHRvbSI6MC4wfSwiQmFja2dyb3VuZCI6eyIkaWQiOiIxNTkyIiwiQ29sb3IiOnsiJGlkIjoiMTU5MyIsIkEiOjAsIlIiOjI1NSwiRyI6MjU1LCJCIjoyNTV9fSwiSXNWaXNpYmxlIjp0cnVlLCJXaWR0aCI6MC4wLCJIZWlnaHQiOjAuMCwiQm9yZGVyU3R5bGUiOnsiJGlkIjoiMTU5NCIsIkxpbmVDb2xvciI6bnVsbCwiTGluZVdlaWdodCI6MC4wLCJMaW5lVHlwZSI6MCwiUGFyZW50U3R5bGUiOm51bGx9LCJQYXJlbnRTdHlsZSI6bnVsbH0sIkRhdGVTdHlsZSI6eyIkaWQiOiIxNTk1IiwiRm9udFNldHRpbmdzIjp7IiRpZCI6IjE1OTYiLCJGb250U2l6ZSI6MTAsIkZvbnROYW1lIjoiQ2FsaWJyaSIsIklzQm9sZCI6ZmFsc2UsIklzSXRhbGljIjpmYWxzZSwiSXNVbmRlcmxpbmVkIjpmYWxzZSwiUGFyZW50U3R5bGUiOm51bGx9LCJBdXRvU2l6ZSI6MCwiRm9yZWdyb3VuZCI6eyIkaWQiOiIxNTk3IiwiQ29sb3IiOnsiJGlkIjoiMTU5OC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xNTk5IiwiVG9wIjowLjAsIkxlZnQiOjAuMCwiUmlnaHQiOjAuMCwiQm90dG9tIjowLjB9LCJQYWRkaW5nIjp7IiRpZCI6IjE2MDAiLCJUb3AiOjAuMCwiTGVmdCI6MC4wLCJSaWdodCI6MC4wLCJCb3R0b20iOjAuMH0sIkJhY2tncm91bmQiOnsiJGlkIjoiMTYwMSIsIkNvbG9yIjp7IiRpZCI6IjE2MDIiLCJBIjowLCJSIjoyNTUsIkciOjI1NSwiQiI6MjU1fX0sIklzVmlzaWJsZSI6dHJ1ZSwiV2lkdGgiOjAuMCwiSGVpZ2h0IjowLjAsIkJvcmRlclN0eWxlIjp7IiRpZCI6IjE2MDMiLCJMaW5lQ29sb3IiOm51bGwsIkxpbmVXZWlnaHQiOjAuMCwiTGluZVR5cGUiOjAsIlBhcmVudFN0eWxlIjpudWxsfSwiUGFyZW50U3R5bGUiOm51bGx9LCJEYXRlRm9ybWF0Ijp7IiRpZCI6IjE2MD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YwNSIsIkZvcm1hdCI6MCwiSXNWaXNpYmxlIjpmYWxzZSwiTGFzdEtub3duVmlzaWJpbGl0eVN0YXRlIjpmYWxzZX0sIklzVmlzaWJsZSI6ZmFsc2UsIlZhcmlhbmNlU3R5bGUiOnsiJGlkIjoiMTYwNiIsIlRleHRTdHlsZSI6eyIkaWQiOiIxNjA3IiwiRm9udFNldHRpbmdzIjp7IiRpZCI6IjE2MDgiLCJGb250U2l6ZSI6MTAsIkZvbnROYW1lIjoiQ2FsaWJyaSIsIklzQm9sZCI6ZmFsc2UsIklzSXRhbGljIjpmYWxzZSwiSXNVbmRlcmxpbmVkIjpmYWxzZSwiUGFyZW50U3R5bGUiOm51bGx9LCJBdXRvU2l6ZSI6MCwiRm9yZWdyb3VuZCI6eyIkaWQiOiIxNjA5IiwiQ29sb3IiOnsiJGlkIjoiMTYx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jExIiwiVG9wIjowLjAsIkxlZnQiOjAuMCwiUmlnaHQiOjAuMCwiQm90dG9tIjowLjB9LCJQYWRkaW5nIjp7IiRpZCI6IjE2MTIiLCJUb3AiOjAuMCwiTGVmdCI6MC4wLCJSaWdodCI6MC4wLCJCb3R0b20iOjAuMH0sIkJhY2tncm91bmQiOnsiJGlkIjoiMTYxMyIsIkNvbG9yIjp7IiRpZCI6IjE2MTQiLCJBIjoyNTUsIlIiOjAsIkciOjAsIkIiOjB9fSwiSXNWaXNpYmxlIjp0cnVlLCJXaWR0aCI6MC4wLCJIZWlnaHQiOjAuMCwiQm9yZGVyU3R5bGUiOnsiJGlkIjoiMTYxNSIsIkxpbmVDb2xvciI6bnVsbCwiTGluZVdlaWdodCI6MC4wLCJMaW5lVHlwZSI6MCwiUGFyZW50U3R5bGUiOm51bGx9LCJQYXJlbnRTdHlsZSI6bnVsbH0sIlBhcmVudFN0eWxlIjpudWxsfSwiUGFyZW50U3R5bGUiOm51bGx9LCJJbmRleCI6NCwiU21hcnREdXJhdGlvbkFjdGl2YXRlZCI6ZmFsc2UsIkRhdGVGb3JtYXQiOnsiJHJlZiI6IjE2MDQifSwiV2Vla051bWJlcmluZyI6eyIkaWQiOiIxNjE2IiwiRm9ybWF0IjowLCJJc1Zpc2libGUiOmZhbHNlLCJMYXN0S25vd25WaXNpYmlsaXR5U3RhdGUiOmZhbHNlfSwiQmFzZWxpbmVEYXRhIjp7IiRpZCI6IjE2MTciLCJTdGFydERhdGUiOiIyMDI1LTExLTExVDAwOjAwOjAwIiwiRW5kRGF0ZSI6IjIwMjUtMTEtMThUMjM6NTk6MDAifSwiSWQiOiJhYjI0YjYwMS05MTgwLTRhZjYtOTVlZC0wMmE1NGIyOGRjNTAiLCJJbXBvcnRJZCI6bnVsbCwiVGl0bGUiOiJTcHJpbnQgMyIsIk5vdGUiOm51bGwsIkh5cGVybGluayI6eyIkaWQiOiIxNjE4IiwiQWRkcmVzcyI6IiIsIlN1YkFkZHJlc3MiOiIifSwiSXNDaGFuZ2VkIjpmYWxzZSwiSXNOZXciOmZhbHNlfSx7IiRpZCI6IjE2MTkiLCJHcm91cE5hbWUiOm51bGwsIlN0YXJ0RGF0ZSI6IjIwMjUtMTEtMThUMDA6MDA6MDBaIiwiRW5kRGF0ZSI6IjIwMjUtMTEtMjdUMjM6NTk6MDBaIiwiUGVyY2VudGFnZUNvbXBsZXRlIjpudWxsLCJTdHlsZSI6eyIkaWQiOiIxNjIwIiwiU2hhcGUiOjMsIlNoYXBlVGhpY2tuZXNzIjowLCJEdXJhdGlvbkZvcm1hdCI6MCwiSW5jbHVkZU5vbldvcmtpbmdEYXlzSW5EdXJhdGlvbiI6ZmFsc2UsIlBlcmNlbnRhZ2VDb21wbGV0ZVN0eWxlIjp7IiRpZCI6IjE2MjEiLCJGb250U2V0dGluZ3MiOnsiJGlkIjoiMTYyMiIsIkZvbnRTaXplIjoxMCwiRm9udE5hbWUiOiJDYWxpYnJpIiwiSXNCb2xkIjpmYWxzZSwiSXNJdGFsaWMiOmZhbHNlLCJJc1VuZGVybGluZWQiOmZhbHNlLCJQYXJlbnRTdHlsZSI6bnVsbH0sIkF1dG9TaXplIjowLCJGb3JlZ3JvdW5kIjp7IiRpZCI6IjE2MjMiLCJDb2xvciI6eyIkaWQiOiIxNjI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E2MjUiLCJUb3AiOjAuMCwiTGVmdCI6MC4wLCJSaWdodCI6MC4wLCJCb3R0b20iOjAuMH0sIlBhZGRpbmciOnsiJGlkIjoiMTYyNiIsIlRvcCI6MC4wLCJMZWZ0IjowLjAsIlJpZ2h0IjowLjAsIkJvdHRvbSI6MC4wfSwiQmFja2dyb3VuZCI6eyIkaWQiOiIxNjI3IiwiQ29sb3IiOnsiJGlkIjoiMTYyOCIsIkEiOjg5LCJSIjowLCJHIjowLCJCIjowfX0sIklzVmlzaWJsZSI6dHJ1ZSwiV2lkdGgiOjAuMCwiSGVpZ2h0IjowLjAsIkJvcmRlclN0eWxlIjp7IiRpZCI6IjE2MjkiLCJMaW5lQ29sb3IiOm51bGwsIkxpbmVXZWlnaHQiOjAuMCwiTGluZVR5cGUiOjAsIlBhcmVudFN0eWxlIjpudWxsfSwiUGFyZW50U3R5bGUiOm51bGx9LCJEdXJhdGlvblN0eWxlIjp7IiRpZCI6IjE2MzAiLCJGb250U2V0dGluZ3MiOnsiJGlkIjoiMTYzMSIsIkZvbnRTaXplIjoxMCwiRm9udE5hbWUiOiJDYWxpYnJpIiwiSXNCb2xkIjpmYWxzZSwiSXNJdGFsaWMiOmZhbHNlLCJJc1VuZGVybGluZWQiOmZhbHNlLCJQYXJlbnRTdHlsZSI6bnVsbH0sIkF1dG9TaXplIjowLCJGb3JlZ3JvdW5kIjp7IiRpZCI6IjE2MzIiLCJDb2xvciI6eyIkaWQiOiIxNjMz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MTYzNCIsIlRvcCI6MC4wLCJMZWZ0IjowLjAsIlJpZ2h0IjowLjAsIkJvdHRvbSI6MC4wfSwiUGFkZGluZyI6eyIkaWQiOiIxNjM1IiwiVG9wIjowLjAsIkxlZnQiOjAuMCwiUmlnaHQiOjAuMCwiQm90dG9tIjowLjB9LCJCYWNrZ3JvdW5kIjp7IiRpZCI6IjE2MzYiLCJDb2xvciI6eyIkaWQiOiIxNjM3IiwiQSI6MjU1LCJSIjoyMzcsIkciOjEyNSwiQiI6NDl9fSwiSXNWaXNpYmxlIjp0cnVlLCJXaWR0aCI6MC4wLCJIZWlnaHQiOjAuMCwiQm9yZGVyU3R5bGUiOnsiJGlkIjoiMTYzOCIsIkxpbmVDb2xvciI6bnVsbCwiTGluZVdlaWdodCI6MC4wLCJMaW5lVHlwZSI6MCwiUGFyZW50U3R5bGUiOm51bGx9LCJQYXJlbnRTdHlsZSI6bnVsbH0sIkhvcml6b250YWxDb25uZWN0b3JTdHlsZSI6eyIkaWQiOiIxNjM5IiwiTGluZUNvbG9yIjp7IiRpZCI6IjE2NDAiLCIkdHlwZSI6Ik5MUkUuQ29tbW9uLkRvbS5Tb2xpZENvbG9yQnJ1c2gsIE5MUkUuQ29tbW9uIiwiQ29sb3IiOnsiJGlkIjoiMTY0MSIsIkEiOjUxLCJSIjoyMSwiRyI6OTYsIkIiOjEzMH19LCJMaW5lV2VpZ2h0IjoxLjAsIkxpbmVUeXBlIjowLCJQYXJlbnRTdHlsZSI6bnVsbH0sIlZlcnRpY2FsQ29ubmVjdG9yU3R5bGUiOnsiJGlkIjoiMTY0MiIsIkxpbmVDb2xvciI6eyIkaWQiOiIxNjQzIiwiJHR5cGUiOiJOTFJFLkNvbW1vbi5Eb20uU29saWRDb2xvckJydXNoLCBOTFJFLkNvbW1vbiIsIkNvbG9yIjp7IiRpZCI6IjE2NDQ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NiwiU3BhY2luZyI6MywiSXNCZWxvd1RpbWViYW5kIjp0cnVlLCJQZXJjZW50YWdlQ29tcGxldGVTaGFwZU9wYWNpdHkiOjM1LCJCYXNlbGluZVN0eWxlIjp7IiRpZCI6IjE2NDUiLCJTaGFwZVN0eWxlIjp7IiRpZCI6IjE2NDYiLCJNYXJnaW4iOnsiJGlkIjoiMTY0NyIsIlRvcCI6MC4wLCJMZWZ0IjowLjAsIlJpZ2h0IjowLjAsIkJvdHRvbSI6MC4wfSwiUGFkZGluZyI6eyIkaWQiOiIxNjQ4IiwiVG9wIjowLjAsIkxlZnQiOjAuMCwiUmlnaHQiOjAuMCwiQm90dG9tIjowLjB9LCJCYWNrZ3JvdW5kIjp7IiRpZCI6IjE2NDkiLCJDb2xvciI6eyIkaWQiOiIxNjUwIiwiQSI6MTUzLCJSIjowLCJHIjowLCJCIjowfX0sIklzVmlzaWJsZSI6dHJ1ZSwiV2lkdGgiOjAuMCwiSGVpZ2h0IjowLjAsIkJvcmRlclN0eWxlIjpudWxsLCJQYXJlbnRTdHlsZSI6bnVsbH0sIk1hcmdpbiI6eyIkaWQiOiIxNjUxIiwiVG9wIjowLjAsIkxlZnQiOjAuMCwiUmlnaHQiOjAuMCwiQm90dG9tIjowLjB9LCJQYWRkaW5nIjp7IiRpZCI6IjE2NTIiLCJUb3AiOjAuMCwiTGVmdCI6MC4wLCJSaWdodCI6MC4wLCJCb3R0b20iOjAuMH0sIkJhY2tncm91bmQiOm51bGwsIklzVmlzaWJsZSI6dHJ1ZSwiV2lkdGgiOjAuMCwiSGVpZ2h0IjowLjAsIkJvcmRlclN0eWxlIjpudWxsLCJQYXJlbnRTdHlsZSI6bnVsbH0sIlNoYXBlU3R5bGUiOnsiJGlkIjoiMTY1MyIsIk1hcmdpbiI6eyIkaWQiOiIxNjU0IiwiVG9wIjowLjAsIkxlZnQiOjQuMCwiUmlnaHQiOjQuMCwiQm90dG9tIjowLjB9LCJQYWRkaW5nIjp7IiRpZCI6IjE2NTUiLCJUb3AiOjAuMCwiTGVmdCI6MC4wLCJSaWdodCI6MC4wLCJCb3R0b20iOjAuMH0sIkJhY2tncm91bmQiOnsiJGlkIjoiMTY1NiIsIkNvbG9yIjp7IiRpZCI6IjE2NTciLCJBIjoyNTUsIlIiOjIxLCJHIjo5NiwiQiI6MTMwfX0sIklzVmlzaWJsZSI6dHJ1ZSwiV2lkdGgiOjAuMCwiSGVpZ2h0IjoxMC4wLCJCb3JkZXJTdHlsZSI6eyIkaWQiOiIxNjU4IiwiTGluZUNvbG9yIjp7IiRpZCI6IjE2NTkiLCIkdHlwZSI6Ik5MUkUuQ29tbW9uLkRvbS5Tb2xpZENvbG9yQnJ1c2gsIE5MUkUuQ29tbW9uIiwiQ29sb3IiOnsiJGlkIjoiMTY2MCIsIkEiOjI1NSwiUiI6MjM0LCJHIjoyMiwiQiI6MzB9fSwiTGluZVdlaWdodCI6MC4wLCJMaW5lVHlwZSI6MCwiUGFyZW50U3R5bGUiOm51bGx9LCJQYXJlbnRTdHlsZSI6bnVsbH0sIlRpdGxlU3R5bGUiOnsiJGlkIjoiMTY2MSIsIkZvbnRTZXR0aW5ncyI6eyIkaWQiOiIxNjYyIiwiRm9udFNpemUiOjExLCJGb250TmFtZSI6IkNhbGlicmkiLCJJc0JvbGQiOmZhbHNlLCJJc0l0YWxpYyI6ZmFsc2UsIklzVW5kZXJsaW5lZCI6ZmFsc2UsIlBhcmVudFN0eWxlIjpudWxsfSwiQXV0b1NpemUiOjAsIkZvcmVncm91bmQiOnsiJGlkIjoiMTY2MyIsIkNvbG9yIjp7IiRpZCI6IjE2NjQiLCJBIjoyNTUsIlIiOjAsIkciOjAsIkIiOjB9fSwiTWF4V2lkdGgiOjcyMC4wLCJNYXhIZWlnaHQiOiJJbmZpbml0eSIsIlNtYXJ0Rm9yZWdyb3VuZElzQWN0aXZlIjpmYWxzZSwiSG9yaXpvbnRhbEFsaWdubWVudCI6MiwiVmVydGljYWxBbGlnbm1lbnQiOjEsIlNtYXJ0Rm9yZWdyb3VuZCI6bnVsbCwiQmFja2dyb3VuZEZpbGxUeXBlIjowLCJNYXJnaW4iOnsiJGlkIjoiMTY2NSIsIlRvcCI6MC4wLCJMZWZ0IjowLjAsIlJpZ2h0IjowLjAsIkJvdHRvbSI6MC4wfSwiUGFkZGluZyI6eyIkaWQiOiIxNjY2IiwiVG9wIjowLjAsIkxlZnQiOjAuMCwiUmlnaHQiOjAuMCwiQm90dG9tIjowLjB9LCJCYWNrZ3JvdW5kIjp7IiRpZCI6IjE2NjciLCJDb2xvciI6eyIkaWQiOiIxNjY4IiwiQSI6MCwiUiI6MjU1LCJHIjoyNTUsIkIiOjI1NX19LCJJc1Zpc2libGUiOnRydWUsIldpZHRoIjowLjAsIkhlaWdodCI6MC4wLCJCb3JkZXJTdHlsZSI6eyIkaWQiOiIxNjY5IiwiTGluZUNvbG9yIjpudWxsLCJMaW5lV2VpZ2h0IjowLjAsIkxpbmVUeXBlIjowLCJQYXJlbnRTdHlsZSI6bnVsbH0sIlBhcmVudFN0eWxlIjpudWxsfSwiRGF0ZVN0eWxlIjp7IiRpZCI6IjE2NzAiLCJGb250U2V0dGluZ3MiOnsiJGlkIjoiMTY3MSIsIkZvbnRTaXplIjoxMCwiRm9udE5hbWUiOiJDYWxpYnJpIiwiSXNCb2xkIjpmYWxzZSwiSXNJdGFsaWMiOmZhbHNlLCJJc1VuZGVybGluZWQiOmZhbHNlLCJQYXJlbnRTdHlsZSI6bnVsbH0sIkF1dG9TaXplIjowLCJGb3JlZ3JvdW5kIjp7IiRpZCI6IjE2NzIiLCJDb2xvciI6eyIkaWQiOiIxNjcz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2NzQiLCJUb3AiOjAuMCwiTGVmdCI6MC4wLCJSaWdodCI6MC4wLCJCb3R0b20iOjAuMH0sIlBhZGRpbmciOnsiJGlkIjoiMTY3NSIsIlRvcCI6MC4wLCJMZWZ0IjowLjAsIlJpZ2h0IjowLjAsIkJvdHRvbSI6MC4wfSwiQmFja2dyb3VuZCI6eyIkaWQiOiIxNjc2IiwiQ29sb3IiOnsiJGlkIjoiMTY3NyIsIkEiOjAsIlIiOjI1NSwiRyI6MjU1LCJCIjoyNTV9fSwiSXNWaXNpYmxlIjp0cnVlLCJXaWR0aCI6MC4wLCJIZWlnaHQiOjAuMCwiQm9yZGVyU3R5bGUiOnsiJGlkIjoiMTY3OCIsIkxpbmVDb2xvciI6bnVsbCwiTGluZVdlaWdodCI6MC4wLCJMaW5lVHlwZSI6MCwiUGFyZW50U3R5bGUiOm51bGx9LCJQYXJlbnRTdHlsZSI6bnVsbH0sIkRhdGVGb3JtYXQiOnsiJGlkIjoiMTY3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jgwIiwiRm9ybWF0IjowLCJJc1Zpc2libGUiOmZhbHNlLCJMYXN0S25vd25WaXNpYmlsaXR5U3RhdGUiOmZhbHNlfSwiSXNWaXNpYmxlIjpmYWxzZSwiVmFyaWFuY2VTdHlsZSI6eyIkaWQiOiIxNjgxIiwiVGV4dFN0eWxlIjp7IiRpZCI6IjE2ODIiLCJGb250U2V0dGluZ3MiOnsiJGlkIjoiMTY4MyIsIkZvbnRTaXplIjoxMCwiRm9udE5hbWUiOiJDYWxpYnJpIiwiSXNCb2xkIjpmYWxzZSwiSXNJdGFsaWMiOmZhbHNlLCJJc1VuZGVybGluZWQiOmZhbHNlLCJQYXJlbnRTdHlsZSI6bnVsbH0sIkF1dG9TaXplIjowLCJGb3JlZ3JvdW5kIjp7IiRpZCI6IjE2ODQiLCJDb2xvciI6eyIkaWQiOiIxNjg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2ODYiLCJUb3AiOjAuMCwiTGVmdCI6MC4wLCJSaWdodCI6MC4wLCJCb3R0b20iOjAuMH0sIlBhZGRpbmciOnsiJGlkIjoiMTY4NyIsIlRvcCI6MC4wLCJMZWZ0IjowLjAsIlJpZ2h0IjowLjAsIkJvdHRvbSI6MC4wfSwiQmFja2dyb3VuZCI6eyIkaWQiOiIxNjg4IiwiQ29sb3IiOnsiJGlkIjoiMTY4OSIsIkEiOjI1NSwiUiI6MCwiRyI6MCwiQiI6MH19LCJJc1Zpc2libGUiOnRydWUsIldpZHRoIjowLjAsIkhlaWdodCI6MC4wLCJCb3JkZXJTdHlsZSI6eyIkaWQiOiIxNjkwIiwiTGluZUNvbG9yIjpudWxsLCJMaW5lV2VpZ2h0IjowLjAsIkxpbmVUeXBlIjowLCJQYXJlbnRTdHlsZSI6bnVsbH0sIlBhcmVudFN0eWxlIjpudWxsfSwiUGFyZW50U3R5bGUiOm51bGx9LCJQYXJlbnRTdHlsZSI6bnVsbH0sIkluZGV4Ijo1LCJTbWFydER1cmF0aW9uQWN0aXZhdGVkIjpmYWxzZSwiRGF0ZUZvcm1hdCI6eyIkcmVmIjoiMTY3OSJ9LCJXZWVrTnVtYmVyaW5nIjp7IiRpZCI6IjE2OTEiLCJGb3JtYXQiOjAsIklzVmlzaWJsZSI6ZmFsc2UsIkxhc3RLbm93blZpc2liaWxpdHlTdGF0ZSI6ZmFsc2V9LCJCYXNlbGluZURhdGEiOnsiJGlkIjoiMTY5MiIsIlN0YXJ0RGF0ZSI6IjIwMjUtMTEtMThUMDA6MDA6MDAiLCJFbmREYXRlIjoiMjAyNS0xMS0yN1QyMzo1OTowMCJ9LCJJZCI6ImI4MWFmOTNiLThlZDUtNDg1Zi05NzZhLTkwNTk2YjY4YzI2MiIsIkltcG9ydElkIjpudWxsLCJUaXRsZSI6IlNwcmludCA0IiwiTm90ZSI6bnVsbCwiSHlwZXJsaW5rIjp7IiRpZCI6IjE2OTMiLCJBZGRyZXNzIjoiIiwiU3ViQWRkcmVzcyI6IiJ9LCJJc0NoYW5nZWQiOmZhbHNlLCJJc05ldyI6ZmFsc2V9LHsiJGlkIjoiMTY5NCIsIkdyb3VwTmFtZSI6bnVsbCwiU3RhcnREYXRlIjoiMjAyNS0xMS0yN1QwMDowMDowMFoiLCJFbmREYXRlIjoiMjAyNS0xMi0wMlQyMzo1OTowMFoiLCJQZXJjZW50YWdlQ29tcGxldGUiOm51bGwsIlN0eWxlIjp7IiRpZCI6IjE2OTUiLCJTaGFwZSI6MywiU2hhcGVUaGlja25lc3MiOjAsIkR1cmF0aW9uRm9ybWF0IjowLCJJbmNsdWRlTm9uV29ya2luZ0RheXNJbkR1cmF0aW9uIjpmYWxzZSwiUGVyY2VudGFnZUNvbXBsZXRlU3R5bGUiOnsiJGlkIjoiMTY5NiIsIkZvbnRTZXR0aW5ncyI6eyIkaWQiOiIxNjk3IiwiRm9udFNpemUiOjEwLCJGb250TmFtZSI6IkNhbGlicmkiLCJJc0JvbGQiOmZhbHNlLCJJc0l0YWxpYyI6ZmFsc2UsIklzVW5kZXJsaW5lZCI6ZmFsc2UsIlBhcmVudFN0eWxlIjpudWxsfSwiQXV0b1NpemUiOjAsIkZvcmVncm91bmQiOnsiJGlkIjoiMTY5OCIsIkNvbG9yIjp7IiRpZCI6IjE2OTk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cwMCIsIlRvcCI6MC4wLCJMZWZ0IjowLjAsIlJpZ2h0IjowLjAsIkJvdHRvbSI6MC4wfSwiUGFkZGluZyI6eyIkaWQiOiIxNzAxIiwiVG9wIjowLjAsIkxlZnQiOjAuMCwiUmlnaHQiOjAuMCwiQm90dG9tIjowLjB9LCJCYWNrZ3JvdW5kIjp7IiRpZCI6IjE3MDIiLCJDb2xvciI6eyIkaWQiOiIxNzAzIiwiQSI6ODksIlIiOjAsIkciOjAsIkIiOjB9fSwiSXNWaXNpYmxlIjp0cnVlLCJXaWR0aCI6MC4wLCJIZWlnaHQiOjAuMCwiQm9yZGVyU3R5bGUiOnsiJGlkIjoiMTcwNCIsIkxpbmVDb2xvciI6bnVsbCwiTGluZVdlaWdodCI6MC4wLCJMaW5lVHlwZSI6MCwiUGFyZW50U3R5bGUiOm51bGx9LCJQYXJlbnRTdHlsZSI6bnVsbH0sIkR1cmF0aW9uU3R5bGUiOnsiJGlkIjoiMTcwNSIsIkZvbnRTZXR0aW5ncyI6eyIkaWQiOiIxNzA2IiwiRm9udFNpemUiOjEwLCJGb250TmFtZSI6IkNhbGlicmkiLCJJc0JvbGQiOmZhbHNlLCJJc0l0YWxpYyI6ZmFsc2UsIklzVW5kZXJsaW5lZCI6ZmFsc2UsIlBhcmVudFN0eWxlIjpudWxsfSwiQXV0b1NpemUiOjAsIkZvcmVncm91bmQiOnsiJGlkIjoiMTcwNyIsIkNvbG9yIjp7IiRpZCI6IjE3MDg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NzA5IiwiVG9wIjowLjAsIkxlZnQiOjAuMCwiUmlnaHQiOjAuMCwiQm90dG9tIjowLjB9LCJQYWRkaW5nIjp7IiRpZCI6IjE3MTAiLCJUb3AiOjAuMCwiTGVmdCI6MC4wLCJSaWdodCI6MC4wLCJCb3R0b20iOjAuMH0sIkJhY2tncm91bmQiOnsiJGlkIjoiMTcxMSIsIkNvbG9yIjp7IiRpZCI6IjE3MTIiLCJBIjoyNTUsIlIiOjIzNywiRyI6MTI1LCJCIjo0OX19LCJJc1Zpc2libGUiOnRydWUsIldpZHRoIjowLjAsIkhlaWdodCI6MC4wLCJCb3JkZXJTdHlsZSI6eyIkaWQiOiIxNzEzIiwiTGluZUNvbG9yIjpudWxsLCJMaW5lV2VpZ2h0IjowLjAsIkxpbmVUeXBlIjowLCJQYXJlbnRTdHlsZSI6bnVsbH0sIlBhcmVudFN0eWxlIjpudWxsfSwiSG9yaXpvbnRhbENvbm5lY3RvclN0eWxlIjp7IiRpZCI6IjE3MTQiLCJMaW5lQ29sb3IiOnsiJGlkIjoiMTcxNSIsIiR0eXBlIjoiTkxSRS5Db21tb24uRG9tLlNvbGlkQ29sb3JCcnVzaCwgTkxSRS5Db21tb24iLCJDb2xvciI6eyIkaWQiOiIxNzE2IiwiQSI6NTEsIlIiOjIxLCJHIjo5NiwiQiI6MTMwfX0sIkxpbmVXZWlnaHQiOjEuMCwiTGluZVR5cGUiOjAsIlBhcmVudFN0eWxlIjpudWxsfSwiVmVydGljYWxDb25uZWN0b3JTdHlsZSI6eyIkaWQiOiIxNzE3IiwiTGluZUNvbG9yIjp7IiRpZCI6IjE3MTgiLCIkdHlwZSI6Ik5MUkUuQ29tbW9uLkRvbS5Tb2xpZENvbG9yQnJ1c2gsIE5MUkUuQ29tbW9uIiwiQ29sb3IiOnsiJGlkIjoiMTcxOS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cyMCIsIlNoYXBlU3R5bGUiOnsiJGlkIjoiMTcyMSIsIk1hcmdpbiI6eyIkaWQiOiIxNzIyIiwiVG9wIjowLjAsIkxlZnQiOjAuMCwiUmlnaHQiOjAuMCwiQm90dG9tIjowLjB9LCJQYWRkaW5nIjp7IiRpZCI6IjE3MjMiLCJUb3AiOjAuMCwiTGVmdCI6MC4wLCJSaWdodCI6MC4wLCJCb3R0b20iOjAuMH0sIkJhY2tncm91bmQiOnsiJGlkIjoiMTcyNCIsIkNvbG9yIjp7IiRpZCI6IjE3MjUiLCJBIjoxNTMsIlIiOjAsIkciOjAsIkIiOjB9fSwiSXNWaXNpYmxlIjp0cnVlLCJXaWR0aCI6MC4wLCJIZWlnaHQiOjAuMCwiQm9yZGVyU3R5bGUiOm51bGwsIlBhcmVudFN0eWxlIjpudWxsfSwiTWFyZ2luIjp7IiRpZCI6IjE3MjYiLCJUb3AiOjAuMCwiTGVmdCI6MC4wLCJSaWdodCI6MC4wLCJCb3R0b20iOjAuMH0sIlBhZGRpbmciOnsiJGlkIjoiMTcyNyIsIlRvcCI6MC4wLCJMZWZ0IjowLjAsIlJpZ2h0IjowLjAsIkJvdHRvbSI6MC4wfSwiQmFja2dyb3VuZCI6bnVsbCwiSXNWaXNpYmxlIjp0cnVlLCJXaWR0aCI6MC4wLCJIZWlnaHQiOjAuMCwiQm9yZGVyU3R5bGUiOm51bGwsIlBhcmVudFN0eWxlIjpudWxsfSwiU2hhcGVTdHlsZSI6eyIkaWQiOiIxNzI4IiwiTWFyZ2luIjp7IiRpZCI6IjE3MjkiLCJUb3AiOjAuMCwiTGVmdCI6NC4wLCJSaWdodCI6NC4wLCJCb3R0b20iOjAuMH0sIlBhZGRpbmciOnsiJGlkIjoiMTczMCIsIlRvcCI6MC4wLCJMZWZ0IjowLjAsIlJpZ2h0IjowLjAsIkJvdHRvbSI6MC4wfSwiQmFja2dyb3VuZCI6eyIkaWQiOiIxNzMxIiwiQ29sb3IiOnsiJGlkIjoiMTczMiIsIkEiOjI1NSwiUiI6MjEsIkciOjk2LCJCIjoxMzB9fSwiSXNWaXNpYmxlIjp0cnVlLCJXaWR0aCI6MC4wLCJIZWlnaHQiOjEwLjAsIkJvcmRlclN0eWxlIjp7IiRpZCI6IjE3MzMiLCJMaW5lQ29sb3IiOnsiJGlkIjoiMTczNCIsIiR0eXBlIjoiTkxSRS5Db21tb24uRG9tLlNvbGlkQ29sb3JCcnVzaCwgTkxSRS5Db21tb24iLCJDb2xvciI6eyIkaWQiOiIxNzM1IiwiQSI6MjU1LCJSIjoyMzQsIkciOjIyLCJCIjozMH19LCJMaW5lV2VpZ2h0IjowLjAsIkxpbmVUeXBlIjowLCJQYXJlbnRTdHlsZSI6bnVsbH0sIlBhcmVudFN0eWxlIjpudWxsfSwiVGl0bGVTdHlsZSI6eyIkaWQiOiIxNzM2IiwiRm9udFNldHRpbmdzIjp7IiRpZCI6IjE3MzciLCJGb250U2l6ZSI6MTEsIkZvbnROYW1lIjoiQ2FsaWJyaSIsIklzQm9sZCI6ZmFsc2UsIklzSXRhbGljIjpmYWxzZSwiSXNVbmRlcmxpbmVkIjpmYWxzZSwiUGFyZW50U3R5bGUiOm51bGx9LCJBdXRvU2l6ZSI6MCwiRm9yZWdyb3VuZCI6eyIkaWQiOiIxNzM4IiwiQ29sb3IiOnsiJGlkIjoiMTczOS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NzQwIiwiVG9wIjowLjAsIkxlZnQiOjAuMCwiUmlnaHQiOjAuMCwiQm90dG9tIjowLjB9LCJQYWRkaW5nIjp7IiRpZCI6IjE3NDEiLCJUb3AiOjAuMCwiTGVmdCI6MC4wLCJSaWdodCI6MC4wLCJCb3R0b20iOjAuMH0sIkJhY2tncm91bmQiOnsiJGlkIjoiMTc0MiIsIkNvbG9yIjp7IiRpZCI6IjE3NDMiLCJBIjowLCJSIjoyNTUsIkciOjI1NSwiQiI6MjU1fX0sIklzVmlzaWJsZSI6dHJ1ZSwiV2lkdGgiOjAuMCwiSGVpZ2h0IjowLjAsIkJvcmRlclN0eWxlIjp7IiRpZCI6IjE3NDQiLCJMaW5lQ29sb3IiOm51bGwsIkxpbmVXZWlnaHQiOjAuMCwiTGluZVR5cGUiOjAsIlBhcmVudFN0eWxlIjpudWxsfSwiUGFyZW50U3R5bGUiOm51bGx9LCJEYXRlU3R5bGUiOnsiJGlkIjoiMTc0NSIsIkZvbnRTZXR0aW5ncyI6eyIkaWQiOiIxNzQ2IiwiRm9udFNpemUiOjEwLCJGb250TmFtZSI6IkNhbGlicmkiLCJJc0JvbGQiOmZhbHNlLCJJc0l0YWxpYyI6ZmFsc2UsIklzVW5kZXJsaW5lZCI6ZmFsc2UsIlBhcmVudFN0eWxlIjpudWxsfSwiQXV0b1NpemUiOjAsIkZvcmVncm91bmQiOnsiJGlkIjoiMTc0NyIsIkNvbG9yIjp7IiRpZCI6IjE3NDg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c0OSIsIlRvcCI6MC4wLCJMZWZ0IjowLjAsIlJpZ2h0IjowLjAsIkJvdHRvbSI6MC4wfSwiUGFkZGluZyI6eyIkaWQiOiIxNzUwIiwiVG9wIjowLjAsIkxlZnQiOjAuMCwiUmlnaHQiOjAuMCwiQm90dG9tIjowLjB9LCJCYWNrZ3JvdW5kIjp7IiRpZCI6IjE3NTEiLCJDb2xvciI6eyIkaWQiOiIxNzUyIiwiQSI6MCwiUiI6MjU1LCJHIjoyNTUsIkIiOjI1NX19LCJJc1Zpc2libGUiOnRydWUsIldpZHRoIjowLjAsIkhlaWdodCI6MC4wLCJCb3JkZXJTdHlsZSI6eyIkaWQiOiIxNzUzIiwiTGluZUNvbG9yIjpudWxsLCJMaW5lV2VpZ2h0IjowLjAsIkxpbmVUeXBlIjowLCJQYXJlbnRTdHlsZSI6bnVsbH0sIlBhcmVudFN0eWxlIjpudWxsfSwiRGF0ZUZvcm1hdCI6eyIkaWQiOiIxNzU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3NTUiLCJGb3JtYXQiOjAsIklzVmlzaWJsZSI6ZmFsc2UsIkxhc3RLbm93blZpc2liaWxpdHlTdGF0ZSI6ZmFsc2V9LCJJc1Zpc2libGUiOmZhbHNlLCJWYXJpYW5jZVN0eWxlIjp7IiRpZCI6IjE3NTYiLCJUZXh0U3R5bGUiOnsiJGlkIjoiMTc1NyIsIkZvbnRTZXR0aW5ncyI6eyIkaWQiOiIxNzU4IiwiRm9udFNpemUiOjEwLCJGb250TmFtZSI6IkNhbGlicmkiLCJJc0JvbGQiOmZhbHNlLCJJc0l0YWxpYyI6ZmFsc2UsIklzVW5kZXJsaW5lZCI6ZmFsc2UsIlBhcmVudFN0eWxlIjpudWxsfSwiQXV0b1NpemUiOjAsIkZvcmVncm91bmQiOnsiJGlkIjoiMTc1OSIsIkNvbG9yIjp7IiRpZCI6IjE3Nj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c2MSIsIlRvcCI6MC4wLCJMZWZ0IjowLjAsIlJpZ2h0IjowLjAsIkJvdHRvbSI6MC4wfSwiUGFkZGluZyI6eyIkaWQiOiIxNzYyIiwiVG9wIjowLjAsIkxlZnQiOjAuMCwiUmlnaHQiOjAuMCwiQm90dG9tIjowLjB9LCJCYWNrZ3JvdW5kIjp7IiRpZCI6IjE3NjMiLCJDb2xvciI6eyIkaWQiOiIxNzY0IiwiQSI6MjU1LCJSIjowLCJHIjowLCJCIjowfX0sIklzVmlzaWJsZSI6dHJ1ZSwiV2lkdGgiOjAuMCwiSGVpZ2h0IjowLjAsIkJvcmRlclN0eWxlIjp7IiRpZCI6IjE3NjUiLCJMaW5lQ29sb3IiOm51bGwsIkxpbmVXZWlnaHQiOjAuMCwiTGluZVR5cGUiOjAsIlBhcmVudFN0eWxlIjpudWxsfSwiUGFyZW50U3R5bGUiOm51bGx9LCJQYXJlbnRTdHlsZSI6bnVsbH0sIlBhcmVudFN0eWxlIjpudWxsfSwiSW5kZXgiOjYsIlNtYXJ0RHVyYXRpb25BY3RpdmF0ZWQiOmZhbHNlLCJEYXRlRm9ybWF0Ijp7IiRyZWYiOiIxNzU0In0sIldlZWtOdW1iZXJpbmciOnsiJGlkIjoiMTc2NiIsIkZvcm1hdCI6MCwiSXNWaXNpYmxlIjpmYWxzZSwiTGFzdEtub3duVmlzaWJpbGl0eVN0YXRlIjpmYWxzZX0sIkJhc2VsaW5lRGF0YSI6eyIkaWQiOiIxNzY3IiwiU3RhcnREYXRlIjoiMjAyNS0xMS0yN1QwMDowMDowMCIsIkVuZERhdGUiOiIyMDI1LTEyLTAyVDIzOjU5OjAwIn0sIklkIjoiZWMyZDAxZTMtYzEyOC00MjRhLTg1MTUtODkzMmIwNThmMmU3IiwiSW1wb3J0SWQiOm51bGwsIlRpdGxlIjoiU3ByaW50IDUiLCJOb3RlIjpudWxsLCJIeXBlcmxpbmsiOnsiJGlkIjoiMTc2OCIsIkFkZHJlc3MiOiIiLCJTdWJBZGRyZXNzIjoiIn0sIklzQ2hhbmdlZCI6ZmFsc2UsIklzTmV3IjpmYWxzZX0seyIkaWQiOiIxNzY5IiwiR3JvdXBOYW1lIjpudWxsLCJTdGFydERhdGUiOiIyMDI1LTExLTE4VDAwOjAwOjAwWiIsIkVuZERhdGUiOiIyMDI1LTEyLTA1VDIzOjU5OjAwWiIsIlBlcmNlbnRhZ2VDb21wbGV0ZSI6bnVsbCwiU3R5bGUiOnsiJGlkIjoiMTc3MCIsIlNoYXBlIjozLCJTaGFwZVRoaWNrbmVzcyI6MCwiRHVyYXRpb25Gb3JtYXQiOjAsIkluY2x1ZGVOb25Xb3JraW5nRGF5c0luRHVyYXRpb24iOmZhbHNlLCJQZXJjZW50YWdlQ29tcGxldGVTdHlsZSI6eyIkaWQiOiIxNzcxIiwiRm9udFNldHRpbmdzIjp7IiRpZCI6IjE3NzIiLCJGb250U2l6ZSI6MTAsIkZvbnROYW1lIjoiQ2FsaWJyaSIsIklzQm9sZCI6ZmFsc2UsIklzSXRhbGljIjpmYWxzZSwiSXNVbmRlcmxpbmVkIjpmYWxzZSwiUGFyZW50U3R5bGUiOm51bGx9LCJBdXRvU2l6ZSI6MCwiRm9yZWdyb3VuZCI6eyIkaWQiOiIxNzczIiwiQ29sb3IiOnsiJGlkIjoiMTc3NC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xNzc1IiwiVG9wIjowLjAsIkxlZnQiOjAuMCwiUmlnaHQiOjAuMCwiQm90dG9tIjowLjB9LCJQYWRkaW5nIjp7IiRpZCI6IjE3NzYiLCJUb3AiOjAuMCwiTGVmdCI6MC4wLCJSaWdodCI6MC4wLCJCb3R0b20iOjAuMH0sIkJhY2tncm91bmQiOnsiJGlkIjoiMTc3NyIsIkNvbG9yIjp7IiRpZCI6IjE3NzgiLCJBIjo4OSwiUiI6MCwiRyI6MCwiQiI6MH19LCJJc1Zpc2libGUiOnRydWUsIldpZHRoIjowLjAsIkhlaWdodCI6MC4wLCJCb3JkZXJTdHlsZSI6eyIkaWQiOiIxNzc5IiwiTGluZUNvbG9yIjpudWxsLCJMaW5lV2VpZ2h0IjowLjAsIkxpbmVUeXBlIjowLCJQYXJlbnRTdHlsZSI6bnVsbH0sIlBhcmVudFN0eWxlIjpudWxsfSwiRHVyYXRpb25TdHlsZSI6eyIkaWQiOiIxNzgwIiwiRm9udFNldHRpbmdzIjp7IiRpZCI6IjE3ODEiLCJGb250U2l6ZSI6MTAsIkZvbnROYW1lIjoiQ2FsaWJyaSIsIklzQm9sZCI6ZmFsc2UsIklzSXRhbGljIjpmYWxzZSwiSXNVbmRlcmxpbmVkIjpmYWxzZSwiUGFyZW50U3R5bGUiOm51bGx9LCJBdXRvU2l6ZSI6MCwiRm9yZWdyb3VuZCI6eyIkaWQiOiIxNzgyIiwiQ29sb3IiOnsiJGlkIjoiMTc4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3ODQiLCJUb3AiOjAuMCwiTGVmdCI6MC4wLCJSaWdodCI6MC4wLCJCb3R0b20iOjAuMH0sIlBhZGRpbmciOnsiJGlkIjoiMTc4NSIsIlRvcCI6MC4wLCJMZWZ0IjowLjAsIlJpZ2h0IjowLjAsIkJvdHRvbSI6MC4wfSwiQmFja2dyb3VuZCI6eyIkaWQiOiIxNzg2IiwiQ29sb3IiOnsiJGlkIjoiMTc4NyIsIkEiOjI1NSwiUiI6MjM3LCJHIjoxMjUsIkIiOjQ5fX0sIklzVmlzaWJsZSI6dHJ1ZSwiV2lkdGgiOjAuMCwiSGVpZ2h0IjowLjAsIkJvcmRlclN0eWxlIjp7IiRpZCI6IjE3ODgiLCJMaW5lQ29sb3IiOm51bGwsIkxpbmVXZWlnaHQiOjAuMCwiTGluZVR5cGUiOjAsIlBhcmVudFN0eWxlIjpudWxsfSwiUGFyZW50U3R5bGUiOm51bGx9LCJIb3Jpem9udGFsQ29ubmVjdG9yU3R5bGUiOnsiJGlkIjoiMTc4OSIsIkxpbmVDb2xvciI6eyIkaWQiOiIxNzkwIiwiJHR5cGUiOiJOTFJFLkNvbW1vbi5Eb20uU29saWRDb2xvckJydXNoLCBOTFJFLkNvbW1vbiIsIkNvbG9yIjp7IiRpZCI6IjE3OTEiLCJBIjo1MSwiUiI6MjEsIkciOjk2LCJCIjoxMzB9fSwiTGluZVdlaWdodCI6MS4wLCJMaW5lVHlwZSI6MCwiUGFyZW50U3R5bGUiOm51bGx9LCJWZXJ0aWNhbENvbm5lY3RvclN0eWxlIjp7IiRpZCI6IjE3OTIiLCJMaW5lQ29sb3IiOnsiJGlkIjoiMTc5MyIsIiR0eXBlIjoiTkxSRS5Db21tb24uRG9tLlNvbGlkQ29sb3JCcnVzaCwgTkxSRS5Db21tb24iLCJDb2xvciI6eyIkaWQiOiIxNzk0IiwiQSI6NTEsIlIiOjIxLCJHIjo5NiwiQiI6MTMwfX0sIkxpbmVXZWlnaHQiOjAuMCwiTGluZVR5cGUiOjAsIlBhcmVudFN0eWxlIjpudWxsfSwiTWFyZ2luIjpudWxsLCJTdGFydERhdGVQb3NpdGlvbiI6NCwiRW5kRGF0ZVBvc2l0aW9uIjo0LCJEYXRlSXNWaXNpYmxlIjp0cnVlLCJUaXRsZVBvc2l0aW9uIjozLCJEdXJhdGlvblBvc2l0aW9uIjo2LCJQZXJjZW50YWdlQ29tcGxldGVkUG9zaXRpb24iOjIsIlZhcmlhbmNlUG9zaXRpb24iOjYsIlNwYWNpbmciOjMsIklzQmVsb3dUaW1lYmFuZCI6dHJ1ZSwiUGVyY2VudGFnZUNvbXBsZXRlU2hhcGVPcGFjaXR5IjozNSwiQmFzZWxpbmVTdHlsZSI6eyIkaWQiOiIxNzk1IiwiU2hhcGVTdHlsZSI6eyIkaWQiOiIxNzk2IiwiTWFyZ2luIjp7IiRpZCI6IjE3OTciLCJUb3AiOjAuMCwiTGVmdCI6MC4wLCJSaWdodCI6MC4wLCJCb3R0b20iOjAuMH0sIlBhZGRpbmciOnsiJGlkIjoiMTc5OCIsIlRvcCI6MC4wLCJMZWZ0IjowLjAsIlJpZ2h0IjowLjAsIkJvdHRvbSI6MC4wfSwiQmFja2dyb3VuZCI6eyIkaWQiOiIxNzk5IiwiQ29sb3IiOnsiJGlkIjoiMTgwMCIsIkEiOjE1MywiUiI6MCwiRyI6MCwiQiI6MH19LCJJc1Zpc2libGUiOnRydWUsIldpZHRoIjowLjAsIkhlaWdodCI6MC4wLCJCb3JkZXJTdHlsZSI6bnVsbCwiUGFyZW50U3R5bGUiOm51bGx9LCJNYXJnaW4iOnsiJGlkIjoiMTgwMSIsIlRvcCI6MC4wLCJMZWZ0IjowLjAsIlJpZ2h0IjowLjAsIkJvdHRvbSI6MC4wfSwiUGFkZGluZyI6eyIkaWQiOiIxODAyIiwiVG9wIjowLjAsIkxlZnQiOjAuMCwiUmlnaHQiOjAuMCwiQm90dG9tIjowLjB9LCJCYWNrZ3JvdW5kIjpudWxsLCJJc1Zpc2libGUiOnRydWUsIldpZHRoIjowLjAsIkhlaWdodCI6MC4wLCJCb3JkZXJTdHlsZSI6bnVsbCwiUGFyZW50U3R5bGUiOm51bGx9LCJTaGFwZVN0eWxlIjp7IiRpZCI6IjE4MDMiLCJNYXJnaW4iOnsiJGlkIjoiMTgwNCIsIlRvcCI6MC4wLCJMZWZ0Ijo0LjAsIlJpZ2h0Ijo0LjAsIkJvdHRvbSI6MC4wfSwiUGFkZGluZyI6eyIkaWQiOiIxODA1IiwiVG9wIjowLjAsIkxlZnQiOjAuMCwiUmlnaHQiOjAuMCwiQm90dG9tIjowLjB9LCJCYWNrZ3JvdW5kIjp7IiRpZCI6IjE4MDYiLCJDb2xvciI6eyIkaWQiOiIxODA3IiwiQSI6MjU1LCJSIjoyNTQsIkciOjE4NiwiQiI6MTB9fSwiSXNWaXNpYmxlIjp0cnVlLCJXaWR0aCI6MC4wLCJIZWlnaHQiOjEwLjAsIkJvcmRlclN0eWxlIjp7IiRpZCI6IjE4MDgiLCJMaW5lQ29sb3IiOnsiJGlkIjoiMTgwOSIsIiR0eXBlIjoiTkxSRS5Db21tb24uRG9tLlNvbGlkQ29sb3JCcnVzaCwgTkxSRS5Db21tb24iLCJDb2xvciI6eyIkaWQiOiIxODEwIiwiQSI6MjU1LCJSIjoyMzQsIkciOjIyLCJCIjozMH19LCJMaW5lV2VpZ2h0IjowLjAsIkxpbmVUeXBlIjowLCJQYXJlbnRTdHlsZSI6bnVsbH0sIlBhcmVudFN0eWxlIjpudWxsfSwiVGl0bGVTdHlsZSI6eyIkaWQiOiIxODExIiwiRm9udFNldHRpbmdzIjp7IiRpZCI6IjE4MTIiLCJGb250U2l6ZSI6MTEsIkZvbnROYW1lIjoiQ2FsaWJyaSIsIklzQm9sZCI6ZmFsc2UsIklzSXRhbGljIjpmYWxzZSwiSXNVbmRlcmxpbmVkIjpmYWxzZSwiUGFyZW50U3R5bGUiOm51bGx9LCJBdXRvU2l6ZSI6MCwiRm9yZWdyb3VuZCI6eyIkaWQiOiIxODEzIiwiQ29sb3IiOnsiJGlkIjoiMTgx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ODE1IiwiVG9wIjowLjAsIkxlZnQiOjAuMCwiUmlnaHQiOjAuMCwiQm90dG9tIjowLjB9LCJQYWRkaW5nIjp7IiRpZCI6IjE4MTYiLCJUb3AiOjAuMCwiTGVmdCI6MC4wLCJSaWdodCI6MC4wLCJCb3R0b20iOjAuMH0sIkJhY2tncm91bmQiOnsiJGlkIjoiMTgxNyIsIkNvbG9yIjp7IiRpZCI6IjE4MTgiLCJBIjowLCJSIjoyNTUsIkciOjI1NSwiQiI6MjU1fX0sIklzVmlzaWJsZSI6dHJ1ZSwiV2lkdGgiOjAuMCwiSGVpZ2h0IjowLjAsIkJvcmRlclN0eWxlIjp7IiRpZCI6IjE4MTkiLCJMaW5lQ29sb3IiOm51bGwsIkxpbmVXZWlnaHQiOjAuMCwiTGluZVR5cGUiOjAsIlBhcmVudFN0eWxlIjpudWxsfSwiUGFyZW50U3R5bGUiOm51bGx9LCJEYXRlU3R5bGUiOnsiJGlkIjoiMTgyMCIsIkZvbnRTZXR0aW5ncyI6eyIkaWQiOiIxODIxIiwiRm9udFNpemUiOjEwLCJGb250TmFtZSI6IkNhbGlicmkiLCJJc0JvbGQiOmZhbHNlLCJJc0l0YWxpYyI6ZmFsc2UsIklzVW5kZXJsaW5lZCI6ZmFsc2UsIlBhcmVudFN0eWxlIjpudWxsfSwiQXV0b1NpemUiOjAsIkZvcmVncm91bmQiOnsiJGlkIjoiMTgyMiIsIkNvbG9yIjp7IiRpZCI6IjE4Mj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gyNCIsIlRvcCI6MC4wLCJMZWZ0IjowLjAsIlJpZ2h0IjowLjAsIkJvdHRvbSI6MC4wfSwiUGFkZGluZyI6eyIkaWQiOiIxODI1IiwiVG9wIjowLjAsIkxlZnQiOjAuMCwiUmlnaHQiOjAuMCwiQm90dG9tIjowLjB9LCJCYWNrZ3JvdW5kIjp7IiRpZCI6IjE4MjYiLCJDb2xvciI6eyIkaWQiOiIxODI3IiwiQSI6MCwiUiI6MjU1LCJHIjoyNTUsIkIiOjI1NX19LCJJc1Zpc2libGUiOnRydWUsIldpZHRoIjowLjAsIkhlaWdodCI6MC4wLCJCb3JkZXJTdHlsZSI6eyIkaWQiOiIxODI4IiwiTGluZUNvbG9yIjpudWxsLCJMaW5lV2VpZ2h0IjowLjAsIkxpbmVUeXBlIjowLCJQYXJlbnRTdHlsZSI6bnVsbH0sIlBhcmVudFN0eWxlIjpudWxsfSwiRGF0ZUZvcm1hdCI6eyIkaWQiOiIxODI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4MzAiLCJGb3JtYXQiOjAsIklzVmlzaWJsZSI6ZmFsc2UsIkxhc3RLbm93blZpc2liaWxpdHlTdGF0ZSI6ZmFsc2V9LCJJc1Zpc2libGUiOmZhbHNlLCJWYXJpYW5jZVN0eWxlIjp7IiRpZCI6IjE4MzEiLCJUZXh0U3R5bGUiOnsiJGlkIjoiMTgzMiIsIkZvbnRTZXR0aW5ncyI6eyIkaWQiOiIxODMzIiwiRm9udFNpemUiOjEwLCJGb250TmFtZSI6IkNhbGlicmkiLCJJc0JvbGQiOmZhbHNlLCJJc0l0YWxpYyI6ZmFsc2UsIklzVW5kZXJsaW5lZCI6ZmFsc2UsIlBhcmVudFN0eWxlIjpudWxsfSwiQXV0b1NpemUiOjAsIkZvcmVncm91bmQiOnsiJGlkIjoiMTgzNCIsIkNvbG9yIjp7IiRpZCI6IjE4Mz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gzNiIsIlRvcCI6MC4wLCJMZWZ0IjowLjAsIlJpZ2h0IjowLjAsIkJvdHRvbSI6MC4wfSwiUGFkZGluZyI6eyIkaWQiOiIxODM3IiwiVG9wIjowLjAsIkxlZnQiOjAuMCwiUmlnaHQiOjAuMCwiQm90dG9tIjowLjB9LCJCYWNrZ3JvdW5kIjp7IiRpZCI6IjE4MzgiLCJDb2xvciI6eyIkaWQiOiIxODM5IiwiQSI6MjU1LCJSIjowLCJHIjowLCJCIjowfX0sIklzVmlzaWJsZSI6dHJ1ZSwiV2lkdGgiOjAuMCwiSGVpZ2h0IjowLjAsIkJvcmRlclN0eWxlIjp7IiRpZCI6IjE4NDAiLCJMaW5lQ29sb3IiOm51bGwsIkxpbmVXZWlnaHQiOjAuMCwiTGluZVR5cGUiOjAsIlBhcmVudFN0eWxlIjpudWxsfSwiUGFyZW50U3R5bGUiOm51bGx9LCJQYXJlbnRTdHlsZSI6bnVsbH0sIlBhcmVudFN0eWxlIjpudWxsfSwiSW5kZXgiOjcsIlNtYXJ0RHVyYXRpb25BY3RpdmF0ZWQiOmZhbHNlLCJEYXRlRm9ybWF0Ijp7IiRyZWYiOiIxODI5In0sIldlZWtOdW1iZXJpbmciOnsiJGlkIjoiMTg0MSIsIkZvcm1hdCI6MCwiSXNWaXNpYmxlIjpmYWxzZSwiTGFzdEtub3duVmlzaWJpbGl0eVN0YXRlIjpmYWxzZX0sIkJhc2VsaW5lRGF0YSI6eyIkaWQiOiIxODQyIiwiU3RhcnREYXRlIjoiMjAyNS0xMS0xOFQwMDowMDowMCIsIkVuZERhdGUiOiIyMDI1LTEyLTA1VDIzOjU5OjAwIn0sIklkIjoiMWZlYmY0OTQtNWMwZC00NDVlLTliMDAtM2VhOGRhMGQ3NWM2IiwiSW1wb3J0SWQiOm51bGwsIlRpdGxlIjoiUHJ1ZWJhcyBmaW5hbGVzIiwiTm90ZSI6bnVsbCwiSHlwZXJsaW5rIjp7IiRpZCI6IjE4NDMiLCJBZGRyZXNzIjoiIiwiU3ViQWRkcmVzcyI6IiJ9LCJJc0NoYW5nZWQiOmZhbHNlLCJJc05ldyI6ZmFsc2V9LHsiJGlkIjoiMTg0NCIsIkdyb3VwTmFtZSI6bnVsbCwiU3RhcnREYXRlIjoiMjAyNS0xMS0xOFQwMDowMDowMFoiLCJFbmREYXRlIjoiMjAyNS0xMi0wNVQyMzo1OTowMFoiLCJQZXJjZW50YWdlQ29tcGxldGUiOm51bGwsIlN0eWxlIjp7IiRpZCI6IjE4NDUiLCJTaGFwZSI6MywiU2hhcGVUaGlja25lc3MiOjAsIkR1cmF0aW9uRm9ybWF0IjowLCJJbmNsdWRlTm9uV29ya2luZ0RheXNJbkR1cmF0aW9uIjpmYWxzZSwiUGVyY2VudGFnZUNvbXBsZXRlU3R5bGUiOnsiJGlkIjoiMTg0NiIsIkZvbnRTZXR0aW5ncyI6eyIkaWQiOiIxODQ3IiwiRm9udFNpemUiOjEwLCJGb250TmFtZSI6IkNhbGlicmkiLCJJc0JvbGQiOmZhbHNlLCJJc0l0YWxpYyI6ZmFsc2UsIklzVW5kZXJsaW5lZCI6ZmFsc2UsIlBhcmVudFN0eWxlIjpudWxsfSwiQXV0b1NpemUiOjAsIkZvcmVncm91bmQiOnsiJGlkIjoiMTg0OCIsIkNvbG9yIjp7IiRpZCI6IjE4NDk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g1MCIsIlRvcCI6MC4wLCJMZWZ0IjowLjAsIlJpZ2h0IjowLjAsIkJvdHRvbSI6MC4wfSwiUGFkZGluZyI6eyIkaWQiOiIxODUxIiwiVG9wIjowLjAsIkxlZnQiOjAuMCwiUmlnaHQiOjAuMCwiQm90dG9tIjowLjB9LCJCYWNrZ3JvdW5kIjp7IiRpZCI6IjE4NTIiLCJDb2xvciI6eyIkaWQiOiIxODUzIiwiQSI6ODksIlIiOjAsIkciOjAsIkIiOjB9fSwiSXNWaXNpYmxlIjp0cnVlLCJXaWR0aCI6MC4wLCJIZWlnaHQiOjAuMCwiQm9yZGVyU3R5bGUiOnsiJGlkIjoiMTg1NCIsIkxpbmVDb2xvciI6bnVsbCwiTGluZVdlaWdodCI6MC4wLCJMaW5lVHlwZSI6MCwiUGFyZW50U3R5bGUiOm51bGx9LCJQYXJlbnRTdHlsZSI6bnVsbH0sIkR1cmF0aW9uU3R5bGUiOnsiJGlkIjoiMTg1NSIsIkZvbnRTZXR0aW5ncyI6eyIkaWQiOiIxODU2IiwiRm9udFNpemUiOjEwLCJGb250TmFtZSI6IkNhbGlicmkiLCJJc0JvbGQiOmZhbHNlLCJJc0l0YWxpYyI6ZmFsc2UsIklzVW5kZXJsaW5lZCI6ZmFsc2UsIlBhcmVudFN0eWxlIjpudWxsfSwiQXV0b1NpemUiOjAsIkZvcmVncm91bmQiOnsiJGlkIjoiMTg1NyIsIkNvbG9yIjp7IiRpZCI6IjE4NTg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ODU5IiwiVG9wIjowLjAsIkxlZnQiOjAuMCwiUmlnaHQiOjAuMCwiQm90dG9tIjowLjB9LCJQYWRkaW5nIjp7IiRpZCI6IjE4NjAiLCJUb3AiOjAuMCwiTGVmdCI6MC4wLCJSaWdodCI6MC4wLCJCb3R0b20iOjAuMH0sIkJhY2tncm91bmQiOnsiJGlkIjoiMTg2MSIsIkNvbG9yIjp7IiRpZCI6IjE4NjIiLCJBIjoyNTUsIlIiOjIzNywiRyI6MTI1LCJCIjo0OX19LCJJc1Zpc2libGUiOnRydWUsIldpZHRoIjowLjAsIkhlaWdodCI6MC4wLCJCb3JkZXJTdHlsZSI6eyIkaWQiOiIxODYzIiwiTGluZUNvbG9yIjpudWxsLCJMaW5lV2VpZ2h0IjowLjAsIkxpbmVUeXBlIjowLCJQYXJlbnRTdHlsZSI6bnVsbH0sIlBhcmVudFN0eWxlIjpudWxsfSwiSG9yaXpvbnRhbENvbm5lY3RvclN0eWxlIjp7IiRpZCI6IjE4NjQiLCJMaW5lQ29sb3IiOnsiJGlkIjoiMTg2NSIsIiR0eXBlIjoiTkxSRS5Db21tb24uRG9tLlNvbGlkQ29sb3JCcnVzaCwgTkxSRS5Db21tb24iLCJDb2xvciI6eyIkaWQiOiIxODY2IiwiQSI6NTEsIlIiOjIxLCJHIjo5NiwiQiI6MTMwfX0sIkxpbmVXZWlnaHQiOjEuMCwiTGluZVR5cGUiOjAsIlBhcmVudFN0eWxlIjpudWxsfSwiVmVydGljYWxDb25uZWN0b3JTdHlsZSI6eyIkaWQiOiIxODY3IiwiTGluZUNvbG9yIjp7IiRpZCI6IjE4NjgiLCIkdHlwZSI6Ik5MUkUuQ29tbW9uLkRvbS5Tb2xpZENvbG9yQnJ1c2gsIE5MUkUuQ29tbW9uIiwiQ29sb3IiOnsiJGlkIjoiMTg2OS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g3MCIsIlNoYXBlU3R5bGUiOnsiJGlkIjoiMTg3MSIsIk1hcmdpbiI6eyIkaWQiOiIxODcyIiwiVG9wIjowLjAsIkxlZnQiOjAuMCwiUmlnaHQiOjAuMCwiQm90dG9tIjowLjB9LCJQYWRkaW5nIjp7IiRpZCI6IjE4NzMiLCJUb3AiOjAuMCwiTGVmdCI6MC4wLCJSaWdodCI6MC4wLCJCb3R0b20iOjAuMH0sIkJhY2tncm91bmQiOnsiJGlkIjoiMTg3NCIsIkNvbG9yIjp7IiRpZCI6IjE4NzUiLCJBIjoxNTMsIlIiOjAsIkciOjAsIkIiOjB9fSwiSXNWaXNpYmxlIjp0cnVlLCJXaWR0aCI6MC4wLCJIZWlnaHQiOjAuMCwiQm9yZGVyU3R5bGUiOm51bGwsIlBhcmVudFN0eWxlIjpudWxsfSwiTWFyZ2luIjp7IiRpZCI6IjE4NzYiLCJUb3AiOjAuMCwiTGVmdCI6MC4wLCJSaWdodCI6MC4wLCJCb3R0b20iOjAuMH0sIlBhZGRpbmciOnsiJGlkIjoiMTg3NyIsIlRvcCI6MC4wLCJMZWZ0IjowLjAsIlJpZ2h0IjowLjAsIkJvdHRvbSI6MC4wfSwiQmFja2dyb3VuZCI6bnVsbCwiSXNWaXNpYmxlIjp0cnVlLCJXaWR0aCI6MC4wLCJIZWlnaHQiOjAuMCwiQm9yZGVyU3R5bGUiOm51bGwsIlBhcmVudFN0eWxlIjpudWxsfSwiU2hhcGVTdHlsZSI6eyIkaWQiOiIxODc4IiwiTWFyZ2luIjp7IiRpZCI6IjE4NzkiLCJUb3AiOjAuMCwiTGVmdCI6NC4wLCJSaWdodCI6NC4wLCJCb3R0b20iOjAuMH0sIlBhZGRpbmciOnsiJGlkIjoiMTg4MCIsIlRvcCI6MC4wLCJMZWZ0IjowLjAsIlJpZ2h0IjowLjAsIkJvdHRvbSI6MC4wfSwiQmFja2dyb3VuZCI6eyIkaWQiOiIxODgxIiwiQ29sb3IiOnsiJGlkIjoiMTg4MiIsIkEiOjI1NSwiUiI6MTUsIkciOjE1OCwiQiI6MjEzfX0sIklzVmlzaWJsZSI6dHJ1ZSwiV2lkdGgiOjAuMCwiSGVpZ2h0IjoxMC4wLCJCb3JkZXJTdHlsZSI6eyIkaWQiOiIxODgzIiwiTGluZUNvbG9yIjp7IiRpZCI6IjE4ODQiLCIkdHlwZSI6Ik5MUkUuQ29tbW9uLkRvbS5Tb2xpZENvbG9yQnJ1c2gsIE5MUkUuQ29tbW9uIiwiQ29sb3IiOnsiJGlkIjoiMTg4NSIsIkEiOjI1NSwiUiI6MjM0LCJHIjoyMiwiQiI6MzB9fSwiTGluZVdlaWdodCI6MC4wLCJMaW5lVHlwZSI6MCwiUGFyZW50U3R5bGUiOm51bGx9LCJQYXJlbnRTdHlsZSI6bnVsbH0sIlRpdGxlU3R5bGUiOnsiJGlkIjoiMTg4NiIsIkZvbnRTZXR0aW5ncyI6eyIkaWQiOiIxODg3IiwiRm9udFNpemUiOjExLCJGb250TmFtZSI6IkNhbGlicmkiLCJJc0JvbGQiOmZhbHNlLCJJc0l0YWxpYyI6ZmFsc2UsIklzVW5kZXJsaW5lZCI6ZmFsc2UsIlBhcmVudFN0eWxlIjpudWxsfSwiQXV0b1NpemUiOjAsIkZvcmVncm91bmQiOnsiJGlkIjoiMTg4OCIsIkNvbG9yIjp7IiRpZCI6IjE4ODkiLCJBIjoyNTUsIlIiOjAsIkciOjAsIkIiOjB9fSwiTWF4V2lkdGgiOjcyMC4wLCJNYXhIZWlnaHQiOiJJbmZpbml0eSIsIlNtYXJ0Rm9yZWdyb3VuZElzQWN0aXZlIjpmYWxzZSwiSG9yaXpvbnRhbEFsaWdubWVudCI6MiwiVmVydGljYWxBbGlnbm1lbnQiOjEsIlNtYXJ0Rm9yZWdyb3VuZCI6bnVsbCwiQmFja2dyb3VuZEZpbGxUeXBlIjowLCJNYXJnaW4iOnsiJGlkIjoiMTg5MCIsIlRvcCI6MC4wLCJMZWZ0IjowLjAsIlJpZ2h0IjowLjAsIkJvdHRvbSI6MC4wfSwiUGFkZGluZyI6eyIkaWQiOiIxODkxIiwiVG9wIjowLjAsIkxlZnQiOjAuMCwiUmlnaHQiOjAuMCwiQm90dG9tIjowLjB9LCJCYWNrZ3JvdW5kIjp7IiRpZCI6IjE4OTIiLCJDb2xvciI6eyIkaWQiOiIxODkzIiwiQSI6MCwiUiI6MjU1LCJHIjoyNTUsIkIiOjI1NX19LCJJc1Zpc2libGUiOnRydWUsIldpZHRoIjowLjAsIkhlaWdodCI6MC4wLCJCb3JkZXJTdHlsZSI6eyIkaWQiOiIxODk0IiwiTGluZUNvbG9yIjpudWxsLCJMaW5lV2VpZ2h0IjowLjAsIkxpbmVUeXBlIjowLCJQYXJlbnRTdHlsZSI6bnVsbH0sIlBhcmVudFN0eWxlIjpudWxsfSwiRGF0ZVN0eWxlIjp7IiRpZCI6IjE4OTUiLCJGb250U2V0dGluZ3MiOnsiJGlkIjoiMTg5NiIsIkZvbnRTaXplIjoxMCwiRm9udE5hbWUiOiJDYWxpYnJpIiwiSXNCb2xkIjpmYWxzZSwiSXNJdGFsaWMiOmZhbHNlLCJJc1VuZGVybGluZWQiOmZhbHNlLCJQYXJlbnRTdHlsZSI6bnVsbH0sIkF1dG9TaXplIjowLCJGb3JlZ3JvdW5kIjp7IiRpZCI6IjE4OTciLCJDb2xvciI6eyIkaWQiOiIxODk4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4OTkiLCJUb3AiOjAuMCwiTGVmdCI6MC4wLCJSaWdodCI6MC4wLCJCb3R0b20iOjAuMH0sIlBhZGRpbmciOnsiJGlkIjoiMTkwMCIsIlRvcCI6MC4wLCJMZWZ0IjowLjAsIlJpZ2h0IjowLjAsIkJvdHRvbSI6MC4wfSwiQmFja2dyb3VuZCI6eyIkaWQiOiIxOTAxIiwiQ29sb3IiOnsiJGlkIjoiMTkwMiIsIkEiOjAsIlIiOjI1NSwiRyI6MjU1LCJCIjoyNTV9fSwiSXNWaXNpYmxlIjp0cnVlLCJXaWR0aCI6MC4wLCJIZWlnaHQiOjAuMCwiQm9yZGVyU3R5bGUiOnsiJGlkIjoiMTkwMyIsIkxpbmVDb2xvciI6bnVsbCwiTGluZVdlaWdodCI6MC4wLCJMaW5lVHlwZSI6MCwiUGFyZW50U3R5bGUiOm51bGx9LCJQYXJlbnRTdHlsZSI6bnVsbH0sIkRhdGVGb3JtYXQiOnsiJGlkIjoiMTkw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TA1IiwiRm9ybWF0IjowLCJJc1Zpc2libGUiOmZhbHNlLCJMYXN0S25vd25WaXNpYmlsaXR5U3RhdGUiOmZhbHNlfSwiSXNWaXNpYmxlIjpmYWxzZSwiVmFyaWFuY2VTdHlsZSI6eyIkaWQiOiIxOTA2IiwiVGV4dFN0eWxlIjp7IiRpZCI6IjE5MDciLCJGb250U2V0dGluZ3MiOnsiJGlkIjoiMTkwOCIsIkZvbnRTaXplIjoxMCwiRm9udE5hbWUiOiJDYWxpYnJpIiwiSXNCb2xkIjpmYWxzZSwiSXNJdGFsaWMiOmZhbHNlLCJJc1VuZGVybGluZWQiOmZhbHNlLCJQYXJlbnRTdHlsZSI6bnVsbH0sIkF1dG9TaXplIjowLCJGb3JlZ3JvdW5kIjp7IiRpZCI6IjE5MDkiLCJDb2xvciI6eyIkaWQiOiIxOTE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5MTEiLCJUb3AiOjAuMCwiTGVmdCI6MC4wLCJSaWdodCI6MC4wLCJCb3R0b20iOjAuMH0sIlBhZGRpbmciOnsiJGlkIjoiMTkxMiIsIlRvcCI6MC4wLCJMZWZ0IjowLjAsIlJpZ2h0IjowLjAsIkJvdHRvbSI6MC4wfSwiQmFja2dyb3VuZCI6eyIkaWQiOiIxOTEzIiwiQ29sb3IiOnsiJGlkIjoiMTkxNCIsIkEiOjI1NSwiUiI6MCwiRyI6MCwiQiI6MH19LCJJc1Zpc2libGUiOnRydWUsIldpZHRoIjowLjAsIkhlaWdodCI6MC4wLCJCb3JkZXJTdHlsZSI6eyIkaWQiOiIxOTE1IiwiTGluZUNvbG9yIjpudWxsLCJMaW5lV2VpZ2h0IjowLjAsIkxpbmVUeXBlIjowLCJQYXJlbnRTdHlsZSI6bnVsbH0sIlBhcmVudFN0eWxlIjpudWxsfSwiUGFyZW50U3R5bGUiOm51bGx9LCJQYXJlbnRTdHlsZSI6bnVsbH0sIkluZGV4Ijo4LCJTbWFydER1cmF0aW9uQWN0aXZhdGVkIjpmYWxzZSwiRGF0ZUZvcm1hdCI6eyIkcmVmIjoiMTkwNCJ9LCJXZWVrTnVtYmVyaW5nIjp7IiRpZCI6IjE5MTYiLCJGb3JtYXQiOjAsIklzVmlzaWJsZSI6ZmFsc2UsIkxhc3RLbm93blZpc2liaWxpdHlTdGF0ZSI6ZmFsc2V9LCJCYXNlbGluZURhdGEiOnsiJGlkIjoiMTkxNyIsIlN0YXJ0RGF0ZSI6IjIwMjUtMTEtMThUMDA6MDA6MDAiLCJFbmREYXRlIjoiMjAyNS0xMi0wNVQyMzo1OTowMCJ9LCJJZCI6ImQ4YzYyZTU4LWIzZTktNDZlNS05NmUwLTBiODg5OGMyYWFlYyIsIkltcG9ydElkIjpudWxsLCJUaXRsZSI6IkRvY3VtZW50YWNpw7NuIFTDqWNuaWNhIiwiTm90ZSI6bnVsbCwiSHlwZXJsaW5rIjp7IiRpZCI6IjE5MTgiLCJBZGRyZXNzIjoiIiwiU3ViQWRkcmVzcyI6IiJ9LCJJc0NoYW5nZWQiOmZhbHNlLCJJc05ldyI6ZmFsc2V9LHsiJGlkIjoiMTkxOSIsIkdyb3VwTmFtZSI6bnVsbCwiU3RhcnREYXRlIjoiMjAyNS0xMS0yMVQwMDowMDowMFoiLCJFbmREYXRlIjoiMjAyNS0xMS0yMlQyMzo1OTowMFoiLCJQZXJjZW50YWdlQ29tcGxldGUiOm51bGwsIlN0eWxlIjp7IiRpZCI6IjE5MjAiLCJTaGFwZSI6MSwiU2hhcGVUaGlja25lc3MiOjAsIkR1cmF0aW9uRm9ybWF0IjowLCJJbmNsdWRlTm9uV29ya2luZ0RheXNJbkR1cmF0aW9uIjpmYWxzZSwiUGVyY2VudGFnZUNvbXBsZXRlU3R5bGUiOnsiJGlkIjoiMTkyMSIsIkZvbnRTZXR0aW5ncyI6eyIkaWQiOiIxOTIyIiwiRm9udFNpemUiOjEwLCJGb250TmFtZSI6IkNhbGlicmkiLCJJc0JvbGQiOmZhbHNlLCJJc0l0YWxpYyI6ZmFsc2UsIklzVW5kZXJsaW5lZCI6ZmFsc2UsIlBhcmVudFN0eWxlIjpudWxsfSwiQXV0b1NpemUiOjAsIkZvcmVncm91bmQiOnsiJGlkIjoiMTkyMyIsIkNvbG9yIjp7IiRpZCI6IjE5Mj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kyNSIsIlRvcCI6MC4wLCJMZWZ0IjowLjAsIlJpZ2h0IjowLjAsIkJvdHRvbSI6MC4wfSwiUGFkZGluZyI6eyIkaWQiOiIxOTI2IiwiVG9wIjowLjAsIkxlZnQiOjAuMCwiUmlnaHQiOjAuMCwiQm90dG9tIjowLjB9LCJCYWNrZ3JvdW5kIjp7IiRpZCI6IjE5MjciLCJDb2xvciI6eyIkaWQiOiIxOTI4IiwiQSI6ODksIlIiOjAsIkciOjAsIkIiOjB9fSwiSXNWaXNpYmxlIjp0cnVlLCJXaWR0aCI6MC4wLCJIZWlnaHQiOjAuMCwiQm9yZGVyU3R5bGUiOnsiJGlkIjoiMTkyOSIsIkxpbmVDb2xvciI6bnVsbCwiTGluZVdlaWdodCI6MC4wLCJMaW5lVHlwZSI6MCwiUGFyZW50U3R5bGUiOm51bGx9LCJQYXJlbnRTdHlsZSI6bnVsbH0sIkR1cmF0aW9uU3R5bGUiOnsiJGlkIjoiMTkzMCIsIkZvbnRTZXR0aW5ncyI6eyIkaWQiOiIxOTMxIiwiRm9udFNpemUiOjEwLCJGb250TmFtZSI6IkNhbGlicmkiLCJJc0JvbGQiOmZhbHNlLCJJc0l0YWxpYyI6ZmFsc2UsIklzVW5kZXJsaW5lZCI6ZmFsc2UsIlBhcmVudFN0eWxlIjpudWxsfSwiQXV0b1NpemUiOjAsIkZvcmVncm91bmQiOnsiJGlkIjoiMTkzMiIsIkNvbG9yIjp7IiRpZCI6IjE5Mz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OTM0IiwiVG9wIjowLjAsIkxlZnQiOjAuMCwiUmlnaHQiOjAuMCwiQm90dG9tIjowLjB9LCJQYWRkaW5nIjp7IiRpZCI6IjE5MzUiLCJUb3AiOjAuMCwiTGVmdCI6MC4wLCJSaWdodCI6MC4wLCJCb3R0b20iOjAuMH0sIkJhY2tncm91bmQiOnsiJGlkIjoiMTkzNiIsIkNvbG9yIjp7IiRpZCI6IjE5MzciLCJBIjoyNTUsIlIiOjIzNywiRyI6MTI1LCJCIjo0OX19LCJJc1Zpc2libGUiOnRydWUsIldpZHRoIjowLjAsIkhlaWdodCI6MC4wLCJCb3JkZXJTdHlsZSI6eyIkaWQiOiIxOTM4IiwiTGluZUNvbG9yIjpudWxsLCJMaW5lV2VpZ2h0IjowLjAsIkxpbmVUeXBlIjowLCJQYXJlbnRTdHlsZSI6bnVsbH0sIlBhcmVudFN0eWxlIjpudWxsfSwiSG9yaXpvbnRhbENvbm5lY3RvclN0eWxlIjp7IiRpZCI6IjE5MzkiLCJMaW5lQ29sb3IiOnsiJGlkIjoiMTk0MCIsIiR0eXBlIjoiTkxSRS5Db21tb24uRG9tLlNvbGlkQ29sb3JCcnVzaCwgTkxSRS5Db21tb24iLCJDb2xvciI6eyIkaWQiOiIxOTQxIiwiQSI6NTEsIlIiOjIxLCJHIjo5NiwiQiI6MTMwfX0sIkxpbmVXZWlnaHQiOjEuMCwiTGluZVR5cGUiOjAsIlBhcmVudFN0eWxlIjpudWxsfSwiVmVydGljYWxDb25uZWN0b3JTdHlsZSI6eyIkaWQiOiIxOTQyIiwiTGluZUNvbG9yIjp7IiRpZCI6IjE5NDMiLCIkdHlwZSI6Ik5MUkUuQ29tbW9uLkRvbS5Tb2xpZENvbG9yQnJ1c2gsIE5MUkUuQ29tbW9uIiwiQ29sb3IiOnsiJGlkIjoiMTk0NC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k0NSIsIlNoYXBlU3R5bGUiOnsiJGlkIjoiMTk0NiIsIk1hcmdpbiI6eyIkaWQiOiIxOTQ3IiwiVG9wIjowLjAsIkxlZnQiOjAuMCwiUmlnaHQiOjAuMCwiQm90dG9tIjowLjB9LCJQYWRkaW5nIjp7IiRpZCI6IjE5NDgiLCJUb3AiOjAuMCwiTGVmdCI6MC4wLCJSaWdodCI6MC4wLCJCb3R0b20iOjAuMH0sIkJhY2tncm91bmQiOnsiJGlkIjoiMTk0OSIsIkNvbG9yIjp7IiRpZCI6IjE5NTAiLCJBIjoxNTMsIlIiOjAsIkciOjAsIkIiOjB9fSwiSXNWaXNpYmxlIjp0cnVlLCJXaWR0aCI6MC4wLCJIZWlnaHQiOjAuMCwiQm9yZGVyU3R5bGUiOm51bGwsIlBhcmVudFN0eWxlIjpudWxsfSwiTWFyZ2luIjp7IiRpZCI6IjE5NTEiLCJUb3AiOjAuMCwiTGVmdCI6MC4wLCJSaWdodCI6MC4wLCJCb3R0b20iOjAuMH0sIlBhZGRpbmciOnsiJGlkIjoiMTk1MiIsIlRvcCI6MC4wLCJMZWZ0IjowLjAsIlJpZ2h0IjowLjAsIkJvdHRvbSI6MC4wfSwiQmFja2dyb3VuZCI6bnVsbCwiSXNWaXNpYmxlIjp0cnVlLCJXaWR0aCI6MC4wLCJIZWlnaHQiOjAuMCwiQm9yZGVyU3R5bGUiOm51bGwsIlBhcmVudFN0eWxlIjpudWxsfSwiU2hhcGVTdHlsZSI6eyIkaWQiOiIxOTUzIiwiTWFyZ2luIjp7IiRpZCI6IjE5NTQiLCJUb3AiOjAuMCwiTGVmdCI6NC4wLCJSaWdodCI6NC4wLCJCb3R0b20iOjAuMH0sIlBhZGRpbmciOnsiJGlkIjoiMTk1NSIsIlRvcCI6MC4wLCJMZWZ0IjowLjAsIlJpZ2h0IjowLjAsIkJvdHRvbSI6MC4wfSwiQmFja2dyb3VuZCI6eyIkaWQiOiIxOTU2IiwiQ29sb3IiOnsiJGlkIjoiMTk1NyIsIkEiOjI1NSwiUiI6NzgsIkciOjE2NywiQiI6NDZ9fSwiSXNWaXNpYmxlIjp0cnVlLCJXaWR0aCI6MC4wLCJIZWlnaHQiOjEwLjAsIkJvcmRlclN0eWxlIjp7IiRpZCI6IjE5NTgiLCJMaW5lQ29sb3IiOnsiJGlkIjoiMTk1OSIsIiR0eXBlIjoiTkxSRS5Db21tb24uRG9tLlNvbGlkQ29sb3JCcnVzaCwgTkxSRS5Db21tb24iLCJDb2xvciI6eyIkaWQiOiIxOTYwIiwiQSI6MjU1LCJSIjoyMzQsIkciOjIyLCJCIjozMH19LCJMaW5lV2VpZ2h0IjowLjAsIkxpbmVUeXBlIjowLCJQYXJlbnRTdHlsZSI6bnVsbH0sIlBhcmVudFN0eWxlIjpudWxsfSwiVGl0bGVTdHlsZSI6eyIkaWQiOiIxOTYxIiwiRm9udFNldHRpbmdzIjp7IiRpZCI6IjE5NjIiLCJGb250U2l6ZSI6MTEsIkZvbnROYW1lIjoiQ2FsaWJyaSIsIklzQm9sZCI6ZmFsc2UsIklzSXRhbGljIjpmYWxzZSwiSXNVbmRlcmxpbmVkIjpmYWxzZSwiUGFyZW50U3R5bGUiOm51bGx9LCJBdXRvU2l6ZSI6MCwiRm9yZWdyb3VuZCI6eyIkaWQiOiIxOTYzIiwiQ29sb3IiOnsiJGlkIjoiMTk2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OTY1IiwiVG9wIjowLjAsIkxlZnQiOjAuMCwiUmlnaHQiOjAuMCwiQm90dG9tIjowLjB9LCJQYWRkaW5nIjp7IiRpZCI6IjE5NjYiLCJUb3AiOjAuMCwiTGVmdCI6MC4wLCJSaWdodCI6MC4wLCJCb3R0b20iOjAuMH0sIkJhY2tncm91bmQiOnsiJGlkIjoiMTk2NyIsIkNvbG9yIjp7IiRpZCI6IjE5NjgiLCJBIjowLCJSIjoyNTUsIkciOjI1NSwiQiI6MjU1fX0sIklzVmlzaWJsZSI6dHJ1ZSwiV2lkdGgiOjAuMCwiSGVpZ2h0IjowLjAsIkJvcmRlclN0eWxlIjp7IiRpZCI6IjE5NjkiLCJMaW5lQ29sb3IiOm51bGwsIkxpbmVXZWlnaHQiOjAuMCwiTGluZVR5cGUiOjAsIlBhcmVudFN0eWxlIjpudWxsfSwiUGFyZW50U3R5bGUiOm51bGx9LCJEYXRlU3R5bGUiOnsiJGlkIjoiMTk3MCIsIkZvbnRTZXR0aW5ncyI6eyIkaWQiOiIxOTcxIiwiRm9udFNpemUiOjEwLCJGb250TmFtZSI6IkNhbGlicmkiLCJJc0JvbGQiOmZhbHNlLCJJc0l0YWxpYyI6ZmFsc2UsIklzVW5kZXJsaW5lZCI6ZmFsc2UsIlBhcmVudFN0eWxlIjpudWxsfSwiQXV0b1NpemUiOjAsIkZvcmVncm91bmQiOnsiJGlkIjoiMTk3MiIsIkNvbG9yIjp7IiRpZCI6IjE5Nz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k3NCIsIlRvcCI6MC4wLCJMZWZ0IjowLjAsIlJpZ2h0IjowLjAsIkJvdHRvbSI6MC4wfSwiUGFkZGluZyI6eyIkaWQiOiIxOTc1IiwiVG9wIjowLjAsIkxlZnQiOjAuMCwiUmlnaHQiOjAuMCwiQm90dG9tIjowLjB9LCJCYWNrZ3JvdW5kIjp7IiRpZCI6IjE5NzYiLCJDb2xvciI6eyIkaWQiOiIxOTc3IiwiQSI6MCwiUiI6MjU1LCJHIjoyNTUsIkIiOjI1NX19LCJJc1Zpc2libGUiOnRydWUsIldpZHRoIjowLjAsIkhlaWdodCI6MC4wLCJCb3JkZXJTdHlsZSI6eyIkaWQiOiIxOTc4IiwiTGluZUNvbG9yIjpudWxsLCJMaW5lV2VpZ2h0IjowLjAsIkxpbmVUeXBlIjowLCJQYXJlbnRTdHlsZSI6bnVsbH0sIlBhcmVudFN0eWxlIjpudWxsfSwiRGF0ZUZvcm1hdCI6eyIkaWQiOiIxOTc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5ODAiLCJGb3JtYXQiOjAsIklzVmlzaWJsZSI6ZmFsc2UsIkxhc3RLbm93blZpc2liaWxpdHlTdGF0ZSI6ZmFsc2V9LCJJc1Zpc2libGUiOmZhbHNlLCJWYXJpYW5jZVN0eWxlIjp7IiRpZCI6IjE5ODEiLCJUZXh0U3R5bGUiOnsiJGlkIjoiMTk4MiIsIkZvbnRTZXR0aW5ncyI6eyIkaWQiOiIxOTgzIiwiRm9udFNpemUiOjEwLCJGb250TmFtZSI6IkNhbGlicmkiLCJJc0JvbGQiOmZhbHNlLCJJc0l0YWxpYyI6ZmFsc2UsIklzVW5kZXJsaW5lZCI6ZmFsc2UsIlBhcmVudFN0eWxlIjpudWxsfSwiQXV0b1NpemUiOjAsIkZvcmVncm91bmQiOnsiJGlkIjoiMTk4NCIsIkNvbG9yIjp7IiRpZCI6IjE5OD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k4NiIsIlRvcCI6MC4wLCJMZWZ0IjowLjAsIlJpZ2h0IjowLjAsIkJvdHRvbSI6MC4wfSwiUGFkZGluZyI6eyIkaWQiOiIxOTg3IiwiVG9wIjowLjAsIkxlZnQiOjAuMCwiUmlnaHQiOjAuMCwiQm90dG9tIjowLjB9LCJCYWNrZ3JvdW5kIjp7IiRpZCI6IjE5ODgiLCJDb2xvciI6eyIkaWQiOiIxOTg5IiwiQSI6MjU1LCJSIjowLCJHIjowLCJCIjowfX0sIklzVmlzaWJsZSI6dHJ1ZSwiV2lkdGgiOjAuMCwiSGVpZ2h0IjowLjAsIkJvcmRlclN0eWxlIjp7IiRpZCI6IjE5OTAiLCJMaW5lQ29sb3IiOm51bGwsIkxpbmVXZWlnaHQiOjAuMCwiTGluZVR5cGUiOjAsIlBhcmVudFN0eWxlIjpudWxsfSwiUGFyZW50U3R5bGUiOm51bGx9LCJQYXJlbnRTdHlsZSI6bnVsbH0sIlBhcmVudFN0eWxlIjpudWxsfSwiSW5kZXgiOjksIlNtYXJ0RHVyYXRpb25BY3RpdmF0ZWQiOmZhbHNlLCJEYXRlRm9ybWF0Ijp7IiRyZWYiOiIxOTc5In0sIldlZWtOdW1iZXJpbmciOnsiJGlkIjoiMTk5MSIsIkZvcm1hdCI6MCwiSXNWaXNpYmxlIjpmYWxzZSwiTGFzdEtub3duVmlzaWJpbGl0eVN0YXRlIjpmYWxzZX0sIkJhc2VsaW5lRGF0YSI6eyIkaWQiOiIxOTkyIiwiU3RhcnREYXRlIjoiMjAyNS0xMS0yMVQwMDowMDowMCIsIkVuZERhdGUiOiIyMDI1LTExLTIyVDIzOjU5OjAwIn0sIklkIjoiZjJhODQ4ZTEtOTIxYy00Y2ViLWFlYTktMGY4ODFmOWY5ZWY5IiwiSW1wb3J0SWQiOm51bGwsIlRpdGxlIjoiTWlncmFjacOzbiBCRCBhIFBvc3RncmUiLCJOb3RlIjpudWxsLCJIeXBlcmxpbmsiOnsiJGlkIjoiMTk5MyIsIkFkZHJlc3MiOiIiLCJTdWJBZGRyZXNzIjoiIn0sIklzQ2hhbmdlZCI6ZmFsc2UsIklzTmV3IjpmYWxzZX1dLCJTd2ltbGFuZXMiOltdLCJNc1Byb2plY3RJdGVtc1RyZWUiOnsiJGlkIjoiMTk5NCIsIlJvb3QiOnsiSW1wb3J0SWQiOm51bGwsIklzSW1wb3J0ZWQiOmZhbHNlLCJDaGlsZHJlbiI6W119fSwiTWV0YWRhdGEiOnsiJGlkIjoiMTk5NSIsIlNvdXJjZVRoZW1lIjoie1wiJGlkXCI6XCIxXCIsXCJJZFwiOlwiZTkyYzY1ZjAtMjhkNC00Njk3LWEwZDUtMjRiNTcyNTdiNTk3XCIsXCJDYXRlZ29yeVwiOjEsXCJDdWx0dXJlSW5mb05hbWVcIjpcImVuLVVTXCIsXCJWZXJzaW9uXCI6e1wiJGlkXCI6XCIyXCIsXCJUaGVtZURvbVZlcnNpb25cIjpcIjIuMS4wXCJ9LFwiU3R5bGVcIjp7XCIkaWRcIjpcIjNcIixcIlRpbWViYW5kU3R5bGVcIjp7XCIkaWRcIjpcIjRcIixcIlJpZ2h0RW5kQ2Fwc1N0eWxlXCI6e1wiJGlkXCI6XCI1XCIsXCJGb250U2V0dGluZ3NcIjp7XCIkaWRcIjpcIjZcIixcIkZvbnRTaXplXCI6MTgsXCJGb250TmFtZVwiOlwiQ2FsaWJyaVwiLFwiSXNCb2xkXCI6dHJ1ZSxcIklzSXRhbGljXCI6ZmFsc2UsXCJJc1VuZGVybGluZWRcIjpmYWxzZX0sXCJGb3JlZ3JvdW5kXCI6e1wiJGlkXCI6XCI3XCIsXCJDb2xvclwiOntcIiRpZFwiOlwiOFwiLFwiQVwiOjI1NSxcIlJcIjoyMzMsXCJHXCI6MTEzLFwiQlwiOjUwfX0sXCJIb3Jpem9udGFsQWxpZ25tZW50XCI6MCxcIklzVmlzaWJsZVwiOnRydWV9LFwiTGVmdEVuZENhcHNTdHlsZVwiOntcIiRpZFwiOlwiOVwiLFwiRm9udFNldHRpbmdzXCI6e1wiJGlkXCI6XCIxMFwiLFwiRm9udFNpemVcIjoxOCxcIkZvbnROYW1lXCI6XCJDYWxpYnJpXCIsXCJJc0JvbGRcIjp0cnVlLFwiSXNJdGFsaWNcIjpmYWxzZSxcIklzVW5kZXJsaW5lZFwiOmZhbHNlfSxcIkZvcmVncm91bmRcIjp7XCIkaWRcIjpcIjExXCIsXCJDb2xvclwiOntcIiRpZFwiOlwiMTJcIixcIkFcIjoyNTUsXCJSXCI6MjM3LFwiR1wiOjEyNSxcIkJcIjo0OX19LFwiSG9yaXpvbnRhbEFsaWdubWVudFwiOjAsXCJJc1Zpc2libGVcIjpmYWxzZX0sXCJUb2RheU1hcmtlclN0eWxlXCI6e1wiJGlkXCI6XCIxM1wiLFwiVG9kYXlUZXh0U3R5bGVcIjp7XCIkaWRcIjpcIjE0XCIsXCJGb250U2V0dGluZ3NcIjp7XCIkaWRcIjpcIjE1XCIsXCJGb250U2l6ZVwiOjEyLFwiRm9udE5hbWVcIjpcIkNhbGlicmlcIixcIklzQm9sZFwiOmZhbHNlLFwiSXNJdGFsaWNcIjpmYWxzZSxcIklzVW5kZXJsaW5lZFwiOmZhbHNlfSxcIkZvcmVncm91bmRcIjp7XCIkaWRcIjpcIjE2XCIsXCJDb2xvclwiOntcIiRpZFwiOlwiMTdcIixcIkFcIjoyNTUsXCJSXCI6MCxcIkdcIjowLFwiQlwiOjB9fSxcIkhvcml6b250YWxBbGlnbm1lbnRcIjowLFwiSXNWaXNpYmxlXCI6dHJ1ZX0sXCJUb2RheU1hcmtlclNoYXBlU3R5bGVcIjp7XCIkaWRcIjpcIjE4XCIsXCJNYXJnaW5cIjp7XCIkaWRcIjpcIjE5XCIsXCJUb3BcIjowLjAsXCJMZWZ0XCI6MC4wLFwiUmlnaHRcIjowLjAsXCJCb3R0b21cIjowLjB9LFwiUGFkZGluZ1wiOntcIiRpZFwiOlwiMjBcIixcIlRvcFwiOjAuMCxcIkxlZnRcIjowLjAsXCJSaWdodFwiOjAuMCxcIkJvdHRvbVwiOjAuMH0sXCJCYWNrZ3JvdW5kXCI6e1wiJGlkXCI6XCIyMVwiLFwiQ29sb3JcIjp7XCIkaWRcIjpcIjIyXCIsXCJBXCI6MjU1LFwiUlwiOjI1NSxcIkdcIjowLFwiQlwiOjB9fSxcIklzVmlzaWJsZVwiOnRydWUsXCJXaWR0aFwiOjAuMCxcIkhlaWdodFwiOjAuMCxcIkJvcmRlclN0eWxlXCI6bnVsbH0sXCJUb2RheU1hcmtlclBvc2l0aW9uXCI6MyxcIklzVmlzaWJsZVwiOnRydWV9LFwiU2NhbGVTdHlsZVwiOntcIiRpZFwiOlwiMjNcIixcIlNob3dTZWdtZW50U2VwYXJhdG9yc1wiOnRydWUsXCJTZWdtZW50U2VwYXJhdG9yT3BhY2l0eVwiOjMwLFwiU2hhcGVcIjozLFwiU2VnbWVudFRleHRTdHlsZVwiOntcIiRpZFwiOlwiMjRcIixcIkZvbnRTZXR0aW5nc1wiOntcIiRpZFwiOlwiMjVcIixcIkZvbnRTaXplXCI6MTIsXCJGb250TmFtZVwiOlwiQ2FsaWJyaVwiLFwiSXNCb2xkXCI6ZmFsc2UsXCJJc0l0YWxpY1wiOmZhbHNlLFwiSXNVbmRlcmxpbmVkXCI6ZmFsc2V9LFwiRm9yZWdyb3VuZFwiOntcIiRpZFwiOlwiMjZcIixcIkNvbG9yXCI6e1wiJGlkXCI6XCIyN1wiLFwiQVwiOjI1NSxcIlJcIjoyMzIsXCJHXCI6MjMyLFwiQlwiOjIzMn19LFwiSG9yaXpvbnRhbEFsaWdubWVudFwiOjAsXCJJc1Zpc2libGVcIjp0cnVlfSxcIlNoYXBlU3R5bGVcIjp7XCIkaWRcIjpcIjI4XCIsXCJNYXJnaW5cIjp7XCIkaWRcIjpcIjI5XCIsXCJUb3BcIjowLjAsXCJMZWZ0XCI6MTAuMCxcIlJpZ2h0XCI6MTAuMCxcIkJvdHRvbVwiOjAuMH0sXCJQYWRkaW5nXCI6e1wiJGlkXCI6XCIzMFwiLFwiVG9wXCI6MC4wLFwiTGVmdFwiOjAuMCxcIlJpZ2h0XCI6MC4wLFwiQm90dG9tXCI6MC4wfSxcIkJhY2tncm91bmRcIjp7XCIkaWRcIjpcIjMxXCIsXCJDb2xvclwiOntcIiRpZFwiOlwiMzJcIixcIkFcIjoyNTUsXCJSXCI6MTQsXCJHXCI6NDAsXCJCXCI6NjV9fSxcIklzVmlzaWJsZVwiOnRydWUsXCJXaWR0aFwiOjg1OC4wLFwiSGVpZ2h0XCI6MjAuMCxcIkJvcmRlclN0eWxlXCI6e1wiJGlkXCI6XCIzM1wiLFwiTGluZVN0eWxlXCI6e1wiJGlkXCI6XCIzNFwiLFwiTGluZUNvbG9yXCI6e1wiJGlkXCI6XCIzNVwiLFwiQ29sb3JcIjp7XCIkaWRcIjpcIjM2XCIsXCJBXCI6MjU1LFwiUlwiOjI1NSxcIkdcIjowLFwiQlwiOjB9fSxcIkxpbmVXZWlnaHRcIjowLjAsXCJMaW5lVHlwZVwiOjB9LFwiSXNWaXNpYmxlXCI6ZmFsc2V9fX0sXCJFbGFwc2VkVGltZVN0eWxlXCI6e1wiJGlkXCI6XCIzN1wiLFwiRWxhcHNlZFRpbWVCYWNrZ3JvdW5kXCI6e1wiJGlkXCI6XCIzOFwiLFwiQ29sb3JcIjp7XCIkaWRcIjpcIjM5XCIsXCJBXCI6MTkxLFwiUlwiOjI1NSxcIkdcIjowLFwiQlwiOjB9fSxcIkVsYXBzZWRUaW1lRm9ybWF0XCI6MSxcIklzVmlzaWJsZVwiOnRydWV9LFwiTWFyZ2luXCI6e1wiJGlkXCI6XCI0MFwiLFwiVG9wXCI6MC4wLFwiTGVmdFwiOjEwLjAsXCJSaWdodFwiOjEwLjAsXCJCb3R0b21cIjowLjB9LFwiUGFkZGluZ1wiOntcIiRpZFwiOlwiNDFcIixcIlRvcFwiOjAuMCxcIkxlZnRcIjowLjAsXCJSaWdodFwiOjAuMCxcIkJvdHRvbVwiOjAuMH0sXCJCYWNrZ3JvdW5kXCI6e1wiJGlkXCI6XCI0MlwiLFwiQ29sb3JcIjp7XCIkaWRcIjpcIjQzXCIsXCJBXCI6MjU1LFwiUlwiOjQ3LFwiR1wiOjU0LFwiQlwiOjE1M319LFwiSXNWaXNpYmxlXCI6ZmFsc2UsXCJXaWR0aFwiOjAuMCxcIkhlaWdodFwiOjAuMCxcIkJvcmRlclN0eWxlXCI6bnVsbH0sXCJUYXNrU3R5bGVcIjp7XCIkaWRcIjpcIjQ0XCIsXCJTaGFwZVwiOjMsXCJTaGFwZVRoaWNrbmVzc1wiOjAsXCJEdXJhdGlvbkZvcm1hdFwiOjAsXCJQZXJjZW50YWdlQ29tcGxldGVUZXh0U3R5bGVcIjp7XCIkaWRcIjpcIjQ1XCIsXCJGb250U2V0dGluZ3NcIjp7XCIkaWRcIjpcIjQ2XCIsXCJGb250U2l6ZVwiOjEwLFwiRm9udE5hbWVcIjpcIkNhbGlicmlcIixcIklzQm9sZFwiOmZhbHNlLFwiSXNJdGFsaWNcIjpmYWxzZSxcIklzVW5kZXJsaW5lZFwiOmZhbHNlfSxcIkZvcmVncm91bmRcIjp7XCIkaWRcIjpcIjQ3XCIsXCJDb2xvclwiOntcIiRpZFwiOlwiNDhcIixcIkFcIjoyNTUsXCJSXCI6MjMyLFwiR1wiOjIzMixcIkJcIjoyMzJ9fSxcIkhvcml6b250YWxBbGlnbm1lbnRcIjoxLFwiSXNWaXNpYmxlXCI6dHJ1ZX0sXCJQZXJjZW50YWdlQ29tcGxldGVIaWdobGlnaHRTdHlsZVwiOntcIiRpZFwiOlwiNDlcIixcIkJhY2tncm91bmRcIjp7XCIkaWRcIjpcIjUwXCIsXCJDb2xvclwiOntcIiRpZFwiOlwiNTFcIixcIkFcIjo4OSxcIlJcIjowLFwiR1wiOjAsXCJCXCI6MH19fSxcIkR1cmF0aW9uU3R5bGVcIjp7XCIkaWRcIjpcIjUyXCIsXCJGb250U2V0dGluZ3NcIjp7XCIkaWRcIjpcIjUzXCIsXCJGb250U2l6ZVwiOjEwLFwiRm9udE5hbWVcIjpcIkNhbGlicmlcIixcIklzQm9sZFwiOmZhbHNlLFwiSXNJdGFsaWNcIjpmYWxzZSxcIklzVW5kZXJsaW5lZFwiOmZhbHNlfSxcIkZvcmVncm91bmRcIjp7XCIkaWRcIjpcIjU0XCIsXCJDb2xvclwiOntcIiRpZFwiOlwiNTVcIixcIkFcIjoyNTUsXCJSXCI6MjM3LFwiR1wiOjEyNSxcIkJcIjo0OX19LFwiSG9yaXpvbnRhbEFsaWdubWVudFwiOjAsXCJJc1Zpc2libGVcIjpmYWxzZX0sXCJIb3Jpem9udGFsQ29ubmVjdG9yU3R5bGVcIjp7XCIkaWRcIjpcIjU2XCIsXCJMaW5lU3R5bGVcIjp7XCIkaWRcIjpcIjU3XCIsXCJMaW5lQ29sb3JcIjp7XCIkaWRcIjpcIjU4XCIsXCJDb2xvclwiOntcIiRpZFwiOlwiNTlcIixcIkFcIjo1MSxcIlJcIjoyMSxcIkdcIjo5NixcIkJcIjoxMzB9fSxcIkxpbmVXZWlnaHRcIjoxLjAsXCJMaW5lVHlwZVwiOjB9LFwiSXNWaXNpYmxlXCI6dHJ1ZX0sXCJWZXJ0aWNhbENvbm5lY3RvclN0eWxlXCI6e1wiJGlkXCI6XCI2MFwiLFwiTGluZVN0eWxlXCI6e1wiJGlkXCI6XCI2MVwiLFwiTGluZUNvbG9yXCI6e1wiJGlkXCI6XCI2MlwiLFwiQ29sb3JcIjp7XCIkaWRcIjpcIjYzXCIsXCJBXCI6NTEsXCJSXCI6MjEsXCJHXCI6OTYsXCJCXCI6MTMwfX0sXCJMaW5lV2VpZ2h0XCI6MS4wLFwiTGluZVR5cGVcIjowfSxcIklzVmlzaWJsZVwiOmZhbHNlfSxcIk1hcmdpblwiOntcIiRpZFwiOlwiNjRcIixcIlRvcFwiOjAuMCxcIkxlZnRcIjowLjAsXCJSaWdodFwiOjAuMCxcIkJvdHRvbVwiOjAuMH0sXCJTdGFydERhdGVQb3NpdGlvblwiOjQsXCJFbmREYXRlUG9zaXRpb25cIjo0LFwiVGl0bGVQb3NpdGlvblwiOjMsXCJEdXJhdGlvblBvc2l0aW9uXCI6MCxcIlBlcmNlbnRhZ2VDb21wbGV0ZWRQb3NpdGlvblwiOjIsXCJWYXJpYW5jZVBvc2l0aW9uXCI6MixcIlNwYWNpbmdcIjozLFwiSXNCZWxvd1RpbWViYW5kXCI6ZmFsc2UsXCJCYXNlbGluZVN0eWxlXCI6e1wiJGlkXCI6XCI2NVwiLFwiQmFzZWxpbmVTaGFwZVN0eWxlXCI6e1wiJGlkXCI6XCI2NlwiLFwiTWFyZ2luXCI6e1wiJGlkXCI6XCI2N1wiLFwiVG9wXCI6MC4wLFwiTGVmdFwiOjAuMCxcIlJpZ2h0XCI6MC4wLFwiQm90dG9tXCI6MC4wfSxcIlBhZGRpbmdcIjp7XCIkaWRcIjpcIjY4XCIsXCJUb3BcIjowLjAsXCJMZWZ0XCI6MC4wLFwiUmlnaHRcIjowLjAsXCJCb3R0b21cIjowLjB9LFwiQmFja2dyb3VuZFwiOntcIiRpZFwiOlwiNjlcIixcIkNvbG9yXCI6e1wiJGlkXCI6XCI3MFwiLFwiQVwiOjE1MyxcIlJcIjowLFwiR1wiOjAsXCJCXCI6MH19LFwiSXNWaXNpYmxlXCI6ZmFsc2UsXCJXaWR0aFwiOjAuMCxcIkhlaWdodFwiOjAuMCxcIkJvcmRlclN0eWxlXCI6e1wiJGlkXCI6XCI3MVwiLFwiTGluZVN0eWxlXCI6e1wiJGlkXCI6XCI3MlwiLFwiTGluZUNvbG9yXCI6e1wiJGlkXCI6XCI3M1wiLFwiQ29sb3JcIjp7XCIkaWRcIjpcIjc0XCIsXCJBXCI6MjU1LFwiUlwiOjI1NSxcIkdcIjowLFwiQlwiOjB9fSxcIkxpbmVXZWlnaHRcIjoyLjAsXCJMaW5lVHlwZVwiOjB9LFwiSXNWaXNpYmxlXCI6ZmFsc2V9fX0sXCJTaGFwZVN0eWxlXCI6e1wiJGlkXCI6XCI3NVwiLFwiTWFyZ2luXCI6e1wiJGlkXCI6XCI3NlwiLFwiVG9wXCI6MC4wLFwiTGVmdFwiOjQuMCxcIlJpZ2h0XCI6NC4wLFwiQm90dG9tXCI6MC4wfSxcIlBhZGRpbmdcIjp7XCIkaWRcIjpcIjc3XCIsXCJUb3BcIjowLjAsXCJMZWZ0XCI6MC4wLFwiUmlnaHRcIjowLjAsXCJCb3R0b21cIjowLjB9LFwiQmFja2dyb3VuZFwiOntcIiRpZFwiOlwiNzhcIixcIkNvbG9yXCI6e1wiJGlkXCI6XCI3OVwiLFwiQVwiOjI1NSxcIlJcIjoyMSxcIkdcIjo5NixcIkJcIjoxMzB9fSxcIklzVmlzaWJsZVwiOnRydWUsXCJXaWR0aFwiOjAuMCxcIkhlaWdodFwiOjEwLjAsXCJCb3JkZXJTdHlsZVwiOntcIiRpZFwiOlwiODBcIixcIkxpbmVTdHlsZVwiOntcIiRpZFwiOlwiODFcIixcIkxpbmVDb2xvclwiOntcIiRpZFwiOlwiODJcIixcIkNvbG9yXCI6e1wiJGlkXCI6XCI4M1wiLFwiQVwiOjI1NSxcIlJcIjoyMzQsXCJHXCI6MjIsXCJCXCI6MzB9fSxcIkxpbmVXZWlnaHRcIjoyLjAsXCJMaW5lVHlwZVwiOjB9LFwiSXNWaXNpYmxlXCI6ZmFsc2V9fSxcIlRpdGxlU3R5bGVcIjp7XCIkaWRcIjpcIjg0XCIsXCJGb250U2V0dGluZ3NcIjp7XCIkaWRcIjpcIjg1XCIsXCJGb250U2l6ZVwiOjExLFwiRm9udE5hbWVcIjpcIkNhbGlicmlcIixcIklzQm9sZFwiOmZhbHNlLFwiSXNJdGFsaWNcIjpmYWxzZSxcIklzVW5kZXJsaW5lZFwiOmZhbHNlfSxcIkZvcmVncm91bmRcIjp7XCIkaWRcIjpcIjg2XCIsXCJDb2xvclwiOntcIiRpZFwiOlwiODdcIixcIkFcIjoyNTUsXCJSXCI6MCxcIkdcIjowLFwiQlwiOjB9fSxcIkhvcml6b250YWxBbGlnbm1lbnRcIjoyLFwiSXNWaXNpYmxlXCI6dHJ1ZX0sXCJEYXRlU3R5bGVcIjp7XCIkaWRcIjpcIjg4XCIsXCJGb250U2V0dGluZ3NcIjp7XCIkaWRcIjpcIjg5XCIsXCJGb250U2l6ZVwiOjEwLFwiRm9udE5hbWVcIjpcIkNhbGlicmlcIixcIklzQm9sZFwiOmZhbHNlLFwiSXNJdGFsaWNcIjpmYWxzZSxcIklzVW5kZXJsaW5lZFwiOmZhbHNlfSxcIkZvcmVncm91bmRcIjp7XCIkaWRcIjpcIjkwXCIsXCJDb2xvclwiOntcIiRpZFwiOlwiOTFcIixcIkFcIjoyNTUsXCJSXCI6MTQsXCJHXCI6NDAsXCJCXCI6NjV9fSxcIkhvcml6b250YWxBbGlnbm1lbnRcIjowLFwiSXNWaXNpYmxlXCI6dHJ1ZX0sXCJEYXRlRm9ybWF0XCI6e1wiJGlkXCI6XCI5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5M1wiLFwiRm9ybWF0XCI6MCxcIklzVmlzaWJsZVwiOmZhbHNlLFwiTGFzdEtub3duVmlzaWJpbGl0eVN0YXRlXCI6ZmFsc2V9LFwiVmFyaWFuY2VTdHlsZVwiOntcIiRpZFwiOlwiOTRcIixcIlZhcmlhbmNlVGV4dFN0eWxlXCI6e1wiJGlkXCI6XCI5NVwiLFwiRm9udFNldHRpbmdzXCI6e1wiJGlkXCI6XCI5NlwiLFwiRm9udFNpemVcIjoxMCxcIkZvbnROYW1lXCI6XCJDYWxpYnJpXCIsXCJJc0JvbGRcIjpmYWxzZSxcIklzSXRhbGljXCI6ZmFsc2UsXCJJc1VuZGVybGluZWRcIjpmYWxzZX0sXCJGb3JlZ3JvdW5kXCI6e1wiJGlkXCI6XCI5N1wiLFwiQ29sb3JcIjp7XCIkaWRcIjpcIjk4XCIsXCJBXCI6MjU1LFwiUlwiOjAsXCJHXCI6MCxcIkJcIjowfX0sXCJIb3Jpem9udGFsQWxpZ25tZW50XCI6MCxcIklzVmlzaWJsZVwiOnRydWV9fX0sXCJNaWxlc3RvbmVTdHlsZVwiOntcIiRpZFwiOlwiOTlcIixcIlNoYXBlXCI6MixcIklzQmVsb3dUaW1lYmFuZFwiOmZhbHNlLFwiU2hhcGVTaXplXCI6MSxcIlBhZGRpbmdcIjp7XCIkaWRcIjpcIjEwMFwiLFwiVG9wXCI6NS4wLFwiTGVmdFwiOjMuMCxcIlJpZ2h0XCI6MC4wLFwiQm90dG9tXCI6Mi4wfSxcIlNoYXBlU3R5bGVcIjp7XCIkaWRcIjpcIjEwMVwiLFwiTWFyZ2luXCI6e1wiJGlkXCI6XCIxMDJcIixcIlRvcFwiOjAuMCxcIkxlZnRcIjowLjAsXCJSaWdodFwiOjAuMCxcIkJvdHRvbVwiOjAuMH0sXCJQYWRkaW5nXCI6e1wiJGlkXCI6XCIxMDNcIixcIlRvcFwiOjAuMCxcIkxlZnRcIjowLjAsXCJSaWdodFwiOjAuMCxcIkJvdHRvbVwiOjAuMH0sXCJCYWNrZ3JvdW5kXCI6e1wiJGlkXCI6XCIxMDRcIixcIkNvbG9yXCI6e1wiJGlkXCI6XCIxMDVcIixcIkFcIjoyNTUsXCJSXCI6MjMzLFwiR1wiOjExMyxcIkJcIjo1MH19LFwiSXNWaXNpYmxlXCI6dHJ1ZSxcIldpZHRoXCI6MTguMCxcIkhlaWdodFwiOjIwLjAsXCJCb3JkZXJTdHlsZVwiOntcIiRpZFwiOlwiMTA2XCIsXCJMaW5lU3R5bGVcIjp7XCIkaWRcIjpcIjEwN1wiLFwiTGluZUNvbG9yXCI6e1wiJGlkXCI6XCIxMDhcIixcIkNvbG9yXCI6e1wiJGlkXCI6XCIxMDlcIixcIkFcIjoyNTUsXCJSXCI6MjM0LFwiR1wiOjIyLFwiQlwiOjMwfX0sXCJMaW5lV2VpZ2h0XCI6Mi4wLFwiTGluZVR5cGVcIjowfSxcIklzVmlzaWJsZVwiOmZhbHNlfX0sXCJUaXRsZVN0eWxlXCI6e1wiJGlkXCI6XCIxMTBcIixcIkZvbnRTZXR0aW5nc1wiOntcIiRpZFwiOlwiMTExXCIsXCJGb250U2l6ZVwiOjExLFwiRm9udE5hbWVcIjpcIkNhbGlicmlcIixcIklzQm9sZFwiOnRydWUsXCJJc0l0YWxpY1wiOmZhbHNlLFwiSXNVbmRlcmxpbmVkXCI6ZmFsc2V9LFwiRm9yZWdyb3VuZFwiOntcIiRpZFwiOlwiMTEyXCIsXCJDb2xvclwiOntcIiRpZFwiOlwiMTEzXCIsXCJBXCI6MjU1LFwiUlwiOjAsXCJHXCI6MCxcIkJcIjowfX0sXCJIb3Jpem9udGFsQWxpZ25tZW50XCI6MCxcIklzVmlzaWJsZVwiOnRydWV9LFwiRGF0ZVN0eWxlXCI6e1wiJGlkXCI6XCIxMTRcIixcIkZvbnRTZXR0aW5nc1wiOntcIiRpZFwiOlwiMTE1XCIsXCJGb250U2l6ZVwiOjEwLFwiRm9udE5hbWVcIjpcIkNhbGlicmlcIixcIklzQm9sZFwiOmZhbHNlLFwiSXNJdGFsaWNcIjpmYWxzZSxcIklzVW5kZXJsaW5lZFwiOmZhbHNlfSxcIkZvcmVncm91bmRcIjp7XCIkaWRcIjpcIjExNlwiLFwiQ29sb3JcIjp7XCIkaWRcIjpcIjExN1wiLFwiQVwiOjI1NSxcIlJcIjoxNCxcIkdcIjo0MCxcIkJcIjo2NX19LFwiSG9yaXpvbnRhbEFsaWdubWVudFwiOjAsXCJJc1Zpc2libGVcIjp0cnVlfSxcIkRhdGVGb3JtYXRcIjp7XCIkaWRcIjpcIjExOF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xMTlcIixcIkZvcm1hdFwiOjAsXCJJc1Zpc2libGVcIjpmYWxzZSxcIkxhc3RLbm93blZpc2liaWxpdHlTdGF0ZVwiOmZhbHNlfSxcIlZhcmlhbmNlU3R5bGVcIjp7XCIkaWRcIjpcIjEyMFwiLFwiVmFyaWFuY2VUZXh0U3R5bGVcIjp7XCIkaWRcIjpcIjEyMVwiLFwiRm9udFNldHRpbmdzXCI6e1wiJGlkXCI6XCIxMjJcIixcIkZvbnRTaXplXCI6MTAsXCJGb250TmFtZVwiOlwiQ2FsaWJyaVwiLFwiSXNCb2xkXCI6ZmFsc2UsXCJJc0l0YWxpY1wiOmZhbHNlLFwiSXNVbmRlcmxpbmVkXCI6ZmFsc2V9LFwiRm9yZWdyb3VuZFwiOntcIiRpZFwiOlwiMTIzXCIsXCJDb2xvclwiOntcIiRpZFwiOlwiMTI0XCIsXCJBXCI6MjU1LFwiUlwiOjAsXCJHXCI6MCxcIkJcIjowfX0sXCJIb3Jpem9udGFsQWxpZ25tZW50XCI6MCxcIklzVmlzaWJsZVwiOnRydWV9fX0sXCJNb3RTdHlsZVwiOntcIiRpZFwiOlwiMTI1XCIsXCJTaGFwZVwiOjIsXCJTaGFwZVNpemVcIjoxLFwiRGV0YWlsc1NwYWNpbmdcIjowLjAsXCJQYWRkaW5nXCI6e1wiJGlkXCI6XCIxMjZcIixcIlRvcFwiOjUuMCxcIkxlZnRcIjozLjAsXCJSaWdodFwiOjAuMCxcIkJvdHRvbVwiOjIuMH0sXCJQb3NpdGlvbk9uVGFza1wiOjEsXCJTaGFwZVN0eWxlXCI6e1wiJGlkXCI6XCIxMjdcIixcIk1hcmdpblwiOntcIiRpZFwiOlwiMTI4XCIsXCJUb3BcIjowLjAsXCJMZWZ0XCI6MC4wLFwiUmlnaHRcIjowLjAsXCJCb3R0b21cIjowLjB9LFwiUGFkZGluZ1wiOntcIiRpZFwiOlwiMTI5XCIsXCJUb3BcIjowLjAsXCJMZWZ0XCI6MC4wLFwiUmlnaHRcIjowLjAsXCJCb3R0b21cIjowLjB9LFwiQmFja2dyb3VuZFwiOntcIiRpZFwiOlwiMTMwXCIsXCJDb2xvclwiOntcIiRpZFwiOlwiMTMxXCIsXCJBXCI6MjU1LFwiUlwiOjIzMyxcIkdcIjoxMTMsXCJCXCI6NTB9fSxcIklzVmlzaWJsZVwiOnRydWUsXCJXaWR0aFwiOjEzLjAsXCJIZWlnaHRcIjoxMy4wLFwiQm9yZGVyU3R5bGVcIjp7XCIkaWRcIjpcIjEzMlwiLFwiTGluZVN0eWxlXCI6e1wiJGlkXCI6XCIxMzNcIixcIkxpbmVDb2xvclwiOntcIiRpZFwiOlwiMTM0XCIsXCJDb2xvclwiOntcIiRpZFwiOlwiMTM1XCIsXCJBXCI6MjU1LFwiUlwiOjIzNCxcIkdcIjoyMixcIkJcIjozMH19LFwiTGluZVdlaWdodFwiOjIuMCxcIkxpbmVUeXBlXCI6MH0sXCJJc1Zpc2libGVcIjpmYWxzZX19LFwiVGl0bGVTdHlsZVwiOntcIiRpZFwiOlwiMTM2XCIsXCJGb250U2V0dGluZ3NcIjp7XCIkaWRcIjpcIjEzN1wiLFwiRm9udFNpemVcIjoxMSxcIkZvbnROYW1lXCI6XCJDYWxpYnJpXCIsXCJJc0JvbGRcIjp0cnVlLFwiSXNJdGFsaWNcIjpmYWxzZSxcIklzVW5kZXJsaW5lZFwiOmZhbHNlfSxcIkZvcmVncm91bmRcIjp7XCIkaWRcIjpcIjEzOFwiLFwiQ29sb3JcIjp7XCIkaWRcIjpcIjEzOVwiLFwiQVwiOjI1NSxcIlJcIjowLFwiR1wiOjAsXCJCXCI6MH19LFwiSG9yaXpvbnRhbEFsaWdubWVudFwiOjAsXCJJc1Zpc2libGVcIjp0cnVlfSxcIkRhdGVTdHlsZVwiOntcIiRpZFwiOlwiMTQwXCIsXCJGb250U2V0dGluZ3NcIjp7XCIkaWRcIjpcIjE0MVwiLFwiRm9udFNpemVcIjoxMCxcIkZvbnROYW1lXCI6XCJDYWxpYnJpXCIsXCJJc0JvbGRcIjpmYWxzZSxcIklzSXRhbGljXCI6ZmFsc2UsXCJJc1VuZGVybGluZWRcIjpmYWxzZX0sXCJGb3JlZ3JvdW5kXCI6e1wiJGlkXCI6XCIxNDJcIixcIkNvbG9yXCI6e1wiJGlkXCI6XCIxNDNcIixcIkFcIjoyNTUsXCJSXCI6MTQsXCJHXCI6NDAsXCJCXCI6NjV9fSxcIkhvcml6b250YWxBbGlnbm1lbnRcIjowLFwiSXNWaXNpYmxlXCI6dHJ1ZX0sXCJEYXRlRm9ybWF0XCI6e1wiJGlkXCI6XCIxNDRcIixcIkZvcm1hdFN0cmluZ1wiOlwiTU1NIGQsIHl5eXlcIixcIlNlcGFyYXRvclwiOlwiL1wiLFwiVXNlSW50ZXJuYXRpb25hbERhdGVGb3JtYXRcIjpmYWxzZSxcIkRhdGVJc1Zpc2libGVcIjp0cnVlLFwiVGltZUlzVmlzaWJsZVwiOmZhbHNlLFwiSG91ckRpZ2l0c1wiOjEsXCJBbVBtRGVzaWduYXRvclwiOjIsXCJUcmltMDBNaW51dGVzXCI6ZmFsc2V9LFwiV2Vla051bWJlcmluZ1wiOntcIiRpZFwiOlwiMTQ1XCIsXCJGb3JtYXRcIjowLFwiSXNWaXNpYmxlXCI6ZmFsc2UsXCJMYXN0S25vd25WaXNpYmlsaXR5U3RhdGVcIjpmYWxzZX0sXCJWYXJpYW5jZVN0eWxlXCI6e1wiJGlkXCI6XCIxNDZcIixcIlZhcmlhbmNlVGV4dFN0eWxlXCI6e1wiJGlkXCI6XCIxNDdcIixcIkZvbnRTZXR0aW5nc1wiOntcIiRpZFwiOlwiMTQ4XCIsXCJGb250U2l6ZVwiOjEwLFwiRm9udE5hbWVcIjpcIkNhbGlicmlcIixcIklzQm9sZFwiOmZhbHNlLFwiSXNJdGFsaWNcIjpmYWxzZSxcIklzVW5kZXJsaW5lZFwiOmZhbHNlfSxcIkZvcmVncm91bmRcIjp7XCIkaWRcIjpcIjE0OVwiLFwiQ29sb3JcIjp7XCIkaWRcIjpcIjE1MFwiLFwiQVwiOjI1NSxcIlJcIjowLFwiR1wiOjAsXCJCXCI6MH19LFwiSG9yaXpvbnRhbEFsaWdubWVudFwiOjAsXCJJc1Zpc2libGVcIjp0cnVlfX19LFwiU3dpbWxhbmVWMlN0eWxlXCI6e1wiJGlkXCI6XCIxNTFcIixcIlN0eWxlSWRcIjpcIjMzMmNmYjEzLWI0MDEtNGVjMy1iNjU1LTczOTY4ZDA0ZDc0OVwiLFwiTmFtZVwiOlwiU3dpbWxhbmUgU3R5bGUgMVwiLFwiSGVhZGVyU3R5bGVcIjp7XCIkaWRcIjpcIjE1MlwiLFwiVGV4dFN0eWxlXCI6e1wiJGlkXCI6XCIxNTNcIixcIkZvbnRTZXR0aW5nc1wiOntcIiRpZFwiOlwiMTU0XCIsXCJGb250U2l6ZVwiOjExLFwiRm9udE5hbWVcIjpcIkNhbGlicmlcIixcIklzQm9sZFwiOmZhbHNlLFwiSXNJdGFsaWNcIjpmYWxzZSxcIklzVW5kZXJsaW5lZFwiOmZhbHNlfSxcIkZvcmVncm91bmRcIjp7XCIkaWRcIjpcIjE1NVwiLFwiQ29sb3JcIjp7XCIkaWRcIjpcIjE1NlwiLFwiQVwiOjI1NSxcIlJcIjoyNTUsXCJHXCI6MjU1LFwiQlwiOjI1NX19LFwiSG9yaXpvbnRhbEFsaWdubWVudFwiOjAsXCJJc1Zpc2libGVcIjp0cnVlfSxcIlJlY3RhbmdsZVN0eWxlXCI6e1wiJGlkXCI6XCIxNTdcIixcIk1hcmdpblwiOntcIiRpZFwiOlwiMTU4XCIsXCJUb3BcIjowLjAsXCJMZWZ0XCI6MC4wLFwiUmlnaHRcIjowLjAsXCJCb3R0b21cIjowLjB9LFwiUGFkZGluZ1wiOntcIiRpZFwiOlwiMTU5XCIsXCJUb3BcIjowLjAsXCJMZWZ0XCI6MC4wLFwiUmlnaHRcIjowLjAsXCJCb3R0b21cIjowLjB9LFwiQmFja2dyb3VuZFwiOntcIiRpZFwiOlwiMTYwXCIsXCJDb2xvclwiOntcIiRpZFwiOlwiMTYxXCIsXCJBXCI6MjU1LFwiUlwiOjIxLFwiR1wiOjk2LFwiQlwiOjEzMH19LFwiSXNWaXNpYmxlXCI6dHJ1ZSxcIldpZHRoXCI6MC4wLFwiSGVpZ2h0XCI6MC4wLFwiQm9yZGVyU3R5bGVcIjp7XCIkaWRcIjpcIjE2MlwiLFwiTGluZVN0eWxlXCI6e1wiJGlkXCI6XCIxNjNcIixcIkxpbmVDb2xvclwiOntcIiRpZFwiOlwiMTY0XCIsXCJDb2xvclwiOntcIiRpZFwiOlwiMTY1XCIsXCJBXCI6MjU1LFwiUlwiOjI1NSxcIkdcIjoyNTUsXCJCXCI6MjU1fX0sXCJMaW5lV2VpZ2h0XCI6MC4wLFwiTGluZVR5cGVcIjowfSxcIklzVmlzaWJsZVwiOmZhbHNlfX19LFwiQmFja2dyb3VuZFN0eWxlXCI6e1wiJGlkXCI6XCIxNjZcIixcIk1hcmdpblwiOntcIiRpZFwiOlwiMTY3XCIsXCJUb3BcIjowLjAsXCJMZWZ0XCI6MC4wLFwiUmlnaHRcIjowLjAsXCJCb3R0b21cIjowLjB9LFwiUGFkZGluZ1wiOntcIiRpZFwiOlwiMTY4XCIsXCJUb3BcIjowLjAsXCJMZWZ0XCI6MC4wLFwiUmlnaHRcIjowLjAsXCJCb3R0b21cIjowLjB9LFwiQmFja2dyb3VuZFwiOntcIiRpZFwiOlwiMTY5XCIsXCJDb2xvclwiOntcIiRpZFwiOlwiMTcwXCIsXCJBXCI6NTEsXCJSXCI6MjAwLFwiR1wiOjIwMCxcIkJcIjoyMDB9fSxcIklzVmlzaWJsZVwiOnRydWUsXCJXaWR0aFwiOjAuMCxcIkhlaWdodFwiOjAuMCxcIkJvcmRlclN0eWxlXCI6e1wiJGlkXCI6XCIxNzFcIixcIkxpbmVTdHlsZVwiOntcIiRpZFwiOlwiMTcyXCIsXCJMaW5lQ29sb3JcIjp7XCIkaWRcIjpcIjE3M1wiLFwiQ29sb3JcIjp7XCIkaWRcIjpcIjE3NFwiLFwiQVwiOjI1NSxcIlJcIjoyMzQsXCJHXCI6MjIsXCJCXCI6MzB9fSxcIkxpbmVXZWlnaHRcIjoyLjAsXCJMaW5lVHlwZVwiOjB9LFwiSXNWaXNpYmxlXCI6ZmFsc2V9fSxcIklzQWJvdmVUaW1lYmFuZFwiOmZhbHNlLFwiU3BhY2luZ1wiOjMsXCJEZWZhdWx0U3dpbWxhbmVBY3Rpdml0eVN0eWxlXCI6e1wiJGlkXCI6XCIxNzVcIixcIkhlYWRlclN0eWxlXCI6e1wiJGlkXCI6XCIxNzZcIixcIlRleHRTdHlsZVwiOntcIiRpZFwiOlwiMTc3XCIsXCJGb250U2V0dGluZ3NcIjp7XCIkaWRcIjpcIjE3OFwiLFwiRm9udFNpemVcIjoxMSxcIkZvbnROYW1lXCI6XCJDYWxpYnJpXCIsXCJJc0JvbGRcIjpmYWxzZSxcIklzSXRhbGljXCI6ZmFsc2UsXCJJc1VuZGVybGluZWRcIjpmYWxzZX0sXCJGb3JlZ3JvdW5kXCI6e1wiJGlkXCI6XCIxNzlcIixcIkNvbG9yXCI6e1wiJGlkXCI6XCIxODBcIixcIkFcIjoyNTUsXCJSXCI6MCxcIkdcIjowLFwiQlwiOjB9fSxcIkhvcml6b250YWxBbGlnbm1lbnRcIjowLFwiSXNWaXNpYmxlXCI6dHJ1ZX0sXCJSZWN0YW5nbGVTdHlsZVwiOntcIiRpZFwiOlwiMTgxXCIsXCJNYXJnaW5cIjp7XCIkaWRcIjpcIjE4MlwiLFwiVG9wXCI6MC4wLFwiTGVmdFwiOjAuMCxcIlJpZ2h0XCI6MC4wLFwiQm90dG9tXCI6MC4wfSxcIlBhZGRpbmdcIjp7XCIkaWRcIjpcIjE4M1wiLFwiVG9wXCI6MC4wLFwiTGVmdFwiOjAuMCxcIlJpZ2h0XCI6MC4wLFwiQm90dG9tXCI6MC4wfSxcIkJhY2tncm91bmRcIjp7XCIkaWRcIjpcIjE4NFwiLFwiQ29sb3JcIjp7XCIkaWRcIjpcIjE4NVwiLFwiQVwiOjYzLFwiUlwiOjIxLFwiR1wiOjk2LFwiQlwiOjEzMH19LFwiSXNWaXNpYmxlXCI6dHJ1ZSxcIldpZHRoXCI6MC4wLFwiSGVpZ2h0XCI6MC4wLFwiQm9yZGVyU3R5bGVcIjp7XCIkaWRcIjpcIjE4NlwiLFwiTGluZVN0eWxlXCI6e1wiJGlkXCI6XCIxODdcIixcIkxpbmVDb2xvclwiOntcIiRpZFwiOlwiMTg4XCIsXCJDb2xvclwiOntcIiRpZFwiOlwiMTg5XCIsXCJBXCI6MjU1LFwiUlwiOjI1NSxcIkdcIjowLFwiQlwiOjB9fSxcIkxpbmVXZWlnaHRcIjowLjAsXCJMaW5lVHlwZVwiOjB9LFwiSXNWaXNpYmxlXCI6ZmFsc2V9fX0sXCJCYWNrZ3JvdW5kU3R5bGVcIjp7XCIkaWRcIjpcIjE5MFwiLFwiTWFyZ2luXCI6e1wiJGlkXCI6XCIxOTFcIixcIlRvcFwiOjAuMCxcIkxlZnRcIjowLjAsXCJSaWdodFwiOjAuMCxcIkJvdHRvbVwiOjAuMH0sXCJQYWRkaW5nXCI6e1wiJGlkXCI6XCIxOTJcIixcIlRvcFwiOjAuMCxcIkxlZnRcIjowLjAsXCJSaWdodFwiOjAuMCxcIkJvdHRvbVwiOjAuMH0sXCJCYWNrZ3JvdW5kXCI6e1wiJGlkXCI6XCIxOTNcIixcIkNvbG9yXCI6e1wiJGlkXCI6XCIxOTRcIixcIkFcIjo1MSxcIlJcIjoyMDAsXCJHXCI6MjAwLFwiQlwiOjIwMH19LFwiSXNWaXNpYmxlXCI6dHJ1ZSxcIldpZHRoXCI6MC4wLFwiSGVpZ2h0XCI6MC4wLFwiQm9yZGVyU3R5bGVcIjp7XCIkaWRcIjpcIjE5NVwiLFwiTGluZVN0eWxlXCI6e1wiJGlkXCI6XCIxOTZcIixcIkxpbmVDb2xvclwiOntcIiRpZFwiOlwiMTk3XCIsXCJDb2xvclwiOntcIiRpZFwiOlwiMTk4XCIsXCJBXCI6MjU1LFwiUlwiOjIzNCxcIkdcIjoyMixcIkJcIjozMH19LFwiTGluZVdlaWdodFwiOjIuMCxcIkxpbmVUeXBlXCI6MH0sXCJJc1Zpc2libGVcIjpmYWxzZX19fSxcIkRlZmF1bHRTd2ltbGFuZU1pbGVzdG9uZVN0eWxlXCI6e1wiJGlkXCI6XCIxOTlcIixcIlRpdGxlUG9zaXRpb25cIjowLFwiRGF0ZVBvc2l0aW9uXCI6MixcIlZhcmlhbmNlUG9zaXRpb25cIjoyLFwiU2hhcGVUeXBlXCI6MSxcIlNoYXBlU2l6ZVwiOjAsXCJTcGFjaW5nXCI6NSxcIlNoYXBlU3R5bGVcIjp7XCIkaWRcIjpcIjIwMFwiLFwiTWFyZ2luXCI6e1wiJGlkXCI6XCIyMDFcIixcIlRvcFwiOjAuMCxcIkxlZnRcIjowLjAsXCJSaWdodFwiOjAuMCxcIkJvdHRvbVwiOjAuMH0sXCJQYWRkaW5nXCI6e1wiJGlkXCI6XCIyMDJcIixcIlRvcFwiOjAuMCxcIkxlZnRcIjowLjAsXCJSaWdodFwiOjAuMCxcIkJvdHRvbVwiOjAuMH0sXCJCYWNrZ3JvdW5kXCI6e1wiJGlkXCI6XCIyMDNcIixcIkNvbG9yXCI6e1wiJGlkXCI6XCIyMDRcIixcIkFcIjoyNTUsXCJSXCI6MjEsXCJHXCI6OTYsXCJCXCI6MTMwfX0sXCJJc1Zpc2libGVcIjp0cnVlLFwiV2lkdGhcIjoxMi4wLFwiSGVpZ2h0XCI6MTQuMCxcIkJvcmRlclN0eWxlXCI6e1wiJGlkXCI6XCIyMDVcIixcIkxpbmVTdHlsZVwiOntcIiRpZFwiOlwiMjA2XCIsXCJMaW5lQ29sb3JcIjp7XCIkaWRcIjpcIjIwN1wiLFwiQ29sb3JcIjp7XCIkaWRcIjpcIjIwOFwiLFwiQVwiOjI1NSxcIlJcIjoyMzQsXCJHXCI6MjIsXCJCXCI6MzB9fSxcIkxpbmVXZWlnaHRcIjoyLjAsXCJMaW5lVHlwZVwiOjB9LFwiSXNWaXNpYmxlXCI6ZmFsc2V9fSxcIlRpdGxlU3R5bGVcIjp7XCIkaWRcIjpcIjIwOVwiLFwiRm9udFNldHRpbmdzXCI6e1wiJGlkXCI6XCIyMTBcIixcIkZvbnRTaXplXCI6MTEsXCJGb250TmFtZVwiOlwiQ2FsaWJyaVwiLFwiSXNCb2xkXCI6ZmFsc2UsXCJJc0l0YWxpY1wiOmZhbHNlLFwiSXNVbmRlcmxpbmVkXCI6ZmFsc2V9LFwiRm9yZWdyb3VuZFwiOntcIiRpZFwiOlwiMjExXCIsXCJDb2xvclwiOntcIiRpZFwiOlwiMjEyXCIsXCJBXCI6MjU1LFwiUlwiOjAsXCJHXCI6MCxcIkJcIjowfX0sXCJIb3Jpem9udGFsQWxpZ25tZW50XCI6MixcIklzVmlzaWJsZVwiOnRydWV9LFwiRGF0ZVN0eWxlXCI6e1wiJGlkXCI6XCIyMTNcIixcIkZvbnRTZXR0aW5nc1wiOntcIiRpZFwiOlwiMjE0XCIsXCJGb250U2l6ZVwiOjEwLFwiRm9udE5hbWVcIjpcIkNhbGlicmlcIixcIklzQm9sZFwiOmZhbHNlLFwiSXNJdGFsaWNcIjpmYWxzZSxcIklzVW5kZXJsaW5lZFwiOmZhbHNlfSxcIkZvcmVncm91bmRcIjp7XCIkaWRcIjpcIjIxNVwiLFwiQ29sb3JcIjp7XCIkaWRcIjpcIjIxNlwiLFwiQVwiOjI1NSxcIlJcIjoxNCxcIkdcIjo0MCxcIkJcIjo2NX19LFwiSG9yaXpvbnRhbEFsaWdubWVudFwiOjAsXCJJc1Zpc2libGVcIjp0cnVlfSxcIkRhdGVGb3JtYXRcIjp7XCIkaWRcIjpcIjIxN1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yMThcIixcIkZvcm1hdFwiOjAsXCJJc1Zpc2libGVcIjpmYWxzZSxcIkxhc3RLbm93blZpc2liaWxpdHlTdGF0ZVwiOmZhbHNlfSxcIlZhcmlhbmNlU3R5bGVcIjp7XCIkaWRcIjpcIjIxOVwiLFwiVmFyaWFuY2VUZXh0U3R5bGVcIjp7XCIkaWRcIjpcIjIyMFwiLFwiRm9udFNldHRpbmdzXCI6e1wiJGlkXCI6XCIyMjFcIixcIkZvbnRTaXplXCI6MTAsXCJGb250TmFtZVwiOlwiQ2FsaWJyaVwiLFwiSXNCb2xkXCI6ZmFsc2UsXCJJc0l0YWxpY1wiOmZhbHNlLFwiSXNVbmRlcmxpbmVkXCI6ZmFsc2V9LFwiRm9yZWdyb3VuZFwiOntcIiRpZFwiOlwiMjIyXCIsXCJDb2xvclwiOntcIiRpZFwiOlwiMjIzXCIsXCJBXCI6MjU1LFwiUlwiOjAsXCJHXCI6MCxcIkJcIjowfX0sXCJIb3Jpem9udGFsQWxpZ25tZW50XCI6MCxcIklzVmlzaWJsZVwiOnRydWV9fX0sXCJEZWZhdWx0U3dpbWxhbmVUYXNrU3R5bGVcIjp7XCIkaWRcIjpcIjIyNFwiLFwiU2hhcGVcIjoxLFwiU2hhcGVUaGlja25lc3NcIjowLFwiRHVyYXRpb25Gb3JtYXRcIjowLFwiUGVyY2VudGFnZUNvbXBsZXRlVGV4dFN0eWxlXCI6e1wiJGlkXCI6XCIyMjVcIixcIkZvbnRTZXR0aW5nc1wiOntcIiRpZFwiOlwiMjI2XCIsXCJGb250U2l6ZVwiOjEwLFwiRm9udE5hbWVcIjpcIkNhbGlicmlcIixcIklzQm9sZFwiOmZhbHNlLFwiSXNJdGFsaWNcIjpmYWxzZSxcIklzVW5kZXJsaW5lZFwiOmZhbHNlfSxcIkZvcmVncm91bmRcIjp7XCIkaWRcIjpcIjIyN1wiLFwiQ29sb3JcIjp7XCIkaWRcIjpcIjIyOFwiLFwiQVwiOjI1NSxcIlJcIjoyMzIsXCJHXCI6MjMyLFwiQlwiOjIzMn19LFwiSG9yaXpvbnRhbEFsaWdubWVudFwiOjEsXCJJc1Zpc2libGVcIjp0cnVlfSxcIlBlcmNlbnRhZ2VDb21wbGV0ZUhpZ2hsaWdodFN0eWxlXCI6e1wiJGlkXCI6XCIyMjlcIixcIkJhY2tncm91bmRcIjp7XCIkaWRcIjpcIjIzMFwiLFwiQ29sb3JcIjp7XCIkaWRcIjpcIjIzMVwiLFwiQVwiOjg5LFwiUlwiOjAsXCJHXCI6MCxcIkJcIjowfX19LFwiRHVyYXRpb25TdHlsZVwiOntcIiRpZFwiOlwiMjMyXCIsXCJGb250U2V0dGluZ3NcIjp7XCIkaWRcIjpcIjIzM1wiLFwiRm9udFNpemVcIjoxMCxcIkZvbnROYW1lXCI6XCJDYWxpYnJpXCIsXCJJc0JvbGRcIjpmYWxzZSxcIklzSXRhbGljXCI6ZmFsc2UsXCJJc1VuZGVybGluZWRcIjpmYWxzZX0sXCJGb3JlZ3JvdW5kXCI6e1wiJGlkXCI6XCIyMzRcIixcIkNvbG9yXCI6e1wiJGlkXCI6XCIyMzVcIixcIkFcIjoyNTUsXCJSXCI6MjM3LFwiR1wiOjEyNSxcIkJcIjo0OX19LFwiSG9yaXpvbnRhbEFsaWdubWVudFwiOjAsXCJJc1Zpc2libGVcIjpmYWxzZX0sXCJNYXJnaW5cIjp7XCIkaWRcIjpcIjIzNlwiLFwiVG9wXCI6MC4wLFwiTGVmdFwiOjAuMCxcIlJpZ2h0XCI6MC4wLFwiQm90dG9tXCI6MC4wfSxcIlN0YXJ0RGF0ZVBvc2l0aW9uXCI6MyxcIkVuZERhdGVQb3NpdGlvblwiOjMsXCJUaXRsZVBvc2l0aW9uXCI6NCxcIkR1cmF0aW9uUG9zaXRpb25cIjowLFwiUGVyY2VudGFnZUNvbXBsZXRlZFBvc2l0aW9uXCI6MixcIlZhcmlhbmNlUG9zaXRpb25cIjoyLFwiU3BhY2luZ1wiOjMsXCJCYXNlbGluZVN0eWxlXCI6e1wiJGlkXCI6XCIyMzdcIixcIkJhc2VsaW5lU2hhcGVTdHlsZVwiOntcIiRpZFwiOlwiMjM4XCIsXCJNYXJnaW5cIjp7XCIkaWRcIjpcIjIzOVwiLFwiVG9wXCI6MC4wLFwiTGVmdFwiOjAuMCxcIlJpZ2h0XCI6MC4wLFwiQm90dG9tXCI6MC4wfSxcIlBhZGRpbmdcIjp7XCIkaWRcIjpcIjI0MFwiLFwiVG9wXCI6MC4wLFwiTGVmdFwiOjAuMCxcIlJpZ2h0XCI6MC4wLFwiQm90dG9tXCI6MC4wfSxcIkJhY2tncm91bmRcIjp7XCIkaWRcIjpcIjI0MVwiLFwiQ29sb3JcIjp7XCIkaWRcIjpcIjI0MlwiLFwiQVwiOjE1MyxcIlJcIjowLFwiR1wiOjAsXCJCXCI6MH19LFwiSXNWaXNpYmxlXCI6ZmFsc2UsXCJXaWR0aFwiOjAuMCxcIkhlaWdodFwiOjAuMCxcIkJvcmRlclN0eWxlXCI6e1wiJGlkXCI6XCIyNDNcIixcIkxpbmVTdHlsZVwiOntcIiRpZFwiOlwiMjQ0XCIsXCJMaW5lQ29sb3JcIjp7XCIkaWRcIjpcIjI0NVwiLFwiQ29sb3JcIjp7XCIkaWRcIjpcIjI0NlwiLFwiQVwiOjI1NSxcIlJcIjoyNTUsXCJHXCI6MCxcIkJcIjowfX0sXCJMaW5lV2VpZ2h0XCI6Mi4wLFwiTGluZVR5cGVcIjowfSxcIklzVmlzaWJsZVwiOmZhbHNlfX19LFwiU2hhcGVTdHlsZVwiOntcIiRpZFwiOlwiMjQ3XCIsXCJNYXJnaW5cIjp7XCIkaWRcIjpcIjI0OFwiLFwiVG9wXCI6MC4wLFwiTGVmdFwiOjQuMCxcIlJpZ2h0XCI6NC4wLFwiQm90dG9tXCI6MC4wfSxcIlBhZGRpbmdcIjp7XCIkaWRcIjpcIjI0OVwiLFwiVG9wXCI6MC4wLFwiTGVmdFwiOjAuMCxcIlJpZ2h0XCI6MC4wLFwiQm90dG9tXCI6MC4wfSxcIkJhY2tncm91bmRcIjp7XCIkaWRcIjpcIjI1MFwiLFwiQ29sb3JcIjp7XCIkaWRcIjpcIjI1MVwiLFwiQVwiOjI1NSxcIlJcIjoyMSxcIkdcIjo5NixcIkJcIjoxMzB9fSxcIklzVmlzaWJsZVwiOnRydWUsXCJXaWR0aFwiOjAuMCxcIkhlaWdodFwiOjEwLjAsXCJCb3JkZXJTdHlsZVwiOntcIiRpZFwiOlwiMjUyXCIsXCJMaW5lU3R5bGVcIjp7XCIkaWRcIjpcIjI1M1wiLFwiTGluZUNvbG9yXCI6e1wiJGlkXCI6XCIyNTRcIixcIkNvbG9yXCI6e1wiJGlkXCI6XCIyNTVcIixcIkFcIjoyNTUsXCJSXCI6MjM0LFwiR1wiOjIyLFwiQlwiOjMwfX0sXCJMaW5lV2VpZ2h0XCI6Mi4wLFwiTGluZVR5cGVcIjowfSxcIklzVmlzaWJsZVwiOmZhbHNlfX0sXCJUaXRsZVN0eWxlXCI6e1wiJGlkXCI6XCIyNTZcIixcIkZvbnRTZXR0aW5nc1wiOntcIiRpZFwiOlwiMjU3XCIsXCJGb250U2l6ZVwiOjExLFwiRm9udE5hbWVcIjpcIkNhbGlicmlcIixcIklzQm9sZFwiOmZhbHNlLFwiSXNJdGFsaWNcIjpmYWxzZSxcIklzVW5kZXJsaW5lZFwiOmZhbHNlfSxcIkZvcmVncm91bmRcIjp7XCIkaWRcIjpcIjI1OFwiLFwiQ29sb3JcIjp7XCIkaWRcIjpcIjI1OVwiLFwiQVwiOjI1NSxcIlJcIjowLFwiR1wiOjAsXCJCXCI6MH19LFwiSG9yaXpvbnRhbEFsaWdubWVudFwiOjAsXCJJc1Zpc2libGVcIjp0cnVlfSxcIkRhdGVTdHlsZVwiOntcIiRpZFwiOlwiMjYwXCIsXCJGb250U2V0dGluZ3NcIjp7XCIkaWRcIjpcIjI2MVwiLFwiRm9udFNpemVcIjoxMCxcIkZvbnROYW1lXCI6XCJDYWxpYnJpXCIsXCJJc0JvbGRcIjpmYWxzZSxcIklzSXRhbGljXCI6ZmFsc2UsXCJJc1VuZGVybGluZWRcIjpmYWxzZX0sXCJGb3JlZ3JvdW5kXCI6e1wiJGlkXCI6XCIyNjJcIixcIkNvbG9yXCI6e1wiJGlkXCI6XCIyNjNcIixcIkFcIjoyNTUsXCJSXCI6MTQsXCJHXCI6NDAsXCJCXCI6NjV9fSxcIkhvcml6b250YWxBbGlnbm1lbnRcIjoyLFwiSXNWaXNpYmxlXCI6dHJ1ZX0sXCJEYXRlRm9ybWF0XCI6e1wiJGlkXCI6XCIyNjR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Y1XCIsXCJGb3JtYXRcIjowLFwiSXNWaXNpYmxlXCI6ZmFsc2UsXCJMYXN0S25vd25WaXNpYmlsaXR5U3RhdGVcIjpmYWxzZX0sXCJWYXJpYW5jZVN0eWxlXCI6e1wiJGlkXCI6XCIyNjZcIixcIlZhcmlhbmNlVGV4dFN0eWxlXCI6e1wiJGlkXCI6XCIyNjdcIixcIkZvbnRTZXR0aW5nc1wiOntcIiRpZFwiOlwiMjY4XCIsXCJGb250U2l6ZVwiOjEwLFwiRm9udE5hbWVcIjpcIkNhbGlicmlcIixcIklzQm9sZFwiOmZhbHNlLFwiSXNJdGFsaWNcIjpmYWxzZSxcIklzVW5kZXJsaW5lZFwiOmZhbHNlfSxcIkZvcmVncm91bmRcIjp7XCIkaWRcIjpcIjI2OVwiLFwiQ29sb3JcIjp7XCIkaWRcIjpcIjI3MFwiLFwiQVwiOjI1NSxcIlJcIjowLFwiR1wiOjAsXCJCXCI6MH19LFwiSG9yaXpvbnRhbEFsaWdubWVudFwiOjAsXCJJc1Zpc2libGVcIjp0cnVlfX19LFwiRGVmYXVsdFN3aW1sYW5lTW90U3R5bGVcIjp7XCIkaWRcIjpcIjI3MVwiLFwiU2hhcGVcIjoxLFwiU2hhcGVTaXplXCI6MCxcIkRldGFpbHNTcGFjaW5nXCI6MC4wLFwiUGFkZGluZ1wiOntcIiRpZFwiOlwiMjcyXCIsXCJUb3BcIjo1LjAsXCJMZWZ0XCI6My4wLFwiUmlnaHRcIjowLjAsXCJCb3R0b21cIjoyLjB9LFwiUG9zaXRpb25PblRhc2tcIjoxLFwiU2hhcGVTdHlsZVwiOntcIiRpZFwiOlwiMjczXCIsXCJNYXJnaW5cIjp7XCIkaWRcIjpcIjI3NFwiLFwiVG9wXCI6MC4wLFwiTGVmdFwiOjAuMCxcIlJpZ2h0XCI6MC4wLFwiQm90dG9tXCI6MC4wfSxcIlBhZGRpbmdcIjp7XCIkaWRcIjpcIjI3NVwiLFwiVG9wXCI6MC4wLFwiTGVmdFwiOjAuMCxcIlJpZ2h0XCI6MC4wLFwiQm90dG9tXCI6MC4wfSxcIkJhY2tncm91bmRcIjp7XCIkaWRcIjpcIjI3NlwiLFwiQ29sb3JcIjp7XCIkaWRcIjpcIjI3N1wiLFwiQVwiOjI1NSxcIlJcIjoxMSxcIkdcIjo0OCxcIkJcIjo2NX19LFwiSXNWaXNpYmxlXCI6dHJ1ZSxcIldpZHRoXCI6MTIuMCxcIkhlaWdodFwiOjE0LjAsXCJCb3JkZXJTdHlsZVwiOntcIiRpZFwiOlwiMjc4XCIsXCJMaW5lU3R5bGVcIjp7XCIkaWRcIjpcIjI3OVwiLFwiTGluZUNvbG9yXCI6e1wiJGlkXCI6XCIyODBcIixcIkNvbG9yXCI6e1wiJGlkXCI6XCIyODFcIixcIkFcIjoyNTUsXCJSXCI6MjU1LFwiR1wiOjAsXCJCXCI6MH19LFwiTGluZVdlaWdodFwiOjAuMCxcIkxpbmVUeXBlXCI6MH0sXCJJc1Zpc2libGVcIjpmYWxzZX19LFwiVGl0bGVTdHlsZVwiOntcIiRpZFwiOlwiMjgyXCIsXCJGb250U2V0dGluZ3NcIjp7XCIkaWRcIjpcIjI4M1wiLFwiRm9udFNpemVcIjoxMSxcIkZvbnROYW1lXCI6XCJDYWxpYnJpXCIsXCJJc0JvbGRcIjpmYWxzZSxcIklzSXRhbGljXCI6ZmFsc2UsXCJJc1VuZGVybGluZWRcIjpmYWxzZX0sXCJGb3JlZ3JvdW5kXCI6e1wiJGlkXCI6XCIyODRcIixcIkNvbG9yXCI6e1wiJGlkXCI6XCIyODVcIixcIkFcIjoyNTUsXCJSXCI6MCxcIkdcIjowLFwiQlwiOjB9fSxcIkhvcml6b250YWxBbGlnbm1lbnRcIjoxLFwiSXNWaXNpYmxlXCI6dHJ1ZX0sXCJEYXRlU3R5bGVcIjp7XCIkaWRcIjpcIjI4NlwiLFwiRm9udFNldHRpbmdzXCI6e1wiJGlkXCI6XCIyODdcIixcIkZvbnRTaXplXCI6MTAsXCJGb250TmFtZVwiOlwiQ2FsaWJyaVwiLFwiSXNCb2xkXCI6ZmFsc2UsXCJJc0l0YWxpY1wiOmZhbHNlLFwiSXNVbmRlcmxpbmVkXCI6ZmFsc2V9LFwiRm9yZWdyb3VuZFwiOntcIiRpZFwiOlwiMjg4XCIsXCJDb2xvclwiOntcIiRpZFwiOlwiMjg5XCIsXCJBXCI6MjU1LFwiUlwiOjE0LFwiR1wiOjQwLFwiQlwiOjY1fX0sXCJIb3Jpem9udGFsQWxpZ25tZW50XCI6MSxcIklzVmlzaWJsZVwiOnRydWV9LFwiRGF0ZUZvcm1hdFwiOntcIiRpZFwiOlwiMjkw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I5MVwiLFwiRm9ybWF0XCI6MCxcIklzVmlzaWJsZVwiOmZhbHNlLFwiTGFzdEtub3duVmlzaWJpbGl0eVN0YXRlXCI6ZmFsc2V9LFwiVmFyaWFuY2VTdHlsZVwiOntcIiRpZFwiOlwiMjkyXCIsXCJWYXJpYW5jZVRleHRTdHlsZVwiOntcIiRpZFwiOlwiMjkzXCIsXCJGb250U2V0dGluZ3NcIjp7XCIkaWRcIjpcIjI5NFwiLFwiRm9udFNpemVcIjoxMCxcIkZvbnROYW1lXCI6XCJDYWxpYnJpXCIsXCJJc0JvbGRcIjpmYWxzZSxcIklzSXRhbGljXCI6ZmFsc2UsXCJJc1VuZGVybGluZWRcIjpmYWxzZX0sXCJGb3JlZ3JvdW5kXCI6e1wiJGlkXCI6XCIyOTVcIixcIkNvbG9yXCI6e1wiJGlkXCI6XCIyOTZcIixcIkFcIjoyNTUsXCJSXCI6MCxcIkdcIjowLFwiQlwiOjB9fSxcIkhvcml6b250YWxBbGlnbm1lbnRcIjowLFwiSXNWaXNpYmxlXCI6dHJ1ZX19fX0sXCJfYWRkaXRpb25hbFN3aW1sYW5lVjJTdHlsZXNcIjpbe1wiJGlkXCI6XCIyOTdcIixcIlN0eWxlSWRcIjpcIjk4NTEzZTEwLTU1MWMtNGYzMC1hYzExLWEwNjkwZTkwMzEzNFwiLFwiTmFtZVwiOlwiU3dpbWxhbmUgU3R5bGUgMlwiLFwiSGVhZGVyU3R5bGVcIjp7XCIkaWRcIjpcIjI5OFwiLFwiVGV4dFN0eWxlXCI6e1wiJGlkXCI6XCIyOTlcIixcIkZvbnRTZXR0aW5nc1wiOntcIiRpZFwiOlwiMzAwXCIsXCJGb250U2l6ZVwiOjExLFwiRm9udE5hbWVcIjpcIkNhbGlicmlcIixcIklzQm9sZFwiOmZhbHNlLFwiSXNJdGFsaWNcIjpmYWxzZSxcIklzVW5kZXJsaW5lZFwiOmZhbHNlfSxcIkZvcmVncm91bmRcIjp7XCIkaWRcIjpcIjMwMVwiLFwiQ29sb3JcIjp7XCIkaWRcIjpcIjMwMlwiLFwiQVwiOjI1NSxcIlJcIjoyNTUsXCJHXCI6MjU1LFwiQlwiOjI1NX19LFwiSG9yaXpvbnRhbEFsaWdubWVudFwiOjEsXCJJc1Zpc2libGVcIjp0cnVlfSxcIlJlY3RhbmdsZVN0eWxlXCI6e1wiJGlkXCI6XCIzMDNcIixcIk1hcmdpblwiOntcIiRpZFwiOlwiMzA0XCIsXCJUb3BcIjowLjAsXCJMZWZ0XCI6MC4wLFwiUmlnaHRcIjowLjAsXCJCb3R0b21cIjowLjB9LFwiUGFkZGluZ1wiOntcIiRpZFwiOlwiMzA1XCIsXCJUb3BcIjowLjAsXCJMZWZ0XCI6MC4wLFwiUmlnaHRcIjowLjAsXCJCb3R0b21cIjowLjB9LFwiQmFja2dyb3VuZFwiOntcIiRpZFwiOlwiMzA2XCIsXCJDb2xvclwiOntcIiRpZFwiOlwiMzA3XCIsXCJBXCI6MjU1LFwiUlwiOjIzMyxcIkdcIjoxMTMsXCJCXCI6NTB9fSxcIklzVmlzaWJsZVwiOnRydWUsXCJXaWR0aFwiOjAuMCxcIkhlaWdodFwiOjAuMCxcIkJvcmRlclN0eWxlXCI6e1wiJGlkXCI6XCIzMDhcIixcIkxpbmVTdHlsZVwiOntcIiRpZFwiOlwiMzA5XCIsXCJMaW5lQ29sb3JcIjp7XCIkaWRcIjpcIjMxMFwiLFwiQ29sb3JcIjp7XCIkaWRcIjpcIjMxMVwiLFwiQVwiOjI1NSxcIlJcIjoyNTUsXCJHXCI6MjU1LFwiQlwiOjI1NX19LFwiTGluZVdlaWdodFwiOjAuMCxcIkxpbmVUeXBlXCI6MH0sXCJJc1Zpc2libGVcIjpmYWxzZX19fSxcIkJhY2tncm91bmRTdHlsZVwiOntcIiRpZFwiOlwiMzEyXCIsXCJNYXJnaW5cIjp7XCIkaWRcIjpcIjMxM1wiLFwiVG9wXCI6MC4wLFwiTGVmdFwiOjAuMCxcIlJpZ2h0XCI6MC4wLFwiQm90dG9tXCI6MC4wfSxcIlBhZGRpbmdcIjp7XCIkaWRcIjpcIjMxNFwiLFwiVG9wXCI6MC4wLFwiTGVmdFwiOjAuMCxcIlJpZ2h0XCI6MC4wLFwiQm90dG9tXCI6MC4wfSxcIkJhY2tncm91bmRcIjp7XCIkaWRcIjpcIjMxNVwiLFwiQ29sb3JcIjp7XCIkaWRcIjpcIjMxNlwiLFwiQVwiOjUxLFwiUlwiOjIwMCxcIkdcIjoyMDAsXCJCXCI6MjAwfX0sXCJJc1Zpc2libGVcIjp0cnVlLFwiV2lkdGhcIjowLjAsXCJIZWlnaHRcIjowLjAsXCJCb3JkZXJTdHlsZVwiOntcIiRpZFwiOlwiMzE3XCIsXCJMaW5lU3R5bGVcIjp7XCIkaWRcIjpcIjMxOFwiLFwiTGluZUNvbG9yXCI6e1wiJGlkXCI6XCIzMTlcIixcIkNvbG9yXCI6e1wiJGlkXCI6XCIzMjBcIixcIkFcIjoyNTUsXCJSXCI6MjM0LFwiR1wiOjIyLFwiQlwiOjMwfX0sXCJMaW5lV2VpZ2h0XCI6Mi4wLFwiTGluZVR5cGVcIjowfSxcIklzVmlzaWJsZVwiOmZhbHNlfX0sXCJJc0Fib3ZlVGltZWJhbmRcIjpmYWxzZSxcIlNwYWNpbmdcIjozLFwiRGVmYXVsdFN3aW1sYW5lQWN0aXZpdHlTdHlsZVwiOntcIiRpZFwiOlwiMzIxXCIsXCJIZWFkZXJTdHlsZVwiOntcIiRpZFwiOlwiMzIyXCIsXCJUZXh0U3R5bGVcIjp7XCIkaWRcIjpcIjMyM1wiLFwiRm9udFNldHRpbmdzXCI6e1wiJGlkXCI6XCIzMjRcIixcIkZvbnRTaXplXCI6MTEsXCJGb250TmFtZVwiOlwiQ2FsaWJyaVwiLFwiSXNCb2xkXCI6ZmFsc2UsXCJJc0l0YWxpY1wiOmZhbHNlLFwiSXNVbmRlcmxpbmVkXCI6ZmFsc2V9LFwiRm9yZWdyb3VuZFwiOntcIiRpZFwiOlwiMzI1XCIsXCJDb2xvclwiOntcIiRpZFwiOlwiMzI2XCIsXCJBXCI6MjU1LFwiUlwiOjAsXCJHXCI6MCxcIkJcIjowfX0sXCJIb3Jpem9udGFsQWxpZ25tZW50XCI6MCxcIklzVmlzaWJsZVwiOnRydWV9LFwiUmVjdGFuZ2xlU3R5bGVcIjp7XCIkaWRcIjpcIjMyN1wiLFwiTWFyZ2luXCI6e1wiJGlkXCI6XCIzMjhcIixcIlRvcFwiOjAuMCxcIkxlZnRcIjowLjAsXCJSaWdodFwiOjAuMCxcIkJvdHRvbVwiOjAuMH0sXCJQYWRkaW5nXCI6e1wiJGlkXCI6XCIzMjlcIixcIlRvcFwiOjAuMCxcIkxlZnRcIjowLjAsXCJSaWdodFwiOjAuMCxcIkJvdHRvbVwiOjAuMH0sXCJCYWNrZ3JvdW5kXCI6e1wiJGlkXCI6XCIzMzBcIixcIkNvbG9yXCI6e1wiJGlkXCI6XCIzMzFcIixcIkFcIjo2MyxcIlJcIjoyMzMsXCJHXCI6MTEzLFwiQlwiOjUwfX0sXCJJc1Zpc2libGVcIjp0cnVlLFwiV2lkdGhcIjowLjAsXCJIZWlnaHRcIjowLjAsXCJCb3JkZXJTdHlsZVwiOntcIiRpZFwiOlwiMzMyXCIsXCJMaW5lU3R5bGVcIjp7XCIkaWRcIjpcIjMzM1wiLFwiTGluZUNvbG9yXCI6e1wiJGlkXCI6XCIzMzRcIixcIkNvbG9yXCI6e1wiJGlkXCI6XCIzMzVcIixcIkFcIjoyNTUsXCJSXCI6MjU1LFwiR1wiOjI1NSxcIkJcIjoyNTV9fSxcIkxpbmVXZWlnaHRcIjowLjAsXCJMaW5lVHlwZVwiOjB9LFwiSXNWaXNpYmxlXCI6ZmFsc2V9fX0sXCJCYWNrZ3JvdW5kU3R5bGVcIjp7XCIkaWRcIjpcIjMzNlwiLFwiTWFyZ2luXCI6e1wiJGlkXCI6XCIzMzdcIixcIlRvcFwiOjAuMCxcIkxlZnRcIjowLjAsXCJSaWdodFwiOjAuMCxcIkJvdHRvbVwiOjAuMH0sXCJQYWRkaW5nXCI6e1wiJGlkXCI6XCIzMzhcIixcIlRvcFwiOjAuMCxcIkxlZnRcIjowLjAsXCJSaWdodFwiOjAuMCxcIkJvdHRvbVwiOjAuMH0sXCJCYWNrZ3JvdW5kXCI6e1wiJGlkXCI6XCIzMzlcIixcIkNvbG9yXCI6e1wiJGlkXCI6XCIzNDBcIixcIkFcIjo1MSxcIlJcIjoyMDAsXCJHXCI6MjAwLFwiQlwiOjIwMH19LFwiSXNWaXNpYmxlXCI6dHJ1ZSxcIldpZHRoXCI6MC4wLFwiSGVpZ2h0XCI6MC4wLFwiQm9yZGVyU3R5bGVcIjp7XCIkaWRcIjpcIjM0MVwiLFwiTGluZVN0eWxlXCI6e1wiJGlkXCI6XCIzNDJcIixcIkxpbmVDb2xvclwiOntcIiRpZFwiOlwiMzQzXCIsXCJDb2xvclwiOntcIiRpZFwiOlwiMzQ0XCIsXCJBXCI6MjU1LFwiUlwiOjIzNCxcIkdcIjoyMixcIkJcIjozMH19LFwiTGluZVdlaWdodFwiOjIuMCxcIkxpbmVUeXBlXCI6MH0sXCJJc1Zpc2libGVcIjpmYWxzZX19fSxcIkRlZmF1bHRTd2ltbGFuZU1pbGVzdG9uZVN0eWxlXCI6e1wiJGlkXCI6XCIzNDVcIixcIlRpdGxlUG9zaXRpb25cIjowLFwiRGF0ZVBvc2l0aW9uXCI6MixcIlZhcmlhbmNlUG9zaXRpb25cIjoyLFwiU2hhcGVUeXBlXCI6MSxcIlNoYXBlU2l6ZVwiOjAsXCJTcGFjaW5nXCI6NSxcIlNoYXBlU3R5bGVcIjp7XCIkaWRcIjpcIjM0NlwiLFwiTWFyZ2luXCI6e1wiJGlkXCI6XCIzNDdcIixcIlRvcFwiOjAuMCxcIkxlZnRcIjowLjAsXCJSaWdodFwiOjAuMCxcIkJvdHRvbVwiOjAuMH0sXCJQYWRkaW5nXCI6e1wiJGlkXCI6XCIzNDhcIixcIlRvcFwiOjAuMCxcIkxlZnRcIjowLjAsXCJSaWdodFwiOjAuMCxcIkJvdHRvbVwiOjAuMH0sXCJCYWNrZ3JvdW5kXCI6e1wiJGlkXCI6XCIzNDlcIixcIkNvbG9yXCI6e1wiJGlkXCI6XCIzNTBcIixcIkFcIjoyNTUsXCJSXCI6MjMzLFwiR1wiOjExMyxcIkJcIjo1MH19LFwiSXNWaXNpYmxlXCI6dHJ1ZSxcIldpZHRoXCI6MTIuMCxcIkhlaWdodFwiOjE0LjAsXCJCb3JkZXJTdHlsZVwiOntcIiRpZFwiOlwiMzUxXCIsXCJMaW5lU3R5bGVcIjp7XCIkaWRcIjpcIjM1MlwiLFwiTGluZUNvbG9yXCI6e1wiJGlkXCI6XCIzNTNcIixcIkNvbG9yXCI6e1wiJGlkXCI6XCIzNTRcIixcIkFcIjoyNTUsXCJSXCI6MjM0LFwiR1wiOjIyLFwiQlwiOjMwfX0sXCJMaW5lV2VpZ2h0XCI6Mi4wLFwiTGluZVR5cGVcIjowfSxcIklzVmlzaWJsZVwiOmZhbHNlfX0sXCJUaXRsZVN0eWxlXCI6e1wiJGlkXCI6XCIzNTVcIixcIkZvbnRTZXR0aW5nc1wiOntcIiRpZFwiOlwiMzU2XCIsXCJGb250U2l6ZVwiOjExLFwiRm9udE5hbWVcIjpcIkNhbGlicmlcIixcIklzQm9sZFwiOmZhbHNlLFwiSXNJdGFsaWNcIjpmYWxzZSxcIklzVW5kZXJsaW5lZFwiOmZhbHNlfSxcIkZvcmVncm91bmRcIjp7XCIkaWRcIjpcIjM1N1wiLFwiQ29sb3JcIjp7XCIkaWRcIjpcIjM1OFwiLFwiQVwiOjI1NSxcIlJcIjowLFwiR1wiOjAsXCJCXCI6MH19LFwiSG9yaXpvbnRhbEFsaWdubWVudFwiOjIsXCJJc1Zpc2libGVcIjp0cnVlfSxcIkRhdGVTdHlsZVwiOntcIiRpZFwiOlwiMzU5XCIsXCJGb250U2V0dGluZ3NcIjp7XCIkaWRcIjpcIjM2MFwiLFwiRm9udFNpemVcIjoxMCxcIkZvbnROYW1lXCI6XCJDYWxpYnJpXCIsXCJJc0JvbGRcIjpmYWxzZSxcIklzSXRhbGljXCI6ZmFsc2UsXCJJc1VuZGVybGluZWRcIjpmYWxzZX0sXCJGb3JlZ3JvdW5kXCI6e1wiJGlkXCI6XCIzNjFcIixcIkNvbG9yXCI6e1wiJGlkXCI6XCIzNjJcIixcIkFcIjoyNTUsXCJSXCI6MTQsXCJHXCI6NDAsXCJCXCI6NjV9fSxcIkhvcml6b250YWxBbGlnbm1lbnRcIjowLFwiSXNWaXNpYmxlXCI6dHJ1ZX0sXCJEYXRlRm9ybWF0XCI6e1wiJGlkXCI6XCIzNjN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zY0XCIsXCJGb3JtYXRcIjowLFwiSXNWaXNpYmxlXCI6ZmFsc2UsXCJMYXN0S25vd25WaXNpYmlsaXR5U3RhdGVcIjpmYWxzZX0sXCJWYXJpYW5jZVN0eWxlXCI6e1wiJGlkXCI6XCIzNjVcIixcIlZhcmlhbmNlVGV4dFN0eWxlXCI6e1wiJGlkXCI6XCIzNjZcIixcIkZvbnRTZXR0aW5nc1wiOntcIiRpZFwiOlwiMzY3XCIsXCJGb250U2l6ZVwiOjEwLFwiRm9udE5hbWVcIjpcIkNhbGlicmlcIixcIklzQm9sZFwiOmZhbHNlLFwiSXNJdGFsaWNcIjpmYWxzZSxcIklzVW5kZXJsaW5lZFwiOmZhbHNlfSxcIkZvcmVncm91bmRcIjp7XCIkaWRcIjpcIjM2OFwiLFwiQ29sb3JcIjp7XCIkaWRcIjpcIjM2OVwiLFwiQVwiOjI1NSxcIlJcIjowLFwiR1wiOjAsXCJCXCI6MH19LFwiSG9yaXpvbnRhbEFsaWdubWVudFwiOjAsXCJJc1Zpc2libGVcIjp0cnVlfX19LFwiRGVmYXVsdFN3aW1sYW5lVGFza1N0eWxlXCI6e1wiJGlkXCI6XCIzNzBcIixcIlNoYXBlXCI6MSxcIlNoYXBlVGhpY2tuZXNzXCI6MCxcIkR1cmF0aW9uRm9ybWF0XCI6MCxcIlBlcmNlbnRhZ2VDb21wbGV0ZVRleHRTdHlsZVwiOntcIiRpZFwiOlwiMzcxXCIsXCJGb250U2V0dGluZ3NcIjp7XCIkaWRcIjpcIjM3MlwiLFwiRm9udFNpemVcIjoxMCxcIkZvbnROYW1lXCI6XCJDYWxpYnJpXCIsXCJJc0JvbGRcIjpmYWxzZSxcIklzSXRhbGljXCI6ZmFsc2UsXCJJc1VuZGVybGluZWRcIjpmYWxzZX0sXCJGb3JlZ3JvdW5kXCI6e1wiJGlkXCI6XCIzNzNcIixcIkNvbG9yXCI6e1wiJGlkXCI6XCIzNzRcIixcIkFcIjoyNTUsXCJSXCI6MjMyLFwiR1wiOjIzMixcIkJcIjoyMzJ9fSxcIkhvcml6b250YWxBbGlnbm1lbnRcIjoxLFwiSXNWaXNpYmxlXCI6dHJ1ZX0sXCJQZXJjZW50YWdlQ29tcGxldGVIaWdobGlnaHRTdHlsZVwiOntcIiRpZFwiOlwiMzc1XCIsXCJCYWNrZ3JvdW5kXCI6e1wiJGlkXCI6XCIzNzZcIixcIkNvbG9yXCI6e1wiJGlkXCI6XCIzNzdcIixcIkFcIjo4OSxcIlJcIjowLFwiR1wiOjAsXCJCXCI6MH19fSxcIkR1cmF0aW9uU3R5bGVcIjp7XCIkaWRcIjpcIjM3OFwiLFwiRm9udFNldHRpbmdzXCI6e1wiJGlkXCI6XCIzNzlcIixcIkZvbnRTaXplXCI6MTAsXCJGb250TmFtZVwiOlwiQ2FsaWJyaVwiLFwiSXNCb2xkXCI6ZmFsc2UsXCJJc0l0YWxpY1wiOmZhbHNlLFwiSXNVbmRlcmxpbmVkXCI6ZmFsc2V9LFwiRm9yZWdyb3VuZFwiOntcIiRpZFwiOlwiMzgwXCIsXCJDb2xvclwiOntcIiRpZFwiOlwiMzgxXCIsXCJBXCI6MjU1LFwiUlwiOjIzNyxcIkdcIjoxMjUsXCJCXCI6NDl9fSxcIkhvcml6b250YWxBbGlnbm1lbnRcIjowLFwiSXNWaXNpYmxlXCI6ZmFsc2V9LFwiTWFyZ2luXCI6e1wiJGlkXCI6XCIzODJcIixcIlRvcFwiOjAuMCxcIkxlZnRcIjowLjAsXCJSaWdodFwiOjAuMCxcIkJvdHRvbVwiOjAuMH0sXCJTdGFydERhdGVQb3NpdGlvblwiOjMsXCJFbmREYXRlUG9zaXRpb25cIjozLFwiVGl0bGVQb3NpdGlvblwiOjQsXCJEdXJhdGlvblBvc2l0aW9uXCI6MCxcIlBlcmNlbnRhZ2VDb21wbGV0ZWRQb3NpdGlvblwiOjIsXCJWYXJpYW5jZVBvc2l0aW9uXCI6MixcIlNwYWNpbmdcIjozLFwiQmFzZWxpbmVTdHlsZVwiOntcIiRpZFwiOlwiMzgzXCIsXCJCYXNlbGluZVNoYXBlU3R5bGVcIjp7XCIkaWRcIjpcIjM4NFwiLFwiTWFyZ2luXCI6e1wiJGlkXCI6XCIzODVcIixcIlRvcFwiOjAuMCxcIkxlZnRcIjowLjAsXCJSaWdodFwiOjAuMCxcIkJvdHRvbVwiOjAuMH0sXCJQYWRkaW5nXCI6e1wiJGlkXCI6XCIzODZcIixcIlRvcFwiOjAuMCxcIkxlZnRcIjowLjAsXCJSaWdodFwiOjAuMCxcIkJvdHRvbVwiOjAuMH0sXCJCYWNrZ3JvdW5kXCI6e1wiJGlkXCI6XCIzODdcIixcIkNvbG9yXCI6e1wiJGlkXCI6XCIzODhcIixcIkFcIjoxNTMsXCJSXCI6MCxcIkdcIjowLFwiQlwiOjB9fSxcIklzVmlzaWJsZVwiOmZhbHNlLFwiV2lkdGhcIjowLjAsXCJIZWlnaHRcIjowLjAsXCJCb3JkZXJTdHlsZVwiOntcIiRpZFwiOlwiMzg5XCIsXCJMaW5lU3R5bGVcIjp7XCIkaWRcIjpcIjM5MFwiLFwiTGluZUNvbG9yXCI6e1wiJGlkXCI6XCIzOTFcIixcIkNvbG9yXCI6e1wiJGlkXCI6XCIzOTJcIixcIkFcIjoyNTUsXCJSXCI6MjU1LFwiR1wiOjAsXCJCXCI6MH19LFwiTGluZVdlaWdodFwiOjIuMCxcIkxpbmVUeXBlXCI6MH0sXCJJc1Zpc2libGVcIjpmYWxzZX19fSxcIlNoYXBlU3R5bGVcIjp7XCIkaWRcIjpcIjM5M1wiLFwiTWFyZ2luXCI6e1wiJGlkXCI6XCIzOTRcIixcIlRvcFwiOjAuMCxcIkxlZnRcIjo0LjAsXCJSaWdodFwiOjQuMCxcIkJvdHRvbVwiOjAuMH0sXCJQYWRkaW5nXCI6e1wiJGlkXCI6XCIzOTVcIixcIlRvcFwiOjAuMCxcIkxlZnRcIjowLjAsXCJSaWdodFwiOjAuMCxcIkJvdHRvbVwiOjAuMH0sXCJCYWNrZ3JvdW5kXCI6e1wiJGlkXCI6XCIzOTZcIixcIkNvbG9yXCI6e1wiJGlkXCI6XCIzOTdcIixcIkFcIjoyNTUsXCJSXCI6MjMzLFwiR1wiOjExMyxcIkJcIjo1MH19LFwiSXNWaXNpYmxlXCI6dHJ1ZSxcIldpZHRoXCI6MC4wLFwiSGVpZ2h0XCI6MTAuMCxcIkJvcmRlclN0eWxlXCI6e1wiJGlkXCI6XCIzOThcIixcIkxpbmVTdHlsZVwiOntcIiRpZFwiOlwiMzk5XCIsXCJMaW5lQ29sb3JcIjp7XCIkaWRcIjpcIjQwMFwiLFwiQ29sb3JcIjp7XCIkaWRcIjpcIjQwMVwiLFwiQVwiOjI1NSxcIlJcIjoyMzQsXCJHXCI6MjIsXCJCXCI6MzB9fSxcIkxpbmVXZWlnaHRcIjoyLjAsXCJMaW5lVHlwZVwiOjB9LFwiSXNWaXNpYmxlXCI6ZmFsc2V9fSxcIlRpdGxlU3R5bGVcIjp7XCIkaWRcIjpcIjQwMlwiLFwiRm9udFNldHRpbmdzXCI6e1wiJGlkXCI6XCI0MDNcIixcIkZvbnRTaXplXCI6MTEsXCJGb250TmFtZVwiOlwiQ2FsaWJyaVwiLFwiSXNCb2xkXCI6ZmFsc2UsXCJJc0l0YWxpY1wiOmZhbHNlLFwiSXNVbmRlcmxpbmVkXCI6ZmFsc2V9LFwiRm9yZWdyb3VuZFwiOntcIiRpZFwiOlwiNDA0XCIsXCJDb2xvclwiOntcIiRpZFwiOlwiNDA1XCIsXCJBXCI6MjU1LFwiUlwiOjAsXCJHXCI6MCxcIkJcIjowfX0sXCJIb3Jpem9udGFsQWxpZ25tZW50XCI6MCxcIklzVmlzaWJsZVwiOnRydWV9LFwiRGF0ZVN0eWxlXCI6e1wiJGlkXCI6XCI0MDZcIixcIkZvbnRTZXR0aW5nc1wiOntcIiRpZFwiOlwiNDA3XCIsXCJGb250U2l6ZVwiOjEwLFwiRm9udE5hbWVcIjpcIkNhbGlicmlcIixcIklzQm9sZFwiOmZhbHNlLFwiSXNJdGFsaWNcIjpmYWxzZSxcIklzVW5kZXJsaW5lZFwiOmZhbHNlfSxcIkZvcmVncm91bmRcIjp7XCIkaWRcIjpcIjQwOFwiLFwiQ29sb3JcIjp7XCIkaWRcIjpcIjQwOVwiLFwiQVwiOjI1NSxcIlJcIjoxNCxcIkdcIjo0MCxcIkJcIjo2NX19LFwiSG9yaXpvbnRhbEFsaWdubWVudFwiOjIsXCJJc1Zpc2libGVcIjp0cnVlfSxcIkRhdGVGb3JtYXRcIjp7XCIkaWRcIjpcIjQxM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MTFcIixcIkZvcm1hdFwiOjAsXCJJc1Zpc2libGVcIjpmYWxzZSxcIkxhc3RLbm93blZpc2liaWxpdHlTdGF0ZVwiOmZhbHNlfSxcIlZhcmlhbmNlU3R5bGVcIjp7XCIkaWRcIjpcIjQxMlwiLFwiVmFyaWFuY2VUZXh0U3R5bGVcIjp7XCIkaWRcIjpcIjQxM1wiLFwiRm9udFNldHRpbmdzXCI6e1wiJGlkXCI6XCI0MTRcIixcIkZvbnRTaXplXCI6MTAsXCJGb250TmFtZVwiOlwiQ2FsaWJyaVwiLFwiSXNCb2xkXCI6ZmFsc2UsXCJJc0l0YWxpY1wiOmZhbHNlLFwiSXNVbmRlcmxpbmVkXCI6ZmFsc2V9LFwiRm9yZWdyb3VuZFwiOntcIiRpZFwiOlwiNDE1XCIsXCJDb2xvclwiOntcIiRpZFwiOlwiNDE2XCIsXCJBXCI6MjU1LFwiUlwiOjAsXCJHXCI6MCxcIkJcIjowfX0sXCJIb3Jpem9udGFsQWxpZ25tZW50XCI6MCxcIklzVmlzaWJsZVwiOnRydWV9fX0sXCJEZWZhdWx0U3dpbWxhbmVNb3RTdHlsZVwiOntcIiRpZFwiOlwiNDE3XCIsXCJTaGFwZVwiOjEsXCJTaGFwZVNpemVcIjowLFwiRGV0YWlsc1NwYWNpbmdcIjowLjAsXCJQYWRkaW5nXCI6e1wiJGlkXCI6XCI0MThcIixcIlRvcFwiOjUuMCxcIkxlZnRcIjozLjAsXCJSaWdodFwiOjAuMCxcIkJvdHRvbVwiOjIuMH0sXCJQb3NpdGlvbk9uVGFza1wiOjEsXCJTaGFwZVN0eWxlXCI6e1wiJGlkXCI6XCI0MTlcIixcIk1hcmdpblwiOntcIiRpZFwiOlwiNDIwXCIsXCJUb3BcIjowLjAsXCJMZWZ0XCI6MC4wLFwiUmlnaHRcIjowLjAsXCJCb3R0b21cIjowLjB9LFwiUGFkZGluZ1wiOntcIiRpZFwiOlwiNDIxXCIsXCJUb3BcIjowLjAsXCJMZWZ0XCI6MC4wLFwiUmlnaHRcIjowLjAsXCJCb3R0b21cIjowLjB9LFwiQmFja2dyb3VuZFwiOntcIiRpZFwiOlwiNDIyXCIsXCJDb2xvclwiOntcIiRpZFwiOlwiNDIzXCIsXCJBXCI6MjU1LFwiUlwiOjEyOCxcIkdcIjo1MyxcIkJcIjoxNH19LFwiSXNWaXNpYmxlXCI6dHJ1ZSxcIldpZHRoXCI6MTIuMCxcIkhlaWdodFwiOjE0LjAsXCJCb3JkZXJTdHlsZVwiOntcIiRpZFwiOlwiNDI0XCIsXCJMaW5lU3R5bGVcIjp7XCIkaWRcIjpcIjQyNVwiLFwiTGluZUNvbG9yXCI6e1wiJGlkXCI6XCI0MjZcIixcIkNvbG9yXCI6e1wiJGlkXCI6XCI0MjdcIixcIkFcIjoyNTUsXCJSXCI6MjU1LFwiR1wiOjI1NSxcIkJcIjoyNTV9fSxcIkxpbmVXZWlnaHRcIjowLjAsXCJMaW5lVHlwZVwiOjB9LFwiSXNWaXNpYmxlXCI6ZmFsc2V9fSxcIlRpdGxlU3R5bGVcIjp7XCIkaWRcIjpcIjQyOFwiLFwiRm9udFNldHRpbmdzXCI6e1wiJGlkXCI6XCI0MjlcIixcIkZvbnRTaXplXCI6MTEsXCJGb250TmFtZVwiOlwiQ2FsaWJyaVwiLFwiSXNCb2xkXCI6ZmFsc2UsXCJJc0l0YWxpY1wiOmZhbHNlLFwiSXNVbmRlcmxpbmVkXCI6ZmFsc2V9LFwiRm9yZWdyb3VuZFwiOntcIiRpZFwiOlwiNDMwXCIsXCJDb2xvclwiOntcIiRpZFwiOlwiNDMxXCIsXCJBXCI6MjU1LFwiUlwiOjAsXCJHXCI6MCxcIkJcIjowfX0sXCJIb3Jpem9udGFsQWxpZ25tZW50XCI6MSxcIklzVmlzaWJsZVwiOnRydWV9LFwiRGF0ZVN0eWxlXCI6e1wiJGlkXCI6XCI0MzJcIixcIkZvbnRTZXR0aW5nc1wiOntcIiRpZFwiOlwiNDMzXCIsXCJGb250U2l6ZVwiOjEwLFwiRm9udE5hbWVcIjpcIkNhbGlicmlcIixcIklzQm9sZFwiOmZhbHNlLFwiSXNJdGFsaWNcIjpmYWxzZSxcIklzVW5kZXJsaW5lZFwiOmZhbHNlfSxcIkZvcmVncm91bmRcIjp7XCIkaWRcIjpcIjQzNFwiLFwiQ29sb3JcIjp7XCIkaWRcIjpcIjQzNVwiLFwiQVwiOjI1NSxcIlJcIjoxNCxcIkdcIjo0MCxcIkJcIjo2NX19LFwiSG9yaXpvbnRhbEFsaWdubWVudFwiOjEsXCJJc1Zpc2libGVcIjp0cnVlfSxcIkRhdGVGb3JtYXRcIjp7XCIkaWRcIjpcIjQzN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MzdcIixcIkZvcm1hdFwiOjAsXCJJc1Zpc2libGVcIjpmYWxzZSxcIkxhc3RLbm93blZpc2liaWxpdHlTdGF0ZVwiOmZhbHNlfSxcIlZhcmlhbmNlU3R5bGVcIjp7XCIkaWRcIjpcIjQzOFwiLFwiVmFyaWFuY2VUZXh0U3R5bGVcIjp7XCIkaWRcIjpcIjQzOVwiLFwiRm9udFNldHRpbmdzXCI6e1wiJGlkXCI6XCI0NDBcIixcIkZvbnRTaXplXCI6MTAsXCJGb250TmFtZVwiOlwiQ2FsaWJyaVwiLFwiSXNCb2xkXCI6ZmFsc2UsXCJJc0l0YWxpY1wiOmZhbHNlLFwiSXNVbmRlcmxpbmVkXCI6ZmFsc2V9LFwiRm9yZWdyb3VuZFwiOntcIiRpZFwiOlwiNDQxXCIsXCJDb2xvclwiOntcIiRpZFwiOlwiNDQyXCIsXCJBXCI6MjU1LFwiUlwiOjAsXCJHXCI6MCxcIkJcIjowfX0sXCJIb3Jpem9udGFsQWxpZ25tZW50XCI6MCxcIklzVmlzaWJsZVwiOnRydWV9fX19LHtcIiRpZFwiOlwiNDQzXCIsXCJTdHlsZUlkXCI6XCJiMjRmODA0NS1mNjliLTRhNDMtODI5Zi1hNTY1MDNmZGNkNjlcIixcIk5hbWVcIjpcIlN3aW1sYW5lIFN0eWxlIDNcIixcIkhlYWRlclN0eWxlXCI6e1wiJGlkXCI6XCI0NDRcIixcIlRleHRTdHlsZVwiOntcIiRpZFwiOlwiNDQ1XCIsXCJGb250U2V0dGluZ3NcIjp7XCIkaWRcIjpcIjQ0NlwiLFwiRm9udFNpemVcIjoxMSxcIkZvbnROYW1lXCI6XCJDYWxpYnJpXCIsXCJJc0JvbGRcIjpmYWxzZSxcIklzSXRhbGljXCI6ZmFsc2UsXCJJc1VuZGVybGluZWRcIjpmYWxzZX0sXCJGb3JlZ3JvdW5kXCI6e1wiJGlkXCI6XCI0NDdcIixcIkNvbG9yXCI6e1wiJGlkXCI6XCI0NDhcIixcIkFcIjoyNTUsXCJSXCI6MjU1LFwiR1wiOjI1NSxcIkJcIjoyNTV9fSxcIkhvcml6b250YWxBbGlnbm1lbnRcIjoxLFwiSXNWaXNpYmxlXCI6dHJ1ZX0sXCJSZWN0YW5nbGVTdHlsZVwiOntcIiRpZFwiOlwiNDQ5XCIsXCJNYXJnaW5cIjp7XCIkaWRcIjpcIjQ1MFwiLFwiVG9wXCI6MC4wLFwiTGVmdFwiOjAuMCxcIlJpZ2h0XCI6MC4wLFwiQm90dG9tXCI6MC4wfSxcIlBhZGRpbmdcIjp7XCIkaWRcIjpcIjQ1MVwiLFwiVG9wXCI6MC4wLFwiTGVmdFwiOjAuMCxcIlJpZ2h0XCI6MC4wLFwiQm90dG9tXCI6MC4wfSxcIkJhY2tncm91bmRcIjp7XCIkaWRcIjpcIjQ1MlwiLFwiQ29sb3JcIjp7XCIkaWRcIjpcIjQ1M1wiLFwiQVwiOjI1NSxcIlJcIjoyNSxcIkdcIjoxMDcsXCJCXCI6MzZ9fSxcIklzVmlzaWJsZVwiOnRydWUsXCJXaWR0aFwiOjAuMCxcIkhlaWdodFwiOjAuMCxcIkJvcmRlclN0eWxlXCI6e1wiJGlkXCI6XCI0NTRcIixcIkxpbmVTdHlsZVwiOntcIiRpZFwiOlwiNDU1XCIsXCJMaW5lQ29sb3JcIjp7XCIkaWRcIjpcIjQ1NlwiLFwiQ29sb3JcIjp7XCIkaWRcIjpcIjQ1N1wiLFwiQVwiOjI1NSxcIlJcIjoyNTUsXCJHXCI6MjU1LFwiQlwiOjI1NX19LFwiTGluZVdlaWdodFwiOjAuMCxcIkxpbmVUeXBlXCI6MH0sXCJJc1Zpc2libGVcIjpmYWxzZX19fSxcIkJhY2tncm91bmRTdHlsZVwiOntcIiRpZFwiOlwiNDU4XCIsXCJNYXJnaW5cIjp7XCIkaWRcIjpcIjQ1OVwiLFwiVG9wXCI6MC4wLFwiTGVmdFwiOjAuMCxcIlJpZ2h0XCI6MC4wLFwiQm90dG9tXCI6MC4wfSxcIlBhZGRpbmdcIjp7XCIkaWRcIjpcIjQ2MFwiLFwiVG9wXCI6MC4wLFwiTGVmdFwiOjAuMCxcIlJpZ2h0XCI6MC4wLFwiQm90dG9tXCI6MC4wfSxcIkJhY2tncm91bmRcIjp7XCIkaWRcIjpcIjQ2MVwiLFwiQ29sb3JcIjp7XCIkaWRcIjpcIjQ2MlwiLFwiQVwiOjUxLFwiUlwiOjIwMCxcIkdcIjoyMDAsXCJCXCI6MjAwfX0sXCJJc1Zpc2libGVcIjp0cnVlLFwiV2lkdGhcIjowLjAsXCJIZWlnaHRcIjowLjAsXCJCb3JkZXJTdHlsZVwiOntcIiRpZFwiOlwiNDYzXCIsXCJMaW5lU3R5bGVcIjp7XCIkaWRcIjpcIjQ2NFwiLFwiTGluZUNvbG9yXCI6e1wiJGlkXCI6XCI0NjVcIixcIkNvbG9yXCI6e1wiJGlkXCI6XCI0NjZcIixcIkFcIjoyNTUsXCJSXCI6MjM0LFwiR1wiOjIyLFwiQlwiOjMwfX0sXCJMaW5lV2VpZ2h0XCI6Mi4wLFwiTGluZVR5cGVcIjowfSxcIklzVmlzaWJsZVwiOmZhbHNlfX0sXCJJc0Fib3ZlVGltZWJhbmRcIjpmYWxzZSxcIlNwYWNpbmdcIjozLFwiRGVmYXVsdFN3aW1sYW5lQWN0aXZpdHlTdHlsZVwiOntcIiRpZFwiOlwiNDY3XCIsXCJIZWFkZXJTdHlsZVwiOntcIiRpZFwiOlwiNDY4XCIsXCJUZXh0U3R5bGVcIjp7XCIkaWRcIjpcIjQ2OVwiLFwiRm9udFNldHRpbmdzXCI6e1wiJGlkXCI6XCI0NzBcIixcIkZvbnRTaXplXCI6MTEsXCJGb250TmFtZVwiOlwiQ2FsaWJyaVwiLFwiSXNCb2xkXCI6ZmFsc2UsXCJJc0l0YWxpY1wiOmZhbHNlLFwiSXNVbmRlcmxpbmVkXCI6ZmFsc2V9LFwiRm9yZWdyb3VuZFwiOntcIiRpZFwiOlwiNDcxXCIsXCJDb2xvclwiOntcIiRpZFwiOlwiNDcyXCIsXCJBXCI6MjU1LFwiUlwiOjAsXCJHXCI6MCxcIkJcIjowfX0sXCJIb3Jpem9udGFsQWxpZ25tZW50XCI6MCxcIklzVmlzaWJsZVwiOnRydWV9LFwiUmVjdGFuZ2xlU3R5bGVcIjp7XCIkaWRcIjpcIjQ3M1wiLFwiTWFyZ2luXCI6e1wiJGlkXCI6XCI0NzRcIixcIlRvcFwiOjAuMCxcIkxlZnRcIjowLjAsXCJSaWdodFwiOjAuMCxcIkJvdHRvbVwiOjAuMH0sXCJQYWRkaW5nXCI6e1wiJGlkXCI6XCI0NzVcIixcIlRvcFwiOjAuMCxcIkxlZnRcIjowLjAsXCJSaWdodFwiOjAuMCxcIkJvdHRvbVwiOjAuMH0sXCJCYWNrZ3JvdW5kXCI6e1wiJGlkXCI6XCI0NzZcIixcIkNvbG9yXCI6e1wiJGlkXCI6XCI0NzdcIixcIkFcIjo2MyxcIlJcIjoyNSxcIkdcIjoxMDcsXCJCXCI6MzZ9fSxcIklzVmlzaWJsZVwiOnRydWUsXCJXaWR0aFwiOjAuMCxcIkhlaWdodFwiOjAuMCxcIkJvcmRlclN0eWxlXCI6e1wiJGlkXCI6XCI0NzhcIixcIkxpbmVTdHlsZVwiOntcIiRpZFwiOlwiNDc5XCIsXCJMaW5lQ29sb3JcIjp7XCIkaWRcIjpcIjQ4MFwiLFwiQ29sb3JcIjp7XCIkaWRcIjpcIjQ4MVwiLFwiQVwiOjI1NSxcIlJcIjoyNTUsXCJHXCI6MjU1LFwiQlwiOjI1NX19LFwiTGluZVdlaWdodFwiOjAuMCxcIkxpbmVUeXBlXCI6MH0sXCJJc1Zpc2libGVcIjpmYWxzZX19fSxcIkJhY2tncm91bmRTdHlsZVwiOntcIiRpZFwiOlwiNDgyXCIsXCJNYXJnaW5cIjp7XCIkaWRcIjpcIjQ4M1wiLFwiVG9wXCI6MC4wLFwiTGVmdFwiOjAuMCxcIlJpZ2h0XCI6MC4wLFwiQm90dG9tXCI6MC4wfSxcIlBhZGRpbmdcIjp7XCIkaWRcIjpcIjQ4NFwiLFwiVG9wXCI6MC4wLFwiTGVmdFwiOjAuMCxcIlJpZ2h0XCI6MC4wLFwiQm90dG9tXCI6MC4wfSxcIkJhY2tncm91bmRcIjp7XCIkaWRcIjpcIjQ4NVwiLFwiQ29sb3JcIjp7XCIkaWRcIjpcIjQ4NlwiLFwiQVwiOjUxLFwiUlwiOjIwMCxcIkdcIjoyMDAsXCJCXCI6MjAwfX0sXCJJc1Zpc2libGVcIjp0cnVlLFwiV2lkdGhcIjowLjAsXCJIZWlnaHRcIjowLjAsXCJCb3JkZXJTdHlsZVwiOntcIiRpZFwiOlwiNDg3XCIsXCJMaW5lU3R5bGVcIjp7XCIkaWRcIjpcIjQ4OFwiLFwiTGluZUNvbG9yXCI6e1wiJGlkXCI6XCI0ODlcIixcIkNvbG9yXCI6e1wiJGlkXCI6XCI0OTBcIixcIkFcIjoyNTUsXCJSXCI6MjM0LFwiR1wiOjIyLFwiQlwiOjMwfX0sXCJMaW5lV2VpZ2h0XCI6Mi4wLFwiTGluZVR5cGVcIjowfSxcIklzVmlzaWJsZVwiOmZhbHNlfX19LFwiRGVmYXVsdFN3aW1sYW5lTWlsZXN0b25lU3R5bGVcIjp7XCIkaWRcIjpcIjQ5MVwiLFwiVGl0bGVQb3NpdGlvblwiOjAsXCJEYXRlUG9zaXRpb25cIjoyLFwiVmFyaWFuY2VQb3NpdGlvblwiOjIsXCJTaGFwZVR5cGVcIjoxLFwiU2hhcGVTaXplXCI6MCxcIlNwYWNpbmdcIjo1LFwiU2hhcGVTdHlsZVwiOntcIiRpZFwiOlwiNDkyXCIsXCJNYXJnaW5cIjp7XCIkaWRcIjpcIjQ5M1wiLFwiVG9wXCI6MC4wLFwiTGVmdFwiOjAuMCxcIlJpZ2h0XCI6MC4wLFwiQm90dG9tXCI6MC4wfSxcIlBhZGRpbmdcIjp7XCIkaWRcIjpcIjQ5NFwiLFwiVG9wXCI6MC4wLFwiTGVmdFwiOjAuMCxcIlJpZ2h0XCI6MC4wLFwiQm90dG9tXCI6MC4wfSxcIkJhY2tncm91bmRcIjp7XCIkaWRcIjpcIjQ5NVwiLFwiQ29sb3JcIjp7XCIkaWRcIjpcIjQ5NlwiLFwiQVwiOjI1NSxcIlJcIjoyNSxcIkdcIjoxMDcsXCJCXCI6MzZ9fSxcIklzVmlzaWJsZVwiOnRydWUsXCJXaWR0aFwiOjEyLjAsXCJIZWlnaHRcIjoxNC4wLFwiQm9yZGVyU3R5bGVcIjp7XCIkaWRcIjpcIjQ5N1wiLFwiTGluZVN0eWxlXCI6e1wiJGlkXCI6XCI0OThcIixcIkxpbmVDb2xvclwiOntcIiRpZFwiOlwiNDk5XCIsXCJDb2xvclwiOntcIiRpZFwiOlwiNTAwXCIsXCJBXCI6MjU1LFwiUlwiOjIzNCxcIkdcIjoyMixcIkJcIjozMH19LFwiTGluZVdlaWdodFwiOjIuMCxcIkxpbmVUeXBlXCI6MH0sXCJJc1Zpc2libGVcIjpmYWxzZX19LFwiVGl0bGVTdHlsZVwiOntcIiRpZFwiOlwiNTAxXCIsXCJGb250U2V0dGluZ3NcIjp7XCIkaWRcIjpcIjUwMlwiLFwiRm9udFNpemVcIjoxMSxcIkZvbnROYW1lXCI6XCJDYWxpYnJpXCIsXCJJc0JvbGRcIjpmYWxzZSxcIklzSXRhbGljXCI6ZmFsc2UsXCJJc1VuZGVybGluZWRcIjpmYWxzZX0sXCJGb3JlZ3JvdW5kXCI6e1wiJGlkXCI6XCI1MDNcIixcIkNvbG9yXCI6e1wiJGlkXCI6XCI1MDRcIixcIkFcIjoyNTUsXCJSXCI6MCxcIkdcIjowLFwiQlwiOjB9fSxcIkhvcml6b250YWxBbGlnbm1lbnRcIjoyLFwiSXNWaXNpYmxlXCI6dHJ1ZX0sXCJEYXRlU3R5bGVcIjp7XCIkaWRcIjpcIjUwNVwiLFwiRm9udFNldHRpbmdzXCI6e1wiJGlkXCI6XCI1MDZcIixcIkZvbnRTaXplXCI6MTAsXCJGb250TmFtZVwiOlwiQ2FsaWJyaVwiLFwiSXNCb2xkXCI6ZmFsc2UsXCJJc0l0YWxpY1wiOmZhbHNlLFwiSXNVbmRlcmxpbmVkXCI6ZmFsc2V9LFwiRm9yZWdyb3VuZFwiOntcIiRpZFwiOlwiNTA3XCIsXCJDb2xvclwiOntcIiRpZFwiOlwiNTA4XCIsXCJBXCI6MjU1LFwiUlwiOjE0LFwiR1wiOjQwLFwiQlwiOjY1fX0sXCJIb3Jpem9udGFsQWxpZ25tZW50XCI6MCxcIklzVmlzaWJsZVwiOnRydWV9LFwiRGF0ZUZvcm1hdFwiOntcIiRpZFwiOlwiNTA5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xMFwiLFwiRm9ybWF0XCI6MCxcIklzVmlzaWJsZVwiOmZhbHNlLFwiTGFzdEtub3duVmlzaWJpbGl0eVN0YXRlXCI6ZmFsc2V9LFwiVmFyaWFuY2VTdHlsZVwiOntcIiRpZFwiOlwiNTExXCIsXCJWYXJpYW5jZVRleHRTdHlsZVwiOntcIiRpZFwiOlwiNTEyXCIsXCJGb250U2V0dGluZ3NcIjp7XCIkaWRcIjpcIjUxM1wiLFwiRm9udFNpemVcIjoxMCxcIkZvbnROYW1lXCI6XCJDYWxpYnJpXCIsXCJJc0JvbGRcIjpmYWxzZSxcIklzSXRhbGljXCI6ZmFsc2UsXCJJc1VuZGVybGluZWRcIjpmYWxzZX0sXCJGb3JlZ3JvdW5kXCI6e1wiJGlkXCI6XCI1MTRcIixcIkNvbG9yXCI6e1wiJGlkXCI6XCI1MTVcIixcIkFcIjoyNTUsXCJSXCI6MCxcIkdcIjowLFwiQlwiOjB9fSxcIkhvcml6b250YWxBbGlnbm1lbnRcIjowLFwiSXNWaXNpYmxlXCI6dHJ1ZX19fSxcIkRlZmF1bHRTd2ltbGFuZVRhc2tTdHlsZVwiOntcIiRpZFwiOlwiNTE2XCIsXCJTaGFwZVwiOjEsXCJTaGFwZVRoaWNrbmVzc1wiOjAsXCJEdXJhdGlvbkZvcm1hdFwiOjAsXCJQZXJjZW50YWdlQ29tcGxldGVUZXh0U3R5bGVcIjp7XCIkaWRcIjpcIjUxN1wiLFwiRm9udFNldHRpbmdzXCI6e1wiJGlkXCI6XCI1MThcIixcIkZvbnRTaXplXCI6MTAsXCJGb250TmFtZVwiOlwiQ2FsaWJyaVwiLFwiSXNCb2xkXCI6ZmFsc2UsXCJJc0l0YWxpY1wiOmZhbHNlLFwiSXNVbmRlcmxpbmVkXCI6ZmFsc2V9LFwiRm9yZWdyb3VuZFwiOntcIiRpZFwiOlwiNTE5XCIsXCJDb2xvclwiOntcIiRpZFwiOlwiNTIwXCIsXCJBXCI6MjU1LFwiUlwiOjIzMixcIkdcIjoyMzIsXCJCXCI6MjMyfX0sXCJIb3Jpem9udGFsQWxpZ25tZW50XCI6MSxcIklzVmlzaWJsZVwiOnRydWV9LFwiUGVyY2VudGFnZUNvbXBsZXRlSGlnaGxpZ2h0U3R5bGVcIjp7XCIkaWRcIjpcIjUyMVwiLFwiQmFja2dyb3VuZFwiOntcIiRpZFwiOlwiNTIyXCIsXCJDb2xvclwiOntcIiRpZFwiOlwiNTIzXCIsXCJBXCI6ODksXCJSXCI6MCxcIkdcIjowLFwiQlwiOjB9fX0sXCJEdXJhdGlvblN0eWxlXCI6e1wiJGlkXCI6XCI1MjRcIixcIkZvbnRTZXR0aW5nc1wiOntcIiRpZFwiOlwiNTI1XCIsXCJGb250U2l6ZVwiOjEwLFwiRm9udE5hbWVcIjpcIkNhbGlicmlcIixcIklzQm9sZFwiOmZhbHNlLFwiSXNJdGFsaWNcIjpmYWxzZSxcIklzVW5kZXJsaW5lZFwiOmZhbHNlfSxcIkZvcmVncm91bmRcIjp7XCIkaWRcIjpcIjUyNlwiLFwiQ29sb3JcIjp7XCIkaWRcIjpcIjUyN1wiLFwiQVwiOjI1NSxcIlJcIjoyMzcsXCJHXCI6MTI1LFwiQlwiOjQ5fX0sXCJIb3Jpem9udGFsQWxpZ25tZW50XCI6MCxcIklzVmlzaWJsZVwiOmZhbHNlfSxcIk1hcmdpblwiOntcIiRpZFwiOlwiNTI4XCIsXCJUb3BcIjowLjAsXCJMZWZ0XCI6MC4wLFwiUmlnaHRcIjowLjAsXCJCb3R0b21cIjowLjB9LFwiU3RhcnREYXRlUG9zaXRpb25cIjozLFwiRW5kRGF0ZVBvc2l0aW9uXCI6MyxcIlRpdGxlUG9zaXRpb25cIjo0LFwiRHVyYXRpb25Qb3NpdGlvblwiOjAsXCJQZXJjZW50YWdlQ29tcGxldGVkUG9zaXRpb25cIjoyLFwiVmFyaWFuY2VQb3NpdGlvblwiOjIsXCJTcGFjaW5nXCI6MyxcIkJhc2VsaW5lU3R5bGVcIjp7XCIkaWRcIjpcIjUyOVwiLFwiQmFzZWxpbmVTaGFwZVN0eWxlXCI6e1wiJGlkXCI6XCI1MzBcIixcIk1hcmdpblwiOntcIiRpZFwiOlwiNTMxXCIsXCJUb3BcIjowLjAsXCJMZWZ0XCI6MC4wLFwiUmlnaHRcIjowLjAsXCJCb3R0b21cIjowLjB9LFwiUGFkZGluZ1wiOntcIiRpZFwiOlwiNTMyXCIsXCJUb3BcIjowLjAsXCJMZWZ0XCI6MC4wLFwiUmlnaHRcIjowLjAsXCJCb3R0b21cIjowLjB9LFwiQmFja2dyb3VuZFwiOntcIiRpZFwiOlwiNTMzXCIsXCJDb2xvclwiOntcIiRpZFwiOlwiNTM0XCIsXCJBXCI6MTUzLFwiUlwiOjAsXCJHXCI6MCxcIkJcIjowfX0sXCJJc1Zpc2libGVcIjpmYWxzZSxcIldpZHRoXCI6MC4wLFwiSGVpZ2h0XCI6MC4wLFwiQm9yZGVyU3R5bGVcIjp7XCIkaWRcIjpcIjUzNVwiLFwiTGluZVN0eWxlXCI6e1wiJGlkXCI6XCI1MzZcIixcIkxpbmVDb2xvclwiOntcIiRpZFwiOlwiNTM3XCIsXCJDb2xvclwiOntcIiRpZFwiOlwiNTM4XCIsXCJBXCI6MjU1LFwiUlwiOjI1NSxcIkdcIjowLFwiQlwiOjB9fSxcIkxpbmVXZWlnaHRcIjoyLjAsXCJMaW5lVHlwZVwiOjB9LFwiSXNWaXNpYmxlXCI6ZmFsc2V9fX0sXCJTaGFwZVN0eWxlXCI6e1wiJGlkXCI6XCI1MzlcIixcIk1hcmdpblwiOntcIiRpZFwiOlwiNTQwXCIsXCJUb3BcIjowLjAsXCJMZWZ0XCI6NC4wLFwiUmlnaHRcIjo0LjAsXCJCb3R0b21cIjowLjB9LFwiUGFkZGluZ1wiOntcIiRpZFwiOlwiNTQxXCIsXCJUb3BcIjowLjAsXCJMZWZ0XCI6MC4wLFwiUmlnaHRcIjowLjAsXCJCb3R0b21cIjowLjB9LFwiQmFja2dyb3VuZFwiOntcIiRpZFwiOlwiNTQyXCIsXCJDb2xvclwiOntcIiRpZFwiOlwiNTQzXCIsXCJBXCI6MjU1LFwiUlwiOjI1LFwiR1wiOjEwNyxcIkJcIjozNn19LFwiSXNWaXNpYmxlXCI6dHJ1ZSxcIldpZHRoXCI6MC4wLFwiSGVpZ2h0XCI6MTAuMCxcIkJvcmRlclN0eWxlXCI6e1wiJGlkXCI6XCI1NDRcIixcIkxpbmVTdHlsZVwiOntcIiRpZFwiOlwiNTQ1XCIsXCJMaW5lQ29sb3JcIjp7XCIkaWRcIjpcIjU0NlwiLFwiQ29sb3JcIjp7XCIkaWRcIjpcIjU0N1wiLFwiQVwiOjI1NSxcIlJcIjoyMzQsXCJHXCI6MjIsXCJCXCI6MzB9fSxcIkxpbmVXZWlnaHRcIjoyLjAsXCJMaW5lVHlwZVwiOjB9LFwiSXNWaXNpYmxlXCI6ZmFsc2V9fSxcIlRpdGxlU3R5bGVcIjp7XCIkaWRcIjpcIjU0OFwiLFwiRm9udFNldHRpbmdzXCI6e1wiJGlkXCI6XCI1NDlcIixcIkZvbnRTaXplXCI6MTEsXCJGb250TmFtZVwiOlwiQ2FsaWJyaVwiLFwiSXNCb2xkXCI6ZmFsc2UsXCJJc0l0YWxpY1wiOmZhbHNlLFwiSXNVbmRlcmxpbmVkXCI6ZmFsc2V9LFwiRm9yZWdyb3VuZFwiOntcIiRpZFwiOlwiNTUwXCIsXCJDb2xvclwiOntcIiRpZFwiOlwiNTUxXCIsXCJBXCI6MjU1LFwiUlwiOjAsXCJHXCI6MCxcIkJcIjowfX0sXCJIb3Jpem9udGFsQWxpZ25tZW50XCI6MCxcIklzVmlzaWJsZVwiOnRydWV9LFwiRGF0ZVN0eWxlXCI6e1wiJGlkXCI6XCI1NTJcIixcIkZvbnRTZXR0aW5nc1wiOntcIiRpZFwiOlwiNTUzXCIsXCJGb250U2l6ZVwiOjEwLFwiRm9udE5hbWVcIjpcIkNhbGlicmlcIixcIklzQm9sZFwiOmZhbHNlLFwiSXNJdGFsaWNcIjpmYWxzZSxcIklzVW5kZXJsaW5lZFwiOmZhbHNlfSxcIkZvcmVncm91bmRcIjp7XCIkaWRcIjpcIjU1NFwiLFwiQ29sb3JcIjp7XCIkaWRcIjpcIjU1NVwiLFwiQVwiOjI1NSxcIlJcIjoxNCxcIkdcIjo0MCxcIkJcIjo2NX19LFwiSG9yaXpvbnRhbEFsaWdubWVudFwiOjIsXCJJc1Zpc2libGVcIjp0cnVlfSxcIkRhdGVGb3JtYXRcIjp7XCIkaWRcIjpcIjU1N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NTdcIixcIkZvcm1hdFwiOjAsXCJJc1Zpc2libGVcIjpmYWxzZSxcIkxhc3RLbm93blZpc2liaWxpdHlTdGF0ZVwiOmZhbHNlfSxcIlZhcmlhbmNlU3R5bGVcIjp7XCIkaWRcIjpcIjU1OFwiLFwiVmFyaWFuY2VUZXh0U3R5bGVcIjp7XCIkaWRcIjpcIjU1OVwiLFwiRm9udFNldHRpbmdzXCI6e1wiJGlkXCI6XCI1NjBcIixcIkZvbnRTaXplXCI6MTAsXCJGb250TmFtZVwiOlwiQ2FsaWJyaVwiLFwiSXNCb2xkXCI6ZmFsc2UsXCJJc0l0YWxpY1wiOmZhbHNlLFwiSXNVbmRlcmxpbmVkXCI6ZmFsc2V9LFwiRm9yZWdyb3VuZFwiOntcIiRpZFwiOlwiNTYxXCIsXCJDb2xvclwiOntcIiRpZFwiOlwiNTYyXCIsXCJBXCI6MjU1LFwiUlwiOjAsXCJHXCI6MCxcIkJcIjowfX0sXCJIb3Jpem9udGFsQWxpZ25tZW50XCI6MCxcIklzVmlzaWJsZVwiOnRydWV9fX0sXCJEZWZhdWx0U3dpbWxhbmVNb3RTdHlsZVwiOntcIiRpZFwiOlwiNTYzXCIsXCJTaGFwZVwiOjEsXCJTaGFwZVNpemVcIjowLFwiRGV0YWlsc1NwYWNpbmdcIjowLjAsXCJQYWRkaW5nXCI6e1wiJGlkXCI6XCI1NjRcIixcIlRvcFwiOjUuMCxcIkxlZnRcIjozLjAsXCJSaWdodFwiOjAuMCxcIkJvdHRvbVwiOjIuMH0sXCJQb3NpdGlvbk9uVGFza1wiOjEsXCJTaGFwZVN0eWxlXCI6e1wiJGlkXCI6XCI1NjVcIixcIk1hcmdpblwiOntcIiRpZFwiOlwiNTY2XCIsXCJUb3BcIjowLjAsXCJMZWZ0XCI6MC4wLFwiUmlnaHRcIjowLjAsXCJCb3R0b21cIjowLjB9LFwiUGFkZGluZ1wiOntcIiRpZFwiOlwiNTY3XCIsXCJUb3BcIjowLjAsXCJMZWZ0XCI6MC4wLFwiUmlnaHRcIjowLjAsXCJCb3R0b21cIjowLjB9LFwiQmFja2dyb3VuZFwiOntcIiRpZFwiOlwiNTY4XCIsXCJDb2xvclwiOntcIiRpZFwiOlwiNTY5XCIsXCJBXCI6MjU1LFwiUlwiOjEzLFwiR1wiOjUzLFwiQlwiOjE4fX0sXCJJc1Zpc2libGVcIjp0cnVlLFwiV2lkdGhcIjoxMi4wLFwiSGVpZ2h0XCI6MTQuMCxcIkJvcmRlclN0eWxlXCI6e1wiJGlkXCI6XCI1NzBcIixcIkxpbmVTdHlsZVwiOntcIiRpZFwiOlwiNTcxXCIsXCJMaW5lQ29sb3JcIjp7XCIkaWRcIjpcIjU3MlwiLFwiQ29sb3JcIjp7XCIkaWRcIjpcIjU3M1wiLFwiQVwiOjI1NSxcIlJcIjoyNTUsXCJHXCI6MjU1LFwiQlwiOjI1NX19LFwiTGluZVdlaWdodFwiOjAuMCxcIkxpbmVUeXBlXCI6MH0sXCJJc1Zpc2libGVcIjpmYWxzZX19LFwiVGl0bGVTdHlsZVwiOntcIiRpZFwiOlwiNTc0XCIsXCJGb250U2V0dGluZ3NcIjp7XCIkaWRcIjpcIjU3NVwiLFwiRm9udFNpemVcIjoxMSxcIkZvbnROYW1lXCI6XCJDYWxpYnJpXCIsXCJJc0JvbGRcIjpmYWxzZSxcIklzSXRhbGljXCI6ZmFsc2UsXCJJc1VuZGVybGluZWRcIjpmYWxzZX0sXCJGb3JlZ3JvdW5kXCI6e1wiJGlkXCI6XCI1NzZcIixcIkNvbG9yXCI6e1wiJGlkXCI6XCI1NzdcIixcIkFcIjoyNTUsXCJSXCI6MCxcIkdcIjowLFwiQlwiOjB9fSxcIkhvcml6b250YWxBbGlnbm1lbnRcIjoxLFwiSXNWaXNpYmxlXCI6dHJ1ZX0sXCJEYXRlU3R5bGVcIjp7XCIkaWRcIjpcIjU3OFwiLFwiRm9udFNldHRpbmdzXCI6e1wiJGlkXCI6XCI1NzlcIixcIkZvbnRTaXplXCI6MTAsXCJGb250TmFtZVwiOlwiQ2FsaWJyaVwiLFwiSXNCb2xkXCI6ZmFsc2UsXCJJc0l0YWxpY1wiOmZhbHNlLFwiSXNVbmRlcmxpbmVkXCI6ZmFsc2V9LFwiRm9yZWdyb3VuZFwiOntcIiRpZFwiOlwiNTgwXCIsXCJDb2xvclwiOntcIiRpZFwiOlwiNTgxXCIsXCJBXCI6MjU1LFwiUlwiOjE0LFwiR1wiOjQwLFwiQlwiOjY1fX0sXCJIb3Jpem9udGFsQWxpZ25tZW50XCI6MSxcIklzVmlzaWJsZVwiOnRydWV9LFwiRGF0ZUZvcm1hdFwiOntcIiRpZFwiOlwiNTg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4M1wiLFwiRm9ybWF0XCI6MCxcIklzVmlzaWJsZVwiOmZhbHNlLFwiTGFzdEtub3duVmlzaWJpbGl0eVN0YXRlXCI6ZmFsc2V9LFwiVmFyaWFuY2VTdHlsZVwiOntcIiRpZFwiOlwiNTg0XCIsXCJWYXJpYW5jZVRleHRTdHlsZVwiOntcIiRpZFwiOlwiNTg1XCIsXCJGb250U2V0dGluZ3NcIjp7XCIkaWRcIjpcIjU4NlwiLFwiRm9udFNpemVcIjoxMCxcIkZvbnROYW1lXCI6XCJDYWxpYnJpXCIsXCJJc0JvbGRcIjpmYWxzZSxcIklzSXRhbGljXCI6ZmFsc2UsXCJJc1VuZGVybGluZWRcIjpmYWxzZX0sXCJGb3JlZ3JvdW5kXCI6e1wiJGlkXCI6XCI1ODdcIixcIkNvbG9yXCI6e1wiJGlkXCI6XCI1ODhcIixcIkFcIjoyNTUsXCJSXCI6MCxcIkdcIjowLFwiQlwiOjB9fSxcIkhvcml6b250YWxBbGlnbm1lbnRcIjowLFwiSXNWaXNpYmxlXCI6dHJ1ZX19fX0se1wiJGlkXCI6XCI1ODlcIixcIlN0eWxlSWRcIjpcIjA3MDJkZWE4LWMxMTQtNGQ3MS1iZTQwLWNkMzA2MmM0Njk3MFwiLFwiTmFtZVwiOlwiU3dpbWxhbmUgU3R5bGUgNFwiLFwiSGVhZGVyU3R5bGVcIjp7XCIkaWRcIjpcIjU5MFwiLFwiVGV4dFN0eWxlXCI6e1wiJGlkXCI6XCI1OTFcIixcIkZvbnRTZXR0aW5nc1wiOntcIiRpZFwiOlwiNTkyXCIsXCJGb250U2l6ZVwiOjExLFwiRm9udE5hbWVcIjpcIkNhbGlicmlcIixcIklzQm9sZFwiOmZhbHNlLFwiSXNJdGFsaWNcIjpmYWxzZSxcIklzVW5kZXJsaW5lZFwiOmZhbHNlfSxcIkZvcmVncm91bmRcIjp7XCIkaWRcIjpcIjU5M1wiLFwiQ29sb3JcIjp7XCIkaWRcIjpcIjU5NFwiLFwiQVwiOjI1NSxcIlJcIjoyNTUsXCJHXCI6MjU1LFwiQlwiOjI1NX19LFwiSG9yaXpvbnRhbEFsaWdubWVudFwiOjAsXCJJc1Zpc2libGVcIjp0cnVlfSxcIlJlY3RhbmdsZVN0eWxlXCI6e1wiJGlkXCI6XCI1OTVcIixcIk1hcmdpblwiOntcIiRpZFwiOlwiNTk2XCIsXCJUb3BcIjowLjAsXCJMZWZ0XCI6MC4wLFwiUmlnaHRcIjowLjAsXCJCb3R0b21cIjowLjB9LFwiUGFkZGluZ1wiOntcIiRpZFwiOlwiNTk3XCIsXCJUb3BcIjowLjAsXCJMZWZ0XCI6MC4wLFwiUmlnaHRcIjowLjAsXCJCb3R0b21cIjowLjB9LFwiQmFja2dyb3VuZFwiOntcIiRpZFwiOlwiNTk4XCIsXCJDb2xvclwiOntcIiRpZFwiOlwiNTk5XCIsXCJBXCI6MjU1LFwiUlwiOjE1LFwiR1wiOjE1OCxcIkJcIjoyMTN9fSxcIklzVmlzaWJsZVwiOnRydWUsXCJXaWR0aFwiOjAuMCxcIkhlaWdodFwiOjAuMCxcIkJvcmRlclN0eWxlXCI6e1wiJGlkXCI6XCI2MDBcIixcIkxpbmVTdHlsZVwiOntcIiRpZFwiOlwiNjAxXCIsXCJMaW5lQ29sb3JcIjp7XCIkaWRcIjpcIjYwMlwiLFwiQ29sb3JcIjp7XCIkaWRcIjpcIjYwM1wiLFwiQVwiOjI1NSxcIlJcIjoyNTUsXCJHXCI6MjU1LFwiQlwiOjI1NX19LFwiTGluZVdlaWdodFwiOjAuMCxcIkxpbmVUeXBlXCI6MH0sXCJJc1Zpc2libGVcIjpmYWxzZX19fSxcIkJhY2tncm91bmRTdHlsZVwiOntcIiRpZFwiOlwiNjA0XCIsXCJNYXJnaW5cIjp7XCIkaWRcIjpcIjYwNVwiLFwiVG9wXCI6MC4wLFwiTGVmdFwiOjAuMCxcIlJpZ2h0XCI6MC4wLFwiQm90dG9tXCI6MC4wfSxcIlBhZGRpbmdcIjp7XCIkaWRcIjpcIjYwNlwiLFwiVG9wXCI6MC4wLFwiTGVmdFwiOjAuMCxcIlJpZ2h0XCI6MC4wLFwiQm90dG9tXCI6MC4wfSxcIkJhY2tncm91bmRcIjp7XCIkaWRcIjpcIjYwN1wiLFwiQ29sb3JcIjp7XCIkaWRcIjpcIjYwOFwiLFwiQVwiOjUxLFwiUlwiOjIwMCxcIkdcIjoyMDAsXCJCXCI6MjAwfX0sXCJJc1Zpc2libGVcIjp0cnVlLFwiV2lkdGhcIjowLjAsXCJIZWlnaHRcIjowLjAsXCJCb3JkZXJTdHlsZVwiOntcIiRpZFwiOlwiNjA5XCIsXCJMaW5lU3R5bGVcIjp7XCIkaWRcIjpcIjYxMFwiLFwiTGluZUNvbG9yXCI6e1wiJGlkXCI6XCI2MTFcIixcIkNvbG9yXCI6e1wiJGlkXCI6XCI2MTJcIixcIkFcIjoyNTUsXCJSXCI6MjM0LFwiR1wiOjIyLFwiQlwiOjMwfX0sXCJMaW5lV2VpZ2h0XCI6Mi4wLFwiTGluZVR5cGVcIjowfSxcIklzVmlzaWJsZVwiOmZhbHNlfX0sXCJJc0Fib3ZlVGltZWJhbmRcIjpmYWxzZSxcIlNwYWNpbmdcIjozLFwiRGVmYXVsdFN3aW1sYW5lQWN0aXZpdHlTdHlsZVwiOntcIiRpZFwiOlwiNjEzXCIsXCJIZWFkZXJTdHlsZVwiOntcIiRpZFwiOlwiNjE0XCIsXCJUZXh0U3R5bGVcIjp7XCIkaWRcIjpcIjYxNVwiLFwiRm9udFNldHRpbmdzXCI6e1wiJGlkXCI6XCI2MTZcIixcIkZvbnRTaXplXCI6MTEsXCJGb250TmFtZVwiOlwiQ2FsaWJyaVwiLFwiSXNCb2xkXCI6ZmFsc2UsXCJJc0l0YWxpY1wiOmZhbHNlLFwiSXNVbmRlcmxpbmVkXCI6ZmFsc2V9LFwiRm9yZWdyb3VuZFwiOntcIiRpZFwiOlwiNjE3XCIsXCJDb2xvclwiOntcIiRpZFwiOlwiNjE4XCIsXCJBXCI6MjU1LFwiUlwiOjAsXCJHXCI6MCxcIkJcIjowfX0sXCJIb3Jpem9udGFsQWxpZ25tZW50XCI6MCxcIklzVmlzaWJsZVwiOnRydWV9LFwiUmVjdGFuZ2xlU3R5bGVcIjp7XCIkaWRcIjpcIjYxOVwiLFwiTWFyZ2luXCI6e1wiJGlkXCI6XCI2MjBcIixcIlRvcFwiOjAuMCxcIkxlZnRcIjowLjAsXCJSaWdodFwiOjAuMCxcIkJvdHRvbVwiOjAuMH0sXCJQYWRkaW5nXCI6e1wiJGlkXCI6XCI2MjFcIixcIlRvcFwiOjAuMCxcIkxlZnRcIjowLjAsXCJSaWdodFwiOjAuMCxcIkJvdHRvbVwiOjAuMH0sXCJCYWNrZ3JvdW5kXCI6e1wiJGlkXCI6XCI2MjJcIixcIkNvbG9yXCI6e1wiJGlkXCI6XCI2MjNcIixcIkFcIjoxMjcsXCJSXCI6MTUsXCJHXCI6MTU4LFwiQlwiOjIxM319LFwiSXNWaXNpYmxlXCI6dHJ1ZSxcIldpZHRoXCI6MC4wLFwiSGVpZ2h0XCI6MC4wLFwiQm9yZGVyU3R5bGVcIjp7XCIkaWRcIjpcIjYyNFwiLFwiTGluZVN0eWxlXCI6e1wiJGlkXCI6XCI2MjVcIixcIkxpbmVDb2xvclwiOntcIiRpZFwiOlwiNjI2XCIsXCJDb2xvclwiOntcIiRpZFwiOlwiNjI3XCIsXCJBXCI6MjU1LFwiUlwiOjI1NSxcIkdcIjowLFwiQlwiOjB9fSxcIkxpbmVXZWlnaHRcIjowLjAsXCJMaW5lVHlwZVwiOjB9LFwiSXNWaXNpYmxlXCI6ZmFsc2V9fX0sXCJCYWNrZ3JvdW5kU3R5bGVcIjp7XCIkaWRcIjpcIjYyOFwiLFwiTWFyZ2luXCI6e1wiJGlkXCI6XCI2MjlcIixcIlRvcFwiOjAuMCxcIkxlZnRcIjowLjAsXCJSaWdodFwiOjAuMCxcIkJvdHRvbVwiOjAuMH0sXCJQYWRkaW5nXCI6e1wiJGlkXCI6XCI2MzBcIixcIlRvcFwiOjAuMCxcIkxlZnRcIjowLjAsXCJSaWdodFwiOjAuMCxcIkJvdHRvbVwiOjAuMH0sXCJCYWNrZ3JvdW5kXCI6e1wiJGlkXCI6XCI2MzFcIixcIkNvbG9yXCI6e1wiJGlkXCI6XCI2MzJcIixcIkFcIjo1MSxcIlJcIjoyMDAsXCJHXCI6MjAwLFwiQlwiOjIwMH19LFwiSXNWaXNpYmxlXCI6dHJ1ZSxcIldpZHRoXCI6MC4wLFwiSGVpZ2h0XCI6MC4wLFwiQm9yZGVyU3R5bGVcIjp7XCIkaWRcIjpcIjYzM1wiLFwiTGluZVN0eWxlXCI6e1wiJGlkXCI6XCI2MzRcIixcIkxpbmVDb2xvclwiOntcIiRpZFwiOlwiNjM1XCIsXCJDb2xvclwiOntcIiRpZFwiOlwiNjM2XCIsXCJBXCI6MjU1LFwiUlwiOjIzNCxcIkdcIjoyMixcIkJcIjozMH19LFwiTGluZVdlaWdodFwiOjIuMCxcIkxpbmVUeXBlXCI6MH0sXCJJc1Zpc2libGVcIjpmYWxzZX19fSxcIkRlZmF1bHRTd2ltbGFuZU1pbGVzdG9uZVN0eWxlXCI6e1wiJGlkXCI6XCI2MzdcIixcIlRpdGxlUG9zaXRpb25cIjowLFwiRGF0ZVBvc2l0aW9uXCI6MixcIlZhcmlhbmNlUG9zaXRpb25cIjoyLFwiU2hhcGVUeXBlXCI6MSxcIlNoYXBlU2l6ZVwiOjAsXCJTcGFjaW5nXCI6NSxcIlNoYXBlU3R5bGVcIjp7XCIkaWRcIjpcIjYzOFwiLFwiTWFyZ2luXCI6e1wiJGlkXCI6XCI2MzlcIixcIlRvcFwiOjAuMCxcIkxlZnRcIjowLjAsXCJSaWdodFwiOjAuMCxcIkJvdHRvbVwiOjAuMH0sXCJQYWRkaW5nXCI6e1wiJGlkXCI6XCI2NDBcIixcIlRvcFwiOjAuMCxcIkxlZnRcIjowLjAsXCJSaWdodFwiOjAuMCxcIkJvdHRvbVwiOjAuMH0sXCJCYWNrZ3JvdW5kXCI6e1wiJGlkXCI6XCI2NDFcIixcIkNvbG9yXCI6e1wiJGlkXCI6XCI2NDJcIixcIkFcIjoyNTUsXCJSXCI6MTUsXCJHXCI6MTU4LFwiQlwiOjIxM319LFwiSXNWaXNpYmxlXCI6dHJ1ZSxcIldpZHRoXCI6MTIuMCxcIkhlaWdodFwiOjE0LjAsXCJCb3JkZXJTdHlsZVwiOntcIiRpZFwiOlwiNjQzXCIsXCJMaW5lU3R5bGVcIjp7XCIkaWRcIjpcIjY0NFwiLFwiTGluZUNvbG9yXCI6e1wiJGlkXCI6XCI2NDVcIixcIkNvbG9yXCI6e1wiJGlkXCI6XCI2NDZcIixcIkFcIjoyNTUsXCJSXCI6MjM0LFwiR1wiOjIyLFwiQlwiOjMwfX0sXCJMaW5lV2VpZ2h0XCI6Mi4wLFwiTGluZVR5cGVcIjowfSxcIklzVmlzaWJsZVwiOmZhbHNlfX0sXCJUaXRsZVN0eWxlXCI6e1wiJGlkXCI6XCI2NDdcIixcIkZvbnRTZXR0aW5nc1wiOntcIiRpZFwiOlwiNjQ4XCIsXCJGb250U2l6ZVwiOjExLFwiRm9udE5hbWVcIjpcIkNhbGlicmlcIixcIklzQm9sZFwiOmZhbHNlLFwiSXNJdGFsaWNcIjpmYWxzZSxcIklzVW5kZXJsaW5lZFwiOmZhbHNlfSxcIkZvcmVncm91bmRcIjp7XCIkaWRcIjpcIjY0OVwiLFwiQ29sb3JcIjp7XCIkaWRcIjpcIjY1MFwiLFwiQVwiOjI1NSxcIlJcIjowLFwiR1wiOjAsXCJCXCI6MH19LFwiSG9yaXpvbnRhbEFsaWdubWVudFwiOjIsXCJJc1Zpc2libGVcIjp0cnVlfSxcIkRhdGVTdHlsZVwiOntcIiRpZFwiOlwiNjUxXCIsXCJGb250U2V0dGluZ3NcIjp7XCIkaWRcIjpcIjY1MlwiLFwiRm9udFNpemVcIjoxMCxcIkZvbnROYW1lXCI6XCJDYWxpYnJpXCIsXCJJc0JvbGRcIjpmYWxzZSxcIklzSXRhbGljXCI6ZmFsc2UsXCJJc1VuZGVybGluZWRcIjpmYWxzZX0sXCJGb3JlZ3JvdW5kXCI6e1wiJGlkXCI6XCI2NTNcIixcIkNvbG9yXCI6e1wiJGlkXCI6XCI2NTRcIixcIkFcIjoyNTUsXCJSXCI6MTQsXCJHXCI6NDAsXCJCXCI6NjV9fSxcIkhvcml6b250YWxBbGlnbm1lbnRcIjowLFwiSXNWaXNpYmxlXCI6dHJ1ZX0sXCJEYXRlRm9ybWF0XCI6e1wiJGlkXCI6XCI2NTV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jU2XCIsXCJGb3JtYXRcIjowLFwiSXNWaXNpYmxlXCI6ZmFsc2UsXCJMYXN0S25vd25WaXNpYmlsaXR5U3RhdGVcIjpmYWxzZX0sXCJWYXJpYW5jZVN0eWxlXCI6e1wiJGlkXCI6XCI2NTdcIixcIlZhcmlhbmNlVGV4dFN0eWxlXCI6e1wiJGlkXCI6XCI2NThcIixcIkZvbnRTZXR0aW5nc1wiOntcIiRpZFwiOlwiNjU5XCIsXCJGb250U2l6ZVwiOjEwLFwiRm9udE5hbWVcIjpcIkNhbGlicmlcIixcIklzQm9sZFwiOmZhbHNlLFwiSXNJdGFsaWNcIjpmYWxzZSxcIklzVW5kZXJsaW5lZFwiOmZhbHNlfSxcIkZvcmVncm91bmRcIjp7XCIkaWRcIjpcIjY2MFwiLFwiQ29sb3JcIjp7XCIkaWRcIjpcIjY2MVwiLFwiQVwiOjI1NSxcIlJcIjowLFwiR1wiOjAsXCJCXCI6MH19LFwiSG9yaXpvbnRhbEFsaWdubWVudFwiOjAsXCJJc1Zpc2libGVcIjp0cnVlfX19LFwiRGVmYXVsdFN3aW1sYW5lVGFza1N0eWxlXCI6e1wiJGlkXCI6XCI2NjJcIixcIlNoYXBlXCI6MSxcIlNoYXBlVGhpY2tuZXNzXCI6MCxcIkR1cmF0aW9uRm9ybWF0XCI6MCxcIlBlcmNlbnRhZ2VDb21wbGV0ZVRleHRTdHlsZVwiOntcIiRpZFwiOlwiNjYzXCIsXCJGb250U2V0dGluZ3NcIjp7XCIkaWRcIjpcIjY2NFwiLFwiRm9udFNpemVcIjoxMCxcIkZvbnROYW1lXCI6XCJDYWxpYnJpXCIsXCJJc0JvbGRcIjpmYWxzZSxcIklzSXRhbGljXCI6ZmFsc2UsXCJJc1VuZGVybGluZWRcIjpmYWxzZX0sXCJGb3JlZ3JvdW5kXCI6e1wiJGlkXCI6XCI2NjVcIixcIkNvbG9yXCI6e1wiJGlkXCI6XCI2NjZcIixcIkFcIjoyNTUsXCJSXCI6MjMyLFwiR1wiOjIzMixcIkJcIjoyMzJ9fSxcIkhvcml6b250YWxBbGlnbm1lbnRcIjoxLFwiSXNWaXNpYmxlXCI6dHJ1ZX0sXCJQZXJjZW50YWdlQ29tcGxldGVIaWdobGlnaHRTdHlsZVwiOntcIiRpZFwiOlwiNjY3XCIsXCJCYWNrZ3JvdW5kXCI6e1wiJGlkXCI6XCI2NjhcIixcIkNvbG9yXCI6e1wiJGlkXCI6XCI2NjlcIixcIkFcIjo4OSxcIlJcIjowLFwiR1wiOjAsXCJCXCI6MH19fSxcIkR1cmF0aW9uU3R5bGVcIjp7XCIkaWRcIjpcIjY3MFwiLFwiRm9udFNldHRpbmdzXCI6e1wiJGlkXCI6XCI2NzFcIixcIkZvbnRTaXplXCI6MTAsXCJGb250TmFtZVwiOlwiQ2FsaWJyaVwiLFwiSXNCb2xkXCI6ZmFsc2UsXCJJc0l0YWxpY1wiOmZhbHNlLFwiSXNVbmRlcmxpbmVkXCI6ZmFsc2V9LFwiRm9yZWdyb3VuZFwiOntcIiRpZFwiOlwiNjcyXCIsXCJDb2xvclwiOntcIiRpZFwiOlwiNjczXCIsXCJBXCI6MjU1LFwiUlwiOjIzNyxcIkdcIjoxMjUsXCJCXCI6NDl9fSxcIkhvcml6b250YWxBbGlnbm1lbnRcIjowLFwiSXNWaXNpYmxlXCI6ZmFsc2V9LFwiTWFyZ2luXCI6e1wiJGlkXCI6XCI2NzRcIixcIlRvcFwiOjAuMCxcIkxlZnRcIjowLjAsXCJSaWdodFwiOjAuMCxcIkJvdHRvbVwiOjAuMH0sXCJTdGFydERhdGVQb3NpdGlvblwiOjMsXCJFbmREYXRlUG9zaXRpb25cIjozLFwiVGl0bGVQb3NpdGlvblwiOjQsXCJEdXJhdGlvblBvc2l0aW9uXCI6MCxcIlBlcmNlbnRhZ2VDb21wbGV0ZWRQb3NpdGlvblwiOjIsXCJWYXJpYW5jZVBvc2l0aW9uXCI6MixcIlNwYWNpbmdcIjozLFwiQmFzZWxpbmVTdHlsZVwiOntcIiRpZFwiOlwiNjc1XCIsXCJCYXNlbGluZVNoYXBlU3R5bGVcIjp7XCIkaWRcIjpcIjY3NlwiLFwiTWFyZ2luXCI6e1wiJGlkXCI6XCI2NzdcIixcIlRvcFwiOjAuMCxcIkxlZnRcIjowLjAsXCJSaWdodFwiOjAuMCxcIkJvdHRvbVwiOjAuMH0sXCJQYWRkaW5nXCI6e1wiJGlkXCI6XCI2NzhcIixcIlRvcFwiOjAuMCxcIkxlZnRcIjowLjAsXCJSaWdodFwiOjAuMCxcIkJvdHRvbVwiOjAuMH0sXCJCYWNrZ3JvdW5kXCI6e1wiJGlkXCI6XCI2NzlcIixcIkNvbG9yXCI6e1wiJGlkXCI6XCI2ODBcIixcIkFcIjoxNTMsXCJSXCI6MCxcIkdcIjowLFwiQlwiOjB9fSxcIklzVmlzaWJsZVwiOmZhbHNlLFwiV2lkdGhcIjowLjAsXCJIZWlnaHRcIjowLjAsXCJCb3JkZXJTdHlsZVwiOntcIiRpZFwiOlwiNjgxXCIsXCJMaW5lU3R5bGVcIjp7XCIkaWRcIjpcIjY4MlwiLFwiTGluZUNvbG9yXCI6e1wiJGlkXCI6XCI2ODNcIixcIkNvbG9yXCI6e1wiJGlkXCI6XCI2ODRcIixcIkFcIjoyNTUsXCJSXCI6MjU1LFwiR1wiOjAsXCJCXCI6MH19LFwiTGluZVdlaWdodFwiOjIuMCxcIkxpbmVUeXBlXCI6MH0sXCJJc1Zpc2libGVcIjpmYWxzZX19fSxcIlNoYXBlU3R5bGVcIjp7XCIkaWRcIjpcIjY4NVwiLFwiTWFyZ2luXCI6e1wiJGlkXCI6XCI2ODZcIixcIlRvcFwiOjAuMCxcIkxlZnRcIjo0LjAsXCJSaWdodFwiOjQuMCxcIkJvdHRvbVwiOjAuMH0sXCJQYWRkaW5nXCI6e1wiJGlkXCI6XCI2ODdcIixcIlRvcFwiOjAuMCxcIkxlZnRcIjowLjAsXCJSaWdodFwiOjAuMCxcIkJvdHRvbVwiOjAuMH0sXCJCYWNrZ3JvdW5kXCI6e1wiJGlkXCI6XCI2ODhcIixcIkNvbG9yXCI6e1wiJGlkXCI6XCI2ODlcIixcIkFcIjoyNTUsXCJSXCI6MTUsXCJHXCI6MTU4LFwiQlwiOjIxM319LFwiSXNWaXNpYmxlXCI6dHJ1ZSxcIldpZHRoXCI6MC4wLFwiSGVpZ2h0XCI6MTAuMCxcIkJvcmRlclN0eWxlXCI6e1wiJGlkXCI6XCI2OTBcIixcIkxpbmVTdHlsZVwiOntcIiRpZFwiOlwiNjkxXCIsXCJMaW5lQ29sb3JcIjp7XCIkaWRcIjpcIjY5MlwiLFwiQ29sb3JcIjp7XCIkaWRcIjpcIjY5M1wiLFwiQVwiOjI1NSxcIlJcIjoyMzQsXCJHXCI6MjIsXCJCXCI6MzB9fSxcIkxpbmVXZWlnaHRcIjoyLjAsXCJMaW5lVHlwZVwiOjB9LFwiSXNWaXNpYmxlXCI6ZmFsc2V9fSxcIlRpdGxlU3R5bGVcIjp7XCIkaWRcIjpcIjY5NFwiLFwiRm9udFNldHRpbmdzXCI6e1wiJGlkXCI6XCI2OTVcIixcIkZvbnRTaXplXCI6MTEsXCJGb250TmFtZVwiOlwiQ2FsaWJyaVwiLFwiSXNCb2xkXCI6ZmFsc2UsXCJJc0l0YWxpY1wiOmZhbHNlLFwiSXNVbmRlcmxpbmVkXCI6ZmFsc2V9LFwiRm9yZWdyb3VuZFwiOntcIiRpZFwiOlwiNjk2XCIsXCJDb2xvclwiOntcIiRpZFwiOlwiNjk3XCIsXCJBXCI6MjU1LFwiUlwiOjAsXCJHXCI6MCxcIkJcIjowfX0sXCJIb3Jpem9udGFsQWxpZ25tZW50XCI6MCxcIklzVmlzaWJsZVwiOnRydWV9LFwiRGF0ZVN0eWxlXCI6e1wiJGlkXCI6XCI2OThcIixcIkZvbnRTZXR0aW5nc1wiOntcIiRpZFwiOlwiNjk5XCIsXCJGb250U2l6ZVwiOjEwLFwiRm9udE5hbWVcIjpcIkNhbGlicmlcIixcIklzQm9sZFwiOmZhbHNlLFwiSXNJdGFsaWNcIjpmYWxzZSxcIklzVW5kZXJsaW5lZFwiOmZhbHNlfSxcIkZvcmVncm91bmRcIjp7XCIkaWRcIjpcIjcwMFwiLFwiQ29sb3JcIjp7XCIkaWRcIjpcIjcwMVwiLFwiQVwiOjI1NSxcIlJcIjoxNCxcIkdcIjo0MCxcIkJcIjo2NX19LFwiSG9yaXpvbnRhbEFsaWdubWVudFwiOjIsXCJJc1Zpc2libGVcIjp0cnVlfSxcIkRhdGVGb3JtYXRcIjp7XCIkaWRcIjpcIjcw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DNcIixcIkZvcm1hdFwiOjAsXCJJc1Zpc2libGVcIjpmYWxzZSxcIkxhc3RLbm93blZpc2liaWxpdHlTdGF0ZVwiOmZhbHNlfSxcIlZhcmlhbmNlU3R5bGVcIjp7XCIkaWRcIjpcIjcwNFwiLFwiVmFyaWFuY2VUZXh0U3R5bGVcIjp7XCIkaWRcIjpcIjcwNVwiLFwiRm9udFNldHRpbmdzXCI6e1wiJGlkXCI6XCI3MDZcIixcIkZvbnRTaXplXCI6MTAsXCJGb250TmFtZVwiOlwiQ2FsaWJyaVwiLFwiSXNCb2xkXCI6ZmFsc2UsXCJJc0l0YWxpY1wiOmZhbHNlLFwiSXNVbmRlcmxpbmVkXCI6ZmFsc2V9LFwiRm9yZWdyb3VuZFwiOntcIiRpZFwiOlwiNzA3XCIsXCJDb2xvclwiOntcIiRpZFwiOlwiNzA4XCIsXCJBXCI6MjU1LFwiUlwiOjAsXCJHXCI6MCxcIkJcIjowfX0sXCJIb3Jpem9udGFsQWxpZ25tZW50XCI6MCxcIklzVmlzaWJsZVwiOnRydWV9fX0sXCJEZWZhdWx0U3dpbWxhbmVNb3RTdHlsZVwiOntcIiRpZFwiOlwiNzA5XCIsXCJTaGFwZVwiOjEsXCJTaGFwZVNpemVcIjowLFwiRGV0YWlsc1NwYWNpbmdcIjowLjAsXCJQYWRkaW5nXCI6e1wiJGlkXCI6XCI3MTBcIixcIlRvcFwiOjUuMCxcIkxlZnRcIjozLjAsXCJSaWdodFwiOjAuMCxcIkJvdHRvbVwiOjIuMH0sXCJQb3NpdGlvbk9uVGFza1wiOjEsXCJTaGFwZVN0eWxlXCI6e1wiJGlkXCI6XCI3MTFcIixcIk1hcmdpblwiOntcIiRpZFwiOlwiNzEyXCIsXCJUb3BcIjowLjAsXCJMZWZ0XCI6MC4wLFwiUmlnaHRcIjowLjAsXCJCb3R0b21cIjowLjB9LFwiUGFkZGluZ1wiOntcIiRpZFwiOlwiNzEzXCIsXCJUb3BcIjowLjAsXCJMZWZ0XCI6MC4wLFwiUmlnaHRcIjowLjAsXCJCb3R0b21cIjowLjB9LFwiQmFja2dyb3VuZFwiOntcIiRpZFwiOlwiNzE0XCIsXCJDb2xvclwiOntcIiRpZFwiOlwiNzE1XCIsXCJBXCI6MjU1LFwiUlwiOjExLFwiR1wiOjExOCxcIkJcIjoxNTl9fSxcIklzVmlzaWJsZVwiOnRydWUsXCJXaWR0aFwiOjEyLjAsXCJIZWlnaHRcIjoxNC4wLFwiQm9yZGVyU3R5bGVcIjp7XCIkaWRcIjpcIjcxNlwiLFwiTGluZVN0eWxlXCI6e1wiJGlkXCI6XCI3MTdcIixcIkxpbmVDb2xvclwiOntcIiRpZFwiOlwiNzE4XCIsXCJDb2xvclwiOntcIiRpZFwiOlwiNzE5XCIsXCJBXCI6MjU1LFwiUlwiOjI1NSxcIkdcIjowLFwiQlwiOjB9fSxcIkxpbmVXZWlnaHRcIjowLjAsXCJMaW5lVHlwZVwiOjB9LFwiSXNWaXNpYmxlXCI6ZmFsc2V9fSxcIlRpdGxlU3R5bGVcIjp7XCIkaWRcIjpcIjcyMFwiLFwiRm9udFNldHRpbmdzXCI6e1wiJGlkXCI6XCI3MjFcIixcIkZvbnRTaXplXCI6MTEsXCJGb250TmFtZVwiOlwiQ2FsaWJyaVwiLFwiSXNCb2xkXCI6ZmFsc2UsXCJJc0l0YWxpY1wiOmZhbHNlLFwiSXNVbmRlcmxpbmVkXCI6ZmFsc2V9LFwiRm9yZWdyb3VuZFwiOntcIiRpZFwiOlwiNzIyXCIsXCJDb2xvclwiOntcIiRpZFwiOlwiNzIzXCIsXCJBXCI6MjU1LFwiUlwiOjAsXCJHXCI6MCxcIkJcIjowfX0sXCJIb3Jpem9udGFsQWxpZ25tZW50XCI6MSxcIklzVmlzaWJsZVwiOnRydWV9LFwiRGF0ZVN0eWxlXCI6e1wiJGlkXCI6XCI3MjRcIixcIkZvbnRTZXR0aW5nc1wiOntcIiRpZFwiOlwiNzI1XCIsXCJGb250U2l6ZVwiOjEwLFwiRm9udE5hbWVcIjpcIkNhbGlicmlcIixcIklzQm9sZFwiOmZhbHNlLFwiSXNJdGFsaWNcIjpmYWxzZSxcIklzVW5kZXJsaW5lZFwiOmZhbHNlfSxcIkZvcmVncm91bmRcIjp7XCIkaWRcIjpcIjcyNlwiLFwiQ29sb3JcIjp7XCIkaWRcIjpcIjcyN1wiLFwiQVwiOjI1NSxcIlJcIjoxNCxcIkdcIjo0MCxcIkJcIjo2NX19LFwiSG9yaXpvbnRhbEFsaWdubWVudFwiOjEsXCJJc1Zpc2libGVcIjp0cnVlfSxcIkRhdGVGb3JtYXRcIjp7XCIkaWRcIjpcIjcyO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jlcIixcIkZvcm1hdFwiOjAsXCJJc1Zpc2libGVcIjpmYWxzZSxcIkxhc3RLbm93blZpc2liaWxpdHlTdGF0ZVwiOmZhbHNlfSxcIlZhcmlhbmNlU3R5bGVcIjp7XCIkaWRcIjpcIjczMFwiLFwiVmFyaWFuY2VUZXh0U3R5bGVcIjp7XCIkaWRcIjpcIjczMVwiLFwiRm9udFNldHRpbmdzXCI6e1wiJGlkXCI6XCI3MzJcIixcIkZvbnRTaXplXCI6MTAsXCJGb250TmFtZVwiOlwiQ2FsaWJyaVwiLFwiSXNCb2xkXCI6ZmFsc2UsXCJJc0l0YWxpY1wiOmZhbHNlLFwiSXNVbmRlcmxpbmVkXCI6ZmFsc2V9LFwiRm9yZWdyb3VuZFwiOntcIiRpZFwiOlwiNzMzXCIsXCJDb2xvclwiOntcIiRpZFwiOlwiNzM0XCIsXCJBXCI6MjU1LFwiUlwiOjAsXCJHXCI6MCxcIkJcIjowfX0sXCJIb3Jpem9udGFsQWxpZ25tZW50XCI6MCxcIklzVmlzaWJsZVwiOnRydWV9fX19XSxcIkdyaWRsaW5lUGFuZWxTdHlsZVwiOntcIiRpZFwiOlwiNzM1XCIsXCJHcmlkbGluZVN0eWxlXCI6e1wiJGlkXCI6XCI3MzZcIixcIkxpbmVDb2xvclwiOntcIiRpZFwiOlwiNzM3XCIsXCJDb2xvclwiOntcIiRpZFwiOlwiNzM4XCIsXCJBXCI6MzgsXCJSXCI6OTEsXCJHXCI6MTU1LFwiQlwiOjIxM319LFwiTGluZVdlaWdodFwiOjEuMCxcIkxpbmVUeXBlXCI6MH0sXCJJc1Zpc2libGVcIjp0cnVlfSxcIkFjdGl2aXR5TGluZVBhbmVsU3R5bGVcIjp7XCIkaWRcIjpcIjczOVwiLFwiQWN0aXZpdHlMaW5lU3R5bGVcIjp7XCIkaWRcIjpcIjc0MFwiLFwiTGluZUNvbG9yXCI6e1wiJGlkXCI6XCI3NDFcIixcIkNvbG9yXCI6e1wiJGlkXCI6XCI3NDJcIixcIkFcIjozOCxcIlJcIjo2OCxcIkdcIjoxMTQsXCJCXCI6MTk2fX0sXCJMaW5lV2VpZ2h0XCI6MS4wLFwiTGluZVR5cGVcIjowfSxcIklzVmlzaWJsZVwiOnRydWV9LFwiRGVmYXVsdERlcGVuZGVuY3lTdHlsZVwiOntcIiRpZFwiOlwiNzQzXCIsXCJMaW5lU3R5bGVcIjp7XCIkaWRcIjpcIjc0NFwiLFwiTGluZUNvbG9yXCI6e1wiJGlkXCI6XCI3NDVcIixcIkNvbG9yXCI6e1wiJGlkXCI6XCI3NDZcIixcIkFcIjoyNTUsXCJSXCI6MCxcIkdcIjowLFwiQlwiOjB9fSxcIkxpbmVXZWlnaHRcIjoxLjAsXCJMaW5lVHlwZVwiOjB9LFwiRW5kQXJyb3doZWFkTGluZVN0eWxlXCI6e1wiJGlkXCI6XCI3NDdcIixcIktpbmRcIjoxLFwiV2lkdGhcIjoxLFwiTGVuZ3RoXCI6MH0sXCJCcmluZ1RvRnJvbnRcIjpmYWxzZSxcIlJhZGl1c1wiOjMuMH0sXCJDcml0aWNhbFBhdGhTdHlsZVwiOntcIiRpZFwiOlwiNzQ4XCIsXCJDcml0aWNhbFBhdGhTdHlsZU9wdGlvbnNcIjozMCxcIkxpbmVTdHlsZVwiOntcIiRpZFwiOlwiNzQ5XCIsXCJMaW5lQ29sb3JcIjp7XCIkaWRcIjpcIjc1MFwiLFwiQ29sb3JcIjp7XCIkaWRcIjpcIjc1MVwiLFwiQVwiOjI1NSxcIlJcIjoyMjIsXCJHXCI6NTAsXCJCXCI6NTB9fSxcIkxpbmVXZWlnaHRcIjoxLjAsXCJMaW5lVHlwZVwiOjB9LFwiVGl0bGVGb3JlZ3JvdW5kXCI6e1wiJGlkXCI6XCI3NTJcIixcIkNvbG9yXCI6e1wiJGlkXCI6XCI3NTNcIixcIkFcIjoyNTUsXCJSXCI6MTc2LFwiR1wiOjE5LFwiQlwiOjI1fX0sXCJTaGFwZXNCYWNrZ3JvdW5kXCI6e1wiJGlkXCI6XCI3NTRcIixcIkNvbG9yXCI6e1wiJGlkXCI6XCI3NTVcIixcIkFcIjoyNTUsXCJSXCI6MjUzLFwiR1wiOjIwMyxcIkJcIjoyMDh9fSxcIlNoYXBlc0JvcmRlclN0eWxlXCI6e1wiJGlkXCI6XCI3NTZcIixcIkxpbmVDb2xvclwiOntcIiRpZFwiOlwiNzU3XCIsXCJDb2xvclwiOntcIiRpZFwiOlwiNzU4XCIsXCJBXCI6MjU1LFwiUlwiOjIzNCxcIkdcIjoyMixcIkJcIjozMH19LFwiTGluZVdlaWdodFwiOjIuMCxcIkxpbmVUeXBlXCI6MH19LFwiUGFuZWxzU3BhY2luZ0RlZmluaXRpb25cIjp7XCIkaWRcIjpcIjc1OVwiLFwiU3BhY2luZ0Fib3ZlVGltZWJhbmRcIjozLFwiU3BhY2luZ0JlbG93VGltZWJhbmRcIjozLFwiU3BhY2luZ0Fib3ZlQmV0d2VlblN3aW1sYW5lc0FuZFRhc2tzXCI6NSxcIlNwYWNpbmdCZWxvd0JldHdlZW5Td2ltbGFuZXNBbmRUYXNrc1wiOjV9LFwiQ29uZGl0aW9uYWxGb3JtYXR0aW5nXCI6e1wiJGlkXCI6XCI3NjBcIixcIlB2QUZvcm1hdHRpbmdcIjp7XCIkaWRcIjpcIjc2MVwiLFwiRGVsYXlUYXNrU3R5bGVcIjp7XCIkaWRcIjpcIjc2MlwiLFwiU3R5bGVPcHRpb25zXCI6MjQsXCJUaXRsZUZvcmVncm91bmRcIjp7XCIkaWRcIjpcIjc2M1wiLFwiQ29sb3JcIjp7XCIkaWRcIjpcIjc2NFwiLFwiQVwiOjI1NSxcIlJcIjoxNzUsXCJHXCI6MCxcIkJcIjowfX0sXCJBY3R1YWxTaGFwZXNCYWNrZ3JvdW5kXCI6e1wiJGlkXCI6XCI3NjVcIixcIkNvbG9yXCI6e1wiJGlkXCI6XCI3NjZcIixcIkFcIjo2MixcIlJcIjoyNTUsXCJHXCI6MCxcIkJcIjowfX0sXCJBY3R1YWxTaGFwZXNCb3JkZXJTdHlsZVwiOntcIiRpZFwiOlwiNzY3XCIsXCJMaW5lQ29sb3JcIjp7XCIkaWRcIjpcIjc2OFwiLFwiQ29sb3JcIjp7XCIkaWRcIjpcIjc2OVwiLFwiQVwiOjE2MyxcIlJcIjoyNTUsXCJHXCI6MCxcIkJcIjowfX0sXCJMaW5lV2VpZ2h0XCI6My4wLFwiTGluZVR5cGVcIjowfSxcIkJhc2VsaW5lU2hhcGVzQmFja2dyb3VuZFwiOntcIiRpZFwiOlwiNzcwXCIsXCJDb2xvclwiOntcIiRpZFwiOlwiNzcxXCIsXCJBXCI6MTg0LFwiUlwiOjI1NSxcIkdcIjowLFwiQlwiOjB9fSxcIlZhcmlhbmNlRm9yZWdyb3VuZFwiOntcIiRpZFwiOlwiNzcyXCIsXCJDb2xvclwiOntcIiRpZFwiOlwiNzczXCIsXCJBXCI6MjU1LFwiUlwiOjE3NSxcIkdcIjowLFwiQlwiOjB9fX0sXCJEZWxheU1pbGVzdG9uZVN0eWxlXCI6e1wiJGlkXCI6XCI3NzRcIixcIlN0eWxlT3B0aW9uc1wiOjE4LFwiVGl0bGVGb3JlZ3JvdW5kXCI6e1wiJGlkXCI6XCI3NzVcIixcIkNvbG9yXCI6e1wiJGlkXCI6XCI3NzZcIixcIkFcIjoyNTUsXCJSXCI6MTc1LFwiR1wiOjAsXCJCXCI6MH19LFwiQWN0dWFsU2hhcGVzQmFja2dyb3VuZFwiOntcIiRpZFwiOlwiNzc3XCIsXCJDb2xvclwiOntcIiRpZFwiOlwiNzc4XCIsXCJBXCI6MjU1LFwiUlwiOjIyMixcIkdcIjo4MCxcIkJcIjo1MH19LFwiQWN0dWFsU2hhcGVzQm9yZGVyU3R5bGVcIjp7XCIkaWRcIjpcIjc3OVwiLFwiTGluZUNvbG9yXCI6e1wiJGlkXCI6XCI3ODBcIixcIkNvbG9yXCI6e1wiJGlkXCI6XCI3ODFcIixcIkFcIjoxNjMsXCJSXCI6MjU1LFwiR1wiOjAsXCJCXCI6MH19LFwiTGluZVdlaWdodFwiOjMuMCxcIkxpbmVUeXBlXCI6MH0sXCJCYXNlbGluZVNoYXBlc0JhY2tncm91bmRcIjp7XCIkaWRcIjpcIjc4MlwiLFwiQ29sb3JcIjp7XCIkaWRcIjpcIjc4M1wiLFwiQVwiOjE4NCxcIlJcIjoyNTUsXCJHXCI6MCxcIkJcIjowfX0sXCJWYXJpYW5jZUZvcmVncm91bmRcIjp7XCIkaWRcIjpcIjc4NFwiLFwiQ29sb3JcIjp7XCIkaWRcIjpcIjc4NVwiLFwiQVwiOjI1NSxcIlJcIjoxNzUsXCJHXCI6MCxcIkJcIjowfX19LFwiQWR2YW5jZVRhc2tTdHlsZVwiOntcIiRpZFwiOlwiNzg2XCIsXCJTdHlsZU9wdGlvbnNcIjoyNCxcIlRpdGxlRm9yZWdyb3VuZFwiOntcIiRpZFwiOlwiNzg3XCIsXCJDb2xvclwiOntcIiRpZFwiOlwiNzg4XCIsXCJBXCI6MjU1LFwiUlwiOjAsXCJHXCI6MTEwLFwiQlwiOjB9fSxcIkFjdHVhbFNoYXBlc0JhY2tncm91bmRcIjp7XCIkaWRcIjpcIjc4OVwiLFwiQ29sb3JcIjp7XCIkaWRcIjpcIjc5MFwiLFwiQVwiOjYxLFwiUlwiOjAsXCJHXCI6MTI4LFwiQlwiOjB9fSxcIkFjdHVhbFNoYXBlc0JvcmRlclN0eWxlXCI6e1wiJGlkXCI6XCI3OTFcIixcIkxpbmVDb2xvclwiOntcIiRpZFwiOlwiNzkyXCIsXCJDb2xvclwiOntcIiRpZFwiOlwiNzkzXCIsXCJBXCI6MTYzLFwiUlwiOjAsXCJHXCI6MTI4LFwiQlwiOjB9fSxcIkxpbmVXZWlnaHRcIjozLjAsXCJMaW5lVHlwZVwiOjB9LFwiQmFzZWxpbmVTaGFwZXNCYWNrZ3JvdW5kXCI6e1wiJGlkXCI6XCI3OTRcIixcIkNvbG9yXCI6e1wiJGlkXCI6XCI3OTVcIixcIkFcIjoxODQsXCJSXCI6MCxcIkdcIjoxMjgsXCJCXCI6MH19LFwiVmFyaWFuY2VGb3JlZ3JvdW5kXCI6e1wiJGlkXCI6XCI3OTZcIixcIkNvbG9yXCI6e1wiJGlkXCI6XCI3OTdcIixcIkFcIjoyNTUsXCJSXCI6MCxcIkdcIjoxMTAsXCJCXCI6MH19fSxcIkFkdmFuY2VNaWxlc3RvbmVTdHlsZVwiOntcIiRpZFwiOlwiNzk4XCIsXCJTdHlsZU9wdGlvbnNcIjoxOCxcIlRpdGxlRm9yZWdyb3VuZFwiOntcIiRpZFwiOlwiNzk5XCIsXCJDb2xvclwiOntcIiRpZFwiOlwiODAwXCIsXCJBXCI6MjU1LFwiUlwiOjAsXCJHXCI6MTEwLFwiQlwiOjB9fSxcIkFjdHVhbFNoYXBlc0JhY2tncm91bmRcIjp7XCIkaWRcIjpcIjgwMVwiLFwiQ29sb3JcIjp7XCIkaWRcIjpcIjgwMlwiLFwiQVwiOjI1NSxcIlJcIjoyMCxcIkdcIjoxMDAsXCJCXCI6MH19LFwiQWN0dWFsU2hhcGVzQm9yZGVyU3R5bGVcIjp7XCIkaWRcIjpcIjgwM1wiLFwiTGluZUNvbG9yXCI6e1wiJGlkXCI6XCI4MDRcIixcIkNvbG9yXCI6e1wiJGlkXCI6XCI4MDVcIixcIkFcIjoxNjMsXCJSXCI6MCxcIkdcIjoxMjgsXCJCXCI6MH19LFwiTGluZVdlaWdodFwiOjMuMCxcIkxpbmVUeXBlXCI6MH0sXCJCYXNlbGluZVNoYXBlc0JhY2tncm91bmRcIjp7XCIkaWRcIjpcIjgwNlwiLFwiQ29sb3JcIjp7XCIkaWRcIjpcIjgwN1wiLFwiQVwiOjE4NCxcIlJcIjowLFwiR1wiOjEyOCxcIkJcIjowfX0sXCJWYXJpYW5jZUZvcmVncm91bmRcIjp7XCIkaWRcIjpcIjgwOFwiLFwiQ29sb3JcIjp7XCIkaWRcIjpcIjgwOVwiLFwiQVwiOjI1NSxcIlJcIjowLFwiR1wiOjExMCxcIkJcIjowfX19fX0sXCJfc2VsZWN0ZWRUaGVtZVByZXNldENvbG9yc1wiOntcIiRpZFwiOlwiODEwXCIsXCJUZXh0TGlnaHRcIjp7XCIkaWRcIjpcIjgxMVwiLFwiQVwiOjI1NSxcIlJcIjoyNTUsXCJHXCI6MjU1LFwiQlwiOjI1NX0sXCJUZXh0RGFya1wiOntcIiRpZFwiOlwiODEyXCIsXCJBXCI6MjU1LFwiUlwiOjAsXCJHXCI6MCxcIkJcIjowfSxcIkFjY2VudDFcIjp7XCIkaWRcIjpcIjgxM1wiLFwiQVwiOjI1NSxcIlJcIjoyMzIsXCJHXCI6MjMyLFwiQlwiOjIzMn0sXCJBY2NlbnQyXCI6e1wiJGlkXCI6XCI4MTRcIixcIkFcIjoyNTUsXCJSXCI6MTQsXCJHXCI6NDAsXCJCXCI6NjV9LFwiQWNjZW50M1wiOntcIiRpZFwiOlwiODE1XCIsXCJBXCI6MjU1LFwiUlwiOjIxLFwiR1wiOjk2LFwiQlwiOjEzMH0sXCJBY2NlbnQ0XCI6e1wiJGlkXCI6XCI4MTZcIixcIkFcIjoyNTUsXCJSXCI6MjMzLFwiR1wiOjExMyxcIkJcIjo1MH0sXCJBY2NlbnQ1XCI6e1wiJGlkXCI6XCI4MTdcIixcIkFcIjoyNTUsXCJSXCI6MjUsXCJHXCI6MTA3LFwiQlwiOjM2fSxcIkFjY2VudDZcIjp7XCIkaWRcIjpcIjgxOFwiLFwiQVwiOjI1NSxcIlJcIjoxNSxcIkdcIjoxNTgsXCJCXCI6MjEzfSxcIkFjY2VudDdcIjp7XCIkaWRcIjpcIjgxOVwiLFwiQVwiOjI1NSxcIlJcIjoxNjAsXCJHXCI6NDMsXCJCXCI6MTQ3fSxcIkFjY2VudDhcIjp7XCIkaWRcIjpcIjgyMFwiLFwiQVwiOjI1NSxcIlJcIjo3OCxcIkdcIjoxNjcsXCJCXCI6NDZ9fSxcIl9jdXN0b21QcmVzZXRDb2xvcnNcIjp7XCIkaWRcIjpcIjgyMVwifX19IiwiUmVjZW50Q29sb3JzQ29sbGVjdGlvbiI6IltcIiNGRjRFQTcyRVwiLFwiI0ZGRkVCQTBBXCIsXCIjRkYwRjlFRDVcIl0ifSwiU2V0dGluZ3MiOnsiJGlkIjoiMTk5NiIsIkltcGFPcHRpb25zIjp7IiRpZCI6IjE5OTciLCJMZWZ0VG9SaWdodCI6ZmFsc2UsIlBheWxvYWRPcHRpb25zIjoy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ZmFsc2UsIkltcG9ydFR5cGUiOjAsIkZpbGVQYXRoIjpudWxsLCJUaW1lQ29uZmlndXJhdGlvbiI6eyIkaWQiOiIxOTk4IiwiVXNlVGltZSI6ZmFsc2UsIldvcmtEYXlTdGFydCI6IjAwOjAwOjAwIiwiV29ya0RheUVuZCI6IjIzOjU5OjAwIn0sIkxhc3RVc2VkVGVtcGxhdGVJZCI6IjAwMDAwMDAwLTAwMDAtMDAwMC0wMDAwLTAwMDAwMDAwMDAwMCIsIkxhc3RVc2VkVGhlbWVEZXRhaWxzIjp7IiRpZCI6IjE5OTkiLCJJZCI6IjA0ODcxNWIwLWQ1NzgtNGMyZi1hMzI2LTg4MThiZTI0NzI0OSIsIlRpdGxlIjoiQmFzZWxpbmUiLCJDYXRlZ29yeSI6MX0sIkZpcnN0V2Vla09mWWVhciI6MCwiUGxhY2VNaWxlc3RvbmVBdFRoZUJlZ2lubmluZ09mVGhlRGF5IjpmYWxzZSwiRGVwZW5kZW5jeVNjaGVkdWxpbmdTZXR0aW5ncyI6eyIkaWQiOiIyMDAwIiwiRGVwZW5kZW5jaWVzU2NoZWR1bGluZ01vZGVTZXR0aW5nIjoiRmxleGlibGUiLCJEZXBlbmRlbmNpZXNQcmV2aW91c1NjaGVkdWxpbmdNb2RlIjoiRmxleGlibGUiLCJPbkJyZWFraW5nRmxleGlibGVTY2hlZHVsaW5nTW9kZVNldHRpbmciOiJBc2tFdmVyeXRpbWUiLCJPbkJyZWFraW5nU3RyaWN0U2NoZWR1bGluZ01vZGVTZXR0aW5nIjoiQXNrRXZlcnl0aW1lIn0sIkRlcGVuZGVuY3lNb2R1bGVFbmFibGVkIjp0cnVlLCJQbGFubmVkTW9kdWxlRW5hYmxlZCI6ZmFsc2UsIk9sZEZpeGVkSW50ZXJ2YWxzUmVuZGVyaW5nU3RyYXRlZ3lVc2VkQmVmb3JlIjpmYWxzZSwiRGVwZW5kZW5jaWVzIjp7Il9kZXBlbmRlbmNpZXMiOltdfX0="/>
  <p:tag name="__MASTER" val="__part_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XSwiSGFzQmFzZWxpbmVzIjpmYWxzZSwiQ3VsdHVyZUluZm9OYW1lIjoiZW4tVVMiLCJTdHlsZU5hbWUiOm51bGwsIlZlcnNpb24iOnsiJGlkIjoiMiIsIlZlcnNpb24iOiI1LjYuMCIsIk9yaWdpbmFsQXNzZW1ibHlWZXJzaW9uIjpudWxsLCJFZGl0aW9uIjpudWxsLCJMYXN0U2F2ZWRFZGl0aW9uIjowLCJJc1BsdXNFZGl0aW9uIjpmYWxzZSwiSXNQcm9FZGl0aW9uIjpmYWxzZX0sIkVmZmVjdCI6MCwiU3R5bGUiOnsiJGlkIjoiMyIsIkRlZmF1bHREZXBlbmRlbmN5U3R5bGUiOnsiJGlkIjoiNCIsIkxpbmVTdHlsZSI6eyIkaWQiOiI1IiwiTGluZUNvbG9yIjp7IiRpZCI6IjYiLCIkdHlwZSI6Ik5MUkUuQ29tbW9uLkRvbS5Tb2xpZENvbG9yQnJ1c2gsIE5MUkUuQ29tbW9uIiwiQ29sb3IiOnsiJGlkIjoiNyIsIkEiOjI1NSwiUiI6MCwiRyI6MCwiQiI6MH19LCJMaW5lV2VpZ2h0IjoxLjAsIkxpbmVUeXBlIjowLCJQYXJlbnRTdHlsZSI6bnVsbH0sIkVuZEFycm93aGVhZExpbmVTdHlsZSI6eyIkaWQiOiI4IiwiS2luZCI6MSwiV2lkdGgiOjEsIkxlbmd0aCI6MCwiUGFyZW50U3R5bGUiOm51bGx9LCJCcmluZ1RvRnJvbnQiOmZhbHNlLCJFbGJvd1JhZGl1cyI6My4wLCJNYXJnaW4iOnsiJGlkIjoiOSIsIlRvcCI6MC4wLCJMZWZ0IjowLjAsIlJpZ2h0IjowLjAsIkJvdHRvbSI6MC4wfSwiUGFkZGluZyI6eyIkaWQiOiIxMCIsIlRvcCI6MC4wLCJMZWZ0IjowLjAsIlJpZ2h0IjowLjAsIkJvdHRvbSI6MC4wfSwiQmFja2dyb3VuZCI6bnVsbCwiSXNWaXNpYmxlIjp0cnVlLCJXaWR0aCI6MC4wLCJIZWlnaHQiOjAuMCwiQm9yZGVyU3R5bGUiOm51bGwsIlBhcmVudFN0eWxlIjpudWxsfSwiQ3JpdGljYWxQYXRoU3R5bGUiOnsiJGlkIjoiMTEiLCJDcml0aWNhbFBhdGhTdHlsZU9wdGlvbnMiOjMwLCJMaW5lU3R5bGUiOnsiJGlkIjoiMTIiLCJMaW5lQ29sb3IiOnsiJGlkIjoiMTMiLCIkdHlwZSI6Ik5MUkUuQ29tbW9uLkRvbS5Tb2xpZENvbG9yQnJ1c2gsIE5MUkUuQ29tbW9uIiwiQ29sb3IiOnsiJGlkIjoiMTQiLCJBIjoyNTUsIlIiOjIyMiwiRyI6NTAsIkIiOjUwfX0sIkxpbmVXZWlnaHQiOjEuMCwiTGluZVR5cGUiOjAsIlBhcmVudFN0eWxlIjpudWxsfSwiVGl0bGVGb3JlZ3JvdW5kIjp7IiRpZCI6IjE1IiwiQ29sb3IiOnsiJGlkIjoiMTYiLCJBIjoyNTUsIlIiOjE3NiwiRyI6MTksIkIiOjI1fX0sIlNoYXBlc0JhY2tncm91bmQiOnsiJGlkIjoiMTciLCJDb2xvciI6eyIkaWQiOiIxOCIsIkEiOjI1NSwiUiI6MjUzLCJHIjoyMDMsIkIiOjIwOH19LCJTaGFwZXNCb3JkZXJTdHlsZSI6eyIkaWQiOiIxOSIsIkxpbmVDb2xvciI6eyIkaWQiOiIyMCIsIiR0eXBlIjoiTkxSRS5Db21tb24uRG9tLlNvbGlkQ29sb3JCcnVzaCwgTkxSRS5Db21tb24iLCJDb2xvciI6eyIkaWQiOiIyMSIsIkEiOjI1NSwiUiI6MjM0LCJHIjoyMiwiQiI6MzB9fSwiTGluZVdlaWdodCI6Mi4wLCJMaW5lVHlwZSI6MCwiUGFyZW50U3R5bGUiOm51bGx9LCJNYXJnaW4iOnsiJGlkIjoiMjIiLCJUb3AiOjAuMCwiTGVmdCI6MC4wLCJSaWdodCI6MC4wLCJCb3R0b20iOjAuMH0sIlBhZGRpbmciOnsiJGlkIjoiMjMiLCJUb3AiOjAuMCwiTGVmdCI6MC4wLCJSaWdodCI6MC4wLCJCb3R0b20iOjAuMH0sIkJhY2tncm91bmQiOm51bGwsIklzVmlzaWJsZSI6ZmFsc2UsIldpZHRoIjowLjAsIkhlaWdodCI6MC4wLCJCb3JkZXJTdHlsZSI6eyIkaWQiOiIyNCIsIkxpbmVDb2xvciI6bnVsbCwiTGluZVdlaWdodCI6MC4wLCJMaW5lVHlwZSI6MCwiUGFyZW50U3R5bGUiOm51bGx9LCJQYXJlbnRTdHlsZSI6bnVsbH0sIlBhbmVsc1NwYWNpbmdEZWZpbml0aW9uIjp7IiRpZCI6IjI1IiwiU3BhY2luZ0Fib3ZlVGltZWJhbmQiOjMsIlNwYWNpbmdCZWxvd1RpbWViYW5kIjozLCJTcGFjaW5nQWJvdmVCZXR3ZWVuU3dpbWxhbmVzQW5kVGFza3MiOjUsIlNwYWNpbmdCZWxvd0JldHdlZW5Td2ltbGFuZXNBbmRUYXNrcyI6NX0sIlRpbWViYW5kU3R5bGUiOnsiJGlkIjoiMjYiLCJTY2FsZU1hcmtpbmciOjAsIlNoYXBlIjowLCJTaGFwZVN0eWxlIjp7IiRpZCI6IjI3IiwiTWFyZ2luIjp7IiRpZCI6IjI4IiwiVG9wIjowLjAsIkxlZnQiOjEwLjAsIlJpZ2h0IjoxMC4wLCJCb3R0b20iOjAuMH0sIlBhZGRpbmciOnsiJGlkIjoiMjkiLCJUb3AiOjAuMCwiTGVmdCI6MC4wLCJSaWdodCI6MC4wLCJCb3R0b20iOjAuMH0sIkJhY2tncm91bmQiOnsiJGlkIjoiMzAiLCJDb2xvciI6eyIkaWQiOiIzMSIsIkEiOjI1NSwiUiI6MTQsIkciOjQwLCJCIjo2NX19LCJJc1Zpc2libGUiOnRydWUsIldpZHRoIjowLjAsIkhlaWdodCI6MjAuMCwiQm9yZGVyU3R5bGUiOnsiJGlkIjoiMzIiLCJMaW5lQ29sb3IiOnsiJGlkIjoiMzMiLCIkdHlwZSI6Ik5MUkUuQ29tbW9uLkRvbS5Tb2xpZENvbG9yQnJ1c2gsIE5MUkUuQ29tbW9uIiwiQ29sb3IiOnsiJGlkIjoiMzQiLCJBIjoyNTUsIlIiOjI1NSwiRyI6MCwiQiI6MH19LCJMaW5lV2VpZ2h0IjowLjAsIkxpbmVUeXBlIjowLCJQYXJlbnRTdHlsZSI6bnVsbH0sIlBhcmVudFN0eWxlIjpudWxsfSwiTWlkZGxlVGllclNoYXBlU3R5bGUiOnsiJGlkIjoiMzUiLCJNYXJnaW4iOnsiJGlkIjoiMzYiLCJUb3AiOjAuMCwiTGVmdCI6MTAuMCwiUmlnaHQiOjEwLjAsIkJvdHRvbSI6MC4wfSwiUGFkZGluZyI6eyIkaWQiOiIzNyIsIlRvcCI6MC4wLCJMZWZ0IjowLjAsIlJpZ2h0IjowLjAsIkJvdHRvbSI6MC4wfSwiQmFja2dyb3VuZCI6eyIkaWQiOiIzOCIsIkNvbG9yIjp7IiRpZCI6IjM5IiwiQSI6MjU1LCJSIjoxNCwiRyI6NDAsIkIiOjY1fX0sIklzVmlzaWJsZSI6dHJ1ZSwiV2lkdGgiOjAuMCwiSGVpZ2h0IjoyMC4wLCJCb3JkZXJTdHlsZSI6eyIkaWQiOiI0MCIsIkxpbmVDb2xvciI6eyIkcmVmIjoiMzMifSwiTGluZVdlaWdodCI6MC4wLCJMaW5lVHlwZSI6MCwiUGFyZW50U3R5bGUiOm51bGx9LCJQYXJlbnRTdHlsZSI6bnVsbH0sIkJvdHRvbVRpZXJTaGFwZVN0eWxlIjp7IiRpZCI6IjQxIiwiTWFyZ2luIjp7IiRpZCI6IjQyIiwiVG9wIjowLjAsIkxlZnQiOjEwLjAsIlJpZ2h0IjoxMC4wLCJCb3R0b20iOjAuMH0sIlBhZGRpbmciOnsiJGlkIjoiNDMiLCJUb3AiOjAuMCwiTGVmdCI6MC4wLCJSaWdodCI6MC4wLCJCb3R0b20iOjAuMH0sIkJhY2tncm91bmQiOnsiJGlkIjoiNDQiLCJDb2xvciI6eyIkaWQiOiI0NSIsIkEiOjI1NSwiUiI6MTQsIkciOjQwLCJCIjo2NX19LCJJc1Zpc2libGUiOnRydWUsIldpZHRoIjowLjAsIkhlaWdodCI6MjAuMCwiQm9yZGVyU3R5bGUiOnsiJGlkIjoiNDYiLCJMaW5lQ29sb3IiOnsiJHJlZiI6IjMzIn0sIkxpbmVXZWlnaHQiOjAuMCwiTGluZVR5cGUiOjAsIlBhcmVudFN0eWxlIjpudWxsfSwiUGFyZW50U3R5bGUiOm51bGx9LCJSaWdodEVuZENhcHNTdHlsZSI6eyIkaWQiOiI0NyIsIkZvbnRTZXR0aW5ncyI6eyIkaWQiOiI0OCIsIkZvbnRTaXplIjoxOCwiRm9udE5hbWUiOiJDYWxpYnJpIiwiSXNCb2xkIjp0cnVlLCJJc0l0YWxpYyI6ZmFsc2UsIklzVW5kZXJsaW5lZCI6ZmFsc2UsIlBhcmVudFN0eWxlIjpudWxsfSwiQXV0b1NpemUiOjAsIkZvcmVncm91bmQiOnsiJGlkIjoiNDkiLCJDb2xvciI6eyIkaWQiOiI1MCIsIkEiOjI1NSwiUiI6MjMzLCJHIjoxMTMsIkIiOjUwfX0sIk1heFdpZHRoIjoyMDAuMCwiTWF4SGVpZ2h0IjoiSW5maW5pdHkiLCJTbWFydEZvcmVncm91bmRJc0FjdGl2ZSI6ZmFsc2UsIkhvcml6b250YWxBbGlnbm1lbnQiOjAsIlZlcnRpY2FsQWxpZ25tZW50IjoxLCJTbWFydEZvcmVncm91bmQiOm51bGwsIkJhY2tncm91bmRGaWxsVHlwZSI6MCwiTWFyZ2luIjp7IiRpZCI6IjUxIiwiVG9wIjowLjAsIkxlZnQiOjAuMCwiUmlnaHQiOjIwLjAsIkJvdHRvbSI6MC4wfSwiUGFkZGluZyI6eyIkaWQiOiI1MiIsIlRvcCI6MC4wLCJMZWZ0IjowLjAsIlJpZ2h0IjowLjAsIkJvdHRvbSI6MC4wfSwiQmFja2dyb3VuZCI6eyIkaWQiOiI1MyIsIkNvbG9yIjp7IiRpZCI6IjU0IiwiQSI6MjU1LCJSIjoyMzMsIkciOjExMywiQiI6NTB9fSwiSXNWaXNpYmxlIjpmYWxzZSwiV2lkdGgiOjAuMCwiSGVpZ2h0IjowLjAsIkJvcmRlclN0eWxlIjp7IiRpZCI6IjU1IiwiTGluZUNvbG9yIjpudWxsLCJMaW5lV2VpZ2h0IjowLjAsIkxpbmVUeXBlIjowLCJQYXJlbnRTdHlsZSI6bnVsbH0sIlBhcmVudFN0eWxlIjpudWxsfSwiTGVmdEVuZENhcHNTdHlsZSI6eyIkaWQiOiI1NiIsIkZvbnRTZXR0aW5ncyI6eyIkaWQiOiI1NyIsIkZvbnRTaXplIjoxOCwiRm9udE5hbWUiOiJDYWxpYnJpIiwiSXNCb2xkIjp0cnVlLCJJc0l0YWxpYyI6ZmFsc2UsIklzVW5kZXJsaW5lZCI6ZmFsc2UsIlBhcmVudFN0eWxlIjpudWxsfSwiQXV0b1NpemUiOjAsIkZvcmVncm91bmQiOnsiJGlkIjoiNTgiLCJDb2xvciI6eyIkaWQiOiI1OS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YwIiwiVG9wIjowLjAsIkxlZnQiOjIwLjAsIlJpZ2h0IjowLjAsIkJvdHRvbSI6MC4wfSwiUGFkZGluZyI6eyIkaWQiOiI2MSIsIlRvcCI6MC4wLCJMZWZ0IjowLjAsIlJpZ2h0IjowLjAsIkJvdHRvbSI6MC4wfSwiQmFja2dyb3VuZCI6eyIkaWQiOiI2MiIsIkNvbG9yIjp7IiRpZCI6IjYzIiwiQSI6MjU1LCJSIjoyMzcsIkciOjEyNSwiQiI6NDl9fSwiSXNWaXNpYmxlIjpmYWxzZSwiV2lkdGgiOjAuMCwiSGVpZ2h0IjowLjAsIkJvcmRlclN0eWxlIjp7IiRpZCI6IjY0IiwiTGluZUNvbG9yIjpudWxsLCJMaW5lV2VpZ2h0IjowLjAsIkxpbmVUeXBlIjowLCJQYXJlbnRTdHlsZSI6bnVsbH0sIlBhcmVudFN0eWxlIjpudWxsfSwiVG9kYXlUZXh0U3R5bGUiOnsiJGlkIjoiNjUiLCJGb250U2V0dGluZ3MiOnsiJGlkIjoiNjYiLCJGb250U2l6ZSI6MTIsIkZvbnROYW1lIjoiQ2FsaWJyaSIsIklzQm9sZCI6ZmFsc2UsIklzSXRhbGljIjpmYWxzZSwiSXNVbmRlcmxpbmVkIjpmYWxzZSwiUGFyZW50U3R5bGUiOm51bGx9LCJBdXRvU2l6ZSI6MCwiRm9yZWdyb3VuZCI6eyIkaWQiOiI2NyIsIkNvbG9yIjp7IiRpZCI6IjY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5IiwiVG9wIjowLjAsIkxlZnQiOjAuMCwiUmlnaHQiOjAuMCwiQm90dG9tIjowLjB9LCJQYWRkaW5nIjp7IiRpZCI6IjcwIiwiVG9wIjowLjAsIkxlZnQiOjAuMCwiUmlnaHQiOjAuMCwiQm90dG9tIjowLjB9LCJCYWNrZ3JvdW5kIjp7IiRpZCI6IjcxIiwiQ29sb3IiOnsiJGlkIjoiNzIiLCJBIjoyNTUsIlIiOjAsIkciOjAsIkIiOjB9fSwiSXNWaXNpYmxlIjpmYWxzZSwiV2lkdGgiOjAuMCwiSGVpZ2h0IjowLjAsIkJvcmRlclN0eWxlIjp7IiRpZCI6IjczIiwiTGluZUNvbG9yIjpudWxsLCJMaW5lV2VpZ2h0IjowLjAsIkxpbmVUeXBlIjowLCJQYXJlbnRTdHlsZSI6bnVsbH0sIlBhcmVudFN0eWxlIjpudWxsfSwiVG9kYXlNYXJrZXJTdHlsZSI6eyIkaWQiOiI3NCIsIk1hcmdpbiI6eyIkaWQiOiI3NSIsIlRvcCI6MC4wLCJMZWZ0IjowLjAsIlJpZ2h0IjowLjAsIkJvdHRvbSI6MC4wfSwiUGFkZGluZyI6eyIkaWQiOiI3NiIsIlRvcCI6MC4wLCJMZWZ0IjowLjAsIlJpZ2h0IjowLjAsIkJvdHRvbSI6MC4wfSwiQmFja2dyb3VuZCI6eyIkaWQiOiI3NyIsIkNvbG9yIjp7IiRpZCI6Ijc4IiwiQSI6MjU1LCJSIjoyNTUsIkciOjAsIkIiOjB9fSwiSXNWaXNpYmxlIjp0cnVlLCJXaWR0aCI6MC4wLCJIZWlnaHQiOjAuMCwiQm9yZGVyU3R5bGUiOm51bGwsIlBhcmVudFN0eWxlIjpudWxsfSwiU2NhbGVTdHlsZSI6eyIkaWQiOiI3OSIsIlNoYXBlIjozLCJTaG93U2VnbWVudFNlcGFyYXRvcnMiOnRydWUsIlNlZ21lbnRTZXBhcmF0b3JPcGFjaXR5IjozMCwiSGFzQmVlblZpc2libGVCZWZvcmUiOmZhbHNlLCJGb250U2V0dGluZ3MiOnsiJGlkIjoiODAiLCJGb250U2l6ZSI6MTIsIkZvbnROYW1lIjoiQ2FsaWJyaSIsIklzQm9sZCI6ZmFsc2UsIklzSXRhbGljIjpmYWxzZSwiSXNVbmRlcmxpbmVkIjpmYWxzZSwiUGFyZW50U3R5bGUiOm51bGx9LCJBdXRvU2l6ZSI6MCwiRm9yZWdyb3VuZCI6eyIkaWQiOiI4MSIsIkNvbG9yIjp7IiRpZCI6IjgyIiwiQSI6MjU1LCJSIjoyMzIsIkciOjIzMiwiQiI6MjMyfX0sIk1heFdpZHRoIjoyMDAuMCwiTWF4SGVpZ2h0IjoiSW5maW5pdHkiLCJTbWFydEZvcmVncm91bmRJc0FjdGl2ZSI6ZmFsc2UsIkhvcml6b250YWxBbGlnbm1lbnQiOjAsIlZlcnRpY2FsQWxpZ25tZW50IjoxLCJTbWFydEZvcmVncm91bmQiOm51bGwsIkJhY2tncm91bmRGaWxsVHlwZSI6MCwiTWFyZ2luIjp7IiRpZCI6IjgzIiwiVG9wIjowLjAsIkxlZnQiOjQuMCwiUmlnaHQiOjQuMCwiQm90dG9tIjowLjB9LCJQYWRkaW5nIjp7IiRpZCI6Ijg0IiwiVG9wIjowLjAsIkxlZnQiOjAuMCwiUmlnaHQiOjAuMCwiQm90dG9tIjowLjB9LCJCYWNrZ3JvdW5kIjp7IiRpZCI6Ijg1IiwiQ29sb3IiOnsiJGlkIjoiODYiLCJBIjoyNTUsIlIiOjE0LCJHIjo0MCwiQiI6NjV9fSwiSXNWaXNpYmxlIjp0cnVlLCJXaWR0aCI6MC4wLCJIZWlnaHQiOjAuMCwiQm9yZGVyU3R5bGUiOnsiJGlkIjoiODciLCJMaW5lQ29sb3IiOm51bGwsIkxpbmVXZWlnaHQiOjAuMCwiTGluZVR5cGUiOjAsIlBhcmVudFN0eWxlIjpudWxsfSwiUGFyZW50U3R5bGUiOm51bGx9LCJTaW5nbGVTY2FsZVNoYXBlU3R5bGUiOnsiJGlkIjoiODgiLCJTaGFwZSI6MCwiSGVpZ2h0IjowLjB9LCJNaWRkbGVUaWVyU2NhbGVTdHlsZSI6eyIkaWQiOiI4OSIsIlNoYXBlIjozLCJTaG93U2VnbWVudFNlcGFyYXRvcnMiOnRydWUsIlNlZ21lbnRTZXBhcmF0b3JPcGFjaXR5IjozMCwiSGFzQmVlblZpc2libGVCZWZvcmUiOmZhbHNlLCJGb250U2V0dGluZ3MiOnsiJGlkIjoiOTAiLCJGb250U2l6ZSI6MTIsIkZvbnROYW1lIjoiQ2FsaWJyaSIsIklzQm9sZCI6ZmFsc2UsIklzSXRhbGljIjpmYWxzZSwiSXNVbmRlcmxpbmVkIjpmYWxzZSwiUGFyZW50U3R5bGUiOm51bGx9LCJBdXRvU2l6ZSI6MCwiRm9yZWdyb3VuZCI6eyIkaWQiOiI5MSIsIkNvbG9yIjp7IiRpZCI6IjkyIiwiQSI6MjU1LCJSIjoyMzIsIkciOjIzMiwiQiI6MjMyfX0sIk1heFdpZHRoIjoyMDAuMCwiTWF4SGVpZ2h0IjoiSW5maW5pdHkiLCJTbWFydEZvcmVncm91bmRJc0FjdGl2ZSI6ZmFsc2UsIkhvcml6b250YWxBbGlnbm1lbnQiOjAsIlZlcnRpY2FsQWxpZ25tZW50IjoxLCJTbWFydEZvcmVncm91bmQiOm51bGwsIkJhY2tncm91bmRGaWxsVHlwZSI6MCwiTWFyZ2luIjp7IiRpZCI6IjkzIiwiVG9wIjowLjAsIkxlZnQiOjQuMCwiUmlnaHQiOjQuMCwiQm90dG9tIjowLjB9LCJQYWRkaW5nIjp7IiRpZCI6Ijk0IiwiVG9wIjowLjAsIkxlZnQiOjAuMCwiUmlnaHQiOjAuMCwiQm90dG9tIjowLjB9LCJCYWNrZ3JvdW5kIjp7IiRpZCI6Ijk1IiwiQ29sb3IiOnsiJGlkIjoiOTYiLCJBIjoyNTUsIlIiOjE0LCJHIjo0MCwiQiI6NjV9fSwiSXNWaXNpYmxlIjpmYWxzZSwiV2lkdGgiOjAuMCwiSGVpZ2h0IjowLjAsIkJvcmRlclN0eWxlIjp7IiRpZCI6Ijk3IiwiTGluZUNvbG9yIjpudWxsLCJMaW5lV2VpZ2h0IjowLjAsIkxpbmVUeXBlIjowLCJQYXJlbnRTdHlsZSI6bnVsbH0sIlBhcmVudFN0eWxlIjpudWxsfSwiQm90dG9tVGllclNjYWxlU3R5bGUiOnsiJGlkIjoiOTgiLCJTaGFwZSI6MywiU2hvd1NlZ21lbnRTZXBhcmF0b3JzIjp0cnVlLCJTZWdtZW50U2VwYXJhdG9yT3BhY2l0eSI6MzAsIkhhc0JlZW5WaXNpYmxlQmVmb3JlIjpmYWxzZSwiRm9udFNldHRpbmdzIjp7IiRpZCI6Ijk5IiwiRm9udFNpemUiOjEyLCJGb250TmFtZSI6IkNhbGlicmkiLCJJc0JvbGQiOmZhbHNlLCJJc0l0YWxpYyI6ZmFsc2UsIklzVW5kZXJsaW5lZCI6ZmFsc2UsIlBhcmVudFN0eWxlIjpudWxsfSwiQXV0b1NpemUiOjAsIkZvcmVncm91bmQiOnsiJGlkIjoiMTAwIiwiQ29sb3IiOnsiJGlkIjoiMTAxIiwiQSI6MjU1LCJSIjoyMzIsIkciOjIzMiwiQiI6MjMyfX0sIk1heFdpZHRoIjoyMDAuMCwiTWF4SGVpZ2h0IjoiSW5maW5pdHkiLCJTbWFydEZvcmVncm91bmRJc0FjdGl2ZSI6ZmFsc2UsIkhvcml6b250YWxBbGlnbm1lbnQiOjAsIlZlcnRpY2FsQWxpZ25tZW50IjoxLCJTbWFydEZvcmVncm91bmQiOm51bGwsIkJhY2tncm91bmRGaWxsVHlwZSI6MCwiTWFyZ2luIjp7IiRpZCI6IjEwMiIsIlRvcCI6MC4wLCJMZWZ0Ijo0LjAsIlJpZ2h0Ijo0LjAsIkJvdHRvbSI6MC4wfSwiUGFkZGluZyI6eyIkaWQiOiIxMDMiLCJUb3AiOjAuMCwiTGVmdCI6MC4wLCJSaWdodCI6MC4wLCJCb3R0b20iOjAuMH0sIkJhY2tncm91bmQiOnsiJGlkIjoiMTA0IiwiQ29sb3IiOnsiJGlkIjoiMTA1IiwiQSI6MjU1LCJSIjoxNCwiRyI6NDAsIkIiOjY1fX0sIklzVmlzaWJsZSI6ZmFsc2UsIldpZHRoIjowLjAsIkhlaWdodCI6MC4wLCJCb3JkZXJTdHlsZSI6eyIkaWQiOiIxMDYiLCJMaW5lQ29sb3IiOm51bGwsIkxpbmVXZWlnaHQiOjAuMCwiTGluZVR5cGUiOjAsIlBhcmVudFN0eWxlIjpudWxsfSwiUGFyZW50U3R5bGUiOm51bGx9LCJFbGFwc2VkVGltZUJhY2tncm91bmQiOnsiJGlkIjoiMTA3IiwiQ29sb3IiOnsiJGlkIjoiMTA4IiwiQSI6MTkxLCJSIjoyNTUsIkciOjAsIkIiOjB9fSwiQXBwZW5kWWVhck9uWWVhckNoYW5nZSI6ZmFsc2UsIkVsYXBzZWRUaW1lRm9ybWF0IjowLCJUb2RheU1hcmtlclBvc2l0aW9uIjowLCJRdWlja1Bvc2l0aW9uIjozLCJBYnNvbHV0ZVBvc2l0aW9uIjoxMzUuMCwiTWFyZ2luIjp7IiRpZCI6IjEwOSIsIlRvcCI6MC4wLCJMZWZ0IjoxMC4wLCJSaWdodCI6MTAuMCwiQm90dG9tIjowLjB9LCJQYWRkaW5nIjp7IiRpZCI6IjExMCIsIlRvcCI6MC4wLCJMZWZ0IjowLjAsIlJpZ2h0IjowLjAsIkJvdHRvbSI6MC4wfSwiQmFja2dyb3VuZCI6eyIkaWQiOiIxMTEiLCJDb2xvciI6eyIkaWQiOiIxMTIiLCJBIjoyNTUsIlIiOjQ3LCJHIjo1NCwiQiI6MTUzfX0sIklzVmlzaWJsZSI6ZmFsc2UsIldpZHRoIjowLjAsIkhlaWdodCI6MC4wLCJCb3JkZXJTdHlsZSI6bnVsbCwiUGFyZW50U3R5bGUiOm51bGx9LCJEZWZhdWx0TWlsZXN0b25lU3R5bGUiOnsiJGlkIjoiMTEzIiwiU2hhcGUiOjIsIkNvbm5lY3Rvck1hcmdpbiI6eyIkaWQiOiIxMTQiLCJUb3AiOjAuMCwiTGVmdCI6Mi4wLCJSaWdodCI6Mi4wLCJCb3R0b20iOjAuMH0sIkNvbm5lY3RvclN0eWxlIjp7IiRpZCI6IjExNSIsIkxpbmVDb2xvciI6eyIkaWQiOiIxMTYiLCIkdHlwZSI6Ik5MUkUuQ29tbW9uLkRvbS5Tb2xpZENvbG9yQnJ1c2gsIE5MUkUuQ29tbW9uIiwiQ29sb3IiOnsiJGlkIjoiMTE3IiwiQSI6MTI3LCJSIjoyMzMsIkciOjExMywiQiI6NTB9fSwiTGluZVdlaWdodCI6MS4wLCJMaW5lVHlwZSI6MCwiUGFyZW50U3R5bGUiOm51bGx9LCJJc0JlbG93VGltZWJhbmQiOmZhbHNlLCJQb3NpdGlvbk9uVGFzayI6MCwiSGlkZURhdGUiOmZhbHNlLCJTaGFwZVNpemUiOjEsIlNwYWNpbmciOjAuMCwiUGFkZGluZyI6eyIkaWQiOiIxMTgiLCJUb3AiOjUuMCwiTGVmdCI6My4wLCJSaWdodCI6MC4wLCJCb3R0b20iOjIuMH0sIlNoYXBlU3R5bGUiOnsiJGlkIjoiMTE5IiwiTWFyZ2luIjp7IiRpZCI6IjEyMCIsIlRvcCI6MC4wLCJMZWZ0IjowLjAsIlJpZ2h0IjowLjAsIkJvdHRvbSI6MC4wfSwiUGFkZGluZyI6eyIkaWQiOiIxMjEiLCJUb3AiOjAuMCwiTGVmdCI6MC4wLCJSaWdodCI6MC4wLCJCb3R0b20iOjAuMH0sIkJhY2tncm91bmQiOnsiJGlkIjoiMTIyIiwiQ29sb3IiOnsiJGlkIjoiMTIzIiwiQSI6MjU1LCJSIjoyMzMsIkciOjExMywiQiI6NTB9fSwiSXNWaXNpYmxlIjp0cnVlLCJXaWR0aCI6MTguMCwiSGVpZ2h0IjoyMC4wLCJCb3JkZXJTdHlsZSI6eyIkaWQiOiIxMjQiLCJMaW5lQ29sb3IiOnsiJGlkIjoiMTI1IiwiJHR5cGUiOiJOTFJFLkNvbW1vbi5Eb20uU29saWRDb2xvckJydXNoLCBOTFJFLkNvbW1vbiIsIkNvbG9yIjp7IiRpZCI6IjEyNiIsIkEiOjI1NSwiUiI6MjM0LCJHIjoyMiwiQiI6MzB9fSwiTGluZVdlaWdodCI6MC4wLCJMaW5lVHlwZSI6MCwiUGFyZW50U3R5bGUiOm51bGx9LCJQYXJlbnRTdHlsZSI6bnVsbH0sIlRpdGxlU3R5bGUiOnsiJGlkIjoiMTI3IiwiRm9udFNldHRpbmdzIjp7IiRpZCI6IjEyOCIsIkZvbnRTaXplIjoxMSwiRm9udE5hbWUiOiJDYWxpYnJpIiwiSXNCb2xkIjp0cnVlLCJJc0l0YWxpYyI6ZmFsc2UsIklzVW5kZXJsaW5lZCI6ZmFsc2UsIlBhcmVudFN0eWxlIjpudWxsfSwiQXV0b1NpemUiOjAsIkZvcmVncm91bmQiOnsiJGlkIjoiMTI5IiwiQ29sb3IiOnsiJGlkIjoiMTM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zMSIsIlRvcCI6MC4wLCJMZWZ0IjowLjAsIlJpZ2h0IjowLjAsIkJvdHRvbSI6MC4wfSwiUGFkZGluZyI6eyIkaWQiOiIxMzIiLCJUb3AiOjAuMCwiTGVmdCI6MC4wLCJSaWdodCI6MC4wLCJCb3R0b20iOjAuMH0sIkJhY2tncm91bmQiOnsiJGlkIjoiMTMzIiwiQ29sb3IiOnsiJGlkIjoiMTM0IiwiQSI6MjU1LCJSIjowLCJHIjowLCJCIjowfX0sIklzVmlzaWJsZSI6dHJ1ZSwiV2lkdGgiOjAuMCwiSGVpZ2h0IjowLjAsIkJvcmRlclN0eWxlIjp7IiRpZCI6IjEzNSIsIkxpbmVDb2xvciI6bnVsbCwiTGluZVdlaWdodCI6MC4wLCJMaW5lVHlwZSI6MCwiUGFyZW50U3R5bGUiOm51bGx9LCJQYXJlbnRTdHlsZSI6bnVsbH0sIkRhdGVTdHlsZSI6eyIkaWQiOiIxMzYiLCJGb250U2V0dGluZ3MiOnsiJGlkIjoiMTM3IiwiRm9udFNpemUiOjEwLCJGb250TmFtZSI6IkNhbGlicmkiLCJJc0JvbGQiOmZhbHNlLCJJc0l0YWxpYyI6ZmFsc2UsIklzVW5kZXJsaW5lZCI6ZmFsc2UsIlBhcmVudFN0eWxlIjpudWxsfSwiQXV0b1NpemUiOjAsIkZvcmVncm91bmQiOnsiJGlkIjoiMTM4IiwiQ29sb3IiOnsiJGlkIjoiMTM5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0MCIsIlRvcCI6MC4wLCJMZWZ0IjowLjAsIlJpZ2h0IjowLjAsIkJvdHRvbSI6MC4wfSwiUGFkZGluZyI6eyIkaWQiOiIxNDEiLCJUb3AiOjAuMCwiTGVmdCI6MC4wLCJSaWdodCI6MC4wLCJCb3R0b20iOjAuMH0sIkJhY2tncm91bmQiOnsiJGlkIjoiMTQyIiwiQ29sb3IiOnsiJGlkIjoiMTQzIiwiQSI6MjU1LCJSIjoxNCwiRyI6NDAsIkIiOjY1fX0sIklzVmlzaWJsZSI6dHJ1ZSwiV2lkdGgiOjAuMCwiSGVpZ2h0IjowLjAsIkJvcmRlclN0eWxlIjp7IiRpZCI6IjE0NCIsIkxpbmVDb2xvciI6bnVsbCwiTGluZVdlaWdodCI6MC4wLCJMaW5lVHlwZSI6MCwiUGFyZW50U3R5bGUiOm51bGx9LCJQYXJlbnRTdHlsZSI6bnVsbH0sIkRhdGVGb3JtYXQiOnsiJGlkIjoiMTQ1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0NiIsIkZvcm1hdCI6MCwiSXNWaXNpYmxlIjpmYWxzZSwiTGFzdEtub3duVmlzaWJpbGl0eVN0YXRlIjpmYWxzZX0sIklzVmlzaWJsZSI6dHJ1ZSwiVmFyaWFuY2VTdHlsZSI6eyIkaWQiOiIxNDciLCJUZXh0U3R5bGUiOnsiJGlkIjoiMTQ4IiwiRm9udFNldHRpbmdzIjp7IiRpZCI6IjE0OSIsIkZvbnRTaXplIjoxMCwiRm9udE5hbWUiOiJDYWxpYnJpIiwiSXNCb2xkIjpmYWxzZSwiSXNJdGFsaWMiOmZhbHNlLCJJc1VuZGVybGluZWQiOmZhbHNlLCJQYXJlbnRTdHlsZSI6bnVsbH0sIkF1dG9TaXplIjowLCJGb3JlZ3JvdW5kIjp7IiRpZCI6IjE1MCIsIkNvbG9yIjp7IiRpZCI6IjE1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TIiLCJUb3AiOjAuMCwiTGVmdCI6MC4wLCJSaWdodCI6MC4wLCJCb3R0b20iOjAuMH0sIlBhZGRpbmciOnsiJGlkIjoiMTUzIiwiVG9wIjowLjAsIkxlZnQiOjAuMCwiUmlnaHQiOjAuMCwiQm90dG9tIjowLjB9LCJCYWNrZ3JvdW5kIjp7IiRpZCI6IjE1NCIsIkNvbG9yIjp7IiRpZCI6IjE1NSIsIkEiOjI1NSwiUiI6MCwiRyI6MCwiQiI6MH19LCJJc1Zpc2libGUiOnRydWUsIldpZHRoIjowLjAsIkhlaWdodCI6MC4wLCJCb3JkZXJTdHlsZSI6eyIkaWQiOiIxNTYiLCJMaW5lQ29sb3IiOm51bGwsIkxpbmVXZWlnaHQiOjAuMCwiTGluZVR5cGUiOjAsIlBhcmVudFN0eWxlIjpudWxsfSwiUGFyZW50U3R5bGUiOm51bGx9LCJQYXJlbnRTdHlsZSI6bnVsbH0sIlBhcmVudFN0eWxlIjpudWxsfSwiRGVmYXVsdE1vdFN0eWxlIjp7IiRpZCI6IjE1NyIsIlNoYXBlIjoyLCJDb25uZWN0b3JNYXJnaW4iOnsiJGlkIjoiMTU4IiwiVG9wIjowLjAsIkxlZnQiOjIuMCwiUmlnaHQiOjIuMCwiQm90dG9tIjowLjB9LCJDb25uZWN0b3JTdHlsZSI6eyIkaWQiOiIxNTkiLCJMaW5lQ29sb3IiOnsiJGlkIjoiMTYwIiwiJHR5cGUiOiJOTFJFLkNvbW1vbi5Eb20uU29saWRDb2xvckJydXNoLCBOTFJFLkNvbW1vbiIsIkNvbG9yIjp7IiRpZCI6IjE2MSIsIkEiOjEyNywiUiI6MjMzLCJHIjoxMTMsIkIiOjUwfX0sIkxpbmVXZWlnaHQiOjEuMCwiTGluZVR5cGUiOjAsIlBhcmVudFN0eWxlIjpudWxsfSwiSXNCZWxvd1RpbWViYW5kIjpmYWxzZSwiUG9zaXRpb25PblRhc2siOjEsIkhpZGVEYXRlIjpmYWxzZSwiU2hhcGVTaXplIjoxLCJTcGFjaW5nIjowLjAsIlBhZGRpbmciOnsiJGlkIjoiMTYyIiwiVG9wIjo1LjAsIkxlZnQiOjMuMCwiUmlnaHQiOjAuMCwiQm90dG9tIjoyLjB9LCJTaGFwZVN0eWxlIjp7IiRpZCI6IjE2MyIsIk1hcmdpbiI6eyIkaWQiOiIxNjQiLCJUb3AiOjAuMCwiTGVmdCI6MC4wLCJSaWdodCI6MC4wLCJCb3R0b20iOjAuMH0sIlBhZGRpbmciOnsiJGlkIjoiMTY1IiwiVG9wIjowLjAsIkxlZnQiOjAuMCwiUmlnaHQiOjAuMCwiQm90dG9tIjowLjB9LCJCYWNrZ3JvdW5kIjp7IiRpZCI6IjE2NiIsIkNvbG9yIjp7IiRpZCI6IjE2NyIsIkEiOjI1NSwiUiI6MjMzLCJHIjoxMTMsIkIiOjUwfX0sIklzVmlzaWJsZSI6dHJ1ZSwiV2lkdGgiOjEzLjAsIkhlaWdodCI6MTMuMCwiQm9yZGVyU3R5bGUiOnsiJGlkIjoiMTY4IiwiTGluZUNvbG9yIjp7IiRpZCI6IjE2OSIsIiR0eXBlIjoiTkxSRS5Db21tb24uRG9tLlNvbGlkQ29sb3JCcnVzaCwgTkxSRS5Db21tb24iLCJDb2xvciI6eyIkaWQiOiIxNzAiLCJBIjoyNTUsIlIiOjIzNCwiRyI6MjIsIkIiOjMwfX0sIkxpbmVXZWlnaHQiOjAuMCwiTGluZVR5cGUiOjAsIlBhcmVudFN0eWxlIjpudWxsfSwiUGFyZW50U3R5bGUiOm51bGx9LCJUaXRsZVN0eWxlIjp7IiRpZCI6IjE3MSIsIkZvbnRTZXR0aW5ncyI6eyIkaWQiOiIxNzIiLCJGb250U2l6ZSI6MTEsIkZvbnROYW1lIjoiQ2FsaWJyaSIsIklzQm9sZCI6dHJ1ZSwiSXNJdGFsaWMiOmZhbHNlLCJJc1VuZGVybGluZWQiOmZhbHNlLCJQYXJlbnRTdHlsZSI6bnVsbH0sIkF1dG9TaXplIjowLCJGb3JlZ3JvdW5kIjp7IiRpZCI6IjE3MyIsIkNvbG9yIjp7IiRpZCI6IjE3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zUiLCJUb3AiOjAuMCwiTGVmdCI6MC4wLCJSaWdodCI6MC4wLCJCb3R0b20iOjAuMH0sIlBhZGRpbmciOnsiJGlkIjoiMTc2IiwiVG9wIjowLjAsIkxlZnQiOjAuMCwiUmlnaHQiOjAuMCwiQm90dG9tIjowLjB9LCJCYWNrZ3JvdW5kIjp7IiRpZCI6IjE3NyIsIkNvbG9yIjp7IiRpZCI6IjE3OCIsIkEiOjI1NSwiUiI6MCwiRyI6MCwiQiI6MH19LCJJc1Zpc2libGUiOnRydWUsIldpZHRoIjowLjAsIkhlaWdodCI6MC4wLCJCb3JkZXJTdHlsZSI6eyIkaWQiOiIxNzkiLCJMaW5lQ29sb3IiOm51bGwsIkxpbmVXZWlnaHQiOjAuMCwiTGluZVR5cGUiOjAsIlBhcmVudFN0eWxlIjpudWxsfSwiUGFyZW50U3R5bGUiOm51bGx9LCJEYXRlU3R5bGUiOnsiJGlkIjoiMTgwIiwiRm9udFNldHRpbmdzIjp7IiRpZCI6IjE4MSIsIkZvbnRTaXplIjoxMCwiRm9udE5hbWUiOiJDYWxpYnJpIiwiSXNCb2xkIjpmYWxzZSwiSXNJdGFsaWMiOmZhbHNlLCJJc1VuZGVybGluZWQiOmZhbHNlLCJQYXJlbnRTdHlsZSI6bnVsbH0sIkF1dG9TaXplIjowLCJGb3JlZ3JvdW5kIjp7IiRpZCI6IjE4MiIsIkNvbG9yIjp7IiRpZCI6IjE4My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xODQiLCJUb3AiOjAuMCwiTGVmdCI6MC4wLCJSaWdodCI6MC4wLCJCb3R0b20iOjAuMH0sIlBhZGRpbmciOnsiJGlkIjoiMTg1IiwiVG9wIjowLjAsIkxlZnQiOjAuMCwiUmlnaHQiOjAuMCwiQm90dG9tIjowLjB9LCJCYWNrZ3JvdW5kIjp7IiRpZCI6IjE4NiIsIkNvbG9yIjp7IiRpZCI6IjE4NyIsIkEiOjI1NSwiUiI6MTQsIkciOjQwLCJCIjo2NX19LCJJc1Zpc2libGUiOnRydWUsIldpZHRoIjowLjAsIkhlaWdodCI6MC4wLCJCb3JkZXJTdHlsZSI6eyIkaWQiOiIxODgiLCJMaW5lQ29sb3IiOm51bGwsIkxpbmVXZWlnaHQiOjAuMCwiTGluZVR5cGUiOjAsIlBhcmVudFN0eWxlIjpudWxsfSwiUGFyZW50U3R5bGUiOm51bGx9LCJEYXRlRm9ybWF0Ijp7IiRpZCI6IjE4O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TAiLCJGb3JtYXQiOjAsIklzVmlzaWJsZSI6ZmFsc2UsIkxhc3RLbm93blZpc2liaWxpdHlTdGF0ZSI6ZmFsc2V9LCJJc1Zpc2libGUiOnRydWUsIlZhcmlhbmNlU3R5bGUiOnsiJGlkIjoiMTkxIiwiVGV4dFN0eWxlIjp7IiRpZCI6IjE5MiIsIkZvbnRTZXR0aW5ncyI6eyIkaWQiOiIxOTMiLCJGb250U2l6ZSI6MTAsIkZvbnROYW1lIjoiQ2FsaWJyaSIsIklzQm9sZCI6ZmFsc2UsIklzSXRhbGljIjpmYWxzZSwiSXNVbmRlcmxpbmVkIjpmYWxzZSwiUGFyZW50U3R5bGUiOm51bGx9LCJBdXRvU2l6ZSI6MCwiRm9yZWdyb3VuZCI6eyIkaWQiOiIxOTQiLCJDb2xvciI6eyIkaWQiOiIxOT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k2IiwiVG9wIjowLjAsIkxlZnQiOjAuMCwiUmlnaHQiOjAuMCwiQm90dG9tIjowLjB9LCJQYWRkaW5nIjp7IiRpZCI6IjE5NyIsIlRvcCI6MC4wLCJMZWZ0IjowLjAsIlJpZ2h0IjowLjAsIkJvdHRvbSI6MC4wfSwiQmFja2dyb3VuZCI6eyIkaWQiOiIxOTgiLCJDb2xvciI6eyIkaWQiOiIxOTkiLCJBIjoyNTUsIlIiOjAsIkciOjAsIkIiOjB9fSwiSXNWaXNpYmxlIjp0cnVlLCJXaWR0aCI6MC4wLCJIZWlnaHQiOjAuMCwiQm9yZGVyU3R5bGUiOnsiJGlkIjoiMjAwIiwiTGluZUNvbG9yIjpudWxsLCJMaW5lV2VpZ2h0IjowLjAsIkxpbmVUeXBlIjowLCJQYXJlbnRTdHlsZSI6bnVsbH0sIlBhcmVudFN0eWxlIjpudWxsfSwiUGFyZW50U3R5bGUiOm51bGx9LCJQYXJlbnRTdHlsZSI6bnVsbH0sIkRlZmF1bHRUYXNrU3R5bGUiOnsiJGlkIjoiMjAxIiwiU2hhcGUiOjMsIlNoYXBlVGhpY2tuZXNzIjowLCJEdXJhdGlvbkZvcm1hdCI6MCwiSW5jbHVkZU5vbldvcmtpbmdEYXlzSW5EdXJhdGlvbiI6ZmFsc2UsIlBlcmNlbnRhZ2VDb21wbGV0ZVN0eWxlIjp7IiRpZCI6IjIwMiIsIkZvbnRTZXR0aW5ncyI6eyIkaWQiOiIyMDMiLCJGb250U2l6ZSI6MTAsIkZvbnROYW1lIjoiQ2FsaWJyaSIsIklzQm9sZCI6ZmFsc2UsIklzSXRhbGljIjpmYWxzZSwiSXNVbmRlcmxpbmVkIjpmYWxzZSwiUGFyZW50U3R5bGUiOm51bGx9LCJBdXRvU2l6ZSI6MCwiRm9yZWdyb3VuZCI6eyIkaWQiOiIyMDQiLCJDb2xvciI6eyIkaWQiOiIyMDU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jA2IiwiVG9wIjowLjAsIkxlZnQiOjAuMCwiUmlnaHQiOjAuMCwiQm90dG9tIjowLjB9LCJQYWRkaW5nIjp7IiRpZCI6IjIwNyIsIlRvcCI6MC4wLCJMZWZ0IjowLjAsIlJpZ2h0IjowLjAsIkJvdHRvbSI6MC4wfSwiQmFja2dyb3VuZCI6eyIkaWQiOiIyMDgiLCJDb2xvciI6eyIkaWQiOiIyMDkiLCJBIjo4OSwiUiI6MCwiRyI6MCwiQiI6MH19LCJJc1Zpc2libGUiOnRydWUsIldpZHRoIjowLjAsIkhlaWdodCI6MC4wLCJCb3JkZXJTdHlsZSI6eyIkaWQiOiIyMTAiLCJMaW5lQ29sb3IiOm51bGwsIkxpbmVXZWlnaHQiOjAuMCwiTGluZVR5cGUiOjAsIlBhcmVudFN0eWxlIjpudWxsfSwiUGFyZW50U3R5bGUiOm51bGx9LCJEdXJhdGlvblN0eWxlIjp7IiRpZCI6IjIxMSIsIkZvbnRTZXR0aW5ncyI6eyIkaWQiOiIyMTIiLCJGb250U2l6ZSI6MTAsIkZvbnROYW1lIjoiQ2FsaWJyaSIsIklzQm9sZCI6ZmFsc2UsIklzSXRhbGljIjpmYWxzZSwiSXNVbmRlcmxpbmVkIjpmYWxzZSwiUGFyZW50U3R5bGUiOm51bGx9LCJBdXRvU2l6ZSI6MCwiRm9yZWdyb3VuZCI6eyIkaWQiOiIyMTMiLCJDb2xvciI6eyIkaWQiOiIyMTQ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yMTUiLCJUb3AiOjAuMCwiTGVmdCI6MC4wLCJSaWdodCI6MC4wLCJCb3R0b20iOjAuMH0sIlBhZGRpbmciOnsiJGlkIjoiMjE2IiwiVG9wIjowLjAsIkxlZnQiOjAuMCwiUmlnaHQiOjAuMCwiQm90dG9tIjowLjB9LCJCYWNrZ3JvdW5kIjp7IiRpZCI6IjIxNyIsIkNvbG9yIjp7IiRpZCI6IjIxOCIsIkEiOjI1NSwiUiI6MjM3LCJHIjoxMjUsIkIiOjQ5fX0sIklzVmlzaWJsZSI6dHJ1ZSwiV2lkdGgiOjAuMCwiSGVpZ2h0IjowLjAsIkJvcmRlclN0eWxlIjp7IiRpZCI6IjIxOSIsIkxpbmVDb2xvciI6bnVsbCwiTGluZVdlaWdodCI6MC4wLCJMaW5lVHlwZSI6MCwiUGFyZW50U3R5bGUiOm51bGx9LCJQYXJlbnRTdHlsZSI6bnVsbH0sIkhvcml6b250YWxDb25uZWN0b3JTdHlsZSI6eyIkaWQiOiIyMjAiLCJMaW5lQ29sb3IiOnsiJGlkIjoiMjIxIiwiJHR5cGUiOiJOTFJFLkNvbW1vbi5Eb20uU29saWRDb2xvckJydXNoLCBOTFJFLkNvbW1vbiIsIkNvbG9yIjp7IiRpZCI6IjIyMiIsIkEiOjUxLCJSIjoyMSwiRyI6OTYsIkIiOjEzMH19LCJMaW5lV2VpZ2h0IjoxLjAsIkxpbmVUeXBlIjowLCJQYXJlbnRTdHlsZSI6bnVsbH0sIlZlcnRpY2FsQ29ubmVjdG9yU3R5bGUiOnsiJGlkIjoiMjIzIiwiTGluZUNvbG9yIjp7IiRpZCI6IjIyNCIsIiR0eXBlIjoiTkxSRS5Db21tb24uRG9tLlNvbGlkQ29sb3JCcnVzaCwgTkxSRS5Db21tb24iLCJDb2xvciI6eyIkaWQiOiIyMjU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MiwiU3BhY2luZyI6MywiSXNCZWxvd1RpbWViYW5kIjpmYWxzZSwiUGVyY2VudGFnZUNvbXBsZXRlU2hhcGVPcGFjaXR5IjozNSwiQmFzZWxpbmVTdHlsZSI6eyIkaWQiOiIyMjYiLCJTaGFwZVN0eWxlIjp7IiRpZCI6IjIyNyIsIk1hcmdpbiI6eyIkaWQiOiIyMjgiLCJUb3AiOjAuMCwiTGVmdCI6MC4wLCJSaWdodCI6MC4wLCJCb3R0b20iOjAuMH0sIlBhZGRpbmciOnsiJGlkIjoiMjI5IiwiVG9wIjowLjAsIkxlZnQiOjAuMCwiUmlnaHQiOjAuMCwiQm90dG9tIjowLjB9LCJCYWNrZ3JvdW5kIjp7IiRpZCI6IjIzMCIsIkNvbG9yIjp7IiRpZCI6IjIzMSIsIkEiOjE1MywiUiI6MCwiRyI6MCwiQiI6MH19LCJJc1Zpc2libGUiOnRydWUsIldpZHRoIjowLjAsIkhlaWdodCI6MC4wLCJCb3JkZXJTdHlsZSI6eyIkaWQiOiIyMzIiLCJMaW5lQ29sb3IiOnsiJGlkIjoiMjMzIiwiJHR5cGUiOiJOTFJFLkNvbW1vbi5Eb20uU29saWRDb2xvckJydXNoLCBOTFJFLkNvbW1vbiIsIkNvbG9yIjp7IiRpZCI6IjIzNCIsIkEiOjI1NSwiUiI6MjU1LCJHIjowLCJCIjowfX0sIkxpbmVXZWlnaHQiOjAuMCwiTGluZVR5cGUiOjAsIlBhcmVudFN0eWxlIjpudWxsfSwiUGFyZW50U3R5bGUiOm51bGx9LCJNYXJnaW4iOnsiJGlkIjoiMjM1IiwiVG9wIjowLjAsIkxlZnQiOjAuMCwiUmlnaHQiOjAuMCwiQm90dG9tIjowLjB9LCJQYWRkaW5nIjp7IiRpZCI6IjIzNiIsIlRvcCI6MC4wLCJMZWZ0IjowLjAsIlJpZ2h0IjowLjAsIkJvdHRvbSI6MC4wfSwiQmFja2dyb3VuZCI6bnVsbCwiSXNWaXNpYmxlIjp0cnVlLCJXaWR0aCI6MC4wLCJIZWlnaHQiOjAuMCwiQm9yZGVyU3R5bGUiOm51bGwsIlBhcmVudFN0eWxlIjpudWxsfSwiU2hhcGVTdHlsZSI6eyIkaWQiOiIyMzciLCJNYXJnaW4iOnsiJGlkIjoiMjM4IiwiVG9wIjowLjAsIkxlZnQiOjQuMCwiUmlnaHQiOjQuMCwiQm90dG9tIjowLjB9LCJQYWRkaW5nIjp7IiRpZCI6IjIzOSIsIlRvcCI6MC4wLCJMZWZ0IjowLjAsIlJpZ2h0IjowLjAsIkJvdHRvbSI6MC4wfSwiQmFja2dyb3VuZCI6eyIkaWQiOiIyNDAiLCJDb2xvciI6eyIkaWQiOiIyNDEiLCJBIjoyNTUsIlIiOjIxLCJHIjo5NiwiQiI6MTMwfX0sIklzVmlzaWJsZSI6dHJ1ZSwiV2lkdGgiOjAuMCwiSGVpZ2h0IjoxMC4wLCJCb3JkZXJTdHlsZSI6eyIkaWQiOiIyNDIiLCJMaW5lQ29sb3IiOnsiJGlkIjoiMjQzIiwiJHR5cGUiOiJOTFJFLkNvbW1vbi5Eb20uU29saWRDb2xvckJydXNoLCBOTFJFLkNvbW1vbiIsIkNvbG9yIjp7IiRpZCI6IjI0NCIsIkEiOjI1NSwiUiI6MjM0LCJHIjoyMiwiQiI6MzB9fSwiTGluZVdlaWdodCI6MC4wLCJMaW5lVHlwZSI6MCwiUGFyZW50U3R5bGUiOm51bGx9LCJQYXJlbnRTdHlsZSI6bnVsbH0sIlRpdGxlU3R5bGUiOnsiJGlkIjoiMjQ1IiwiRm9udFNldHRpbmdzIjp7IiRpZCI6IjI0NiIsIkZvbnRTaXplIjoxMSwiRm9udE5hbWUiOiJDYWxpYnJpIiwiSXNCb2xkIjpmYWxzZSwiSXNJdGFsaWMiOmZhbHNlLCJJc1VuZGVybGluZWQiOmZhbHNlLCJQYXJlbnRTdHlsZSI6bnVsbH0sIkF1dG9TaXplIjowLCJGb3JlZ3JvdW5kIjp7IiRpZCI6IjI0NyIsIkNvbG9yIjp7IiRpZCI6IjI0OC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yNDkiLCJUb3AiOjAuMCwiTGVmdCI6MC4wLCJSaWdodCI6MC4wLCJCb3R0b20iOjAuMH0sIlBhZGRpbmciOnsiJGlkIjoiMjUwIiwiVG9wIjowLjAsIkxlZnQiOjAuMCwiUmlnaHQiOjAuMCwiQm90dG9tIjowLjB9LCJCYWNrZ3JvdW5kIjp7IiRpZCI6IjI1MSIsIkNvbG9yIjp7IiRpZCI6IjI1MiIsIkEiOjI1NSwiUiI6MCwiRyI6MCwiQiI6MH19LCJJc1Zpc2libGUiOnRydWUsIldpZHRoIjowLjAsIkhlaWdodCI6MC4wLCJCb3JkZXJTdHlsZSI6eyIkaWQiOiIyNTMiLCJMaW5lQ29sb3IiOm51bGwsIkxpbmVXZWlnaHQiOjAuMCwiTGluZVR5cGUiOjAsIlBhcmVudFN0eWxlIjpudWxsfSwiUGFyZW50U3R5bGUiOm51bGx9LCJEYXRlU3R5bGUiOnsiJGlkIjoiMjU0IiwiRm9udFNldHRpbmdzIjp7IiRpZCI6IjI1NSIsIkZvbnRTaXplIjoxMCwiRm9udE5hbWUiOiJDYWxpYnJpIiwiSXNCb2xkIjpmYWxzZSwiSXNJdGFsaWMiOmZhbHNlLCJJc1VuZGVybGluZWQiOmZhbHNlLCJQYXJlbnRTdHlsZSI6bnVsbH0sIkF1dG9TaXplIjowLCJGb3JlZ3JvdW5kIjp7IiRpZCI6IjI1NiIsIkNvbG9yIjp7IiRpZCI6IjI1Ny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yNTgiLCJUb3AiOjAuMCwiTGVmdCI6MC4wLCJSaWdodCI6MC4wLCJCb3R0b20iOjAuMH0sIlBhZGRpbmciOnsiJGlkIjoiMjU5IiwiVG9wIjowLjAsIkxlZnQiOjAuMCwiUmlnaHQiOjAuMCwiQm90dG9tIjowLjB9LCJCYWNrZ3JvdW5kIjp7IiRpZCI6IjI2MCIsIkNvbG9yIjp7IiRpZCI6IjI2MSIsIkEiOjI1NSwiUiI6MTQsIkciOjQwLCJCIjo2NX19LCJJc1Zpc2libGUiOnRydWUsIldpZHRoIjowLjAsIkhlaWdodCI6MC4wLCJCb3JkZXJTdHlsZSI6eyIkaWQiOiIyNjIiLCJMaW5lQ29sb3IiOm51bGwsIkxpbmVXZWlnaHQiOjAuMCwiTGluZVR5cGUiOjAsIlBhcmVudFN0eWxlIjpudWxsfSwiUGFyZW50U3R5bGUiOm51bGx9LCJEYXRlRm9ybWF0Ijp7IiRpZCI6IjI2M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NjQiLCJGb3JtYXQiOjAsIklzVmlzaWJsZSI6ZmFsc2UsIkxhc3RLbm93blZpc2liaWxpdHlTdGF0ZSI6ZmFsc2V9LCJJc1Zpc2libGUiOnRydWUsIlZhcmlhbmNlU3R5bGUiOnsiJGlkIjoiMjY1IiwiVGV4dFN0eWxlIjp7IiRpZCI6IjI2NiIsIkZvbnRTZXR0aW5ncyI6eyIkaWQiOiIyNjciLCJGb250U2l6ZSI6MTAsIkZvbnROYW1lIjoiQ2FsaWJyaSIsIklzQm9sZCI6ZmFsc2UsIklzSXRhbGljIjpmYWxzZSwiSXNVbmRlcmxpbmVkIjpmYWxzZSwiUGFyZW50U3R5bGUiOm51bGx9LCJBdXRvU2l6ZSI6MCwiRm9yZWdyb3VuZCI6eyIkaWQiOiIyNjgiLCJDb2xvciI6eyIkaWQiOiIyNj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cwIiwiVG9wIjowLjAsIkxlZnQiOjAuMCwiUmlnaHQiOjAuMCwiQm90dG9tIjowLjB9LCJQYWRkaW5nIjp7IiRpZCI6IjI3MSIsIlRvcCI6MC4wLCJMZWZ0IjowLjAsIlJpZ2h0IjowLjAsIkJvdHRvbSI6MC4wfSwiQmFja2dyb3VuZCI6eyIkaWQiOiIyNzIiLCJDb2xvciI6eyIkaWQiOiIyNzMiLCJBIjoyNTUsIlIiOjAsIkciOjAsIkIiOjB9fSwiSXNWaXNpYmxlIjp0cnVlLCJXaWR0aCI6MC4wLCJIZWlnaHQiOjAuMCwiQm9yZGVyU3R5bGUiOnsiJGlkIjoiMjc0IiwiTGluZUNvbG9yIjpudWxsLCJMaW5lV2VpZ2h0IjowLjAsIkxpbmVUeXBlIjowLCJQYXJlbnRTdHlsZSI6bnVsbH0sIlBhcmVudFN0eWxlIjpudWxsfSwiUGFyZW50U3R5bGUiOm51bGx9LCJQYXJlbnRTdHlsZSI6bnVsbCwiX2V4cGxpY2l0bHlTZXQiOnsiJGlkIjoiMjc1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lsZXN0b25lU3R5bGUiOm51bGwsIkdyaWRsaW5lUGFuZWxTdHlsZSI6eyIkaWQiOiIyNzYiLCJHcmlkbGluZVN0eWxlIjp7IiRpZCI6IjI3NyIsIkxpbmVDb2xvciI6eyIkaWQiOiIyNzgiLCIkdHlwZSI6Ik5MUkUuQ29tbW9uLkRvbS5Tb2xpZENvbG9yQnJ1c2gsIE5MUkUuQ29tbW9uIiwiQ29sb3IiOnsiJGlkIjoiMjc5IiwiQSI6MzgsIlIiOjkxLCJHIjoxNTUsIkIiOjIxM319LCJMaW5lV2VpZ2h0IjoxLjAsIkxpbmVUeXBlIjowLCJQYXJlbnRTdHlsZSI6bnVsbH0sIk1hcmdpbiI6eyIkaWQiOiIyODAiLCJUb3AiOjAuMCwiTGVmdCI6MC4wLCJSaWdodCI6MC4wLCJCb3R0b20iOjAuMH0sIlBhZGRpbmciOnsiJGlkIjoiMjgxIiwiVG9wIjowLjAsIkxlZnQiOjAuMCwiUmlnaHQiOjAuMCwiQm90dG9tIjowLjB9LCJCYWNrZ3JvdW5kIjpudWxsLCJJc1Zpc2libGUiOnRydWUsIldpZHRoIjowLjAsIkhlaWdodCI6MC4wLCJCb3JkZXJTdHlsZSI6eyIkaWQiOiIyODIiLCJMaW5lQ29sb3IiOm51bGwsIkxpbmVXZWlnaHQiOjAuMCwiTGluZVR5cGUiOjAsIlBhcmVudFN0eWxlIjpudWxsfSwiUGFyZW50U3R5bGUiOm51bGx9LCJBY3Rpdml0eUxpbmVQYW5lbFN0eWxlIjp7IiRpZCI6IjI4MyIsIkFjdGl2aXR5TGluZVN0eWxlIjp7IiRpZCI6IjI4NCIsIkxpbmVDb2xvciI6eyIkaWQiOiIyODUiLCIkdHlwZSI6Ik5MUkUuQ29tbW9uLkRvbS5Tb2xpZENvbG9yQnJ1c2gsIE5MUkUuQ29tbW9uIiwiQ29sb3IiOnsiJGlkIjoiMjg2IiwiQSI6MzgsIlIiOjY4LCJHIjoxMTQsIkIiOjE5Nn19LCJMaW5lV2VpZ2h0IjoxLjAsIkxpbmVUeXBlIjowLCJQYXJlbnRTdHlsZSI6bnVsbH0sIk1hcmdpbiI6eyIkaWQiOiIyODciLCJUb3AiOjAuMCwiTGVmdCI6MC4wLCJSaWdodCI6MC4wLCJCb3R0b20iOjAuMH0sIlBhZGRpbmciOnsiJGlkIjoiMjg4IiwiVG9wIjowLjAsIkxlZnQiOjAuMCwiUmlnaHQiOjAuMCwiQm90dG9tIjowLjB9LCJCYWNrZ3JvdW5kIjpudWxsLCJJc1Zpc2libGUiOnRydWUsIldpZHRoIjowLjAsIkhlaWdodCI6MC4wLCJCb3JkZXJTdHlsZSI6eyIkaWQiOiIyODkiLCJMaW5lQ29sb3IiOm51bGwsIkxpbmVXZWlnaHQiOjAuMCwiTGluZVR5cGUiOjAsIlBhcmVudFN0eWxlIjpudWxsfSwiUGFyZW50U3R5bGUiOm51bGx9LCJfc2VsZWN0ZWRUaGVtZVByZXNldENvbG9ycyI6eyIkaWQiOiIyOTAiLCJUZXh0TGlnaHQiOnsiJGlkIjoiMjkxIiwiQSI6MjU1LCJSIjoyNTUsIkciOjI1NSwiQiI6MjU1fSwiVGV4dERhcmsiOnsiJGlkIjoiMjkyIiwiQSI6MjU1LCJSIjowLCJHIjowLCJCIjowfSwiQWNjZW50MSI6eyIkaWQiOiIyOTMiLCJBIjoyNTUsIlIiOjIzMiwiRyI6MjMyLCJCIjoyMzJ9LCJBY2NlbnQyIjp7IiRpZCI6IjI5NCIsIkEiOjI1NSwiUiI6MTQsIkciOjQwLCJCIjo2NX0sIkFjY2VudDMiOnsiJGlkIjoiMjk1IiwiQSI6MjU1LCJSIjoyMSwiRyI6OTYsIkIiOjEzMH0sIkFjY2VudDQiOnsiJGlkIjoiMjk2IiwiQSI6MjU1LCJSIjoyMzMsIkciOjExMywiQiI6NTB9LCJBY2NlbnQ1Ijp7IiRpZCI6IjI5NyIsIkEiOjI1NSwiUiI6MjUsIkciOjEwNywiQiI6MzZ9LCJBY2NlbnQ2Ijp7IiRpZCI6IjI5OCIsIkEiOjI1NSwiUiI6MTUsIkciOjE1OCwiQiI6MjEzfSwiQWNjZW50NyI6eyIkaWQiOiIyOTkiLCJBIjoyNTUsIlIiOjE2MCwiRyI6NDMsIkIiOjE0N30sIkFjY2VudDgiOnsiJGlkIjoiMzAwIiwiQSI6MjU1LCJSIjo3OCwiRyI6MTY3LCJCIjo0Nn19LCJTaG93RWxhcHNlZFRpbWVHcmFkaWVudFN0eWxlIjpmYWxzZSwiVGltZWJhbmRSZXNlcnZlZExlZnRBcmVhU3R5bGUiOnsiJGlkIjoiMzAxIiwiQWN0aXZpdHlIZWFkZXJXaWR0aCI6MC4wLCJJc1NldCI6ZmFsc2V9LCJEZWZhdWx0U3dpbWxhbmVTdHlsZSI6bnVsbCwiRGVmYXVsdFN3aW1sYW5lVjJTdHlsZSI6eyIkaWQiOiIzMDIiLCJTdHlsZUlkIjoiMzMyY2ZiMTMtYjQwMS00ZWMzLWI2NTUtNzM5NjhkMDRkNzQ5IiwiSGVhZGVyU3R5bGUiOnsiJGlkIjoiMzAzIiwiVGV4dElzVmVydGljYWwiOmZhbHNlLCJUZXh0U3R5bGUiOnsiJGlkIjoiMzA0IiwiRm9udFNldHRpbmdzIjp7IiRpZCI6IjMwNSIsIkZvbnRTaXplIjoxMSwiRm9udE5hbWUiOiJDYWxpYnJpIiwiSXNCb2xkIjpmYWxzZSwiSXNJdGFsaWMiOmZhbHNlLCJJc1VuZGVybGluZWQiOmZhbHNlLCJQYXJlbnRTdHlsZSI6bnVsbH0sIkF1dG9TaXplIjoyLCJGb3JlZ3JvdW5kIjp7IiRpZCI6IjMwNiIsIkNvbG9yIjp7IiRpZCI6IjMwNy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MwOCIsIlRvcCI6MC4wLCJMZWZ0IjowLjAsIlJpZ2h0IjowLjAsIkJvdHRvbSI6MC4wfSwiUGFkZGluZyI6eyIkaWQiOiIzMDkiLCJUb3AiOjAuMCwiTGVmdCI6MC4wLCJSaWdodCI6MC4wLCJCb3R0b20iOjAuMH0sIkJhY2tncm91bmQiOnsiJGlkIjoiMzEwIiwiQ29sb3IiOnsiJGlkIjoiMzExIiwiQSI6MjU1LCJSIjoyNTUsIkciOjI1NSwiQiI6MjU1fX0sIklzVmlzaWJsZSI6dHJ1ZSwiV2lkdGgiOjAuMCwiSGVpZ2h0IjowLjAsIkJvcmRlclN0eWxlIjpudWxsLCJQYXJlbnRTdHlsZSI6bnVsbH0sIlJlY3RhbmdsZVN0eWxlIjp7IiRpZCI6IjMxMiIsIk1hcmdpbiI6eyIkaWQiOiIzMTMiLCJUb3AiOjAuMCwiTGVmdCI6MC4wLCJSaWdodCI6MC4wLCJCb3R0b20iOjAuMH0sIlBhZGRpbmciOnsiJGlkIjoiMzE0IiwiVG9wIjowLjAsIkxlZnQiOjAuMCwiUmlnaHQiOjAuMCwiQm90dG9tIjowLjB9LCJCYWNrZ3JvdW5kIjp7IiRpZCI6IjMxNSIsIkNvbG9yIjp7IiRpZCI6IjMxNiIsIkEiOjI1NSwiUiI6MjEsIkciOjk2LCJCIjoxMzB9fSwiSXNWaXNpYmxlIjp0cnVlLCJXaWR0aCI6MC4wLCJIZWlnaHQiOjAuMCwiQm9yZGVyU3R5bGUiOnsiJGlkIjoiMzE3IiwiTGluZUNvbG9yIjp7IiRpZCI6IjMxOCIsIiR0eXBlIjoiTkxSRS5Db21tb24uRG9tLlNvbGlkQ29sb3JCcnVzaCwgTkxSRS5Db21tb24iLCJDb2xvciI6eyIkaWQiOiIzMTkiLCJBIjoyNTUsIlIiOjI1NSwiRyI6MjU1LCJCIjoyNTV9fSwiTGluZVdlaWdodCI6MC4wLCJMaW5lVHlwZSI6MCwiUGFyZW50U3R5bGUiOm51bGx9LCJQYXJlbnRTdHlsZSI6bnVsbH0sIk1hcmdpbiI6eyIkaWQiOiIzMjAiLCJUb3AiOjAuMCwiTGVmdCI6MC4wLCJSaWdodCI6MC4wLCJCb3R0b20iOjAuMH0sIlBhZGRpbmciOnsiJGlkIjoiMzIxIiwiVG9wIjowLjAsIkxlZnQiOjAuMCwiUmlnaHQiOjAuMCwiQm90dG9tIjowLjB9LCJCYWNrZ3JvdW5kIjpudWxsLCJJc1Zpc2libGUiOnRydWUsIldpZHRoIjowLjAsIkhlaWdodCI6MC4wLCJCb3JkZXJTdHlsZSI6bnVsbCwiUGFyZW50U3R5bGUiOm51bGx9LCJCYWNrZ3JvdW5kU3R5bGUiOnsiJGlkIjoiMzIyIiwiTWFyZ2luIjp7IiRpZCI6IjMyMyIsIlRvcCI6MC4wLCJMZWZ0IjowLjAsIlJpZ2h0IjowLjAsIkJvdHRvbSI6MC4wfSwiUGFkZGluZyI6eyIkaWQiOiIzMjQiLCJUb3AiOjAuMCwiTGVmdCI6MC4wLCJSaWdodCI6MC4wLCJCb3R0b20iOjAuMH0sIkJhY2tncm91bmQiOnsiJGlkIjoiMzI1IiwiQ29sb3IiOnsiJGlkIjoiMzI2IiwiQSI6NTEsIlIiOjIwMCwiRyI6MjAwLCJCIjoyMDB9fSwiSXNWaXNpYmxlIjp0cnVlLCJXaWR0aCI6MC4wLCJIZWlnaHQiOjAuMCwiQm9yZGVyU3R5bGUiOnsiJGlkIjoiMzI3IiwiTGluZUNvbG9yIjp7IiRpZCI6IjMyOCIsIiR0eXBlIjoiTkxSRS5Db21tb24uRG9tLlNvbGlkQ29sb3JCcnVzaCwgTkxSRS5Db21tb24iLCJDb2xvciI6eyIkaWQiOiIzMjkiLCJBIjoyNTUsIlIiOjIzNCwiRyI6MjIsIkIiOjMwfX0sIkxpbmVXZWlnaHQiOjAuMCwiTGluZVR5cGUiOjAsIlBhcmVudFN0eWxlIjpudWxsfSwiUGFyZW50U3R5bGUiOm51bGx9LCJJc0Fib3ZlVGltZWJhbmQiOmZhbHNlLCJTcGFjaW5nIjozLCJEZWZhdWx0U3dpbWxhbmVUYXNrU3R5bGUiOnsiJGlkIjoiMzMwIiwiJHR5cGUiOiJOTFJFLkNvbW1vbi5Eb20uU3R5bGVzLkV4cGxpY2l0U2V0YWJsZVRhc2tTdHlsZSwgTkxSRS5Db21tb24iLCJTaGFwZSI6MSwiU2hhcGVUaGlja25lc3MiOjAsIkR1cmF0aW9uRm9ybWF0IjowLCJJbmNsdWRlTm9uV29ya2luZ0RheXNJbkR1cmF0aW9uIjpmYWxzZSwiUGVyY2VudGFnZUNvbXBsZXRlU3R5bGUiOnsiJGlkIjoiMzMxIiwiRm9udFNldHRpbmdzIjp7IiRpZCI6IjMzMiIsIkZvbnRTaXplIjoxMCwiRm9udE5hbWUiOiJDYWxpYnJpIiwiSXNCb2xkIjpmYWxzZSwiSXNJdGFsaWMiOmZhbHNlLCJJc1VuZGVybGluZWQiOmZhbHNlLCJQYXJlbnRTdHlsZSI6bnVsbH0sIkF1dG9TaXplIjowLCJGb3JlZ3JvdW5kIjp7IiRpZCI6IjMzMyIsIkNvbG9yIjp7IiRpZCI6IjMzNC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zMzUiLCJUb3AiOjAuMCwiTGVmdCI6MC4wLCJSaWdodCI6MC4wLCJCb3R0b20iOjAuMH0sIlBhZGRpbmciOnsiJGlkIjoiMzM2IiwiVG9wIjowLjAsIkxlZnQiOjAuMCwiUmlnaHQiOjAuMCwiQm90dG9tIjowLjB9LCJCYWNrZ3JvdW5kIjp7IiRpZCI6IjMzNyIsIkNvbG9yIjp7IiRpZCI6IjMzOCIsIkEiOjg5LCJSIjowLCJHIjowLCJCIjowfX0sIklzVmlzaWJsZSI6dHJ1ZSwiV2lkdGgiOjAuMCwiSGVpZ2h0IjowLjAsIkJvcmRlclN0eWxlIjp7IiRpZCI6IjMzOSIsIkxpbmVDb2xvciI6bnVsbCwiTGluZVdlaWdodCI6MC4wLCJMaW5lVHlwZSI6MCwiUGFyZW50U3R5bGUiOm51bGx9LCJQYXJlbnRTdHlsZSI6bnVsbH0sIkR1cmF0aW9uU3R5bGUiOnsiJGlkIjoiMzQwIiwiRm9udFNldHRpbmdzIjp7IiRpZCI6IjM0MSIsIkZvbnRTaXplIjoxMCwiRm9udE5hbWUiOiJDYWxpYnJpIiwiSXNCb2xkIjpmYWxzZSwiSXNJdGFsaWMiOmZhbHNlLCJJc1VuZGVybGluZWQiOmZhbHNlLCJQYXJlbnRTdHlsZSI6bnVsbH0sIkF1dG9TaXplIjowLCJGb3JlZ3JvdW5kIjp7IiRpZCI6IjM0MiIsIkNvbG9yIjp7IiRpZCI6IjM0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M0NCIsIlRvcCI6MC4wLCJMZWZ0IjowLjAsIlJpZ2h0IjowLjAsIkJvdHRvbSI6MC4wfSwiUGFkZGluZyI6eyIkaWQiOiIzNDUiLCJUb3AiOjAuMCwiTGVmdCI6MC4wLCJSaWdodCI6MC4wLCJCb3R0b20iOjAuMH0sIkJhY2tncm91bmQiOnsiJGlkIjoiMzQ2IiwiQ29sb3IiOnsiJGlkIjoiMzQ3IiwiQSI6MjU1LCJSIjoyMzcsIkciOjEyNSwiQiI6NDl9fSwiSXNWaXNpYmxlIjp0cnVlLCJXaWR0aCI6MC4wLCJIZWlnaHQiOjAuMCwiQm9yZGVyU3R5bGUiOnsiJGlkIjoiMzQ4IiwiTGluZUNvbG9yIjpudWxsLCJMaW5lV2VpZ2h0IjowLjAsIkxpbmVUeXBlIjowLCJQYXJlbnRTdHlsZSI6bnVsbH0sIlBhcmVudFN0eWxlIjpudWxsfSwiSG9yaXpvbnRhbENvbm5lY3RvclN0eWxlIjp7IiRpZCI6IjM0OSIsIkxpbmVDb2xvciI6eyIkaWQiOiIzNTAiLCIkdHlwZSI6Ik5MUkUuQ29tbW9uLkRvbS5Tb2xpZENvbG9yQnJ1c2gsIE5MUkUuQ29tbW9uIiwiQ29sb3IiOnsiJGlkIjoiMzUxIiwiQSI6MjU1LCJSIjowLCJHIjowLCJCIjowfX0sIkxpbmVXZWlnaHQiOjAuMCwiTGluZVR5cGUiOjAsIlBhcmVudFN0eWxlIjpudWxsfSwiVmVydGljYWxDb25uZWN0b3JTdHlsZSI6eyIkaWQiOiIzNTIiLCJMaW5lQ29sb3IiOnsiJGlkIjoiMzUzIiwiJHR5cGUiOiJOTFJFLkNvbW1vbi5Eb20uU29saWRDb2xvckJydXNoLCBOTFJFLkNvbW1vbiIsIkNvbG9yIjp7IiRpZCI6IjM1NC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yLCJTcGFjaW5nIjozLCJJc0JlbG93VGltZWJhbmQiOmZhbHNlLCJQZXJjZW50YWdlQ29tcGxldGVTaGFwZU9wYWNpdHkiOjM1LCJCYXNlbGluZVN0eWxlIjp7IiRpZCI6IjM1NSIsIlNoYXBlU3R5bGUiOnsiJGlkIjoiMzU2IiwiTWFyZ2luIjp7IiRpZCI6IjM1NyIsIlRvcCI6MC4wLCJMZWZ0IjowLjAsIlJpZ2h0IjowLjAsIkJvdHRvbSI6MC4wfSwiUGFkZGluZyI6eyIkaWQiOiIzNTgiLCJUb3AiOjAuMCwiTGVmdCI6MC4wLCJSaWdodCI6MC4wLCJCb3R0b20iOjAuMH0sIkJhY2tncm91bmQiOnsiJGlkIjoiMzU5IiwiQ29sb3IiOnsiJGlkIjoiMzYwIiwiQSI6MTUzLCJSIjowLCJHIjowLCJCIjowfX0sIklzVmlzaWJsZSI6dHJ1ZSwiV2lkdGgiOjAuMCwiSGVpZ2h0IjowLjAsIkJvcmRlclN0eWxlIjp7IiRpZCI6IjM2MSIsIkxpbmVDb2xvciI6eyIkaWQiOiIzNjIiLCIkdHlwZSI6Ik5MUkUuQ29tbW9uLkRvbS5Tb2xpZENvbG9yQnJ1c2gsIE5MUkUuQ29tbW9uIiwiQ29sb3IiOnsiJGlkIjoiMzYzIiwiQSI6MjU1LCJSIjoyNTUsIkciOjAsIkIiOjB9fSwiTGluZVdlaWdodCI6MC4wLCJMaW5lVHlwZSI6MCwiUGFyZW50U3R5bGUiOm51bGx9LCJQYXJlbnRTdHlsZSI6bnVsbH0sIk1hcmdpbiI6eyIkaWQiOiIzNjQiLCJUb3AiOjAuMCwiTGVmdCI6MC4wLCJSaWdodCI6MC4wLCJCb3R0b20iOjAuMH0sIlBhZGRpbmciOnsiJGlkIjoiMzY1IiwiVG9wIjowLjAsIkxlZnQiOjAuMCwiUmlnaHQiOjAuMCwiQm90dG9tIjowLjB9LCJCYWNrZ3JvdW5kIjpudWxsLCJJc1Zpc2libGUiOnRydWUsIldpZHRoIjowLjAsIkhlaWdodCI6MC4wLCJCb3JkZXJTdHlsZSI6bnVsbCwiUGFyZW50U3R5bGUiOm51bGx9LCJTaGFwZVN0eWxlIjp7IiRpZCI6IjM2NiIsIk1hcmdpbiI6eyIkaWQiOiIzNjciLCJUb3AiOjAuMCwiTGVmdCI6NC4wLCJSaWdodCI6NC4wLCJCb3R0b20iOjAuMH0sIlBhZGRpbmciOnsiJGlkIjoiMzY4IiwiVG9wIjowLjAsIkxlZnQiOjAuMCwiUmlnaHQiOjAuMCwiQm90dG9tIjowLjB9LCJCYWNrZ3JvdW5kIjp7IiRpZCI6IjM2OSIsIkNvbG9yIjp7IiRpZCI6IjM3MCIsIkEiOjI1NSwiUiI6MjEsIkciOjk2LCJCIjoxMzB9fSwiSXNWaXNpYmxlIjp0cnVlLCJXaWR0aCI6MC4wLCJIZWlnaHQiOjEwLjAsIkJvcmRlclN0eWxlIjp7IiRpZCI6IjM3MSIsIkxpbmVDb2xvciI6eyIkaWQiOiIzNzIiLCIkdHlwZSI6Ik5MUkUuQ29tbW9uLkRvbS5Tb2xpZENvbG9yQnJ1c2gsIE5MUkUuQ29tbW9uIiwiQ29sb3IiOnsiJGlkIjoiMzczIiwiQSI6MjU1LCJSIjoyMzQsIkciOjIyLCJCIjozMH19LCJMaW5lV2VpZ2h0IjowLjAsIkxpbmVUeXBlIjowLCJQYXJlbnRTdHlsZSI6bnVsbH0sIlBhcmVudFN0eWxlIjpudWxsfSwiVGl0bGVTdHlsZSI6eyIkaWQiOiIzNzQiLCJGb250U2V0dGluZ3MiOnsiJGlkIjoiMzc1IiwiRm9udFNpemUiOjExLCJGb250TmFtZSI6IkNhbGlicmkiLCJJc0JvbGQiOmZhbHNlLCJJc0l0YWxpYyI6ZmFsc2UsIklzVW5kZXJsaW5lZCI6ZmFsc2UsIlBhcmVudFN0eWxlIjpudWxsfSwiQXV0b1NpemUiOjAsIkZvcmVncm91bmQiOnsiJGlkIjoiMzc2IiwiQ29sb3IiOnsiJGlkIjoiMzc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3OCIsIlRvcCI6MC4wLCJMZWZ0IjowLjAsIlJpZ2h0IjowLjAsIkJvdHRvbSI6MC4wfSwiUGFkZGluZyI6eyIkaWQiOiIzNzkiLCJUb3AiOjAuMCwiTGVmdCI6MC4wLCJSaWdodCI6MC4wLCJCb3R0b20iOjAuMH0sIkJhY2tncm91bmQiOnsiJGlkIjoiMzgwIiwiQ29sb3IiOnsiJGlkIjoiMzgxIiwiQSI6MjU1LCJSIjowLCJHIjowLCJCIjowfX0sIklzVmlzaWJsZSI6dHJ1ZSwiV2lkdGgiOjAuMCwiSGVpZ2h0IjowLjAsIkJvcmRlclN0eWxlIjp7IiRpZCI6IjM4MiIsIkxpbmVDb2xvciI6bnVsbCwiTGluZVdlaWdodCI6MC4wLCJMaW5lVHlwZSI6MCwiUGFyZW50U3R5bGUiOm51bGx9LCJQYXJlbnRTdHlsZSI6bnVsbH0sIkRhdGVTdHlsZSI6eyIkaWQiOiIzODMiLCJGb250U2V0dGluZ3MiOnsiJGlkIjoiMzg0IiwiRm9udFNpemUiOjEwLCJGb250TmFtZSI6IkNhbGlicmkiLCJJc0JvbGQiOmZhbHNlLCJJc0l0YWxpYyI6ZmFsc2UsIklzVW5kZXJsaW5lZCI6ZmFsc2UsIlBhcmVudFN0eWxlIjpudWxsfSwiQXV0b1NpemUiOjAsIkZvcmVncm91bmQiOnsiJGlkIjoiMzg1IiwiQ29sb3IiOnsiJGlkIjoiMzg2IiwiQSI6MjU1LCJSIjoxNCwiRyI6NDAsIkIiOjY1fX0sIk1heFdpZHRoIjoyMDAuMCwiTWF4SGVpZ2h0IjoiSW5maW5pdHkiLCJTbWFydEZvcmVncm91bmRJc0FjdGl2ZSI6ZmFsc2UsIkhvcml6b250YWxBbGlnbm1lbnQiOjIsIlZlcnRpY2FsQWxpZ25tZW50IjoxLCJTbWFydEZvcmVncm91bmQiOm51bGwsIkJhY2tncm91bmRGaWxsVHlwZSI6MCwiTWFyZ2luIjp7IiRpZCI6IjM4NyIsIlRvcCI6MC4wLCJMZWZ0IjowLjAsIlJpZ2h0IjowLjAsIkJvdHRvbSI6MC4wfSwiUGFkZGluZyI6eyIkaWQiOiIzODgiLCJUb3AiOjAuMCwiTGVmdCI6MC4wLCJSaWdodCI6MC4wLCJCb3R0b20iOjAuMH0sIkJhY2tncm91bmQiOnsiJGlkIjoiMzg5IiwiQ29sb3IiOnsiJGlkIjoiMzkwIiwiQSI6MjU1LCJSIjoxNCwiRyI6NDAsIkIiOjY1fX0sIklzVmlzaWJsZSI6dHJ1ZSwiV2lkdGgiOjAuMCwiSGVpZ2h0IjowLjAsIkJvcmRlclN0eWxlIjp7IiRpZCI6IjM5MSIsIkxpbmVDb2xvciI6bnVsbCwiTGluZVdlaWdodCI6MC4wLCJMaW5lVHlwZSI6MCwiUGFyZW50U3R5bGUiOm51bGx9LCJQYXJlbnRTdHlsZSI6bnVsbH0sIkRhdGVGb3JtYXQiOnsiJGlkIjoiMzk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5MyIsIkZvcm1hdCI6MCwiSXNWaXNpYmxlIjpmYWxzZSwiTGFzdEtub3duVmlzaWJpbGl0eVN0YXRlIjpmYWxzZX0sIklzVmlzaWJsZSI6dHJ1ZSwiVmFyaWFuY2VTdHlsZSI6eyIkaWQiOiIzOTQiLCJUZXh0U3R5bGUiOnsiJGlkIjoiMzk1IiwiRm9udFNldHRpbmdzIjp7IiRpZCI6IjM5NiIsIkZvbnRTaXplIjoxMCwiRm9udE5hbWUiOiJDYWxpYnJpIiwiSXNCb2xkIjpmYWxzZSwiSXNJdGFsaWMiOmZhbHNlLCJJc1VuZGVybGluZWQiOmZhbHNlLCJQYXJlbnRTdHlsZSI6bnVsbH0sIkF1dG9TaXplIjowLCJGb3JlZ3JvdW5kIjp7IiRpZCI6IjM5NyIsIkNvbG9yIjp7IiRpZCI6IjM5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OTkiLCJUb3AiOjAuMCwiTGVmdCI6MC4wLCJSaWdodCI6MC4wLCJCb3R0b20iOjAuMH0sIlBhZGRpbmciOnsiJGlkIjoiNDAwIiwiVG9wIjowLjAsIkxlZnQiOjAuMCwiUmlnaHQiOjAuMCwiQm90dG9tIjowLjB9LCJCYWNrZ3JvdW5kIjp7IiRpZCI6IjQwMSIsIkNvbG9yIjp7IiRpZCI6IjQwMiIsIkEiOjI1NSwiUiI6MCwiRyI6MCwiQiI6MH19LCJJc1Zpc2libGUiOnRydWUsIldpZHRoIjowLjAsIkhlaWdodCI6MC4wLCJCb3JkZXJTdHlsZSI6eyIkaWQiOiI0MDMiLCJMaW5lQ29sb3IiOm51bGwsIkxpbmVXZWlnaHQiOjAuMCwiTGluZVR5cGUiOjAsIlBhcmVudFN0eWxlIjpudWxsfSwiUGFyZW50U3R5bGUiOm51bGx9LCJQYXJlbnRTdHlsZSI6bnVsbH0sIlBhcmVudFN0eWxlIjpudWxsLCJfZXhwbGljaXRseVNldCI6eyIkaWQiOiI0MDQ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0MDUiLCJTaGFwZSI6MSwiQ29ubmVjdG9yTWFyZ2luIjp7IiRpZCI6IjQwNiIsIlRvcCI6MC4wLCJMZWZ0IjoyLjAsIlJpZ2h0IjoyLjAsIkJvdHRvbSI6MC4wfSwiQ29ubmVjdG9yU3R5bGUiOnsiJGlkIjoiNDA3IiwiTGluZUNvbG9yIjp7IiRpZCI6IjQwOCIsIiR0eXBlIjoiTkxSRS5Db21tb24uRG9tLlNvbGlkQ29sb3JCcnVzaCwgTkxSRS5Db21tb24iLCJDb2xvciI6eyIkaWQiOiI0MDkiLCJBIjoxMjcsIlIiOjExLCJHIjo0OCwiQiI6NjV9fSwiTGluZVdlaWdodCI6MS4wLCJMaW5lVHlwZSI6MCwiUGFyZW50U3R5bGUiOm51bGx9LCJJc0JlbG93VGltZWJhbmQiOmZhbHNlLCJQb3NpdGlvbk9uVGFzayI6MSwiSGlkZURhdGUiOmZhbHNlLCJTaGFwZVNpemUiOjAsIlNwYWNpbmciOjAuMCwiUGFkZGluZyI6eyIkaWQiOiI0MTAiLCJUb3AiOjUuMCwiTGVmdCI6My4wLCJSaWdodCI6MC4wLCJCb3R0b20iOjIuMH0sIlNoYXBlU3R5bGUiOnsiJGlkIjoiNDExIiwiTWFyZ2luIjp7IiRpZCI6IjQxMiIsIlRvcCI6MC4wLCJMZWZ0IjowLjAsIlJpZ2h0IjowLjAsIkJvdHRvbSI6MC4wfSwiUGFkZGluZyI6eyIkaWQiOiI0MTMiLCJUb3AiOjAuMCwiTGVmdCI6MC4wLCJSaWdodCI6MC4wLCJCb3R0b20iOjAuMH0sIkJhY2tncm91bmQiOnsiJGlkIjoiNDE0IiwiQ29sb3IiOnsiJGlkIjoiNDE1IiwiQSI6MjU1LCJSIjoxMSwiRyI6NDgsIkIiOjY1fX0sIklzVmlzaWJsZSI6dHJ1ZSwiV2lkdGgiOjEyLjAsIkhlaWdodCI6MTQuMCwiQm9yZGVyU3R5bGUiOnsiJGlkIjoiNDE2IiwiTGluZUNvbG9yIjp7IiRpZCI6IjQxNyIsIiR0eXBlIjoiTkxSRS5Db21tb24uRG9tLlNvbGlkQ29sb3JCcnVzaCwgTkxSRS5Db21tb24iLCJDb2xvciI6eyIkaWQiOiI0MTgiLCJBIjoyNTUsIlIiOjI1NSwiRyI6MCwiQiI6MH19LCJMaW5lV2VpZ2h0IjowLjAsIkxpbmVUeXBlIjowLCJQYXJlbnRTdHlsZSI6bnVsbH0sIlBhcmVudFN0eWxlIjpudWxsfSwiVGl0bGVTdHlsZSI6eyIkaWQiOiI0MTkiLCJGb250U2V0dGluZ3MiOnsiJGlkIjoiNDIwIiwiRm9udFNpemUiOjExLCJGb250TmFtZSI6IkNhbGlicmkiLCJJc0JvbGQiOmZhbHNlLCJJc0l0YWxpYyI6ZmFsc2UsIklzVW5kZXJsaW5lZCI6ZmFsc2UsIlBhcmVudFN0eWxlIjpudWxsfSwiQXV0b1NpemUiOjAsIkZvcmVncm91bmQiOnsiJGlkIjoiNDIxIiwiQ29sb3IiOnsiJGlkIjoiNDI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QyMyIsIlRvcCI6MC4wLCJMZWZ0IjowLjAsIlJpZ2h0IjowLjAsIkJvdHRvbSI6MC4wfSwiUGFkZGluZyI6eyIkaWQiOiI0MjQiLCJUb3AiOjAuMCwiTGVmdCI6MC4wLCJSaWdodCI6MC4wLCJCb3R0b20iOjAuMH0sIkJhY2tncm91bmQiOnsiJGlkIjoiNDI1IiwiQ29sb3IiOnsiJGlkIjoiNDI2IiwiQSI6MjU1LCJSIjowLCJHIjowLCJCIjowfX0sIklzVmlzaWJsZSI6dHJ1ZSwiV2lkdGgiOjAuMCwiSGVpZ2h0IjowLjAsIkJvcmRlclN0eWxlIjp7IiRpZCI6IjQyNyIsIkxpbmVDb2xvciI6bnVsbCwiTGluZVdlaWdodCI6MC4wLCJMaW5lVHlwZSI6MCwiUGFyZW50U3R5bGUiOm51bGx9LCJQYXJlbnRTdHlsZSI6bnVsbH0sIkRhdGVTdHlsZSI6eyIkaWQiOiI0MjgiLCJGb250U2V0dGluZ3MiOnsiJGlkIjoiNDI5IiwiRm9udFNpemUiOjEwLCJGb250TmFtZSI6IkNhbGlicmkiLCJJc0JvbGQiOmZhbHNlLCJJc0l0YWxpYyI6ZmFsc2UsIklzVW5kZXJsaW5lZCI6ZmFsc2UsIlBhcmVudFN0eWxlIjpudWxsfSwiQXV0b1NpemUiOjAsIkZvcmVncm91bmQiOnsiJGlkIjoiNDMwIiwiQ29sb3IiOnsiJGlkIjoiNDM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QzMiIsIlRvcCI6MC4wLCJMZWZ0IjowLjAsIlJpZ2h0IjowLjAsIkJvdHRvbSI6MC4wfSwiUGFkZGluZyI6eyIkaWQiOiI0MzMiLCJUb3AiOjAuMCwiTGVmdCI6MC4wLCJSaWdodCI6MC4wLCJCb3R0b20iOjAuMH0sIkJhY2tncm91bmQiOnsiJGlkIjoiNDM0IiwiQ29sb3IiOnsiJGlkIjoiNDM1IiwiQSI6MjU1LCJSIjoxNCwiRyI6NDAsIkIiOjY1fX0sIklzVmlzaWJsZSI6dHJ1ZSwiV2lkdGgiOjAuMCwiSGVpZ2h0IjowLjAsIkJvcmRlclN0eWxlIjp7IiRpZCI6IjQzNiIsIkxpbmVDb2xvciI6bnVsbCwiTGluZVdlaWdodCI6MC4wLCJMaW5lVHlwZSI6MCwiUGFyZW50U3R5bGUiOm51bGx9LCJQYXJlbnRTdHlsZSI6bnVsbH0sIkRhdGVGb3JtYXQiOnsiJGlkIjoiNDM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zOCIsIkZvcm1hdCI6MCwiSXNWaXNpYmxlIjpmYWxzZSwiTGFzdEtub3duVmlzaWJpbGl0eVN0YXRlIjpmYWxzZX0sIklzVmlzaWJsZSI6dHJ1ZSwiVmFyaWFuY2VTdHlsZSI6eyIkaWQiOiI0MzkiLCJUZXh0U3R5bGUiOnsiJGlkIjoiNDQwIiwiRm9udFNldHRpbmdzIjp7IiRpZCI6IjQ0MSIsIkZvbnRTaXplIjoxMCwiRm9udE5hbWUiOiJDYWxpYnJpIiwiSXNCb2xkIjpmYWxzZSwiSXNJdGFsaWMiOmZhbHNlLCJJc1VuZGVybGluZWQiOmZhbHNlLCJQYXJlbnRTdHlsZSI6bnVsbH0sIkF1dG9TaXplIjowLCJGb3JlZ3JvdW5kIjp7IiRpZCI6IjQ0MiIsIkNvbG9yIjp7IiRpZCI6IjQ0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DQiLCJUb3AiOjAuMCwiTGVmdCI6MC4wLCJSaWdodCI6MC4wLCJCb3R0b20iOjAuMH0sIlBhZGRpbmciOnsiJGlkIjoiNDQ1IiwiVG9wIjowLjAsIkxlZnQiOjAuMCwiUmlnaHQiOjAuMCwiQm90dG9tIjowLjB9LCJCYWNrZ3JvdW5kIjp7IiRpZCI6IjQ0NiIsIkNvbG9yIjp7IiRpZCI6IjQ0NyIsIkEiOjI1NSwiUiI6MCwiRyI6MCwiQiI6MH19LCJJc1Zpc2libGUiOnRydWUsIldpZHRoIjowLjAsIkhlaWdodCI6MC4wLCJCb3JkZXJTdHlsZSI6eyIkaWQiOiI0NDgiLCJMaW5lQ29sb3IiOm51bGwsIkxpbmVXZWlnaHQiOjAuMCwiTGluZVR5cGUiOjAsIlBhcmVudFN0eWxlIjpudWxsfSwiUGFyZW50U3R5bGUiOm51bGx9LCJQYXJlbnRTdHlsZSI6bnVsbH0sIlBhcmVudFN0eWxlIjpudWxsfSwiRGVmYXVsdFN3aW1sYW5lTWlsZXN0b25lU3R5bGUiOnsiJGlkIjoiNDQ5IiwiVGl0bGVQb3NpdGlvbiI6IkxlZnQiLCJEYXRlUG9zaXRpb24iOiJSaWdodCIsIlZhcmlhbmNlUG9zaXRpb24iOiJSaWdodCIsIlNoYXBlVHlwZSI6MSwiU2hhcGVTaXplIjowLCJTcGFjaW5nIjo1LCJTaGFwZVN0eWxlIjp7IiRpZCI6IjQ1MCIsIk1hcmdpbiI6eyIkaWQiOiI0NTEiLCJUb3AiOjAuMCwiTGVmdCI6MC4wLCJSaWdodCI6MC4wLCJCb3R0b20iOjAuMH0sIlBhZGRpbmciOnsiJGlkIjoiNDUyIiwiVG9wIjowLjAsIkxlZnQiOjAuMCwiUmlnaHQiOjAuMCwiQm90dG9tIjowLjB9LCJCYWNrZ3JvdW5kIjp7IiRpZCI6IjQ1MyIsIkNvbG9yIjp7IiRpZCI6IjQ1NCIsIkEiOjI1NSwiUiI6MjEsIkciOjk2LCJCIjoxMzB9fSwiSXNWaXNpYmxlIjp0cnVlLCJXaWR0aCI6MTIuMCwiSGVpZ2h0IjoxNC4wLCJCb3JkZXJTdHlsZSI6eyIkaWQiOiI0NTUiLCJMaW5lQ29sb3IiOnsiJGlkIjoiNDU2IiwiJHR5cGUiOiJOTFJFLkNvbW1vbi5Eb20uU29saWRDb2xvckJydXNoLCBOTFJFLkNvbW1vbiIsIkNvbG9yIjp7IiRpZCI6IjQ1NyIsIkEiOjI1NSwiUiI6MjM0LCJHIjoyMiwiQiI6MzB9fSwiTGluZVdlaWdodCI6MC4wLCJMaW5lVHlwZSI6MCwiUGFyZW50U3R5bGUiOm51bGx9LCJQYXJlbnRTdHlsZSI6bnVsbH0sIlRpdGxlU3R5bGUiOnsiJGlkIjoiNDU4IiwiRm9udFNldHRpbmdzIjp7IiRpZCI6IjQ1OSIsIkZvbnRTaXplIjoxMSwiRm9udE5hbWUiOiJDYWxpYnJpIiwiSXNCb2xkIjpmYWxzZSwiSXNJdGFsaWMiOmZhbHNlLCJJc1VuZGVybGluZWQiOmZhbHNlLCJQYXJlbnRTdHlsZSI6bnVsbH0sIkF1dG9TaXplIjowLCJGb3JlZ3JvdW5kIjp7IiRpZCI6IjQ2MCIsIkNvbG9yIjp7IiRpZCI6IjQ2MS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0NjIiLCJUb3AiOjAuMCwiTGVmdCI6MC4wLCJSaWdodCI6MC4wLCJCb3R0b20iOjAuMH0sIlBhZGRpbmciOnsiJGlkIjoiNDYzIiwiVG9wIjowLjAsIkxlZnQiOjAuMCwiUmlnaHQiOjAuMCwiQm90dG9tIjowLjB9LCJCYWNrZ3JvdW5kIjp7IiRpZCI6IjQ2NCIsIkNvbG9yIjp7IiRpZCI6IjQ2NSIsIkEiOjI1NSwiUiI6MCwiRyI6MCwiQiI6MH19LCJJc1Zpc2libGUiOnRydWUsIldpZHRoIjowLjAsIkhlaWdodCI6MC4wLCJCb3JkZXJTdHlsZSI6eyIkaWQiOiI0NjYiLCJMaW5lQ29sb3IiOm51bGwsIkxpbmVXZWlnaHQiOjAuMCwiTGluZVR5cGUiOjAsIlBhcmVudFN0eWxlIjpudWxsfSwiUGFyZW50U3R5bGUiOm51bGx9LCJEYXRlU3R5bGUiOnsiJGlkIjoiNDY3IiwiRm9udFNldHRpbmdzIjp7IiRpZCI6IjQ2OCIsIkZvbnRTaXplIjoxMCwiRm9udE5hbWUiOiJDYWxpYnJpIiwiSXNCb2xkIjpmYWxzZSwiSXNJdGFsaWMiOmZhbHNlLCJJc1VuZGVybGluZWQiOmZhbHNlLCJQYXJlbnRTdHlsZSI6bnVsbH0sIkF1dG9TaXplIjowLCJGb3JlZ3JvdW5kIjp7IiRpZCI6IjQ2OSIsIkNvbG9yIjp7IiRpZCI6IjQ3MC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0NzEiLCJUb3AiOjAuMCwiTGVmdCI6MC4wLCJSaWdodCI6MC4wLCJCb3R0b20iOjAuMH0sIlBhZGRpbmciOnsiJGlkIjoiNDcyIiwiVG9wIjowLjAsIkxlZnQiOjAuMCwiUmlnaHQiOjAuMCwiQm90dG9tIjowLjB9LCJCYWNrZ3JvdW5kIjp7IiRpZCI6IjQ3MyIsIkNvbG9yIjp7IiRpZCI6IjQ3NCIsIkEiOjI1NSwiUiI6MTQsIkciOjQwLCJCIjo2NX19LCJJc1Zpc2libGUiOnRydWUsIldpZHRoIjowLjAsIkhlaWdodCI6MC4wLCJCb3JkZXJTdHlsZSI6eyIkaWQiOiI0NzUiLCJMaW5lQ29sb3IiOm51bGwsIkxpbmVXZWlnaHQiOjAuMCwiTGluZVR5cGUiOjAsIlBhcmVudFN0eWxlIjpudWxsfSwiUGFyZW50U3R5bGUiOm51bGx9LCJEYXRlRm9ybWF0Ijp7IiRpZCI6IjQ3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NzciLCJGb3JtYXQiOjAsIklzVmlzaWJsZSI6ZmFsc2UsIkxhc3RLbm93blZpc2liaWxpdHlTdGF0ZSI6ZmFsc2V9LCJJc1Zpc2libGUiOnRydWUsIlZhcmlhbmNlU3R5bGUiOnsiJGlkIjoiNDc4IiwiVGV4dFN0eWxlIjp7IiRpZCI6IjQ3OSIsIkZvbnRTZXR0aW5ncyI6eyIkaWQiOiI0ODAiLCJGb250U2l6ZSI6MTAsIkZvbnROYW1lIjoiQ2FsaWJyaSIsIklzQm9sZCI6ZmFsc2UsIklzSXRhbGljIjpmYWxzZSwiSXNVbmRlcmxpbmVkIjpmYWxzZSwiUGFyZW50U3R5bGUiOm51bGx9LCJBdXRvU2l6ZSI6MCwiRm9yZWdyb3VuZCI6eyIkaWQiOiI0ODEiLCJDb2xvciI6eyIkaWQiOiI0OD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gzIiwiVG9wIjowLjAsIkxlZnQiOjAuMCwiUmlnaHQiOjAuMCwiQm90dG9tIjowLjB9LCJQYWRkaW5nIjp7IiRpZCI6IjQ4NCIsIlRvcCI6MC4wLCJMZWZ0IjowLjAsIlJpZ2h0IjowLjAsIkJvdHRvbSI6MC4wfSwiQmFja2dyb3VuZCI6eyIkaWQiOiI0ODUiLCJDb2xvciI6eyIkaWQiOiI0ODYiLCJBIjoyNTUsIlIiOjAsIkciOjAsIkIiOjB9fSwiSXNWaXNpYmxlIjp0cnVlLCJXaWR0aCI6MC4wLCJIZWlnaHQiOjAuMCwiQm9yZGVyU3R5bGUiOnsiJGlkIjoiNDg3IiwiTGluZUNvbG9yIjpudWxsLCJMaW5lV2VpZ2h0IjowLjAsIkxpbmVUeXBlIjowLCJQYXJlbnRTdHlsZSI6bnVsbH0sIlBhcmVudFN0eWxlIjpudWxsfSwiUGFyZW50U3R5bGUiOm51bGx9LCJQYXJlbnRTdHlsZSI6bnVsbH0sIkRlZmF1bHRTd2ltbGFuZUFjdGl2aXR5U3R5bGUiOnsiJGlkIjoiNDg4IiwiSGVhZGVyU3R5bGUiOnsiJGlkIjoiNDg5IiwiVGV4dFN0eWxlIjp7IiRpZCI6IjQ5MCIsIkZvbnRTZXR0aW5ncyI6eyIkaWQiOiI0OTEiLCJGb250U2l6ZSI6MTEsIkZvbnROYW1lIjoiQ2FsaWJyaSIsIklzQm9sZCI6ZmFsc2UsIklzSXRhbGljIjpmYWxzZSwiSXNVbmRlcmxpbmVkIjpmYWxzZSwiUGFyZW50U3R5bGUiOm51bGx9LCJBdXRvU2l6ZSI6MiwiRm9yZWdyb3VuZCI6eyIkaWQiOiI0OTIiLCJDb2xvciI6eyIkaWQiOiI0OTMiLCJBIjoyNTUsIlIiOjAsIkciOjAsIkIiOjB9fSwiTWF4V2lkdGgiOiJJbmZpbml0eSIsIk1heEhlaWdodCI6IkluZmluaXR5IiwiU21hcnRGb3JlZ3JvdW5kSXNBY3RpdmUiOmZhbHNlLCJIb3Jpem9udGFsQWxpZ25tZW50IjowLCJWZXJ0aWNhbEFsaWdubWVudCI6MCwiU21hcnRGb3JlZ3JvdW5kIjpudWxsLCJCYWNrZ3JvdW5kRmlsbFR5cGUiOjAsIk1hcmdpbiI6eyIkaWQiOiI0OTQiLCJUb3AiOjAuMCwiTGVmdCI6MC4wLCJSaWdodCI6MC4wLCJCb3R0b20iOjAuMH0sIlBhZGRpbmciOnsiJGlkIjoiNDk1IiwiVG9wIjowLjAsIkxlZnQiOjAuMCwiUmlnaHQiOjAuMCwiQm90dG9tIjowLjB9LCJCYWNrZ3JvdW5kIjp7IiRpZCI6IjQ5NiIsIkNvbG9yIjp7IiRpZCI6IjQ5NyIsIkEiOjI1NSwiUiI6MCwiRyI6MCwiQiI6MH19LCJJc1Zpc2libGUiOnRydWUsIldpZHRoIjowLjAsIkhlaWdodCI6MC4wLCJCb3JkZXJTdHlsZSI6bnVsbCwiUGFyZW50U3R5bGUiOm51bGx9LCJSZWN0YW5nbGVTdHlsZSI6eyIkaWQiOiI0OTgiLCJNYXJnaW4iOnsiJGlkIjoiNDk5IiwiVG9wIjowLjAsIkxlZnQiOjAuMCwiUmlnaHQiOjAuMCwiQm90dG9tIjowLjB9LCJQYWRkaW5nIjp7IiRpZCI6IjUwMCIsIlRvcCI6MC4wLCJMZWZ0IjowLjAsIlJpZ2h0IjowLjAsIkJvdHRvbSI6MC4wfSwiQmFja2dyb3VuZCI6eyIkaWQiOiI1MDEiLCJDb2xvciI6eyIkaWQiOiI1MDIiLCJBIjo2MywiUiI6MjEsIkciOjk2LCJCIjoxMzB9fSwiSXNWaXNpYmxlIjp0cnVlLCJXaWR0aCI6MC4wLCJIZWlnaHQiOjAuMCwiQm9yZGVyU3R5bGUiOnsiJGlkIjoiNTAzIiwiTGluZUNvbG9yIjp7IiRpZCI6IjUwNCIsIiR0eXBlIjoiTkxSRS5Db21tb24uRG9tLlNvbGlkQ29sb3JCcnVzaCwgTkxSRS5Db21tb24iLCJDb2xvciI6eyIkaWQiOiI1MDUiLCJBIjoyNTUsIlIiOjI1NSwiRyI6MCwiQiI6MH19LCJMaW5lV2VpZ2h0IjowLjAsIkxpbmVUeXBlIjowLCJQYXJlbnRTdHlsZSI6bnVsbH0sIlBhcmVudFN0eWxlIjpudWxsfSwiTWFyZ2luIjp7IiRpZCI6IjUwNiIsIlRvcCI6MC4wLCJMZWZ0IjowLjAsIlJpZ2h0IjowLjAsIkJvdHRvbSI6MC4wfSwiUGFkZGluZyI6eyIkaWQiOiI1MDciLCJUb3AiOjAuMCwiTGVmdCI6MC4wLCJSaWdodCI6MC4wLCJCb3R0b20iOjAuMH0sIkJhY2tncm91bmQiOm51bGwsIklzVmlzaWJsZSI6dHJ1ZSwiV2lkdGgiOjAuMCwiSGVpZ2h0IjowLjAsIkJvcmRlclN0eWxlIjpudWxsLCJQYXJlbnRTdHlsZSI6bnVsbH0sIkJhY2tncm91bmRTdHlsZSI6eyIkaWQiOiI1MDgiLCJNYXJnaW4iOnsiJGlkIjoiNTA5IiwiVG9wIjowLjAsIkxlZnQiOjAuMCwiUmlnaHQiOjAuMCwiQm90dG9tIjowLjB9LCJQYWRkaW5nIjp7IiRpZCI6IjUxMCIsIlRvcCI6MC4wLCJMZWZ0IjowLjAsIlJpZ2h0IjowLjAsIkJvdHRvbSI6MC4wfSwiQmFja2dyb3VuZCI6eyIkaWQiOiI1MTEiLCJDb2xvciI6eyIkaWQiOiI1MTIiLCJBIjo1MSwiUiI6MjAwLCJHIjoyMDAsIkIiOjIwMH19LCJJc1Zpc2libGUiOnRydWUsIldpZHRoIjowLjAsIkhlaWdodCI6MC4wLCJCb3JkZXJTdHlsZSI6eyIkaWQiOiI1MTMiLCJMaW5lQ29sb3IiOnsiJGlkIjoiNTE0IiwiJHR5cGUiOiJOTFJFLkNvbW1vbi5Eb20uU29saWRDb2xvckJydXNoLCBOTFJFLkNvbW1vbiIsIkNvbG9yIjp7IiRpZCI6IjUxNSIsIkEiOjI1NSwiUiI6MjM0LCJHIjoyMiwiQiI6MzB9fSwiTGluZVdlaWdodCI6MC4wLCJMaW5lVHlwZSI6MCwiUGFyZW50U3R5bGUiOm51bGx9LCJQYXJlbnRTdHlsZSI6bnVsbH0sIk1hcmdpbiI6eyIkaWQiOiI1MTYiLCJUb3AiOjAuMCwiTGVmdCI6MC4wLCJSaWdodCI6MC4wLCJCb3R0b20iOjAuMH0sIlBhZGRpbmciOnsiJGlkIjoiNTE3IiwiVG9wIjowLjAsIkxlZnQiOjAuMCwiUmlnaHQiOjAuMCwiQm90dG9tIjowLjB9LCJJc1Zpc2libGUiOnRydWUsIldpZHRoIjowLjAsIkhlaWdodCI6MC4wLCJCb3JkZXJTdHlsZSI6eyIkaWQiOiI1MTgiLCJMaW5lQ29sb3IiOm51bGwsIkxpbmVXZWlnaHQiOjAuMCwiTGluZVR5cGUiOjAsIlBhcmVudFN0eWxlIjpudWxsfSwiUGFyZW50U3R5bGUiOm51bGx9LCJNYXJnaW4iOnsiJGlkIjoiNTE5IiwiVG9wIjowLjAsIkxlZnQiOjAuMCwiUmlnaHQiOjAuMCwiQm90dG9tIjowLjB9LCJQYWRkaW5nIjp7IiRpZCI6IjUyMCIsIlRvcCI6MC4wLCJMZWZ0IjowLjAsIlJpZ2h0IjowLjAsIkJvdHRvbSI6MC4wfSwiSXNWaXNpYmxlIjp0cnVlLCJXaWR0aCI6MC4wLCJIZWlnaHQiOjAuMCwiQm9yZGVyU3R5bGUiOnsiJGlkIjoiNTIxIiwiTGluZUNvbG9yIjpudWxsLCJMaW5lV2VpZ2h0IjowLjAsIkxpbmVUeXBlIjowLCJQYXJlbnRTdHlsZSI6bnVsbH0sIlBhcmVudFN0eWxlIjpudWxsfSwiX2FkZGl0aW9uYWxTd2ltbGFuZVYyU3R5bGVzIjpbeyIkaWQiOiI1MjIiLCJTdHlsZUlkIjoiOTg1MTNlMTAtNTUxYy00ZjMwLWFjMTEtYTA2OTBlOTAzMTM0IiwiSGVhZGVyU3R5bGUiOnsiJGlkIjoiNTIzIiwiVGV4dElzVmVydGljYWwiOmZhbHNlLCJUZXh0U3R5bGUiOnsiJGlkIjoiNTI0IiwiRm9udFNldHRpbmdzIjp7IiRpZCI6IjUyNSIsIkZvbnRTaXplIjoxMSwiRm9udE5hbWUiOiJDYWxpYnJpIiwiSXNCb2xkIjpmYWxzZSwiSXNJdGFsaWMiOmZhbHNlLCJJc1VuZGVybGluZWQiOmZhbHNlLCJQYXJlbnRTdHlsZSI6bnVsbH0sIkF1dG9TaXplIjoyLCJGb3JlZ3JvdW5kIjp7IiRpZCI6IjUyNiIsIkNvbG9yIjp7IiRpZCI6IjUyNyIsIkEiOjI1NSwiUiI6MjU1LCJHIjoyNTUsIkIiOjI1NX19LCJNYXhXaWR0aCI6IkluZmluaXR5IiwiTWF4SGVpZ2h0IjoiSW5maW5pdHkiLCJTbWFydEZvcmVncm91bmRJc0FjdGl2ZSI6ZmFsc2UsIkhvcml6b250YWxBbGlnbm1lbnQiOjEsIlZlcnRpY2FsQWxpZ25tZW50IjowLCJTbWFydEZvcmVncm91bmQiOm51bGwsIkJhY2tncm91bmRGaWxsVHlwZSI6MCwiTWFyZ2luIjp7IiRpZCI6IjUyOCIsIlRvcCI6MC4wLCJMZWZ0IjowLjAsIlJpZ2h0IjowLjAsIkJvdHRvbSI6MC4wfSwiUGFkZGluZyI6eyIkaWQiOiI1MjkiLCJUb3AiOjAuMCwiTGVmdCI6MC4wLCJSaWdodCI6MC4wLCJCb3R0b20iOjAuMH0sIkJhY2tncm91bmQiOnsiJGlkIjoiNTMwIiwiQ29sb3IiOnsiJGlkIjoiNTMxIiwiQSI6MjU1LCJSIjoyNTUsIkciOjI1NSwiQiI6MjU1fX0sIklzVmlzaWJsZSI6dHJ1ZSwiV2lkdGgiOjAuMCwiSGVpZ2h0IjowLjAsIkJvcmRlclN0eWxlIjpudWxsLCJQYXJlbnRTdHlsZSI6bnVsbH0sIlJlY3RhbmdsZVN0eWxlIjp7IiRpZCI6IjUzMiIsIk1hcmdpbiI6eyIkaWQiOiI1MzMiLCJUb3AiOjAuMCwiTGVmdCI6MC4wLCJSaWdodCI6MC4wLCJCb3R0b20iOjAuMH0sIlBhZGRpbmciOnsiJGlkIjoiNTM0IiwiVG9wIjowLjAsIkxlZnQiOjAuMCwiUmlnaHQiOjAuMCwiQm90dG9tIjowLjB9LCJCYWNrZ3JvdW5kIjp7IiRpZCI6IjUzNSIsIkNvbG9yIjp7IiRpZCI6IjUzNiIsIkEiOjI1NSwiUiI6MjMzLCJHIjoxMTMsIkIiOjUwfX0sIklzVmlzaWJsZSI6dHJ1ZSwiV2lkdGgiOjAuMCwiSGVpZ2h0IjowLjAsIkJvcmRlclN0eWxlIjp7IiRpZCI6IjUzNyIsIkxpbmVDb2xvciI6eyIkaWQiOiI1MzgiLCIkdHlwZSI6Ik5MUkUuQ29tbW9uLkRvbS5Tb2xpZENvbG9yQnJ1c2gsIE5MUkUuQ29tbW9uIiwiQ29sb3IiOnsiJGlkIjoiNTM5IiwiQSI6MjU1LCJSIjoyNTUsIkciOjI1NSwiQiI6MjU1fX0sIkxpbmVXZWlnaHQiOjAuMCwiTGluZVR5cGUiOjAsIlBhcmVudFN0eWxlIjpudWxsfSwiUGFyZW50U3R5bGUiOm51bGx9LCJNYXJnaW4iOnsiJGlkIjoiNTQwIiwiVG9wIjowLjAsIkxlZnQiOjAuMCwiUmlnaHQiOjAuMCwiQm90dG9tIjowLjB9LCJQYWRkaW5nIjp7IiRpZCI6IjU0MSIsIlRvcCI6MC4wLCJMZWZ0IjowLjAsIlJpZ2h0IjowLjAsIkJvdHRvbSI6MC4wfSwiQmFja2dyb3VuZCI6bnVsbCwiSXNWaXNpYmxlIjp0cnVlLCJXaWR0aCI6MC4wLCJIZWlnaHQiOjAuMCwiQm9yZGVyU3R5bGUiOm51bGwsIlBhcmVudFN0eWxlIjpudWxsfSwiQmFja2dyb3VuZFN0eWxlIjp7IiRpZCI6IjU0MiIsIk1hcmdpbiI6eyIkaWQiOiI1NDMiLCJUb3AiOjAuMCwiTGVmdCI6MC4wLCJSaWdodCI6MC4wLCJCb3R0b20iOjAuMH0sIlBhZGRpbmciOnsiJGlkIjoiNTQ0IiwiVG9wIjowLjAsIkxlZnQiOjAuMCwiUmlnaHQiOjAuMCwiQm90dG9tIjowLjB9LCJCYWNrZ3JvdW5kIjp7IiRpZCI6IjU0NSIsIkNvbG9yIjp7IiRpZCI6IjU0NiIsIkEiOjUxLCJSIjoyMDAsIkciOjIwMCwiQiI6MjAwfX0sIklzVmlzaWJsZSI6dHJ1ZSwiV2lkdGgiOjAuMCwiSGVpZ2h0IjowLjAsIkJvcmRlclN0eWxlIjp7IiRpZCI6IjU0NyIsIkxpbmVDb2xvciI6eyIkaWQiOiI1NDgiLCIkdHlwZSI6Ik5MUkUuQ29tbW9uLkRvbS5Tb2xpZENvbG9yQnJ1c2gsIE5MUkUuQ29tbW9uIiwiQ29sb3IiOnsiJGlkIjoiNTQ5IiwiQSI6MjU1LCJSIjoyMzQsIkciOjIyLCJCIjozMH19LCJMaW5lV2VpZ2h0IjowLjAsIkxpbmVUeXBlIjowLCJQYXJlbnRTdHlsZSI6bnVsbH0sIlBhcmVudFN0eWxlIjpudWxsfSwiSXNBYm92ZVRpbWViYW5kIjpmYWxzZSwiU3BhY2luZyI6MywiRGVmYXVsdFN3aW1sYW5lVGFza1N0eWxlIjp7IiRpZCI6IjU1MCIsIiR0eXBlIjoiTkxSRS5Db21tb24uRG9tLlN0eWxlcy5FeHBsaWNpdFNldGFibGVUYXNrU3R5bGUsIE5MUkUuQ29tbW9uIiwiU2hhcGUiOjEsIlNoYXBlVGhpY2tuZXNzIjowLCJEdXJhdGlvbkZvcm1hdCI6MCwiSW5jbHVkZU5vbldvcmtpbmdEYXlzSW5EdXJhdGlvbiI6ZmFsc2UsIlBlcmNlbnRhZ2VDb21wbGV0ZVN0eWxlIjp7IiRpZCI6IjU1MSIsIkZvbnRTZXR0aW5ncyI6eyIkaWQiOiI1NTIiLCJGb250U2l6ZSI6MTAsIkZvbnROYW1lIjoiQ2FsaWJyaSIsIklzQm9sZCI6ZmFsc2UsIklzSXRhbGljIjpmYWxzZSwiSXNVbmRlcmxpbmVkIjpmYWxzZSwiUGFyZW50U3R5bGUiOm51bGx9LCJBdXRvU2l6ZSI6MCwiRm9yZWdyb3VuZCI6eyIkaWQiOiI1NTMiLCJDb2xvciI6eyIkaWQiOiI1NT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TU1IiwiVG9wIjowLjAsIkxlZnQiOjAuMCwiUmlnaHQiOjAuMCwiQm90dG9tIjowLjB9LCJQYWRkaW5nIjp7IiRpZCI6IjU1NiIsIlRvcCI6MC4wLCJMZWZ0IjowLjAsIlJpZ2h0IjowLjAsIkJvdHRvbSI6MC4wfSwiQmFja2dyb3VuZCI6eyIkaWQiOiI1NTciLCJDb2xvciI6eyIkaWQiOiI1NTgiLCJBIjo4OSwiUiI6MCwiRyI6MCwiQiI6MH19LCJJc1Zpc2libGUiOnRydWUsIldpZHRoIjowLjAsIkhlaWdodCI6MC4wLCJCb3JkZXJTdHlsZSI6eyIkaWQiOiI1NTkiLCJMaW5lQ29sb3IiOm51bGwsIkxpbmVXZWlnaHQiOjAuMCwiTGluZVR5cGUiOjAsIlBhcmVudFN0eWxlIjpudWxsfSwiUGFyZW50U3R5bGUiOm51bGx9LCJEdXJhdGlvblN0eWxlIjp7IiRpZCI6IjU2MCIsIkZvbnRTZXR0aW5ncyI6eyIkaWQiOiI1NjEiLCJGb250U2l6ZSI6MTAsIkZvbnROYW1lIjoiQ2FsaWJyaSIsIklzQm9sZCI6ZmFsc2UsIklzSXRhbGljIjpmYWxzZSwiSXNVbmRlcmxpbmVkIjpmYWxzZSwiUGFyZW50U3R5bGUiOm51bGx9LCJBdXRvU2l6ZSI6MCwiRm9yZWdyb3VuZCI6eyIkaWQiOiI1NjIiLCJDb2xvciI6eyIkaWQiOiI1Nj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1NjQiLCJUb3AiOjAuMCwiTGVmdCI6MC4wLCJSaWdodCI6MC4wLCJCb3R0b20iOjAuMH0sIlBhZGRpbmciOnsiJGlkIjoiNTY1IiwiVG9wIjowLjAsIkxlZnQiOjAuMCwiUmlnaHQiOjAuMCwiQm90dG9tIjowLjB9LCJCYWNrZ3JvdW5kIjp7IiRpZCI6IjU2NiIsIkNvbG9yIjp7IiRpZCI6IjU2NyIsIkEiOjI1NSwiUiI6MjM3LCJHIjoxMjUsIkIiOjQ5fX0sIklzVmlzaWJsZSI6dHJ1ZSwiV2lkdGgiOjAuMCwiSGVpZ2h0IjowLjAsIkJvcmRlclN0eWxlIjp7IiRpZCI6IjU2OCIsIkxpbmVDb2xvciI6bnVsbCwiTGluZVdlaWdodCI6MC4wLCJMaW5lVHlwZSI6MCwiUGFyZW50U3R5bGUiOm51bGx9LCJQYXJlbnRTdHlsZSI6bnVsbH0sIkhvcml6b250YWxDb25uZWN0b3JTdHlsZSI6eyIkaWQiOiI1NjkiLCJMaW5lQ29sb3IiOnsiJGlkIjoiNTcwIiwiJHR5cGUiOiJOTFJFLkNvbW1vbi5Eb20uU29saWRDb2xvckJydXNoLCBOTFJFLkNvbW1vbiIsIkNvbG9yIjp7IiRpZCI6IjU3MSIsIkEiOjI1NSwiUiI6MCwiRyI6MCwiQiI6MH19LCJMaW5lV2VpZ2h0IjowLjAsIkxpbmVUeXBlIjowLCJQYXJlbnRTdHlsZSI6bnVsbH0sIlZlcnRpY2FsQ29ubmVjdG9yU3R5bGUiOnsiJGlkIjoiNTcyIiwiTGluZUNvbG9yIjp7IiRpZCI6IjU3MyIsIiR0eXBlIjoiTkxSRS5Db21tb24uRG9tLlNvbGlkQ29sb3JCcnVzaCwgTkxSRS5Db21tb24iLCJDb2xvciI6eyIkaWQiOiI1NzQ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1NzUiLCJTaGFwZVN0eWxlIjp7IiRpZCI6IjU3NiIsIk1hcmdpbiI6eyIkaWQiOiI1NzciLCJUb3AiOjAuMCwiTGVmdCI6MC4wLCJSaWdodCI6MC4wLCJCb3R0b20iOjAuMH0sIlBhZGRpbmciOnsiJGlkIjoiNTc4IiwiVG9wIjowLjAsIkxlZnQiOjAuMCwiUmlnaHQiOjAuMCwiQm90dG9tIjowLjB9LCJCYWNrZ3JvdW5kIjp7IiRpZCI6IjU3OSIsIkNvbG9yIjp7IiRpZCI6IjU4MCIsIkEiOjE1MywiUiI6MCwiRyI6MCwiQiI6MH19LCJJc1Zpc2libGUiOnRydWUsIldpZHRoIjowLjAsIkhlaWdodCI6MC4wLCJCb3JkZXJTdHlsZSI6eyIkaWQiOiI1ODEiLCJMaW5lQ29sb3IiOnsiJGlkIjoiNTgyIiwiJHR5cGUiOiJOTFJFLkNvbW1vbi5Eb20uU29saWRDb2xvckJydXNoLCBOTFJFLkNvbW1vbiIsIkNvbG9yIjp7IiRpZCI6IjU4MyIsIkEiOjI1NSwiUiI6MjU1LCJHIjowLCJCIjowfX0sIkxpbmVXZWlnaHQiOjAuMCwiTGluZVR5cGUiOjAsIlBhcmVudFN0eWxlIjpudWxsfSwiUGFyZW50U3R5bGUiOm51bGx9LCJNYXJnaW4iOnsiJGlkIjoiNTg0IiwiVG9wIjowLjAsIkxlZnQiOjAuMCwiUmlnaHQiOjAuMCwiQm90dG9tIjowLjB9LCJQYWRkaW5nIjp7IiRpZCI6IjU4NSIsIlRvcCI6MC4wLCJMZWZ0IjowLjAsIlJpZ2h0IjowLjAsIkJvdHRvbSI6MC4wfSwiQmFja2dyb3VuZCI6bnVsbCwiSXNWaXNpYmxlIjp0cnVlLCJXaWR0aCI6MC4wLCJIZWlnaHQiOjAuMCwiQm9yZGVyU3R5bGUiOm51bGwsIlBhcmVudFN0eWxlIjpudWxsfSwiU2hhcGVTdHlsZSI6eyIkaWQiOiI1ODYiLCJNYXJnaW4iOnsiJGlkIjoiNTg3IiwiVG9wIjowLjAsIkxlZnQiOjQuMCwiUmlnaHQiOjQuMCwiQm90dG9tIjowLjB9LCJQYWRkaW5nIjp7IiRpZCI6IjU4OCIsIlRvcCI6MC4wLCJMZWZ0IjowLjAsIlJpZ2h0IjowLjAsIkJvdHRvbSI6MC4wfSwiQmFja2dyb3VuZCI6eyIkaWQiOiI1ODkiLCJDb2xvciI6eyIkaWQiOiI1OTAiLCJBIjoyNTUsIlIiOjIzMywiRyI6MTEzLCJCIjo1MH19LCJJc1Zpc2libGUiOnRydWUsIldpZHRoIjowLjAsIkhlaWdodCI6MTAuMCwiQm9yZGVyU3R5bGUiOnsiJGlkIjoiNTkxIiwiTGluZUNvbG9yIjp7IiRpZCI6IjU5MiIsIiR0eXBlIjoiTkxSRS5Db21tb24uRG9tLlNvbGlkQ29sb3JCcnVzaCwgTkxSRS5Db21tb24iLCJDb2xvciI6eyIkaWQiOiI1OTMiLCJBIjoyNTUsIlIiOjIzNCwiRyI6MjIsIkIiOjMwfX0sIkxpbmVXZWlnaHQiOjAuMCwiTGluZVR5cGUiOjAsIlBhcmVudFN0eWxlIjpudWxsfSwiUGFyZW50U3R5bGUiOm51bGx9LCJUaXRsZVN0eWxlIjp7IiRpZCI6IjU5NCIsIkZvbnRTZXR0aW5ncyI6eyIkaWQiOiI1OTUiLCJGb250U2l6ZSI6MTEsIkZvbnROYW1lIjoiQ2FsaWJyaSIsIklzQm9sZCI6ZmFsc2UsIklzSXRhbGljIjpmYWxzZSwiSXNVbmRlcmxpbmVkIjpmYWxzZSwiUGFyZW50U3R5bGUiOm51bGx9LCJBdXRvU2l6ZSI6MCwiRm9yZWdyb3VuZCI6eyIkaWQiOiI1OTYiLCJDb2xvciI6eyIkaWQiOiI1OT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k4IiwiVG9wIjowLjAsIkxlZnQiOjAuMCwiUmlnaHQiOjAuMCwiQm90dG9tIjowLjB9LCJQYWRkaW5nIjp7IiRpZCI6IjU5OSIsIlRvcCI6MC4wLCJMZWZ0IjowLjAsIlJpZ2h0IjowLjAsIkJvdHRvbSI6MC4wfSwiQmFja2dyb3VuZCI6eyIkaWQiOiI2MDAiLCJDb2xvciI6eyIkaWQiOiI2MDEiLCJBIjoyNTUsIlIiOjAsIkciOjAsIkIiOjB9fSwiSXNWaXNpYmxlIjp0cnVlLCJXaWR0aCI6MC4wLCJIZWlnaHQiOjAuMCwiQm9yZGVyU3R5bGUiOnsiJGlkIjoiNjAyIiwiTGluZUNvbG9yIjpudWxsLCJMaW5lV2VpZ2h0IjowLjAsIkxpbmVUeXBlIjowLCJQYXJlbnRTdHlsZSI6bnVsbH0sIlBhcmVudFN0eWxlIjpudWxsfSwiRGF0ZVN0eWxlIjp7IiRpZCI6IjYwMyIsIkZvbnRTZXR0aW5ncyI6eyIkaWQiOiI2MDQiLCJGb250U2l6ZSI6MTAsIkZvbnROYW1lIjoiQ2FsaWJyaSIsIklzQm9sZCI6ZmFsc2UsIklzSXRhbGljIjpmYWxzZSwiSXNVbmRlcmxpbmVkIjpmYWxzZSwiUGFyZW50U3R5bGUiOm51bGx9LCJBdXRvU2l6ZSI6MCwiRm9yZWdyb3VuZCI6eyIkaWQiOiI2MDUiLCJDb2xvciI6eyIkaWQiOiI2MD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NjA3IiwiVG9wIjowLjAsIkxlZnQiOjAuMCwiUmlnaHQiOjAuMCwiQm90dG9tIjowLjB9LCJQYWRkaW5nIjp7IiRpZCI6IjYwOCIsIlRvcCI6MC4wLCJMZWZ0IjowLjAsIlJpZ2h0IjowLjAsIkJvdHRvbSI6MC4wfSwiQmFja2dyb3VuZCI6eyIkaWQiOiI2MDkiLCJDb2xvciI6eyIkaWQiOiI2MTAiLCJBIjoyNTUsIlIiOjE0LCJHIjo0MCwiQiI6NjV9fSwiSXNWaXNpYmxlIjp0cnVlLCJXaWR0aCI6MC4wLCJIZWlnaHQiOjAuMCwiQm9yZGVyU3R5bGUiOnsiJGlkIjoiNjExIiwiTGluZUNvbG9yIjpudWxsLCJMaW5lV2VpZ2h0IjowLjAsIkxpbmVUeXBlIjowLCJQYXJlbnRTdHlsZSI6bnVsbH0sIlBhcmVudFN0eWxlIjpudWxsfSwiRGF0ZUZvcm1hdCI6eyIkaWQiOiI2MT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EzIiwiRm9ybWF0IjowLCJJc1Zpc2libGUiOmZhbHNlLCJMYXN0S25vd25WaXNpYmlsaXR5U3RhdGUiOmZhbHNlfSwiSXNWaXNpYmxlIjp0cnVlLCJWYXJpYW5jZVN0eWxlIjp7IiRpZCI6IjYxNCIsIlRleHRTdHlsZSI6eyIkaWQiOiI2MTUiLCJGb250U2V0dGluZ3MiOnsiJGlkIjoiNjE2IiwiRm9udFNpemUiOjEwLCJGb250TmFtZSI6IkNhbGlicmkiLCJJc0JvbGQiOmZhbHNlLCJJc0l0YWxpYyI6ZmFsc2UsIklzVW5kZXJsaW5lZCI6ZmFsc2UsIlBhcmVudFN0eWxlIjpudWxsfSwiQXV0b1NpemUiOjAsIkZvcmVncm91bmQiOnsiJGlkIjoiNjE3IiwiQ29sb3IiOnsiJGlkIjoiNjE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xOSIsIlRvcCI6MC4wLCJMZWZ0IjowLjAsIlJpZ2h0IjowLjAsIkJvdHRvbSI6MC4wfSwiUGFkZGluZyI6eyIkaWQiOiI2MjAiLCJUb3AiOjAuMCwiTGVmdCI6MC4wLCJSaWdodCI6MC4wLCJCb3R0b20iOjAuMH0sIkJhY2tncm91bmQiOnsiJGlkIjoiNjIxIiwiQ29sb3IiOnsiJGlkIjoiNjIyIiwiQSI6MjU1LCJSIjowLCJHIjowLCJCIjowfX0sIklzVmlzaWJsZSI6dHJ1ZSwiV2lkdGgiOjAuMCwiSGVpZ2h0IjowLjAsIkJvcmRlclN0eWxlIjp7IiRpZCI6IjYyMyIsIkxpbmVDb2xvciI6bnVsbCwiTGluZVdlaWdodCI6MC4wLCJMaW5lVHlwZSI6MCwiUGFyZW50U3R5bGUiOm51bGx9LCJQYXJlbnRTdHlsZSI6bnVsbH0sIlBhcmVudFN0eWxlIjpudWxsfSwiUGFyZW50U3R5bGUiOm51bGwsIl9leHBsaWNpdGx5U2V0Ijp7IiRpZCI6IjYy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YyNSIsIlNoYXBlIjoxLCJDb25uZWN0b3JNYXJnaW4iOnsiJGlkIjoiNjI2IiwiVG9wIjowLjAsIkxlZnQiOjIuMCwiUmlnaHQiOjIuMCwiQm90dG9tIjowLjB9LCJDb25uZWN0b3JTdHlsZSI6eyIkaWQiOiI2MjciLCJMaW5lQ29sb3IiOnsiJGlkIjoiNjI4IiwiJHR5cGUiOiJOTFJFLkNvbW1vbi5Eb20uU29saWRDb2xvckJydXNoLCBOTFJFLkNvbW1vbiIsIkNvbG9yIjp7IiRpZCI6IjYyOSIsIkEiOjEyNywiUiI6MTI4LCJHIjo1MywiQiI6MTR9fSwiTGluZVdlaWdodCI6MS4wLCJMaW5lVHlwZSI6MCwiUGFyZW50U3R5bGUiOm51bGx9LCJJc0JlbG93VGltZWJhbmQiOmZhbHNlLCJQb3NpdGlvbk9uVGFzayI6MSwiSGlkZURhdGUiOmZhbHNlLCJTaGFwZVNpemUiOjAsIlNwYWNpbmciOjAuMCwiUGFkZGluZyI6eyIkaWQiOiI2MzAiLCJUb3AiOjUuMCwiTGVmdCI6My4wLCJSaWdodCI6MC4wLCJCb3R0b20iOjIuMH0sIlNoYXBlU3R5bGUiOnsiJGlkIjoiNjMxIiwiTWFyZ2luIjp7IiRpZCI6IjYzMiIsIlRvcCI6MC4wLCJMZWZ0IjowLjAsIlJpZ2h0IjowLjAsIkJvdHRvbSI6MC4wfSwiUGFkZGluZyI6eyIkaWQiOiI2MzMiLCJUb3AiOjAuMCwiTGVmdCI6MC4wLCJSaWdodCI6MC4wLCJCb3R0b20iOjAuMH0sIkJhY2tncm91bmQiOnsiJGlkIjoiNjM0IiwiQ29sb3IiOnsiJGlkIjoiNjM1IiwiQSI6MjU1LCJSIjoxMjgsIkciOjUzLCJCIjoxNH19LCJJc1Zpc2libGUiOnRydWUsIldpZHRoIjoxMi4wLCJIZWlnaHQiOjE0LjAsIkJvcmRlclN0eWxlIjp7IiRpZCI6IjYzNiIsIkxpbmVDb2xvciI6eyIkaWQiOiI2MzciLCIkdHlwZSI6Ik5MUkUuQ29tbW9uLkRvbS5Tb2xpZENvbG9yQnJ1c2gsIE5MUkUuQ29tbW9uIiwiQ29sb3IiOnsiJGlkIjoiNjM4IiwiQSI6MjU1LCJSIjoyNTUsIkciOjI1NSwiQiI6MjU1fX0sIkxpbmVXZWlnaHQiOjAuMCwiTGluZVR5cGUiOjAsIlBhcmVudFN0eWxlIjpudWxsfSwiUGFyZW50U3R5bGUiOm51bGx9LCJUaXRsZVN0eWxlIjp7IiRpZCI6IjYzOSIsIkZvbnRTZXR0aW5ncyI6eyIkaWQiOiI2NDAiLCJGb250U2l6ZSI6MTEsIkZvbnROYW1lIjoiQ2FsaWJyaSIsIklzQm9sZCI6ZmFsc2UsIklzSXRhbGljIjpmYWxzZSwiSXNVbmRlcmxpbmVkIjpmYWxzZSwiUGFyZW50U3R5bGUiOm51bGx9LCJBdXRvU2l6ZSI6MCwiRm9yZWdyb3VuZCI6eyIkaWQiOiI2NDEiLCJDb2xvciI6eyIkaWQiOiI2NDI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NjQzIiwiVG9wIjowLjAsIkxlZnQiOjAuMCwiUmlnaHQiOjAuMCwiQm90dG9tIjowLjB9LCJQYWRkaW5nIjp7IiRpZCI6IjY0NCIsIlRvcCI6MC4wLCJMZWZ0IjowLjAsIlJpZ2h0IjowLjAsIkJvdHRvbSI6MC4wfSwiQmFja2dyb3VuZCI6eyIkaWQiOiI2NDUiLCJDb2xvciI6eyIkaWQiOiI2NDYiLCJBIjoyNTUsIlIiOjAsIkciOjAsIkIiOjB9fSwiSXNWaXNpYmxlIjp0cnVlLCJXaWR0aCI6MC4wLCJIZWlnaHQiOjAuMCwiQm9yZGVyU3R5bGUiOnsiJGlkIjoiNjQ3IiwiTGluZUNvbG9yIjpudWxsLCJMaW5lV2VpZ2h0IjowLjAsIkxpbmVUeXBlIjowLCJQYXJlbnRTdHlsZSI6bnVsbH0sIlBhcmVudFN0eWxlIjpudWxsfSwiRGF0ZVN0eWxlIjp7IiRpZCI6IjY0OCIsIkZvbnRTZXR0aW5ncyI6eyIkaWQiOiI2NDkiLCJGb250U2l6ZSI6MTAsIkZvbnROYW1lIjoiQ2FsaWJyaSIsIklzQm9sZCI6ZmFsc2UsIklzSXRhbGljIjpmYWxzZSwiSXNVbmRlcmxpbmVkIjpmYWxzZSwiUGFyZW50U3R5bGUiOm51bGx9LCJBdXRvU2l6ZSI6MCwiRm9yZWdyb3VuZCI6eyIkaWQiOiI2NTAiLCJDb2xvciI6eyIkaWQiOiI2NTEiLCJBIjoyNTUsIlIiOjE0LCJHIjo0MCwiQiI6NjV9fSwiTWF4V2lkdGgiOjIwMC4wLCJNYXhIZWlnaHQiOiJJbmZpbml0eSIsIlNtYXJ0Rm9yZWdyb3VuZElzQWN0aXZlIjpmYWxzZSwiSG9yaXpvbnRhbEFsaWdubWVudCI6MSwiVmVydGljYWxBbGlnbm1lbnQiOjEsIlNtYXJ0Rm9yZWdyb3VuZCI6bnVsbCwiQmFja2dyb3VuZEZpbGxUeXBlIjowLCJNYXJnaW4iOnsiJGlkIjoiNjUyIiwiVG9wIjowLjAsIkxlZnQiOjAuMCwiUmlnaHQiOjAuMCwiQm90dG9tIjowLjB9LCJQYWRkaW5nIjp7IiRpZCI6IjY1MyIsIlRvcCI6MC4wLCJMZWZ0IjowLjAsIlJpZ2h0IjowLjAsIkJvdHRvbSI6MC4wfSwiQmFja2dyb3VuZCI6eyIkaWQiOiI2NTQiLCJDb2xvciI6eyIkaWQiOiI2NTUiLCJBIjoyNTUsIlIiOjE0LCJHIjo0MCwiQiI6NjV9fSwiSXNWaXNpYmxlIjp0cnVlLCJXaWR0aCI6MC4wLCJIZWlnaHQiOjAuMCwiQm9yZGVyU3R5bGUiOnsiJGlkIjoiNjU2IiwiTGluZUNvbG9yIjpudWxsLCJMaW5lV2VpZ2h0IjowLjAsIkxpbmVUeXBlIjowLCJQYXJlbnRTdHlsZSI6bnVsbH0sIlBhcmVudFN0eWxlIjpudWxsfSwiRGF0ZUZvcm1hdCI6eyIkaWQiOiI2NT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U4IiwiRm9ybWF0IjowLCJJc1Zpc2libGUiOmZhbHNlLCJMYXN0S25vd25WaXNpYmlsaXR5U3RhdGUiOmZhbHNlfSwiSXNWaXNpYmxlIjpmYWxzZSwiVmFyaWFuY2VTdHlsZSI6eyIkaWQiOiI2NTkiLCJUZXh0U3R5bGUiOnsiJGlkIjoiNjYwIiwiRm9udFNldHRpbmdzIjp7IiRpZCI6IjY2MSIsIkZvbnRTaXplIjoxMCwiRm9udE5hbWUiOiJDYWxpYnJpIiwiSXNCb2xkIjpmYWxzZSwiSXNJdGFsaWMiOmZhbHNlLCJJc1VuZGVybGluZWQiOmZhbHNlLCJQYXJlbnRTdHlsZSI6bnVsbH0sIkF1dG9TaXplIjowLCJGb3JlZ3JvdW5kIjp7IiRpZCI6IjY2MiIsIkNvbG9yIjp7IiRpZCI6IjY2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2NjQiLCJUb3AiOjAuMCwiTGVmdCI6MC4wLCJSaWdodCI6MC4wLCJCb3R0b20iOjAuMH0sIlBhZGRpbmciOnsiJGlkIjoiNjY1IiwiVG9wIjowLjAsIkxlZnQiOjAuMCwiUmlnaHQiOjAuMCwiQm90dG9tIjowLjB9LCJCYWNrZ3JvdW5kIjp7IiRpZCI6IjY2NiIsIkNvbG9yIjp7IiRpZCI6IjY2NyIsIkEiOjI1NSwiUiI6MCwiRyI6MCwiQiI6MH19LCJJc1Zpc2libGUiOnRydWUsIldpZHRoIjowLjAsIkhlaWdodCI6MC4wLCJCb3JkZXJTdHlsZSI6eyIkaWQiOiI2NjgiLCJMaW5lQ29sb3IiOm51bGwsIkxpbmVXZWlnaHQiOjAuMCwiTGluZVR5cGUiOjAsIlBhcmVudFN0eWxlIjpudWxsfSwiUGFyZW50U3R5bGUiOm51bGx9LCJQYXJlbnRTdHlsZSI6bnVsbH0sIlBhcmVudFN0eWxlIjpudWxsfSwiRGVmYXVsdFN3aW1sYW5lTWlsZXN0b25lU3R5bGUiOnsiJGlkIjoiNjY5IiwiVGl0bGVQb3NpdGlvbiI6IkxlZnQiLCJEYXRlUG9zaXRpb24iOiJSaWdodCIsIlZhcmlhbmNlUG9zaXRpb24iOiJSaWdodCIsIlNoYXBlVHlwZSI6MSwiU2hhcGVTaXplIjowLCJTcGFjaW5nIjo1LCJTaGFwZVN0eWxlIjp7IiRpZCI6IjY3MCIsIk1hcmdpbiI6eyIkaWQiOiI2NzEiLCJUb3AiOjAuMCwiTGVmdCI6MC4wLCJSaWdodCI6MC4wLCJCb3R0b20iOjAuMH0sIlBhZGRpbmciOnsiJGlkIjoiNjcyIiwiVG9wIjowLjAsIkxlZnQiOjAuMCwiUmlnaHQiOjAuMCwiQm90dG9tIjowLjB9LCJCYWNrZ3JvdW5kIjp7IiRpZCI6IjY3MyIsIkNvbG9yIjp7IiRpZCI6IjY3NCIsIkEiOjI1NSwiUiI6MjMzLCJHIjoxMTMsIkIiOjUwfX0sIklzVmlzaWJsZSI6dHJ1ZSwiV2lkdGgiOjEyLjAsIkhlaWdodCI6MTQuMCwiQm9yZGVyU3R5bGUiOnsiJGlkIjoiNjc1IiwiTGluZUNvbG9yIjp7IiRpZCI6IjY3NiIsIiR0eXBlIjoiTkxSRS5Db21tb24uRG9tLlNvbGlkQ29sb3JCcnVzaCwgTkxSRS5Db21tb24iLCJDb2xvciI6eyIkaWQiOiI2NzciLCJBIjoyNTUsIlIiOjIzNCwiRyI6MjIsIkIiOjMwfX0sIkxpbmVXZWlnaHQiOjAuMCwiTGluZVR5cGUiOjAsIlBhcmVudFN0eWxlIjpudWxsfSwiUGFyZW50U3R5bGUiOm51bGx9LCJUaXRsZVN0eWxlIjp7IiRpZCI6IjY3OCIsIkZvbnRTZXR0aW5ncyI6eyIkaWQiOiI2NzkiLCJGb250U2l6ZSI6MTEsIkZvbnROYW1lIjoiQ2FsaWJyaSIsIklzQm9sZCI6ZmFsc2UsIklzSXRhbGljIjpmYWxzZSwiSXNVbmRlcmxpbmVkIjpmYWxzZSwiUGFyZW50U3R5bGUiOm51bGx9LCJBdXRvU2l6ZSI6MCwiRm9yZWdyb3VuZCI6eyIkaWQiOiI2ODAiLCJDb2xvciI6eyIkaWQiOiI2ODE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NjgyIiwiVG9wIjowLjAsIkxlZnQiOjAuMCwiUmlnaHQiOjAuMCwiQm90dG9tIjowLjB9LCJQYWRkaW5nIjp7IiRpZCI6IjY4MyIsIlRvcCI6MC4wLCJMZWZ0IjowLjAsIlJpZ2h0IjowLjAsIkJvdHRvbSI6MC4wfSwiQmFja2dyb3VuZCI6eyIkaWQiOiI2ODQiLCJDb2xvciI6eyIkaWQiOiI2ODUiLCJBIjoyNTUsIlIiOjAsIkciOjAsIkIiOjB9fSwiSXNWaXNpYmxlIjp0cnVlLCJXaWR0aCI6MC4wLCJIZWlnaHQiOjAuMCwiQm9yZGVyU3R5bGUiOnsiJGlkIjoiNjg2IiwiTGluZUNvbG9yIjpudWxsLCJMaW5lV2VpZ2h0IjowLjAsIkxpbmVUeXBlIjowLCJQYXJlbnRTdHlsZSI6bnVsbH0sIlBhcmVudFN0eWxlIjpudWxsfSwiRGF0ZVN0eWxlIjp7IiRpZCI6IjY4NyIsIkZvbnRTZXR0aW5ncyI6eyIkaWQiOiI2ODgiLCJGb250U2l6ZSI6MTAsIkZvbnROYW1lIjoiQ2FsaWJyaSIsIklzQm9sZCI6ZmFsc2UsIklzSXRhbGljIjpmYWxzZSwiSXNVbmRlcmxpbmVkIjpmYWxzZSwiUGFyZW50U3R5bGUiOm51bGx9LCJBdXRvU2l6ZSI6MCwiRm9yZWdyb3VuZCI6eyIkaWQiOiI2ODkiLCJDb2xvciI6eyIkaWQiOiI2OTA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NjkxIiwiVG9wIjowLjAsIkxlZnQiOjAuMCwiUmlnaHQiOjAuMCwiQm90dG9tIjowLjB9LCJQYWRkaW5nIjp7IiRpZCI6IjY5MiIsIlRvcCI6MC4wLCJMZWZ0IjowLjAsIlJpZ2h0IjowLjAsIkJvdHRvbSI6MC4wfSwiQmFja2dyb3VuZCI6eyIkaWQiOiI2OTMiLCJDb2xvciI6eyIkaWQiOiI2OTQiLCJBIjoyNTUsIlIiOjE0LCJHIjo0MCwiQiI6NjV9fSwiSXNWaXNpYmxlIjp0cnVlLCJXaWR0aCI6MC4wLCJIZWlnaHQiOjAuMCwiQm9yZGVyU3R5bGUiOnsiJGlkIjoiNjk1IiwiTGluZUNvbG9yIjpudWxsLCJMaW5lV2VpZ2h0IjowLjAsIkxpbmVUeXBlIjowLCJQYXJlbnRTdHlsZSI6bnVsbH0sIlBhcmVudFN0eWxlIjpudWxsfSwiRGF0ZUZvcm1hdCI6eyIkaWQiOiI2O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k3IiwiRm9ybWF0IjowLCJJc1Zpc2libGUiOmZhbHNlLCJMYXN0S25vd25WaXNpYmlsaXR5U3RhdGUiOmZhbHNlfSwiSXNWaXNpYmxlIjp0cnVlLCJWYXJpYW5jZVN0eWxlIjp7IiRpZCI6IjY5OCIsIlRleHRTdHlsZSI6eyIkaWQiOiI2OTkiLCJGb250U2V0dGluZ3MiOnsiJGlkIjoiNzAwIiwiRm9udFNpemUiOjEwLCJGb250TmFtZSI6IkNhbGlicmkiLCJJc0JvbGQiOmZhbHNlLCJJc0l0YWxpYyI6ZmFsc2UsIklzVW5kZXJsaW5lZCI6ZmFsc2UsIlBhcmVudFN0eWxlIjpudWxsfSwiQXV0b1NpemUiOjAsIkZvcmVncm91bmQiOnsiJGlkIjoiNzAxIiwiQ29sb3IiOnsiJGlkIjoiNzA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cwMyIsIlRvcCI6MC4wLCJMZWZ0IjowLjAsIlJpZ2h0IjowLjAsIkJvdHRvbSI6MC4wfSwiUGFkZGluZyI6eyIkaWQiOiI3MDQiLCJUb3AiOjAuMCwiTGVmdCI6MC4wLCJSaWdodCI6MC4wLCJCb3R0b20iOjAuMH0sIkJhY2tncm91bmQiOnsiJGlkIjoiNzA1IiwiQ29sb3IiOnsiJGlkIjoiNzA2IiwiQSI6MjU1LCJSIjowLCJHIjowLCJCIjowfX0sIklzVmlzaWJsZSI6dHJ1ZSwiV2lkdGgiOjAuMCwiSGVpZ2h0IjowLjAsIkJvcmRlclN0eWxlIjp7IiRpZCI6IjcwNyIsIkxpbmVDb2xvciI6bnVsbCwiTGluZVdlaWdodCI6MC4wLCJMaW5lVHlwZSI6MCwiUGFyZW50U3R5bGUiOm51bGx9LCJQYXJlbnRTdHlsZSI6bnVsbH0sIlBhcmVudFN0eWxlIjpudWxsfSwiUGFyZW50U3R5bGUiOm51bGx9LCJEZWZhdWx0U3dpbWxhbmVBY3Rpdml0eVN0eWxlIjp7IiRpZCI6IjcwOCIsIkhlYWRlclN0eWxlIjp7IiRpZCI6IjcwOSIsIlRleHRTdHlsZSI6eyIkaWQiOiI3MTAiLCJGb250U2V0dGluZ3MiOnsiJGlkIjoiNzExIiwiRm9udFNpemUiOjExLCJGb250TmFtZSI6IkNhbGlicmkiLCJJc0JvbGQiOmZhbHNlLCJJc0l0YWxpYyI6ZmFsc2UsIklzVW5kZXJsaW5lZCI6ZmFsc2UsIlBhcmVudFN0eWxlIjpudWxsfSwiQXV0b1NpemUiOjIsIkZvcmVncm91bmQiOnsiJGlkIjoiNzEyIiwiQ29sb3IiOnsiJGlkIjoiNzE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NzE0IiwiVG9wIjowLjAsIkxlZnQiOjAuMCwiUmlnaHQiOjAuMCwiQm90dG9tIjowLjB9LCJQYWRkaW5nIjp7IiRpZCI6IjcxNSIsIlRvcCI6MC4wLCJMZWZ0IjowLjAsIlJpZ2h0IjowLjAsIkJvdHRvbSI6MC4wfSwiQmFja2dyb3VuZCI6eyIkaWQiOiI3MTYiLCJDb2xvciI6eyIkaWQiOiI3MTciLCJBIjoyNTUsIlIiOjAsIkciOjAsIkIiOjB9fSwiSXNWaXNpYmxlIjp0cnVlLCJXaWR0aCI6MC4wLCJIZWlnaHQiOjAuMCwiQm9yZGVyU3R5bGUiOm51bGwsIlBhcmVudFN0eWxlIjpudWxsfSwiUmVjdGFuZ2xlU3R5bGUiOnsiJGlkIjoiNzE4IiwiTWFyZ2luIjp7IiRpZCI6IjcxOSIsIlRvcCI6MC4wLCJMZWZ0IjowLjAsIlJpZ2h0IjowLjAsIkJvdHRvbSI6MC4wfSwiUGFkZGluZyI6eyIkaWQiOiI3MjAiLCJUb3AiOjAuMCwiTGVmdCI6MC4wLCJSaWdodCI6MC4wLCJCb3R0b20iOjAuMH0sIkJhY2tncm91bmQiOnsiJGlkIjoiNzIxIiwiQ29sb3IiOnsiJGlkIjoiNzIyIiwiQSI6NjMsIlIiOjIzMywiRyI6MTEzLCJCIjo1MH19LCJJc1Zpc2libGUiOnRydWUsIldpZHRoIjowLjAsIkhlaWdodCI6MC4wLCJCb3JkZXJTdHlsZSI6eyIkaWQiOiI3MjMiLCJMaW5lQ29sb3IiOnsiJGlkIjoiNzI0IiwiJHR5cGUiOiJOTFJFLkNvbW1vbi5Eb20uU29saWRDb2xvckJydXNoLCBOTFJFLkNvbW1vbiIsIkNvbG9yIjp7IiRpZCI6IjcyNSIsIkEiOjI1NSwiUiI6MjU1LCJHIjoyNTUsIkIiOjI1NX19LCJMaW5lV2VpZ2h0IjowLjAsIkxpbmVUeXBlIjowLCJQYXJlbnRTdHlsZSI6bnVsbH0sIlBhcmVudFN0eWxlIjpudWxsfSwiTWFyZ2luIjp7IiRpZCI6IjcyNiIsIlRvcCI6MC4wLCJMZWZ0IjowLjAsIlJpZ2h0IjowLjAsIkJvdHRvbSI6MC4wfSwiUGFkZGluZyI6eyIkaWQiOiI3MjciLCJUb3AiOjAuMCwiTGVmdCI6MC4wLCJSaWdodCI6MC4wLCJCb3R0b20iOjAuMH0sIkJhY2tncm91bmQiOm51bGwsIklzVmlzaWJsZSI6dHJ1ZSwiV2lkdGgiOjAuMCwiSGVpZ2h0IjowLjAsIkJvcmRlclN0eWxlIjpudWxsLCJQYXJlbnRTdHlsZSI6bnVsbH0sIkJhY2tncm91bmRTdHlsZSI6eyIkaWQiOiI3MjgiLCJNYXJnaW4iOnsiJGlkIjoiNzI5IiwiVG9wIjowLjAsIkxlZnQiOjAuMCwiUmlnaHQiOjAuMCwiQm90dG9tIjowLjB9LCJQYWRkaW5nIjp7IiRpZCI6IjczMCIsIlRvcCI6MC4wLCJMZWZ0IjowLjAsIlJpZ2h0IjowLjAsIkJvdHRvbSI6MC4wfSwiQmFja2dyb3VuZCI6eyIkaWQiOiI3MzEiLCJDb2xvciI6eyIkaWQiOiI3MzIiLCJBIjo1MSwiUiI6MjAwLCJHIjoyMDAsIkIiOjIwMH19LCJJc1Zpc2libGUiOnRydWUsIldpZHRoIjowLjAsIkhlaWdodCI6MC4wLCJCb3JkZXJTdHlsZSI6eyIkaWQiOiI3MzMiLCJMaW5lQ29sb3IiOnsiJGlkIjoiNzM0IiwiJHR5cGUiOiJOTFJFLkNvbW1vbi5Eb20uU29saWRDb2xvckJydXNoLCBOTFJFLkNvbW1vbiIsIkNvbG9yIjp7IiRpZCI6IjczNSIsIkEiOjI1NSwiUiI6MjM0LCJHIjoyMiwiQiI6MzB9fSwiTGluZVdlaWdodCI6MC4wLCJMaW5lVHlwZSI6MCwiUGFyZW50U3R5bGUiOm51bGx9LCJQYXJlbnRTdHlsZSI6bnVsbH0sIk1hcmdpbiI6eyIkaWQiOiI3MzYiLCJUb3AiOjAuMCwiTGVmdCI6MC4wLCJSaWdodCI6MC4wLCJCb3R0b20iOjAuMH0sIlBhZGRpbmciOnsiJGlkIjoiNzM3IiwiVG9wIjowLjAsIkxlZnQiOjAuMCwiUmlnaHQiOjAuMCwiQm90dG9tIjowLjB9LCJJc1Zpc2libGUiOnRydWUsIldpZHRoIjowLjAsIkhlaWdodCI6MC4wLCJCb3JkZXJTdHlsZSI6eyIkaWQiOiI3MzgiLCJMaW5lQ29sb3IiOm51bGwsIkxpbmVXZWlnaHQiOjAuMCwiTGluZVR5cGUiOjAsIlBhcmVudFN0eWxlIjpudWxsfSwiUGFyZW50U3R5bGUiOm51bGx9LCJNYXJnaW4iOnsiJGlkIjoiNzM5IiwiVG9wIjowLjAsIkxlZnQiOjAuMCwiUmlnaHQiOjAuMCwiQm90dG9tIjowLjB9LCJQYWRkaW5nIjp7IiRpZCI6Ijc0MCIsIlRvcCI6MC4wLCJMZWZ0IjowLjAsIlJpZ2h0IjowLjAsIkJvdHRvbSI6MC4wfSwiSXNWaXNpYmxlIjp0cnVlLCJXaWR0aCI6MC4wLCJIZWlnaHQiOjAuMCwiQm9yZGVyU3R5bGUiOnsiJGlkIjoiNzQxIiwiTGluZUNvbG9yIjpudWxsLCJMaW5lV2VpZ2h0IjowLjAsIkxpbmVUeXBlIjowLCJQYXJlbnRTdHlsZSI6bnVsbH0sIlBhcmVudFN0eWxlIjpudWxsfSx7IiRpZCI6Ijc0MiIsIlN0eWxlSWQiOiJiMjRmODA0NS1mNjliLTRhNDMtODI5Zi1hNTY1MDNmZGNkNjkiLCJIZWFkZXJTdHlsZSI6eyIkaWQiOiI3NDMiLCJUZXh0SXNWZXJ0aWNhbCI6ZmFsc2UsIlRleHRTdHlsZSI6eyIkaWQiOiI3NDQiLCJGb250U2V0dGluZ3MiOnsiJGlkIjoiNzQ1IiwiRm9udFNpemUiOjExLCJGb250TmFtZSI6IkNhbGlicmkiLCJJc0JvbGQiOmZhbHNlLCJJc0l0YWxpYyI6ZmFsc2UsIklzVW5kZXJsaW5lZCI6ZmFsc2UsIlBhcmVudFN0eWxlIjpudWxsfSwiQXV0b1NpemUiOjIsIkZvcmVncm91bmQiOnsiJGlkIjoiNzQ2IiwiQ29sb3IiOnsiJGlkIjoiNzQ3IiwiQSI6MjU1LCJSIjoyNTUsIkciOjI1NSwiQiI6MjU1fX0sIk1heFdpZHRoIjoiSW5maW5pdHkiLCJNYXhIZWlnaHQiOiJJbmZpbml0eSIsIlNtYXJ0Rm9yZWdyb3VuZElzQWN0aXZlIjpmYWxzZSwiSG9yaXpvbnRhbEFsaWdubWVudCI6MSwiVmVydGljYWxBbGlnbm1lbnQiOjAsIlNtYXJ0Rm9yZWdyb3VuZCI6bnVsbCwiQmFja2dyb3VuZEZpbGxUeXBlIjowLCJNYXJnaW4iOnsiJGlkIjoiNzQ4IiwiVG9wIjowLjAsIkxlZnQiOjAuMCwiUmlnaHQiOjAuMCwiQm90dG9tIjowLjB9LCJQYWRkaW5nIjp7IiRpZCI6Ijc0OSIsIlRvcCI6MC4wLCJMZWZ0IjowLjAsIlJpZ2h0IjowLjAsIkJvdHRvbSI6MC4wfSwiQmFja2dyb3VuZCI6eyIkaWQiOiI3NTAiLCJDb2xvciI6eyIkaWQiOiI3NTEiLCJBIjoyNTUsIlIiOjI1NSwiRyI6MjU1LCJCIjoyNTV9fSwiSXNWaXNpYmxlIjp0cnVlLCJXaWR0aCI6MC4wLCJIZWlnaHQiOjAuMCwiQm9yZGVyU3R5bGUiOm51bGwsIlBhcmVudFN0eWxlIjpudWxsfSwiUmVjdGFuZ2xlU3R5bGUiOnsiJGlkIjoiNzUyIiwiTWFyZ2luIjp7IiRpZCI6Ijc1MyIsIlRvcCI6MC4wLCJMZWZ0IjowLjAsIlJpZ2h0IjowLjAsIkJvdHRvbSI6MC4wfSwiUGFkZGluZyI6eyIkaWQiOiI3NTQiLCJUb3AiOjAuMCwiTGVmdCI6MC4wLCJSaWdodCI6MC4wLCJCb3R0b20iOjAuMH0sIkJhY2tncm91bmQiOnsiJGlkIjoiNzU1IiwiQ29sb3IiOnsiJGlkIjoiNzU2IiwiQSI6MjU1LCJSIjoyNSwiRyI6MTA3LCJCIjozNn19LCJJc1Zpc2libGUiOnRydWUsIldpZHRoIjowLjAsIkhlaWdodCI6MC4wLCJCb3JkZXJTdHlsZSI6eyIkaWQiOiI3NTciLCJMaW5lQ29sb3IiOnsiJGlkIjoiNzU4IiwiJHR5cGUiOiJOTFJFLkNvbW1vbi5Eb20uU29saWRDb2xvckJydXNoLCBOTFJFLkNvbW1vbiIsIkNvbG9yIjp7IiRpZCI6Ijc1OSIsIkEiOjI1NSwiUiI6MjU1LCJHIjoyNTUsIkIiOjI1NX19LCJMaW5lV2VpZ2h0IjowLjAsIkxpbmVUeXBlIjowLCJQYXJlbnRTdHlsZSI6bnVsbH0sIlBhcmVudFN0eWxlIjpudWxsfSwiTWFyZ2luIjp7IiRpZCI6Ijc2MCIsIlRvcCI6MC4wLCJMZWZ0IjowLjAsIlJpZ2h0IjowLjAsIkJvdHRvbSI6MC4wfSwiUGFkZGluZyI6eyIkaWQiOiI3NjEiLCJUb3AiOjAuMCwiTGVmdCI6MC4wLCJSaWdodCI6MC4wLCJCb3R0b20iOjAuMH0sIkJhY2tncm91bmQiOm51bGwsIklzVmlzaWJsZSI6dHJ1ZSwiV2lkdGgiOjAuMCwiSGVpZ2h0IjowLjAsIkJvcmRlclN0eWxlIjpudWxsLCJQYXJlbnRTdHlsZSI6bnVsbH0sIkJhY2tncm91bmRTdHlsZSI6eyIkaWQiOiI3NjIiLCJNYXJnaW4iOnsiJGlkIjoiNzYzIiwiVG9wIjowLjAsIkxlZnQiOjAuMCwiUmlnaHQiOjAuMCwiQm90dG9tIjowLjB9LCJQYWRkaW5nIjp7IiRpZCI6Ijc2NCIsIlRvcCI6MC4wLCJMZWZ0IjowLjAsIlJpZ2h0IjowLjAsIkJvdHRvbSI6MC4wfSwiQmFja2dyb3VuZCI6eyIkaWQiOiI3NjUiLCJDb2xvciI6eyIkaWQiOiI3NjYiLCJBIjo1MSwiUiI6MjAwLCJHIjoyMDAsIkIiOjIwMH19LCJJc1Zpc2libGUiOnRydWUsIldpZHRoIjowLjAsIkhlaWdodCI6MC4wLCJCb3JkZXJTdHlsZSI6eyIkaWQiOiI3NjciLCJMaW5lQ29sb3IiOnsiJGlkIjoiNzY4IiwiJHR5cGUiOiJOTFJFLkNvbW1vbi5Eb20uU29saWRDb2xvckJydXNoLCBOTFJFLkNvbW1vbiIsIkNvbG9yIjp7IiRpZCI6Ijc2OSIsIkEiOjI1NSwiUiI6MjM0LCJHIjoyMiwiQiI6MzB9fSwiTGluZVdlaWdodCI6MC4wLCJMaW5lVHlwZSI6MCwiUGFyZW50U3R5bGUiOm51bGx9LCJQYXJlbnRTdHlsZSI6bnVsbH0sIklzQWJvdmVUaW1lYmFuZCI6ZmFsc2UsIlNwYWNpbmciOjMsIkRlZmF1bHRTd2ltbGFuZVRhc2tTdHlsZSI6eyIkaWQiOiI3NzAiLCIkdHlwZSI6Ik5MUkUuQ29tbW9uLkRvbS5TdHlsZXMuRXhwbGljaXRTZXRhYmxlVGFza1N0eWxlLCBOTFJFLkNvbW1vbiIsIlNoYXBlIjoxLCJTaGFwZVRoaWNrbmVzcyI6MCwiRHVyYXRpb25Gb3JtYXQiOjAsIkluY2x1ZGVOb25Xb3JraW5nRGF5c0luRHVyYXRpb24iOmZhbHNlLCJQZXJjZW50YWdlQ29tcGxldGVTdHlsZSI6eyIkaWQiOiI3NzEiLCJGb250U2V0dGluZ3MiOnsiJGlkIjoiNzcyIiwiRm9udFNpemUiOjEwLCJGb250TmFtZSI6IkNhbGlicmkiLCJJc0JvbGQiOmZhbHNlLCJJc0l0YWxpYyI6ZmFsc2UsIklzVW5kZXJsaW5lZCI6ZmFsc2UsIlBhcmVudFN0eWxlIjpudWxsfSwiQXV0b1NpemUiOjAsIkZvcmVncm91bmQiOnsiJGlkIjoiNzczIiwiQ29sb3IiOnsiJGlkIjoiNzc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c3NSIsIlRvcCI6MC4wLCJMZWZ0IjowLjAsIlJpZ2h0IjowLjAsIkJvdHRvbSI6MC4wfSwiUGFkZGluZyI6eyIkaWQiOiI3NzYiLCJUb3AiOjAuMCwiTGVmdCI6MC4wLCJSaWdodCI6MC4wLCJCb3R0b20iOjAuMH0sIkJhY2tncm91bmQiOnsiJGlkIjoiNzc3IiwiQ29sb3IiOnsiJGlkIjoiNzc4IiwiQSI6ODksIlIiOjAsIkciOjAsIkIiOjB9fSwiSXNWaXNpYmxlIjp0cnVlLCJXaWR0aCI6MC4wLCJIZWlnaHQiOjAuMCwiQm9yZGVyU3R5bGUiOnsiJGlkIjoiNzc5IiwiTGluZUNvbG9yIjpudWxsLCJMaW5lV2VpZ2h0IjowLjAsIkxpbmVUeXBlIjowLCJQYXJlbnRTdHlsZSI6bnVsbH0sIlBhcmVudFN0eWxlIjpudWxsfSwiRHVyYXRpb25TdHlsZSI6eyIkaWQiOiI3ODAiLCJGb250U2V0dGluZ3MiOnsiJGlkIjoiNzgxIiwiRm9udFNpemUiOjEwLCJGb250TmFtZSI6IkNhbGlicmkiLCJJc0JvbGQiOmZhbHNlLCJJc0l0YWxpYyI6ZmFsc2UsIklzVW5kZXJsaW5lZCI6ZmFsc2UsIlBhcmVudFN0eWxlIjpudWxsfSwiQXV0b1NpemUiOjAsIkZvcmVncm91bmQiOnsiJGlkIjoiNzgyIiwiQ29sb3IiOnsiJGlkIjoiNzgz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Nzg0IiwiVG9wIjowLjAsIkxlZnQiOjAuMCwiUmlnaHQiOjAuMCwiQm90dG9tIjowLjB9LCJQYWRkaW5nIjp7IiRpZCI6Ijc4NSIsIlRvcCI6MC4wLCJMZWZ0IjowLjAsIlJpZ2h0IjowLjAsIkJvdHRvbSI6MC4wfSwiQmFja2dyb3VuZCI6eyIkaWQiOiI3ODYiLCJDb2xvciI6eyIkaWQiOiI3ODciLCJBIjoyNTUsIlIiOjIzNywiRyI6MTI1LCJCIjo0OX19LCJJc1Zpc2libGUiOnRydWUsIldpZHRoIjowLjAsIkhlaWdodCI6MC4wLCJCb3JkZXJTdHlsZSI6eyIkaWQiOiI3ODgiLCJMaW5lQ29sb3IiOm51bGwsIkxpbmVXZWlnaHQiOjAuMCwiTGluZVR5cGUiOjAsIlBhcmVudFN0eWxlIjpudWxsfSwiUGFyZW50U3R5bGUiOm51bGx9LCJIb3Jpem9udGFsQ29ubmVjdG9yU3R5bGUiOnsiJGlkIjoiNzg5IiwiTGluZUNvbG9yIjp7IiRpZCI6Ijc5MCIsIiR0eXBlIjoiTkxSRS5Db21tb24uRG9tLlNvbGlkQ29sb3JCcnVzaCwgTkxSRS5Db21tb24iLCJDb2xvciI6eyIkaWQiOiI3OTEiLCJBIjoyNTUsIlIiOjAsIkciOjAsIkIiOjB9fSwiTGluZVdlaWdodCI6MC4wLCJMaW5lVHlwZSI6MCwiUGFyZW50U3R5bGUiOm51bGx9LCJWZXJ0aWNhbENvbm5lY3RvclN0eWxlIjp7IiRpZCI6Ijc5MiIsIkxpbmVDb2xvciI6eyIkaWQiOiI3OTMiLCIkdHlwZSI6Ik5MUkUuQ29tbW9uLkRvbS5Tb2xpZENvbG9yQnJ1c2gsIE5MUkUuQ29tbW9uIiwiQ29sb3IiOnsiJGlkIjoiNzk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Nzk1IiwiU2hhcGVTdHlsZSI6eyIkaWQiOiI3OTYiLCJNYXJnaW4iOnsiJGlkIjoiNzk3IiwiVG9wIjowLjAsIkxlZnQiOjAuMCwiUmlnaHQiOjAuMCwiQm90dG9tIjowLjB9LCJQYWRkaW5nIjp7IiRpZCI6Ijc5OCIsIlRvcCI6MC4wLCJMZWZ0IjowLjAsIlJpZ2h0IjowLjAsIkJvdHRvbSI6MC4wfSwiQmFja2dyb3VuZCI6eyIkaWQiOiI3OTkiLCJDb2xvciI6eyIkaWQiOiI4MDAiLCJBIjoxNTMsIlIiOjAsIkciOjAsIkIiOjB9fSwiSXNWaXNpYmxlIjp0cnVlLCJXaWR0aCI6MC4wLCJIZWlnaHQiOjAuMCwiQm9yZGVyU3R5bGUiOnsiJGlkIjoiODAxIiwiTGluZUNvbG9yIjp7IiRpZCI6IjgwMiIsIiR0eXBlIjoiTkxSRS5Db21tb24uRG9tLlNvbGlkQ29sb3JCcnVzaCwgTkxSRS5Db21tb24iLCJDb2xvciI6eyIkaWQiOiI4MDMiLCJBIjoyNTUsIlIiOjI1NSwiRyI6MCwiQiI6MH19LCJMaW5lV2VpZ2h0IjowLjAsIkxpbmVUeXBlIjowLCJQYXJlbnRTdHlsZSI6bnVsbH0sIlBhcmVudFN0eWxlIjpudWxsfSwiTWFyZ2luIjp7IiRpZCI6IjgwNCIsIlRvcCI6MC4wLCJMZWZ0IjowLjAsIlJpZ2h0IjowLjAsIkJvdHRvbSI6MC4wfSwiUGFkZGluZyI6eyIkaWQiOiI4MDUiLCJUb3AiOjAuMCwiTGVmdCI6MC4wLCJSaWdodCI6MC4wLCJCb3R0b20iOjAuMH0sIkJhY2tncm91bmQiOm51bGwsIklzVmlzaWJsZSI6dHJ1ZSwiV2lkdGgiOjAuMCwiSGVpZ2h0IjowLjAsIkJvcmRlclN0eWxlIjpudWxsLCJQYXJlbnRTdHlsZSI6bnVsbH0sIlNoYXBlU3R5bGUiOnsiJGlkIjoiODA2IiwiTWFyZ2luIjp7IiRpZCI6IjgwNyIsIlRvcCI6MC4wLCJMZWZ0Ijo0LjAsIlJpZ2h0Ijo0LjAsIkJvdHRvbSI6MC4wfSwiUGFkZGluZyI6eyIkaWQiOiI4MDgiLCJUb3AiOjAuMCwiTGVmdCI6MC4wLCJSaWdodCI6MC4wLCJCb3R0b20iOjAuMH0sIkJhY2tncm91bmQiOnsiJGlkIjoiODA5IiwiQ29sb3IiOnsiJGlkIjoiODEwIiwiQSI6MjU1LCJSIjoyNSwiRyI6MTA3LCJCIjozNn19LCJJc1Zpc2libGUiOnRydWUsIldpZHRoIjowLjAsIkhlaWdodCI6MTAuMCwiQm9yZGVyU3R5bGUiOnsiJGlkIjoiODExIiwiTGluZUNvbG9yIjp7IiRpZCI6IjgxMiIsIiR0eXBlIjoiTkxSRS5Db21tb24uRG9tLlNvbGlkQ29sb3JCcnVzaCwgTkxSRS5Db21tb24iLCJDb2xvciI6eyIkaWQiOiI4MTMiLCJBIjoyNTUsIlIiOjIzNCwiRyI6MjIsIkIiOjMwfX0sIkxpbmVXZWlnaHQiOjAuMCwiTGluZVR5cGUiOjAsIlBhcmVudFN0eWxlIjpudWxsfSwiUGFyZW50U3R5bGUiOm51bGx9LCJUaXRsZVN0eWxlIjp7IiRpZCI6IjgxNCIsIkZvbnRTZXR0aW5ncyI6eyIkaWQiOiI4MTUiLCJGb250U2l6ZSI6MTEsIkZvbnROYW1lIjoiQ2FsaWJyaSIsIklzQm9sZCI6ZmFsc2UsIklzSXRhbGljIjpmYWxzZSwiSXNVbmRlcmxpbmVkIjpmYWxzZSwiUGFyZW50U3R5bGUiOm51bGx9LCJBdXRvU2l6ZSI6MCwiRm9yZWdyb3VuZCI6eyIkaWQiOiI4MTYiLCJDb2xvciI6eyIkaWQiOiI4MT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DE4IiwiVG9wIjowLjAsIkxlZnQiOjAuMCwiUmlnaHQiOjAuMCwiQm90dG9tIjowLjB9LCJQYWRkaW5nIjp7IiRpZCI6IjgxOSIsIlRvcCI6MC4wLCJMZWZ0IjowLjAsIlJpZ2h0IjowLjAsIkJvdHRvbSI6MC4wfSwiQmFja2dyb3VuZCI6eyIkaWQiOiI4MjAiLCJDb2xvciI6eyIkaWQiOiI4MjEiLCJBIjoyNTUsIlIiOjAsIkciOjAsIkIiOjB9fSwiSXNWaXNpYmxlIjp0cnVlLCJXaWR0aCI6MC4wLCJIZWlnaHQiOjAuMCwiQm9yZGVyU3R5bGUiOnsiJGlkIjoiODIyIiwiTGluZUNvbG9yIjpudWxsLCJMaW5lV2VpZ2h0IjowLjAsIkxpbmVUeXBlIjowLCJQYXJlbnRTdHlsZSI6bnVsbH0sIlBhcmVudFN0eWxlIjpudWxsfSwiRGF0ZVN0eWxlIjp7IiRpZCI6IjgyMyIsIkZvbnRTZXR0aW5ncyI6eyIkaWQiOiI4MjQiLCJGb250U2l6ZSI6MTAsIkZvbnROYW1lIjoiQ2FsaWJyaSIsIklzQm9sZCI6ZmFsc2UsIklzSXRhbGljIjpmYWxzZSwiSXNVbmRlcmxpbmVkIjpmYWxzZSwiUGFyZW50U3R5bGUiOm51bGx9LCJBdXRvU2l6ZSI6MCwiRm9yZWdyb3VuZCI6eyIkaWQiOiI4MjUiLCJDb2xvciI6eyIkaWQiOiI4Mj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ODI3IiwiVG9wIjowLjAsIkxlZnQiOjAuMCwiUmlnaHQiOjAuMCwiQm90dG9tIjowLjB9LCJQYWRkaW5nIjp7IiRpZCI6IjgyOCIsIlRvcCI6MC4wLCJMZWZ0IjowLjAsIlJpZ2h0IjowLjAsIkJvdHRvbSI6MC4wfSwiQmFja2dyb3VuZCI6eyIkaWQiOiI4MjkiLCJDb2xvciI6eyIkaWQiOiI4MzAiLCJBIjoyNTUsIlIiOjE0LCJHIjo0MCwiQiI6NjV9fSwiSXNWaXNpYmxlIjp0cnVlLCJXaWR0aCI6MC4wLCJIZWlnaHQiOjAuMCwiQm9yZGVyU3R5bGUiOnsiJGlkIjoiODMxIiwiTGluZUNvbG9yIjpudWxsLCJMaW5lV2VpZ2h0IjowLjAsIkxpbmVUeXBlIjowLCJQYXJlbnRTdHlsZSI6bnVsbH0sIlBhcmVudFN0eWxlIjpudWxsfSwiRGF0ZUZvcm1hdCI6eyIkaWQiOiI4Mz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DMzIiwiRm9ybWF0IjowLCJJc1Zpc2libGUiOmZhbHNlLCJMYXN0S25vd25WaXNpYmlsaXR5U3RhdGUiOmZhbHNlfSwiSXNWaXNpYmxlIjp0cnVlLCJWYXJpYW5jZVN0eWxlIjp7IiRpZCI6IjgzNCIsIlRleHRTdHlsZSI6eyIkaWQiOiI4MzUiLCJGb250U2V0dGluZ3MiOnsiJGlkIjoiODM2IiwiRm9udFNpemUiOjEwLCJGb250TmFtZSI6IkNhbGlicmkiLCJJc0JvbGQiOmZhbHNlLCJJc0l0YWxpYyI6ZmFsc2UsIklzVW5kZXJsaW5lZCI6ZmFsc2UsIlBhcmVudFN0eWxlIjpudWxsfSwiQXV0b1NpemUiOjAsIkZvcmVncm91bmQiOnsiJGlkIjoiODM3IiwiQ29sb3IiOnsiJGlkIjoiODM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gzOSIsIlRvcCI6MC4wLCJMZWZ0IjowLjAsIlJpZ2h0IjowLjAsIkJvdHRvbSI6MC4wfSwiUGFkZGluZyI6eyIkaWQiOiI4NDAiLCJUb3AiOjAuMCwiTGVmdCI6MC4wLCJSaWdodCI6MC4wLCJCb3R0b20iOjAuMH0sIkJhY2tncm91bmQiOnsiJGlkIjoiODQxIiwiQ29sb3IiOnsiJGlkIjoiODQyIiwiQSI6MjU1LCJSIjowLCJHIjowLCJCIjowfX0sIklzVmlzaWJsZSI6dHJ1ZSwiV2lkdGgiOjAuMCwiSGVpZ2h0IjowLjAsIkJvcmRlclN0eWxlIjp7IiRpZCI6Ijg0MyIsIkxpbmVDb2xvciI6bnVsbCwiTGluZVdlaWdodCI6MC4wLCJMaW5lVHlwZSI6MCwiUGFyZW50U3R5bGUiOm51bGx9LCJQYXJlbnRTdHlsZSI6bnVsbH0sIlBhcmVudFN0eWxlIjpudWxsfSwiUGFyZW50U3R5bGUiOm51bGwsIl9leHBsaWNpdGx5U2V0Ijp7IiRpZCI6Ijg0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g0NSIsIlNoYXBlIjoxLCJDb25uZWN0b3JNYXJnaW4iOnsiJGlkIjoiODQ2IiwiVG9wIjowLjAsIkxlZnQiOjIuMCwiUmlnaHQiOjIuMCwiQm90dG9tIjowLjB9LCJDb25uZWN0b3JTdHlsZSI6eyIkaWQiOiI4NDciLCJMaW5lQ29sb3IiOnsiJGlkIjoiODQ4IiwiJHR5cGUiOiJOTFJFLkNvbW1vbi5Eb20uU29saWRDb2xvckJydXNoLCBOTFJFLkNvbW1vbiIsIkNvbG9yIjp7IiRpZCI6Ijg0OSIsIkEiOjEyNywiUiI6MTMsIkciOjUzLCJCIjoxOH19LCJMaW5lV2VpZ2h0IjoxLjAsIkxpbmVUeXBlIjowLCJQYXJlbnRTdHlsZSI6bnVsbH0sIklzQmVsb3dUaW1lYmFuZCI6ZmFsc2UsIlBvc2l0aW9uT25UYXNrIjoxLCJIaWRlRGF0ZSI6ZmFsc2UsIlNoYXBlU2l6ZSI6MCwiU3BhY2luZyI6MC4wLCJQYWRkaW5nIjp7IiRpZCI6Ijg1MCIsIlRvcCI6NS4wLCJMZWZ0IjozLjAsIlJpZ2h0IjowLjAsIkJvdHRvbSI6Mi4wfSwiU2hhcGVTdHlsZSI6eyIkaWQiOiI4NTEiLCJNYXJnaW4iOnsiJGlkIjoiODUyIiwiVG9wIjowLjAsIkxlZnQiOjAuMCwiUmlnaHQiOjAuMCwiQm90dG9tIjowLjB9LCJQYWRkaW5nIjp7IiRpZCI6Ijg1MyIsIlRvcCI6MC4wLCJMZWZ0IjowLjAsIlJpZ2h0IjowLjAsIkJvdHRvbSI6MC4wfSwiQmFja2dyb3VuZCI6eyIkaWQiOiI4NTQiLCJDb2xvciI6eyIkaWQiOiI4NTUiLCJBIjoyNTUsIlIiOjEzLCJHIjo1MywiQiI6MTh9fSwiSXNWaXNpYmxlIjp0cnVlLCJXaWR0aCI6MTIuMCwiSGVpZ2h0IjoxNC4wLCJCb3JkZXJTdHlsZSI6eyIkaWQiOiI4NTYiLCJMaW5lQ29sb3IiOnsiJGlkIjoiODU3IiwiJHR5cGUiOiJOTFJFLkNvbW1vbi5Eb20uU29saWRDb2xvckJydXNoLCBOTFJFLkNvbW1vbiIsIkNvbG9yIjp7IiRpZCI6Ijg1OCIsIkEiOjI1NSwiUiI6MjU1LCJHIjoyNTUsIkIiOjI1NX19LCJMaW5lV2VpZ2h0IjowLjAsIkxpbmVUeXBlIjowLCJQYXJlbnRTdHlsZSI6bnVsbH0sIlBhcmVudFN0eWxlIjpudWxsfSwiVGl0bGVTdHlsZSI6eyIkaWQiOiI4NTkiLCJGb250U2V0dGluZ3MiOnsiJGlkIjoiODYwIiwiRm9udFNpemUiOjExLCJGb250TmFtZSI6IkNhbGlicmkiLCJJc0JvbGQiOmZhbHNlLCJJc0l0YWxpYyI6ZmFsc2UsIklzVW5kZXJsaW5lZCI6ZmFsc2UsIlBhcmVudFN0eWxlIjpudWxsfSwiQXV0b1NpemUiOjAsIkZvcmVncm91bmQiOnsiJGlkIjoiODYxIiwiQ29sb3IiOnsiJGlkIjoiODY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g2MyIsIlRvcCI6MC4wLCJMZWZ0IjowLjAsIlJpZ2h0IjowLjAsIkJvdHRvbSI6MC4wfSwiUGFkZGluZyI6eyIkaWQiOiI4NjQiLCJUb3AiOjAuMCwiTGVmdCI6MC4wLCJSaWdodCI6MC4wLCJCb3R0b20iOjAuMH0sIkJhY2tncm91bmQiOnsiJGlkIjoiODY1IiwiQ29sb3IiOnsiJGlkIjoiODY2IiwiQSI6MjU1LCJSIjowLCJHIjowLCJCIjowfX0sIklzVmlzaWJsZSI6dHJ1ZSwiV2lkdGgiOjAuMCwiSGVpZ2h0IjowLjAsIkJvcmRlclN0eWxlIjp7IiRpZCI6Ijg2NyIsIkxpbmVDb2xvciI6bnVsbCwiTGluZVdlaWdodCI6MC4wLCJMaW5lVHlwZSI6MCwiUGFyZW50U3R5bGUiOm51bGx9LCJQYXJlbnRTdHlsZSI6bnVsbH0sIkRhdGVTdHlsZSI6eyIkaWQiOiI4NjgiLCJGb250U2V0dGluZ3MiOnsiJGlkIjoiODY5IiwiRm9udFNpemUiOjEwLCJGb250TmFtZSI6IkNhbGlicmkiLCJJc0JvbGQiOmZhbHNlLCJJc0l0YWxpYyI6ZmFsc2UsIklzVW5kZXJsaW5lZCI6ZmFsc2UsIlBhcmVudFN0eWxlIjpudWxsfSwiQXV0b1NpemUiOjAsIkZvcmVncm91bmQiOnsiJGlkIjoiODcwIiwiQ29sb3IiOnsiJGlkIjoiODc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g3MiIsIlRvcCI6MC4wLCJMZWZ0IjowLjAsIlJpZ2h0IjowLjAsIkJvdHRvbSI6MC4wfSwiUGFkZGluZyI6eyIkaWQiOiI4NzMiLCJUb3AiOjAuMCwiTGVmdCI6MC4wLCJSaWdodCI6MC4wLCJCb3R0b20iOjAuMH0sIkJhY2tncm91bmQiOnsiJGlkIjoiODc0IiwiQ29sb3IiOnsiJGlkIjoiODc1IiwiQSI6MjU1LCJSIjoxNCwiRyI6NDAsIkIiOjY1fX0sIklzVmlzaWJsZSI6dHJ1ZSwiV2lkdGgiOjAuMCwiSGVpZ2h0IjowLjAsIkJvcmRlclN0eWxlIjp7IiRpZCI6Ijg3NiIsIkxpbmVDb2xvciI6bnVsbCwiTGluZVdlaWdodCI6MC4wLCJMaW5lVHlwZSI6MCwiUGFyZW50U3R5bGUiOm51bGx9LCJQYXJlbnRTdHlsZSI6bnVsbH0sIkRhdGVGb3JtYXQiOnsiJGlkIjoiODc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g3OCIsIkZvcm1hdCI6MCwiSXNWaXNpYmxlIjpmYWxzZSwiTGFzdEtub3duVmlzaWJpbGl0eVN0YXRlIjpmYWxzZX0sIklzVmlzaWJsZSI6ZmFsc2UsIlZhcmlhbmNlU3R5bGUiOnsiJGlkIjoiODc5IiwiVGV4dFN0eWxlIjp7IiRpZCI6Ijg4MCIsIkZvbnRTZXR0aW5ncyI6eyIkaWQiOiI4ODEiLCJGb250U2l6ZSI6MTAsIkZvbnROYW1lIjoiQ2FsaWJyaSIsIklzQm9sZCI6ZmFsc2UsIklzSXRhbGljIjpmYWxzZSwiSXNVbmRlcmxpbmVkIjpmYWxzZSwiUGFyZW50U3R5bGUiOm51bGx9LCJBdXRvU2l6ZSI6MCwiRm9yZWdyb3VuZCI6eyIkaWQiOiI4ODIiLCJDb2xvciI6eyIkaWQiOiI4OD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Dg0IiwiVG9wIjowLjAsIkxlZnQiOjAuMCwiUmlnaHQiOjAuMCwiQm90dG9tIjowLjB9LCJQYWRkaW5nIjp7IiRpZCI6Ijg4NSIsIlRvcCI6MC4wLCJMZWZ0IjowLjAsIlJpZ2h0IjowLjAsIkJvdHRvbSI6MC4wfSwiQmFja2dyb3VuZCI6eyIkaWQiOiI4ODYiLCJDb2xvciI6eyIkaWQiOiI4ODciLCJBIjoyNTUsIlIiOjAsIkciOjAsIkIiOjB9fSwiSXNWaXNpYmxlIjp0cnVlLCJXaWR0aCI6MC4wLCJIZWlnaHQiOjAuMCwiQm9yZGVyU3R5bGUiOnsiJGlkIjoiODg4IiwiTGluZUNvbG9yIjpudWxsLCJMaW5lV2VpZ2h0IjowLjAsIkxpbmVUeXBlIjowLCJQYXJlbnRTdHlsZSI6bnVsbH0sIlBhcmVudFN0eWxlIjpudWxsfSwiUGFyZW50U3R5bGUiOm51bGx9LCJQYXJlbnRTdHlsZSI6bnVsbH0sIkRlZmF1bHRTd2ltbGFuZU1pbGVzdG9uZVN0eWxlIjp7IiRpZCI6Ijg4OSIsIlRpdGxlUG9zaXRpb24iOiJMZWZ0IiwiRGF0ZVBvc2l0aW9uIjoiUmlnaHQiLCJWYXJpYW5jZVBvc2l0aW9uIjoiUmlnaHQiLCJTaGFwZVR5cGUiOjEsIlNoYXBlU2l6ZSI6MCwiU3BhY2luZyI6NSwiU2hhcGVTdHlsZSI6eyIkaWQiOiI4OTAiLCJNYXJnaW4iOnsiJGlkIjoiODkxIiwiVG9wIjowLjAsIkxlZnQiOjAuMCwiUmlnaHQiOjAuMCwiQm90dG9tIjowLjB9LCJQYWRkaW5nIjp7IiRpZCI6Ijg5MiIsIlRvcCI6MC4wLCJMZWZ0IjowLjAsIlJpZ2h0IjowLjAsIkJvdHRvbSI6MC4wfSwiQmFja2dyb3VuZCI6eyIkaWQiOiI4OTMiLCJDb2xvciI6eyIkaWQiOiI4OTQiLCJBIjoyNTUsIlIiOjI1LCJHIjoxMDcsIkIiOjM2fX0sIklzVmlzaWJsZSI6dHJ1ZSwiV2lkdGgiOjEyLjAsIkhlaWdodCI6MTQuMCwiQm9yZGVyU3R5bGUiOnsiJGlkIjoiODk1IiwiTGluZUNvbG9yIjp7IiRpZCI6Ijg5NiIsIiR0eXBlIjoiTkxSRS5Db21tb24uRG9tLlNvbGlkQ29sb3JCcnVzaCwgTkxSRS5Db21tb24iLCJDb2xvciI6eyIkaWQiOiI4OTciLCJBIjoyNTUsIlIiOjIzNCwiRyI6MjIsIkIiOjMwfX0sIkxpbmVXZWlnaHQiOjAuMCwiTGluZVR5cGUiOjAsIlBhcmVudFN0eWxlIjpudWxsfSwiUGFyZW50U3R5bGUiOm51bGx9LCJUaXRsZVN0eWxlIjp7IiRpZCI6Ijg5OCIsIkZvbnRTZXR0aW5ncyI6eyIkaWQiOiI4OTkiLCJGb250U2l6ZSI6MTEsIkZvbnROYW1lIjoiQ2FsaWJyaSIsIklzQm9sZCI6ZmFsc2UsIklzSXRhbGljIjpmYWxzZSwiSXNVbmRlcmxpbmVkIjpmYWxzZSwiUGFyZW50U3R5bGUiOm51bGx9LCJBdXRvU2l6ZSI6MCwiRm9yZWdyb3VuZCI6eyIkaWQiOiI5MDAiLCJDb2xvciI6eyIkaWQiOiI5MDE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OTAyIiwiVG9wIjowLjAsIkxlZnQiOjAuMCwiUmlnaHQiOjAuMCwiQm90dG9tIjowLjB9LCJQYWRkaW5nIjp7IiRpZCI6IjkwMyIsIlRvcCI6MC4wLCJMZWZ0IjowLjAsIlJpZ2h0IjowLjAsIkJvdHRvbSI6MC4wfSwiQmFja2dyb3VuZCI6eyIkaWQiOiI5MDQiLCJDb2xvciI6eyIkaWQiOiI5MDUiLCJBIjoyNTUsIlIiOjAsIkciOjAsIkIiOjB9fSwiSXNWaXNpYmxlIjp0cnVlLCJXaWR0aCI6MC4wLCJIZWlnaHQiOjAuMCwiQm9yZGVyU3R5bGUiOnsiJGlkIjoiOTA2IiwiTGluZUNvbG9yIjpudWxsLCJMaW5lV2VpZ2h0IjowLjAsIkxpbmVUeXBlIjowLCJQYXJlbnRTdHlsZSI6bnVsbH0sIlBhcmVudFN0eWxlIjpudWxsfSwiRGF0ZVN0eWxlIjp7IiRpZCI6IjkwNyIsIkZvbnRTZXR0aW5ncyI6eyIkaWQiOiI5MDgiLCJGb250U2l6ZSI6MTAsIkZvbnROYW1lIjoiQ2FsaWJyaSIsIklzQm9sZCI6ZmFsc2UsIklzSXRhbGljIjpmYWxzZSwiSXNVbmRlcmxpbmVkIjpmYWxzZSwiUGFyZW50U3R5bGUiOm51bGx9LCJBdXRvU2l6ZSI6MCwiRm9yZWdyb3VuZCI6eyIkaWQiOiI5MDkiLCJDb2xvciI6eyIkaWQiOiI5MTA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OTExIiwiVG9wIjowLjAsIkxlZnQiOjAuMCwiUmlnaHQiOjAuMCwiQm90dG9tIjowLjB9LCJQYWRkaW5nIjp7IiRpZCI6IjkxMiIsIlRvcCI6MC4wLCJMZWZ0IjowLjAsIlJpZ2h0IjowLjAsIkJvdHRvbSI6MC4wfSwiQmFja2dyb3VuZCI6eyIkaWQiOiI5MTMiLCJDb2xvciI6eyIkaWQiOiI5MTQiLCJBIjoyNTUsIlIiOjE0LCJHIjo0MCwiQiI6NjV9fSwiSXNWaXNpYmxlIjp0cnVlLCJXaWR0aCI6MC4wLCJIZWlnaHQiOjAuMCwiQm9yZGVyU3R5bGUiOnsiJGlkIjoiOTE1IiwiTGluZUNvbG9yIjpudWxsLCJMaW5lV2VpZ2h0IjowLjAsIkxpbmVUeXBlIjowLCJQYXJlbnRTdHlsZSI6bnVsbH0sIlBhcmVudFN0eWxlIjpudWxsfSwiRGF0ZUZvcm1hdCI6eyIkaWQiOiI5M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E3IiwiRm9ybWF0IjowLCJJc1Zpc2libGUiOmZhbHNlLCJMYXN0S25vd25WaXNpYmlsaXR5U3RhdGUiOmZhbHNlfSwiSXNWaXNpYmxlIjp0cnVlLCJWYXJpYW5jZVN0eWxlIjp7IiRpZCI6IjkxOCIsIlRleHRTdHlsZSI6eyIkaWQiOiI5MTkiLCJGb250U2V0dGluZ3MiOnsiJGlkIjoiOTIwIiwiRm9udFNpemUiOjEwLCJGb250TmFtZSI6IkNhbGlicmkiLCJJc0JvbGQiOmZhbHNlLCJJc0l0YWxpYyI6ZmFsc2UsIklzVW5kZXJsaW5lZCI6ZmFsc2UsIlBhcmVudFN0eWxlIjpudWxsfSwiQXV0b1NpemUiOjAsIkZvcmVncm91bmQiOnsiJGlkIjoiOTIxIiwiQ29sb3IiOnsiJGlkIjoiOTI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kyMyIsIlRvcCI6MC4wLCJMZWZ0IjowLjAsIlJpZ2h0IjowLjAsIkJvdHRvbSI6MC4wfSwiUGFkZGluZyI6eyIkaWQiOiI5MjQiLCJUb3AiOjAuMCwiTGVmdCI6MC4wLCJSaWdodCI6MC4wLCJCb3R0b20iOjAuMH0sIkJhY2tncm91bmQiOnsiJGlkIjoiOTI1IiwiQ29sb3IiOnsiJGlkIjoiOTI2IiwiQSI6MjU1LCJSIjowLCJHIjowLCJCIjowfX0sIklzVmlzaWJsZSI6dHJ1ZSwiV2lkdGgiOjAuMCwiSGVpZ2h0IjowLjAsIkJvcmRlclN0eWxlIjp7IiRpZCI6IjkyNyIsIkxpbmVDb2xvciI6bnVsbCwiTGluZVdlaWdodCI6MC4wLCJMaW5lVHlwZSI6MCwiUGFyZW50U3R5bGUiOm51bGx9LCJQYXJlbnRTdHlsZSI6bnVsbH0sIlBhcmVudFN0eWxlIjpudWxsfSwiUGFyZW50U3R5bGUiOm51bGx9LCJEZWZhdWx0U3dpbWxhbmVBY3Rpdml0eVN0eWxlIjp7IiRpZCI6IjkyOCIsIkhlYWRlclN0eWxlIjp7IiRpZCI6IjkyOSIsIlRleHRTdHlsZSI6eyIkaWQiOiI5MzAiLCJGb250U2V0dGluZ3MiOnsiJGlkIjoiOTMxIiwiRm9udFNpemUiOjExLCJGb250TmFtZSI6IkNhbGlicmkiLCJJc0JvbGQiOmZhbHNlLCJJc0l0YWxpYyI6ZmFsc2UsIklzVW5kZXJsaW5lZCI6ZmFsc2UsIlBhcmVudFN0eWxlIjpudWxsfSwiQXV0b1NpemUiOjIsIkZvcmVncm91bmQiOnsiJGlkIjoiOTMyIiwiQ29sb3IiOnsiJGlkIjoiOTM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OTM0IiwiVG9wIjowLjAsIkxlZnQiOjAuMCwiUmlnaHQiOjAuMCwiQm90dG9tIjowLjB9LCJQYWRkaW5nIjp7IiRpZCI6IjkzNSIsIlRvcCI6MC4wLCJMZWZ0IjowLjAsIlJpZ2h0IjowLjAsIkJvdHRvbSI6MC4wfSwiQmFja2dyb3VuZCI6eyIkaWQiOiI5MzYiLCJDb2xvciI6eyIkaWQiOiI5MzciLCJBIjoyNTUsIlIiOjAsIkciOjAsIkIiOjB9fSwiSXNWaXNpYmxlIjp0cnVlLCJXaWR0aCI6MC4wLCJIZWlnaHQiOjAuMCwiQm9yZGVyU3R5bGUiOm51bGwsIlBhcmVudFN0eWxlIjpudWxsfSwiUmVjdGFuZ2xlU3R5bGUiOnsiJGlkIjoiOTM4IiwiTWFyZ2luIjp7IiRpZCI6IjkzOSIsIlRvcCI6MC4wLCJMZWZ0IjowLjAsIlJpZ2h0IjowLjAsIkJvdHRvbSI6MC4wfSwiUGFkZGluZyI6eyIkaWQiOiI5NDAiLCJUb3AiOjAuMCwiTGVmdCI6MC4wLCJSaWdodCI6MC4wLCJCb3R0b20iOjAuMH0sIkJhY2tncm91bmQiOnsiJGlkIjoiOTQxIiwiQ29sb3IiOnsiJGlkIjoiOTQyIiwiQSI6NjMsIlIiOjI1LCJHIjoxMDcsIkIiOjM2fX0sIklzVmlzaWJsZSI6dHJ1ZSwiV2lkdGgiOjAuMCwiSGVpZ2h0IjowLjAsIkJvcmRlclN0eWxlIjp7IiRpZCI6Ijk0MyIsIkxpbmVDb2xvciI6eyIkaWQiOiI5NDQiLCIkdHlwZSI6Ik5MUkUuQ29tbW9uLkRvbS5Tb2xpZENvbG9yQnJ1c2gsIE5MUkUuQ29tbW9uIiwiQ29sb3IiOnsiJGlkIjoiOTQ1IiwiQSI6MjU1LCJSIjoyNTUsIkciOjI1NSwiQiI6MjU1fX0sIkxpbmVXZWlnaHQiOjAuMCwiTGluZVR5cGUiOjAsIlBhcmVudFN0eWxlIjpudWxsfSwiUGFyZW50U3R5bGUiOm51bGx9LCJNYXJnaW4iOnsiJGlkIjoiOTQ2IiwiVG9wIjowLjAsIkxlZnQiOjAuMCwiUmlnaHQiOjAuMCwiQm90dG9tIjowLjB9LCJQYWRkaW5nIjp7IiRpZCI6Ijk0NyIsIlRvcCI6MC4wLCJMZWZ0IjowLjAsIlJpZ2h0IjowLjAsIkJvdHRvbSI6MC4wfSwiQmFja2dyb3VuZCI6bnVsbCwiSXNWaXNpYmxlIjp0cnVlLCJXaWR0aCI6MC4wLCJIZWlnaHQiOjAuMCwiQm9yZGVyU3R5bGUiOm51bGwsIlBhcmVudFN0eWxlIjpudWxsfSwiQmFja2dyb3VuZFN0eWxlIjp7IiRpZCI6Ijk0OCIsIk1hcmdpbiI6eyIkaWQiOiI5NDkiLCJUb3AiOjAuMCwiTGVmdCI6MC4wLCJSaWdodCI6MC4wLCJCb3R0b20iOjAuMH0sIlBhZGRpbmciOnsiJGlkIjoiOTUwIiwiVG9wIjowLjAsIkxlZnQiOjAuMCwiUmlnaHQiOjAuMCwiQm90dG9tIjowLjB9LCJCYWNrZ3JvdW5kIjp7IiRpZCI6Ijk1MSIsIkNvbG9yIjp7IiRpZCI6Ijk1MiIsIkEiOjUxLCJSIjoyMDAsIkciOjIwMCwiQiI6MjAwfX0sIklzVmlzaWJsZSI6dHJ1ZSwiV2lkdGgiOjAuMCwiSGVpZ2h0IjowLjAsIkJvcmRlclN0eWxlIjp7IiRpZCI6Ijk1MyIsIkxpbmVDb2xvciI6eyIkaWQiOiI5NTQiLCIkdHlwZSI6Ik5MUkUuQ29tbW9uLkRvbS5Tb2xpZENvbG9yQnJ1c2gsIE5MUkUuQ29tbW9uIiwiQ29sb3IiOnsiJGlkIjoiOTU1IiwiQSI6MjU1LCJSIjoyMzQsIkciOjIyLCJCIjozMH19LCJMaW5lV2VpZ2h0IjowLjAsIkxpbmVUeXBlIjowLCJQYXJlbnRTdHlsZSI6bnVsbH0sIlBhcmVudFN0eWxlIjpudWxsfSwiTWFyZ2luIjp7IiRpZCI6Ijk1NiIsIlRvcCI6MC4wLCJMZWZ0IjowLjAsIlJpZ2h0IjowLjAsIkJvdHRvbSI6MC4wfSwiUGFkZGluZyI6eyIkaWQiOiI5NTciLCJUb3AiOjAuMCwiTGVmdCI6MC4wLCJSaWdodCI6MC4wLCJCb3R0b20iOjAuMH0sIklzVmlzaWJsZSI6dHJ1ZSwiV2lkdGgiOjAuMCwiSGVpZ2h0IjowLjAsIkJvcmRlclN0eWxlIjp7IiRpZCI6Ijk1OCIsIkxpbmVDb2xvciI6bnVsbCwiTGluZVdlaWdodCI6MC4wLCJMaW5lVHlwZSI6MCwiUGFyZW50U3R5bGUiOm51bGx9LCJQYXJlbnRTdHlsZSI6bnVsbH0sIk1hcmdpbiI6eyIkaWQiOiI5NTkiLCJUb3AiOjAuMCwiTGVmdCI6MC4wLCJSaWdodCI6MC4wLCJCb3R0b20iOjAuMH0sIlBhZGRpbmciOnsiJGlkIjoiOTYwIiwiVG9wIjowLjAsIkxlZnQiOjAuMCwiUmlnaHQiOjAuMCwiQm90dG9tIjowLjB9LCJJc1Zpc2libGUiOnRydWUsIldpZHRoIjowLjAsIkhlaWdodCI6MC4wLCJCb3JkZXJTdHlsZSI6eyIkaWQiOiI5NjEiLCJMaW5lQ29sb3IiOm51bGwsIkxpbmVXZWlnaHQiOjAuMCwiTGluZVR5cGUiOjAsIlBhcmVudFN0eWxlIjpudWxsfSwiUGFyZW50U3R5bGUiOm51bGx9LHsiJGlkIjoiOTYyIiwiU3R5bGVJZCI6IjA3MDJkZWE4LWMxMTQtNGQ3MS1iZTQwLWNkMzA2MmM0Njk3MCIsIkhlYWRlclN0eWxlIjp7IiRpZCI6Ijk2MyIsIlRleHRJc1ZlcnRpY2FsIjpmYWxzZSwiVGV4dFN0eWxlIjp7IiRpZCI6Ijk2NCIsIkZvbnRTZXR0aW5ncyI6eyIkaWQiOiI5NjUiLCJGb250U2l6ZSI6MTEsIkZvbnROYW1lIjoiQ2FsaWJyaSIsIklzQm9sZCI6ZmFsc2UsIklzSXRhbGljIjpmYWxzZSwiSXNVbmRlcmxpbmVkIjpmYWxzZSwiUGFyZW50U3R5bGUiOm51bGx9LCJBdXRvU2l6ZSI6MiwiRm9yZWdyb3VuZCI6eyIkaWQiOiI5NjYiLCJDb2xvciI6eyIkaWQiOiI5Njc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5NjgiLCJUb3AiOjAuMCwiTGVmdCI6MC4wLCJSaWdodCI6MC4wLCJCb3R0b20iOjAuMH0sIlBhZGRpbmciOnsiJGlkIjoiOTY5IiwiVG9wIjowLjAsIkxlZnQiOjAuMCwiUmlnaHQiOjAuMCwiQm90dG9tIjowLjB9LCJCYWNrZ3JvdW5kIjp7IiRpZCI6Ijk3MCIsIkNvbG9yIjp7IiRpZCI6Ijk3MSIsIkEiOjI1NSwiUiI6MjU1LCJHIjoyNTUsIkIiOjI1NX19LCJJc1Zpc2libGUiOnRydWUsIldpZHRoIjowLjAsIkhlaWdodCI6MC4wLCJCb3JkZXJTdHlsZSI6bnVsbCwiUGFyZW50U3R5bGUiOm51bGx9LCJSZWN0YW5nbGVTdHlsZSI6eyIkaWQiOiI5NzIiLCJNYXJnaW4iOnsiJGlkIjoiOTczIiwiVG9wIjowLjAsIkxlZnQiOjAuMCwiUmlnaHQiOjAuMCwiQm90dG9tIjowLjB9LCJQYWRkaW5nIjp7IiRpZCI6Ijk3NCIsIlRvcCI6MC4wLCJMZWZ0IjowLjAsIlJpZ2h0IjowLjAsIkJvdHRvbSI6MC4wfSwiQmFja2dyb3VuZCI6eyIkaWQiOiI5NzUiLCJDb2xvciI6eyIkaWQiOiI5NzYiLCJBIjoyNTUsIlIiOjE1LCJHIjoxNTgsIkIiOjIxM319LCJJc1Zpc2libGUiOnRydWUsIldpZHRoIjowLjAsIkhlaWdodCI6MC4wLCJCb3JkZXJTdHlsZSI6eyIkaWQiOiI5NzciLCJMaW5lQ29sb3IiOnsiJGlkIjoiOTc4IiwiJHR5cGUiOiJOTFJFLkNvbW1vbi5Eb20uU29saWRDb2xvckJydXNoLCBOTFJFLkNvbW1vbiIsIkNvbG9yIjp7IiRpZCI6Ijk3OSIsIkEiOjI1NSwiUiI6MjU1LCJHIjoyNTUsIkIiOjI1NX19LCJMaW5lV2VpZ2h0IjowLjAsIkxpbmVUeXBlIjowLCJQYXJlbnRTdHlsZSI6bnVsbH0sIlBhcmVudFN0eWxlIjpudWxsfSwiTWFyZ2luIjp7IiRpZCI6Ijk4MCIsIlRvcCI6MC4wLCJMZWZ0IjowLjAsIlJpZ2h0IjowLjAsIkJvdHRvbSI6MC4wfSwiUGFkZGluZyI6eyIkaWQiOiI5ODEiLCJUb3AiOjAuMCwiTGVmdCI6MC4wLCJSaWdodCI6MC4wLCJCb3R0b20iOjAuMH0sIkJhY2tncm91bmQiOm51bGwsIklzVmlzaWJsZSI6dHJ1ZSwiV2lkdGgiOjAuMCwiSGVpZ2h0IjowLjAsIkJvcmRlclN0eWxlIjpudWxsLCJQYXJlbnRTdHlsZSI6bnVsbH0sIkJhY2tncm91bmRTdHlsZSI6eyIkaWQiOiI5ODIiLCJNYXJnaW4iOnsiJGlkIjoiOTgzIiwiVG9wIjowLjAsIkxlZnQiOjAuMCwiUmlnaHQiOjAuMCwiQm90dG9tIjowLjB9LCJQYWRkaW5nIjp7IiRpZCI6Ijk4NCIsIlRvcCI6MC4wLCJMZWZ0IjowLjAsIlJpZ2h0IjowLjAsIkJvdHRvbSI6MC4wfSwiQmFja2dyb3VuZCI6eyIkaWQiOiI5ODUiLCJDb2xvciI6eyIkaWQiOiI5ODYiLCJBIjo1MSwiUiI6MjAwLCJHIjoyMDAsIkIiOjIwMH19LCJJc1Zpc2libGUiOnRydWUsIldpZHRoIjowLjAsIkhlaWdodCI6MC4wLCJCb3JkZXJTdHlsZSI6eyIkaWQiOiI5ODciLCJMaW5lQ29sb3IiOnsiJGlkIjoiOTg4IiwiJHR5cGUiOiJOTFJFLkNvbW1vbi5Eb20uU29saWRDb2xvckJydXNoLCBOTFJFLkNvbW1vbiIsIkNvbG9yIjp7IiRpZCI6Ijk4OSIsIkEiOjI1NSwiUiI6MjM0LCJHIjoyMiwiQiI6MzB9fSwiTGluZVdlaWdodCI6MC4wLCJMaW5lVHlwZSI6MCwiUGFyZW50U3R5bGUiOm51bGx9LCJQYXJlbnRTdHlsZSI6bnVsbH0sIklzQWJvdmVUaW1lYmFuZCI6ZmFsc2UsIlNwYWNpbmciOjMsIkRlZmF1bHRTd2ltbGFuZVRhc2tTdHlsZSI6eyIkaWQiOiI5OTAiLCIkdHlwZSI6Ik5MUkUuQ29tbW9uLkRvbS5TdHlsZXMuRXhwbGljaXRTZXRhYmxlVGFza1N0eWxlLCBOTFJFLkNvbW1vbiIsIlNoYXBlIjoxLCJTaGFwZVRoaWNrbmVzcyI6MCwiRHVyYXRpb25Gb3JtYXQiOjAsIkluY2x1ZGVOb25Xb3JraW5nRGF5c0luRHVyYXRpb24iOmZhbHNlLCJQZXJjZW50YWdlQ29tcGxldGVTdHlsZSI6eyIkaWQiOiI5OTEiLCJGb250U2V0dGluZ3MiOnsiJGlkIjoiOTkyIiwiRm9udFNpemUiOjEwLCJGb250TmFtZSI6IkNhbGlicmkiLCJJc0JvbGQiOmZhbHNlLCJJc0l0YWxpYyI6ZmFsc2UsIklzVW5kZXJsaW5lZCI6ZmFsc2UsIlBhcmVudFN0eWxlIjpudWxsfSwiQXV0b1NpemUiOjAsIkZvcmVncm91bmQiOnsiJGlkIjoiOTkzIiwiQ29sb3IiOnsiJGlkIjoiOTk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k5NSIsIlRvcCI6MC4wLCJMZWZ0IjowLjAsIlJpZ2h0IjowLjAsIkJvdHRvbSI6MC4wfSwiUGFkZGluZyI6eyIkaWQiOiI5OTYiLCJUb3AiOjAuMCwiTGVmdCI6MC4wLCJSaWdodCI6MC4wLCJCb3R0b20iOjAuMH0sIkJhY2tncm91bmQiOnsiJGlkIjoiOTk3IiwiQ29sb3IiOnsiJGlkIjoiOTk4IiwiQSI6ODksIlIiOjAsIkciOjAsIkIiOjB9fSwiSXNWaXNpYmxlIjp0cnVlLCJXaWR0aCI6MC4wLCJIZWlnaHQiOjAuMCwiQm9yZGVyU3R5bGUiOnsiJGlkIjoiOTk5IiwiTGluZUNvbG9yIjpudWxsLCJMaW5lV2VpZ2h0IjowLjAsIkxpbmVUeXBlIjowLCJQYXJlbnRTdHlsZSI6bnVsbH0sIlBhcmVudFN0eWxlIjpudWxsfSwiRHVyYXRpb25TdHlsZSI6eyIkaWQiOiIxMDAwIiwiRm9udFNldHRpbmdzIjp7IiRpZCI6IjEwMDEiLCJGb250U2l6ZSI6MTAsIkZvbnROYW1lIjoiQ2FsaWJyaSIsIklzQm9sZCI6ZmFsc2UsIklzSXRhbGljIjpmYWxzZSwiSXNVbmRlcmxpbmVkIjpmYWxzZSwiUGFyZW50U3R5bGUiOm51bGx9LCJBdXRvU2l6ZSI6MCwiRm9yZWdyb3VuZCI6eyIkaWQiOiIxMDAyIiwiQ29sb3IiOnsiJGlkIjoiMTAw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wMDQiLCJUb3AiOjAuMCwiTGVmdCI6MC4wLCJSaWdodCI6MC4wLCJCb3R0b20iOjAuMH0sIlBhZGRpbmciOnsiJGlkIjoiMTAwNSIsIlRvcCI6MC4wLCJMZWZ0IjowLjAsIlJpZ2h0IjowLjAsIkJvdHRvbSI6MC4wfSwiQmFja2dyb3VuZCI6eyIkaWQiOiIxMDA2IiwiQ29sb3IiOnsiJGlkIjoiMTAwNyIsIkEiOjI1NSwiUiI6MjM3LCJHIjoxMjUsIkIiOjQ5fX0sIklzVmlzaWJsZSI6dHJ1ZSwiV2lkdGgiOjAuMCwiSGVpZ2h0IjowLjAsIkJvcmRlclN0eWxlIjp7IiRpZCI6IjEwMDgiLCJMaW5lQ29sb3IiOm51bGwsIkxpbmVXZWlnaHQiOjAuMCwiTGluZVR5cGUiOjAsIlBhcmVudFN0eWxlIjpudWxsfSwiUGFyZW50U3R5bGUiOm51bGx9LCJIb3Jpem9udGFsQ29ubmVjdG9yU3R5bGUiOnsiJGlkIjoiMTAwOSIsIkxpbmVDb2xvciI6eyIkaWQiOiIxMDEwIiwiJHR5cGUiOiJOTFJFLkNvbW1vbi5Eb20uU29saWRDb2xvckJydXNoLCBOTFJFLkNvbW1vbiIsIkNvbG9yIjp7IiRpZCI6IjEwMTEiLCJBIjoyNTUsIlIiOjAsIkciOjAsIkIiOjB9fSwiTGluZVdlaWdodCI6MC4wLCJMaW5lVHlwZSI6MCwiUGFyZW50U3R5bGUiOm51bGx9LCJWZXJ0aWNhbENvbm5lY3RvclN0eWxlIjp7IiRpZCI6IjEwMTIiLCJMaW5lQ29sb3IiOnsiJGlkIjoiMTAxMyIsIiR0eXBlIjoiTkxSRS5Db21tb24uRG9tLlNvbGlkQ29sb3JCcnVzaCwgTkxSRS5Db21tb24iLCJDb2xvciI6eyIkaWQiOiIxMDE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MTAxNSIsIlNoYXBlU3R5bGUiOnsiJGlkIjoiMTAxNiIsIk1hcmdpbiI6eyIkaWQiOiIxMDE3IiwiVG9wIjowLjAsIkxlZnQiOjAuMCwiUmlnaHQiOjAuMCwiQm90dG9tIjowLjB9LCJQYWRkaW5nIjp7IiRpZCI6IjEwMTgiLCJUb3AiOjAuMCwiTGVmdCI6MC4wLCJSaWdodCI6MC4wLCJCb3R0b20iOjAuMH0sIkJhY2tncm91bmQiOnsiJGlkIjoiMTAxOSIsIkNvbG9yIjp7IiRpZCI6IjEwMjAiLCJBIjoxNTMsIlIiOjAsIkciOjAsIkIiOjB9fSwiSXNWaXNpYmxlIjp0cnVlLCJXaWR0aCI6MC4wLCJIZWlnaHQiOjAuMCwiQm9yZGVyU3R5bGUiOnsiJGlkIjoiMTAyMSIsIkxpbmVDb2xvciI6eyIkaWQiOiIxMDIyIiwiJHR5cGUiOiJOTFJFLkNvbW1vbi5Eb20uU29saWRDb2xvckJydXNoLCBOTFJFLkNvbW1vbiIsIkNvbG9yIjp7IiRpZCI6IjEwMjMiLCJBIjoyNTUsIlIiOjI1NSwiRyI6MCwiQiI6MH19LCJMaW5lV2VpZ2h0IjowLjAsIkxpbmVUeXBlIjowLCJQYXJlbnRTdHlsZSI6bnVsbH0sIlBhcmVudFN0eWxlIjpudWxsfSwiTWFyZ2luIjp7IiRpZCI6IjEwMjQiLCJUb3AiOjAuMCwiTGVmdCI6MC4wLCJSaWdodCI6MC4wLCJCb3R0b20iOjAuMH0sIlBhZGRpbmciOnsiJGlkIjoiMTAyNSIsIlRvcCI6MC4wLCJMZWZ0IjowLjAsIlJpZ2h0IjowLjAsIkJvdHRvbSI6MC4wfSwiQmFja2dyb3VuZCI6bnVsbCwiSXNWaXNpYmxlIjp0cnVlLCJXaWR0aCI6MC4wLCJIZWlnaHQiOjAuMCwiQm9yZGVyU3R5bGUiOm51bGwsIlBhcmVudFN0eWxlIjpudWxsfSwiU2hhcGVTdHlsZSI6eyIkaWQiOiIxMDI2IiwiTWFyZ2luIjp7IiRpZCI6IjEwMjciLCJUb3AiOjAuMCwiTGVmdCI6NC4wLCJSaWdodCI6NC4wLCJCb3R0b20iOjAuMH0sIlBhZGRpbmciOnsiJGlkIjoiMTAyOCIsIlRvcCI6MC4wLCJMZWZ0IjowLjAsIlJpZ2h0IjowLjAsIkJvdHRvbSI6MC4wfSwiQmFja2dyb3VuZCI6eyIkaWQiOiIxMDI5IiwiQ29sb3IiOnsiJGlkIjoiMTAzMCIsIkEiOjI1NSwiUiI6MTUsIkciOjE1OCwiQiI6MjEzfX0sIklzVmlzaWJsZSI6dHJ1ZSwiV2lkdGgiOjAuMCwiSGVpZ2h0IjoxMC4wLCJCb3JkZXJTdHlsZSI6eyIkaWQiOiIxMDMxIiwiTGluZUNvbG9yIjp7IiRpZCI6IjEwMzIiLCIkdHlwZSI6Ik5MUkUuQ29tbW9uLkRvbS5Tb2xpZENvbG9yQnJ1c2gsIE5MUkUuQ29tbW9uIiwiQ29sb3IiOnsiJGlkIjoiMTAzMyIsIkEiOjI1NSwiUiI6MjM0LCJHIjoyMiwiQiI6MzB9fSwiTGluZVdlaWdodCI6MC4wLCJMaW5lVHlwZSI6MCwiUGFyZW50U3R5bGUiOm51bGx9LCJQYXJlbnRTdHlsZSI6bnVsbH0sIlRpdGxlU3R5bGUiOnsiJGlkIjoiMTAzNCIsIkZvbnRTZXR0aW5ncyI6eyIkaWQiOiIxMDM1IiwiRm9udFNpemUiOjExLCJGb250TmFtZSI6IkNhbGlicmkiLCJJc0JvbGQiOmZhbHNlLCJJc0l0YWxpYyI6ZmFsc2UsIklzVW5kZXJsaW5lZCI6ZmFsc2UsIlBhcmVudFN0eWxlIjpudWxsfSwiQXV0b1NpemUiOjAsIkZvcmVncm91bmQiOnsiJGlkIjoiMTAzNiIsIkNvbG9yIjp7IiRpZCI6IjEwMz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AzOCIsIlRvcCI6MC4wLCJMZWZ0IjowLjAsIlJpZ2h0IjowLjAsIkJvdHRvbSI6MC4wfSwiUGFkZGluZyI6eyIkaWQiOiIxMDM5IiwiVG9wIjowLjAsIkxlZnQiOjAuMCwiUmlnaHQiOjAuMCwiQm90dG9tIjowLjB9LCJCYWNrZ3JvdW5kIjp7IiRpZCI6IjEwNDAiLCJDb2xvciI6eyIkaWQiOiIxMDQxIiwiQSI6MjU1LCJSIjowLCJHIjowLCJCIjowfX0sIklzVmlzaWJsZSI6dHJ1ZSwiV2lkdGgiOjAuMCwiSGVpZ2h0IjowLjAsIkJvcmRlclN0eWxlIjp7IiRpZCI6IjEwNDIiLCJMaW5lQ29sb3IiOm51bGwsIkxpbmVXZWlnaHQiOjAuMCwiTGluZVR5cGUiOjAsIlBhcmVudFN0eWxlIjpudWxsfSwiUGFyZW50U3R5bGUiOm51bGx9LCJEYXRlU3R5bGUiOnsiJGlkIjoiMTA0MyIsIkZvbnRTZXR0aW5ncyI6eyIkaWQiOiIxMDQ0IiwiRm9udFNpemUiOjEwLCJGb250TmFtZSI6IkNhbGlicmkiLCJJc0JvbGQiOmZhbHNlLCJJc0l0YWxpYyI6ZmFsc2UsIklzVW5kZXJsaW5lZCI6ZmFsc2UsIlBhcmVudFN0eWxlIjpudWxsfSwiQXV0b1NpemUiOjAsIkZvcmVncm91bmQiOnsiJGlkIjoiMTA0NSIsIkNvbG9yIjp7IiRpZCI6IjEwND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MTA0NyIsIlRvcCI6MC4wLCJMZWZ0IjowLjAsIlJpZ2h0IjowLjAsIkJvdHRvbSI6MC4wfSwiUGFkZGluZyI6eyIkaWQiOiIxMDQ4IiwiVG9wIjowLjAsIkxlZnQiOjAuMCwiUmlnaHQiOjAuMCwiQm90dG9tIjowLjB9LCJCYWNrZ3JvdW5kIjp7IiRpZCI6IjEwNDkiLCJDb2xvciI6eyIkaWQiOiIxMDUwIiwiQSI6MjU1LCJSIjoxNCwiRyI6NDAsIkIiOjY1fX0sIklzVmlzaWJsZSI6dHJ1ZSwiV2lkdGgiOjAuMCwiSGVpZ2h0IjowLjAsIkJvcmRlclN0eWxlIjp7IiRpZCI6IjEwNTEiLCJMaW5lQ29sb3IiOm51bGwsIkxpbmVXZWlnaHQiOjAuMCwiTGluZVR5cGUiOjAsIlBhcmVudFN0eWxlIjpudWxsfSwiUGFyZW50U3R5bGUiOm51bGx9LCJEYXRlRm9ybWF0Ijp7IiRpZCI6IjEwNT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A1MyIsIkZvcm1hdCI6MCwiSXNWaXNpYmxlIjpmYWxzZSwiTGFzdEtub3duVmlzaWJpbGl0eVN0YXRlIjpmYWxzZX0sIklzVmlzaWJsZSI6dHJ1ZSwiVmFyaWFuY2VTdHlsZSI6eyIkaWQiOiIxMDU0IiwiVGV4dFN0eWxlIjp7IiRpZCI6IjEwNTUiLCJGb250U2V0dGluZ3MiOnsiJGlkIjoiMTA1NiIsIkZvbnRTaXplIjoxMCwiRm9udE5hbWUiOiJDYWxpYnJpIiwiSXNCb2xkIjpmYWxzZSwiSXNJdGFsaWMiOmZhbHNlLCJJc1VuZGVybGluZWQiOmZhbHNlLCJQYXJlbnRTdHlsZSI6bnVsbH0sIkF1dG9TaXplIjowLCJGb3JlZ3JvdW5kIjp7IiRpZCI6IjEwNTciLCJDb2xvciI6eyIkaWQiOiIxMDU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wNTkiLCJUb3AiOjAuMCwiTGVmdCI6MC4wLCJSaWdodCI6MC4wLCJCb3R0b20iOjAuMH0sIlBhZGRpbmciOnsiJGlkIjoiMTA2MCIsIlRvcCI6MC4wLCJMZWZ0IjowLjAsIlJpZ2h0IjowLjAsIkJvdHRvbSI6MC4wfSwiQmFja2dyb3VuZCI6eyIkaWQiOiIxMDYxIiwiQ29sb3IiOnsiJGlkIjoiMTA2MiIsIkEiOjI1NSwiUiI6MCwiRyI6MCwiQiI6MH19LCJJc1Zpc2libGUiOnRydWUsIldpZHRoIjowLjAsIkhlaWdodCI6MC4wLCJCb3JkZXJTdHlsZSI6eyIkaWQiOiIxMDYzIiwiTGluZUNvbG9yIjpudWxsLCJMaW5lV2VpZ2h0IjowLjAsIkxpbmVUeXBlIjowLCJQYXJlbnRTdHlsZSI6bnVsbH0sIlBhcmVudFN0eWxlIjpudWxsfSwiUGFyZW50U3R5bGUiOm51bGx9LCJQYXJlbnRTdHlsZSI6bnVsbCwiX2V4cGxpY2l0bHlTZXQiOnsiJGlkIjoiMTA2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EwNjUiLCJTaGFwZSI6MSwiQ29ubmVjdG9yTWFyZ2luIjp7IiRpZCI6IjEwNjYiLCJUb3AiOjAuMCwiTGVmdCI6Mi4wLCJSaWdodCI6Mi4wLCJCb3R0b20iOjAuMH0sIkNvbm5lY3RvclN0eWxlIjp7IiRpZCI6IjEwNjciLCJMaW5lQ29sb3IiOnsiJGlkIjoiMTA2OCIsIiR0eXBlIjoiTkxSRS5Db21tb24uRG9tLlNvbGlkQ29sb3JCcnVzaCwgTkxSRS5Db21tb24iLCJDb2xvciI6eyIkaWQiOiIxMDY5IiwiQSI6MTI3LCJSIjoxMSwiRyI6MTE4LCJCIjoxNTl9fSwiTGluZVdlaWdodCI6MS4wLCJMaW5lVHlwZSI6MCwiUGFyZW50U3R5bGUiOm51bGx9LCJJc0JlbG93VGltZWJhbmQiOmZhbHNlLCJQb3NpdGlvbk9uVGFzayI6MSwiSGlkZURhdGUiOmZhbHNlLCJTaGFwZVNpemUiOjAsIlNwYWNpbmciOjAuMCwiUGFkZGluZyI6eyIkaWQiOiIxMDcwIiwiVG9wIjo1LjAsIkxlZnQiOjMuMCwiUmlnaHQiOjAuMCwiQm90dG9tIjoyLjB9LCJTaGFwZVN0eWxlIjp7IiRpZCI6IjEwNzEiLCJNYXJnaW4iOnsiJGlkIjoiMTA3MiIsIlRvcCI6MC4wLCJMZWZ0IjowLjAsIlJpZ2h0IjowLjAsIkJvdHRvbSI6MC4wfSwiUGFkZGluZyI6eyIkaWQiOiIxMDczIiwiVG9wIjowLjAsIkxlZnQiOjAuMCwiUmlnaHQiOjAuMCwiQm90dG9tIjowLjB9LCJCYWNrZ3JvdW5kIjp7IiRpZCI6IjEwNzQiLCJDb2xvciI6eyIkaWQiOiIxMDc1IiwiQSI6MjU1LCJSIjoxMSwiRyI6MTE4LCJCIjoxNTl9fSwiSXNWaXNpYmxlIjp0cnVlLCJXaWR0aCI6MTIuMCwiSGVpZ2h0IjoxNC4wLCJCb3JkZXJTdHlsZSI6eyIkaWQiOiIxMDc2IiwiTGluZUNvbG9yIjp7IiRpZCI6IjEwNzciLCIkdHlwZSI6Ik5MUkUuQ29tbW9uLkRvbS5Tb2xpZENvbG9yQnJ1c2gsIE5MUkUuQ29tbW9uIiwiQ29sb3IiOnsiJGlkIjoiMTA3OCIsIkEiOjI1NSwiUiI6MjU1LCJHIjowLCJCIjowfX0sIkxpbmVXZWlnaHQiOjAuMCwiTGluZVR5cGUiOjAsIlBhcmVudFN0eWxlIjpudWxsfSwiUGFyZW50U3R5bGUiOm51bGx9LCJUaXRsZVN0eWxlIjp7IiRpZCI6IjEwNzkiLCJGb250U2V0dGluZ3MiOnsiJGlkIjoiMTA4MCIsIkZvbnRTaXplIjoxMSwiRm9udE5hbWUiOiJDYWxpYnJpIiwiSXNCb2xkIjpmYWxzZSwiSXNJdGFsaWMiOmZhbHNlLCJJc1VuZGVybGluZWQiOmZhbHNlLCJQYXJlbnRTdHlsZSI6bnVsbH0sIkF1dG9TaXplIjowLCJGb3JlZ3JvdW5kIjp7IiRpZCI6IjEwODEiLCJDb2xvciI6eyIkaWQiOiIxMDg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EwODMiLCJUb3AiOjAuMCwiTGVmdCI6MC4wLCJSaWdodCI6MC4wLCJCb3R0b20iOjAuMH0sIlBhZGRpbmciOnsiJGlkIjoiMTA4NCIsIlRvcCI6MC4wLCJMZWZ0IjowLjAsIlJpZ2h0IjowLjAsIkJvdHRvbSI6MC4wfSwiQmFja2dyb3VuZCI6eyIkaWQiOiIxMDg1IiwiQ29sb3IiOnsiJGlkIjoiMTA4NiIsIkEiOjI1NSwiUiI6MCwiRyI6MCwiQiI6MH19LCJJc1Zpc2libGUiOnRydWUsIldpZHRoIjowLjAsIkhlaWdodCI6MC4wLCJCb3JkZXJTdHlsZSI6eyIkaWQiOiIxMDg3IiwiTGluZUNvbG9yIjpudWxsLCJMaW5lV2VpZ2h0IjowLjAsIkxpbmVUeXBlIjowLCJQYXJlbnRTdHlsZSI6bnVsbH0sIlBhcmVudFN0eWxlIjpudWxsfSwiRGF0ZVN0eWxlIjp7IiRpZCI6IjEwODgiLCJGb250U2V0dGluZ3MiOnsiJGlkIjoiMTA4OSIsIkZvbnRTaXplIjoxMCwiRm9udE5hbWUiOiJDYWxpYnJpIiwiSXNCb2xkIjpmYWxzZSwiSXNJdGFsaWMiOmZhbHNlLCJJc1VuZGVybGluZWQiOmZhbHNlLCJQYXJlbnRTdHlsZSI6bnVsbH0sIkF1dG9TaXplIjowLCJGb3JlZ3JvdW5kIjp7IiRpZCI6IjEwOTAiLCJDb2xvciI6eyIkaWQiOiIxMDk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EwOTIiLCJUb3AiOjAuMCwiTGVmdCI6MC4wLCJSaWdodCI6MC4wLCJCb3R0b20iOjAuMH0sIlBhZGRpbmciOnsiJGlkIjoiMTA5MyIsIlRvcCI6MC4wLCJMZWZ0IjowLjAsIlJpZ2h0IjowLjAsIkJvdHRvbSI6MC4wfSwiQmFja2dyb3VuZCI6eyIkaWQiOiIxMDk0IiwiQ29sb3IiOnsiJGlkIjoiMTA5NSIsIkEiOjI1NSwiUiI6MTQsIkciOjQwLCJCIjo2NX19LCJJc1Zpc2libGUiOnRydWUsIldpZHRoIjowLjAsIkhlaWdodCI6MC4wLCJCb3JkZXJTdHlsZSI6eyIkaWQiOiIxMDk2IiwiTGluZUNvbG9yIjpudWxsLCJMaW5lV2VpZ2h0IjowLjAsIkxpbmVUeXBlIjowLCJQYXJlbnRTdHlsZSI6bnVsbH0sIlBhcmVudFN0eWxlIjpudWxsfSwiRGF0ZUZvcm1hdCI6eyIkaWQiOiIxMDk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OTgiLCJGb3JtYXQiOjAsIklzVmlzaWJsZSI6ZmFsc2UsIkxhc3RLbm93blZpc2liaWxpdHlTdGF0ZSI6ZmFsc2V9LCJJc1Zpc2libGUiOmZhbHNlLCJWYXJpYW5jZVN0eWxlIjp7IiRpZCI6IjEwOTkiLCJUZXh0U3R5bGUiOnsiJGlkIjoiMTEwMCIsIkZvbnRTZXR0aW5ncyI6eyIkaWQiOiIxMTAxIiwiRm9udFNpemUiOjEwLCJGb250TmFtZSI6IkNhbGlicmkiLCJJc0JvbGQiOmZhbHNlLCJJc0l0YWxpYyI6ZmFsc2UsIklzVW5kZXJsaW5lZCI6ZmFsc2UsIlBhcmVudFN0eWxlIjpudWxsfSwiQXV0b1NpemUiOjAsIkZvcmVncm91bmQiOnsiJGlkIjoiMTEwMiIsIkNvbG9yIjp7IiRpZCI6IjExMD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EwNCIsIlRvcCI6MC4wLCJMZWZ0IjowLjAsIlJpZ2h0IjowLjAsIkJvdHRvbSI6MC4wfSwiUGFkZGluZyI6eyIkaWQiOiIxMTA1IiwiVG9wIjowLjAsIkxlZnQiOjAuMCwiUmlnaHQiOjAuMCwiQm90dG9tIjowLjB9LCJCYWNrZ3JvdW5kIjp7IiRpZCI6IjExMDYiLCJDb2xvciI6eyIkaWQiOiIxMTA3IiwiQSI6MjU1LCJSIjowLCJHIjowLCJCIjowfX0sIklzVmlzaWJsZSI6dHJ1ZSwiV2lkdGgiOjAuMCwiSGVpZ2h0IjowLjAsIkJvcmRlclN0eWxlIjp7IiRpZCI6IjExMDgiLCJMaW5lQ29sb3IiOm51bGwsIkxpbmVXZWlnaHQiOjAuMCwiTGluZVR5cGUiOjAsIlBhcmVudFN0eWxlIjpudWxsfSwiUGFyZW50U3R5bGUiOm51bGx9LCJQYXJlbnRTdHlsZSI6bnVsbH0sIlBhcmVudFN0eWxlIjpudWxsfSwiRGVmYXVsdFN3aW1sYW5lTWlsZXN0b25lU3R5bGUiOnsiJGlkIjoiMTEwOSIsIlRpdGxlUG9zaXRpb24iOiJMZWZ0IiwiRGF0ZVBvc2l0aW9uIjoiUmlnaHQiLCJWYXJpYW5jZVBvc2l0aW9uIjoiUmlnaHQiLCJTaGFwZVR5cGUiOjEsIlNoYXBlU2l6ZSI6MCwiU3BhY2luZyI6NSwiU2hhcGVTdHlsZSI6eyIkaWQiOiIxMTEwIiwiTWFyZ2luIjp7IiRpZCI6IjExMTEiLCJUb3AiOjAuMCwiTGVmdCI6MC4wLCJSaWdodCI6MC4wLCJCb3R0b20iOjAuMH0sIlBhZGRpbmciOnsiJGlkIjoiMTExMiIsIlRvcCI6MC4wLCJMZWZ0IjowLjAsIlJpZ2h0IjowLjAsIkJvdHRvbSI6MC4wfSwiQmFja2dyb3VuZCI6eyIkaWQiOiIxMTEzIiwiQ29sb3IiOnsiJGlkIjoiMTExNCIsIkEiOjI1NSwiUiI6MTUsIkciOjE1OCwiQiI6MjEzfX0sIklzVmlzaWJsZSI6dHJ1ZSwiV2lkdGgiOjEyLjAsIkhlaWdodCI6MTQuMCwiQm9yZGVyU3R5bGUiOnsiJGlkIjoiMTExNSIsIkxpbmVDb2xvciI6eyIkaWQiOiIxMTE2IiwiJHR5cGUiOiJOTFJFLkNvbW1vbi5Eb20uU29saWRDb2xvckJydXNoLCBOTFJFLkNvbW1vbiIsIkNvbG9yIjp7IiRpZCI6IjExMTciLCJBIjoyNTUsIlIiOjIzNCwiRyI6MjIsIkIiOjMwfX0sIkxpbmVXZWlnaHQiOjAuMCwiTGluZVR5cGUiOjAsIlBhcmVudFN0eWxlIjpudWxsfSwiUGFyZW50U3R5bGUiOm51bGx9LCJUaXRsZVN0eWxlIjp7IiRpZCI6IjExMTgiLCJGb250U2V0dGluZ3MiOnsiJGlkIjoiMTExOSIsIkZvbnRTaXplIjoxMSwiRm9udE5hbWUiOiJDYWxpYnJpIiwiSXNCb2xkIjpmYWxzZSwiSXNJdGFsaWMiOmZhbHNlLCJJc1VuZGVybGluZWQiOmZhbHNlLCJQYXJlbnRTdHlsZSI6bnVsbH0sIkF1dG9TaXplIjowLCJGb3JlZ3JvdW5kIjp7IiRpZCI6IjExMjAiLCJDb2xvciI6eyIkaWQiOiIxMTIx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ExMjIiLCJUb3AiOjAuMCwiTGVmdCI6MC4wLCJSaWdodCI6MC4wLCJCb3R0b20iOjAuMH0sIlBhZGRpbmciOnsiJGlkIjoiMTEyMyIsIlRvcCI6MC4wLCJMZWZ0IjowLjAsIlJpZ2h0IjowLjAsIkJvdHRvbSI6MC4wfSwiQmFja2dyb3VuZCI6eyIkaWQiOiIxMTI0IiwiQ29sb3IiOnsiJGlkIjoiMTEyNSIsIkEiOjI1NSwiUiI6MCwiRyI6MCwiQiI6MH19LCJJc1Zpc2libGUiOnRydWUsIldpZHRoIjowLjAsIkhlaWdodCI6MC4wLCJCb3JkZXJTdHlsZSI6eyIkaWQiOiIxMTI2IiwiTGluZUNvbG9yIjpudWxsLCJMaW5lV2VpZ2h0IjowLjAsIkxpbmVUeXBlIjowLCJQYXJlbnRTdHlsZSI6bnVsbH0sIlBhcmVudFN0eWxlIjpudWxsfSwiRGF0ZVN0eWxlIjp7IiRpZCI6IjExMjciLCJGb250U2V0dGluZ3MiOnsiJGlkIjoiMTEyOCIsIkZvbnRTaXplIjoxMCwiRm9udE5hbWUiOiJDYWxpYnJpIiwiSXNCb2xkIjpmYWxzZSwiSXNJdGFsaWMiOmZhbHNlLCJJc1VuZGVybGluZWQiOmZhbHNlLCJQYXJlbnRTdHlsZSI6bnVsbH0sIkF1dG9TaXplIjowLCJGb3JlZ3JvdW5kIjp7IiRpZCI6IjExMjkiLCJDb2xvciI6eyIkaWQiOiIxMTMw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xMzEiLCJUb3AiOjAuMCwiTGVmdCI6MC4wLCJSaWdodCI6MC4wLCJCb3R0b20iOjAuMH0sIlBhZGRpbmciOnsiJGlkIjoiMTEzMiIsIlRvcCI6MC4wLCJMZWZ0IjowLjAsIlJpZ2h0IjowLjAsIkJvdHRvbSI6MC4wfSwiQmFja2dyb3VuZCI6eyIkaWQiOiIxMTMzIiwiQ29sb3IiOnsiJGlkIjoiMTEzNCIsIkEiOjI1NSwiUiI6MTQsIkciOjQwLCJCIjo2NX19LCJJc1Zpc2libGUiOnRydWUsIldpZHRoIjowLjAsIkhlaWdodCI6MC4wLCJCb3JkZXJTdHlsZSI6eyIkaWQiOiIxMTM1IiwiTGluZUNvbG9yIjpudWxsLCJMaW5lV2VpZ2h0IjowLjAsIkxpbmVUeXBlIjowLCJQYXJlbnRTdHlsZSI6bnVsbH0sIlBhcmVudFN0eWxlIjpudWxsfSwiRGF0ZUZvcm1hdCI6eyIkaWQiOiIxMTM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xMzciLCJGb3JtYXQiOjAsIklzVmlzaWJsZSI6ZmFsc2UsIkxhc3RLbm93blZpc2liaWxpdHlTdGF0ZSI6ZmFsc2V9LCJJc1Zpc2libGUiOnRydWUsIlZhcmlhbmNlU3R5bGUiOnsiJGlkIjoiMTEzOCIsIlRleHRTdHlsZSI6eyIkaWQiOiIxMTM5IiwiRm9udFNldHRpbmdzIjp7IiRpZCI6IjExNDAiLCJGb250U2l6ZSI6MTAsIkZvbnROYW1lIjoiQ2FsaWJyaSIsIklzQm9sZCI6ZmFsc2UsIklzSXRhbGljIjpmYWxzZSwiSXNVbmRlcmxpbmVkIjpmYWxzZSwiUGFyZW50U3R5bGUiOm51bGx9LCJBdXRvU2l6ZSI6MCwiRm9yZWdyb3VuZCI6eyIkaWQiOiIxMTQxIiwiQ29sb3IiOnsiJGlkIjoiMTE0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TQzIiwiVG9wIjowLjAsIkxlZnQiOjAuMCwiUmlnaHQiOjAuMCwiQm90dG9tIjowLjB9LCJQYWRkaW5nIjp7IiRpZCI6IjExNDQiLCJUb3AiOjAuMCwiTGVmdCI6MC4wLCJSaWdodCI6MC4wLCJCb3R0b20iOjAuMH0sIkJhY2tncm91bmQiOnsiJGlkIjoiMTE0NSIsIkNvbG9yIjp7IiRpZCI6IjExNDYiLCJBIjoyNTUsIlIiOjAsIkciOjAsIkIiOjB9fSwiSXNWaXNpYmxlIjp0cnVlLCJXaWR0aCI6MC4wLCJIZWlnaHQiOjAuMCwiQm9yZGVyU3R5bGUiOnsiJGlkIjoiMTE0NyIsIkxpbmVDb2xvciI6bnVsbCwiTGluZVdlaWdodCI6MC4wLCJMaW5lVHlwZSI6MCwiUGFyZW50U3R5bGUiOm51bGx9LCJQYXJlbnRTdHlsZSI6bnVsbH0sIlBhcmVudFN0eWxlIjpudWxsfSwiUGFyZW50U3R5bGUiOm51bGx9LCJEZWZhdWx0U3dpbWxhbmVBY3Rpdml0eVN0eWxlIjp7IiRpZCI6IjExNDgiLCJIZWFkZXJTdHlsZSI6eyIkaWQiOiIxMTQ5IiwiVGV4dFN0eWxlIjp7IiRpZCI6IjExNTAiLCJGb250U2V0dGluZ3MiOnsiJGlkIjoiMTE1MSIsIkZvbnRTaXplIjoxMSwiRm9udE5hbWUiOiJDYWxpYnJpIiwiSXNCb2xkIjpmYWxzZSwiSXNJdGFsaWMiOmZhbHNlLCJJc1VuZGVybGluZWQiOmZhbHNlLCJQYXJlbnRTdHlsZSI6bnVsbH0sIkF1dG9TaXplIjoyLCJGb3JlZ3JvdW5kIjp7IiRpZCI6IjExNTIiLCJDb2xvciI6eyIkaWQiOiIxMTU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MTE1NCIsIlRvcCI6MC4wLCJMZWZ0IjowLjAsIlJpZ2h0IjowLjAsIkJvdHRvbSI6MC4wfSwiUGFkZGluZyI6eyIkaWQiOiIxMTU1IiwiVG9wIjowLjAsIkxlZnQiOjAuMCwiUmlnaHQiOjAuMCwiQm90dG9tIjowLjB9LCJCYWNrZ3JvdW5kIjp7IiRpZCI6IjExNTYiLCJDb2xvciI6eyIkaWQiOiIxMTU3IiwiQSI6MjU1LCJSIjowLCJHIjowLCJCIjowfX0sIklzVmlzaWJsZSI6dHJ1ZSwiV2lkdGgiOjAuMCwiSGVpZ2h0IjowLjAsIkJvcmRlclN0eWxlIjpudWxsLCJQYXJlbnRTdHlsZSI6bnVsbH0sIlJlY3RhbmdsZVN0eWxlIjp7IiRpZCI6IjExNTgiLCJNYXJnaW4iOnsiJGlkIjoiMTE1OSIsIlRvcCI6MC4wLCJMZWZ0IjowLjAsIlJpZ2h0IjowLjAsIkJvdHRvbSI6MC4wfSwiUGFkZGluZyI6eyIkaWQiOiIxMTYwIiwiVG9wIjowLjAsIkxlZnQiOjAuMCwiUmlnaHQiOjAuMCwiQm90dG9tIjowLjB9LCJCYWNrZ3JvdW5kIjp7IiRpZCI6IjExNjEiLCJDb2xvciI6eyIkaWQiOiIxMTYyIiwiQSI6MTI3LCJSIjoxNSwiRyI6MTU4LCJCIjoyMTN9fSwiSXNWaXNpYmxlIjp0cnVlLCJXaWR0aCI6MC4wLCJIZWlnaHQiOjAuMCwiQm9yZGVyU3R5bGUiOnsiJGlkIjoiMTE2MyIsIkxpbmVDb2xvciI6eyIkaWQiOiIxMTY0IiwiJHR5cGUiOiJOTFJFLkNvbW1vbi5Eb20uU29saWRDb2xvckJydXNoLCBOTFJFLkNvbW1vbiIsIkNvbG9yIjp7IiRpZCI6IjExNjUiLCJBIjoyNTUsIlIiOjI1NSwiRyI6MCwiQiI6MH19LCJMaW5lV2VpZ2h0IjowLjAsIkxpbmVUeXBlIjowLCJQYXJlbnRTdHlsZSI6bnVsbH0sIlBhcmVudFN0eWxlIjpudWxsfSwiTWFyZ2luIjp7IiRpZCI6IjExNjYiLCJUb3AiOjAuMCwiTGVmdCI6MC4wLCJSaWdodCI6MC4wLCJCb3R0b20iOjAuMH0sIlBhZGRpbmciOnsiJGlkIjoiMTE2NyIsIlRvcCI6MC4wLCJMZWZ0IjowLjAsIlJpZ2h0IjowLjAsIkJvdHRvbSI6MC4wfSwiQmFja2dyb3VuZCI6bnVsbCwiSXNWaXNpYmxlIjp0cnVlLCJXaWR0aCI6MC4wLCJIZWlnaHQiOjAuMCwiQm9yZGVyU3R5bGUiOm51bGwsIlBhcmVudFN0eWxlIjpudWxsfSwiQmFja2dyb3VuZFN0eWxlIjp7IiRpZCI6IjExNjgiLCJNYXJnaW4iOnsiJGlkIjoiMTE2OSIsIlRvcCI6MC4wLCJMZWZ0IjowLjAsIlJpZ2h0IjowLjAsIkJvdHRvbSI6MC4wfSwiUGFkZGluZyI6eyIkaWQiOiIxMTcwIiwiVG9wIjowLjAsIkxlZnQiOjAuMCwiUmlnaHQiOjAuMCwiQm90dG9tIjowLjB9LCJCYWNrZ3JvdW5kIjp7IiRpZCI6IjExNzEiLCJDb2xvciI6eyIkaWQiOiIxMTcyIiwiQSI6NTEsIlIiOjIwMCwiRyI6MjAwLCJCIjoyMDB9fSwiSXNWaXNpYmxlIjp0cnVlLCJXaWR0aCI6MC4wLCJIZWlnaHQiOjAuMCwiQm9yZGVyU3R5bGUiOnsiJGlkIjoiMTE3MyIsIkxpbmVDb2xvciI6eyIkaWQiOiIxMTc0IiwiJHR5cGUiOiJOTFJFLkNvbW1vbi5Eb20uU29saWRDb2xvckJydXNoLCBOTFJFLkNvbW1vbiIsIkNvbG9yIjp7IiRpZCI6IjExNzUiLCJBIjoyNTUsIlIiOjIzNCwiRyI6MjIsIkIiOjMwfX0sIkxpbmVXZWlnaHQiOjAuMCwiTGluZVR5cGUiOjAsIlBhcmVudFN0eWxlIjpudWxsfSwiUGFyZW50U3R5bGUiOm51bGx9LCJNYXJnaW4iOnsiJGlkIjoiMTE3NiIsIlRvcCI6MC4wLCJMZWZ0IjowLjAsIlJpZ2h0IjowLjAsIkJvdHRvbSI6MC4wfSwiUGFkZGluZyI6eyIkaWQiOiIxMTc3IiwiVG9wIjowLjAsIkxlZnQiOjAuMCwiUmlnaHQiOjAuMCwiQm90dG9tIjowLjB9LCJJc1Zpc2libGUiOnRydWUsIldpZHRoIjowLjAsIkhlaWdodCI6MC4wLCJCb3JkZXJTdHlsZSI6eyIkaWQiOiIxMTc4IiwiTGluZUNvbG9yIjpudWxsLCJMaW5lV2VpZ2h0IjowLjAsIkxpbmVUeXBlIjowLCJQYXJlbnRTdHlsZSI6bnVsbH0sIlBhcmVudFN0eWxlIjpudWxsfSwiTWFyZ2luIjp7IiRpZCI6IjExNzkiLCJUb3AiOjAuMCwiTGVmdCI6MC4wLCJSaWdodCI6MC4wLCJCb3R0b20iOjAuMH0sIlBhZGRpbmciOnsiJGlkIjoiMTE4MCIsIlRvcCI6MC4wLCJMZWZ0IjowLjAsIlJpZ2h0IjowLjAsIkJvdHRvbSI6MC4wfSwiSXNWaXNpYmxlIjp0cnVlLCJXaWR0aCI6MC4wLCJIZWlnaHQiOjAuMCwiQm9yZGVyU3R5bGUiOnsiJGlkIjoiMTE4MSIsIkxpbmVDb2xvciI6bnVsbCwiTGluZVdlaWdodCI6MC4wLCJMaW5lVHlwZSI6MCwiUGFyZW50U3R5bGUiOm51bGx9LCJQYXJlbnRTdHlsZSI6bnVsbH1dLCJDb25kaXRpb25hbEZvcm1hdHRpbmciOnsiJGlkIjoiMTE4MiIsIlB2QUZvcm1hdHRpbmciOnsiJGlkIjoiMTE4MyIsIkRlbGF5VGFza1N0eWxlIjp7IiRpZCI6IjExODQiLCJTdHlsZU9wdGlvbnMiOjI0LCJUaXRsZUZvcmVncm91bmQiOnsiJGlkIjoiMTE4NSIsIkNvbG9yIjp7IiRpZCI6IjExODYiLCJBIjoyNTUsIlIiOjE3NSwiRyI6MCwiQiI6MH19LCJBY3R1YWxTaGFwZXNCYWNrZ3JvdW5kIjp7IiRpZCI6IjExODciLCJDb2xvciI6eyIkaWQiOiIxMTg4IiwiQSI6NjIsIlIiOjI1NSwiRyI6MCwiQiI6MH19LCJBY3R1YWxTaGFwZXNCb3JkZXJTdHlsZSI6eyIkaWQiOiIxMTg5IiwiTGluZUNvbG9yIjp7IiRpZCI6IjExOTAiLCIkdHlwZSI6Ik5MUkUuQ29tbW9uLkRvbS5Tb2xpZENvbG9yQnJ1c2gsIE5MUkUuQ29tbW9uIiwiQ29sb3IiOnsiJGlkIjoiMTE5MSIsIkEiOjE2MywiUiI6MjU1LCJHIjowLCJCIjowfX0sIkxpbmVXZWlnaHQiOjMuMCwiTGluZVR5cGUiOjAsIlBhcmVudFN0eWxlIjpudWxsfSwiQmFzZWxpbmVTaGFwZXNCYWNrZ3JvdW5kIjp7IiRpZCI6IjExOTIiLCJDb2xvciI6eyIkaWQiOiIxMTkzIiwiQSI6MTg0LCJSIjoyNTUsIkciOjAsIkIiOjB9fSwiVmFyaWFuY2VGb3JlZ3JvdW5kIjp7IiRpZCI6IjExOTQiLCJDb2xvciI6eyIkaWQiOiIxMTk1IiwiQSI6MjU1LCJSIjoxNzUsIkciOjAsIkIiOjB9fSwiSXNWaXNpYmxlIjp0cnVlfSwiRGVsYXlNaWxlc3RvbmVTdHlsZSI6eyIkaWQiOiIxMTk2IiwiU3R5bGVPcHRpb25zIjoxOCwiVGl0bGVGb3JlZ3JvdW5kIjp7IiRpZCI6IjExOTciLCJDb2xvciI6eyIkaWQiOiIxMTk4IiwiQSI6MjU1LCJSIjoxNzUsIkciOjAsIkIiOjB9fSwiQWN0dWFsU2hhcGVzQmFja2dyb3VuZCI6eyIkaWQiOiIxMTk5IiwiQ29sb3IiOnsiJGlkIjoiMTIwMCIsIkEiOjI1NSwiUiI6MjIyLCJHIjo4MCwiQiI6NTB9fSwiQWN0dWFsU2hhcGVzQm9yZGVyU3R5bGUiOnsiJGlkIjoiMTIwMSIsIkxpbmVDb2xvciI6eyIkaWQiOiIxMjAyIiwiJHR5cGUiOiJOTFJFLkNvbW1vbi5Eb20uU29saWRDb2xvckJydXNoLCBOTFJFLkNvbW1vbiIsIkNvbG9yIjp7IiRpZCI6IjEyMDMiLCJBIjoxNjMsIlIiOjI1NSwiRyI6MCwiQiI6MH19LCJMaW5lV2VpZ2h0IjozLjAsIkxpbmVUeXBlIjowLCJQYXJlbnRTdHlsZSI6bnVsbH0sIkJhc2VsaW5lU2hhcGVzQmFja2dyb3VuZCI6eyIkaWQiOiIxMjA0IiwiQ29sb3IiOnsiJGlkIjoiMTIwNSIsIkEiOjE4NCwiUiI6MjU1LCJHIjowLCJCIjowfX0sIlZhcmlhbmNlRm9yZWdyb3VuZCI6eyIkaWQiOiIxMjA2IiwiQ29sb3IiOnsiJGlkIjoiMTIwNyIsIkEiOjI1NSwiUiI6MTc1LCJHIjowLCJCIjowfX0sIklzVmlzaWJsZSI6dHJ1ZX0sIkFkdmFuY2VUYXNrU3R5bGUiOnsiJGlkIjoiMTIwOCIsIlN0eWxlT3B0aW9ucyI6MjQsIlRpdGxlRm9yZWdyb3VuZCI6eyIkaWQiOiIxMjA5IiwiQ29sb3IiOnsiJGlkIjoiMTIxMCIsIkEiOjI1NSwiUiI6MCwiRyI6MTEwLCJCIjowfX0sIkFjdHVhbFNoYXBlc0JhY2tncm91bmQiOnsiJGlkIjoiMTIxMSIsIkNvbG9yIjp7IiRpZCI6IjEyMTIiLCJBIjo2MSwiUiI6MCwiRyI6MTI4LCJCIjowfX0sIkFjdHVhbFNoYXBlc0JvcmRlclN0eWxlIjp7IiRpZCI6IjEyMTMiLCJMaW5lQ29sb3IiOnsiJGlkIjoiMTIxNCIsIiR0eXBlIjoiTkxSRS5Db21tb24uRG9tLlNvbGlkQ29sb3JCcnVzaCwgTkxSRS5Db21tb24iLCJDb2xvciI6eyIkaWQiOiIxMjE1IiwiQSI6MTYzLCJSIjowLCJHIjoxMjgsIkIiOjB9fSwiTGluZVdlaWdodCI6My4wLCJMaW5lVHlwZSI6MCwiUGFyZW50U3R5bGUiOm51bGx9LCJCYXNlbGluZVNoYXBlc0JhY2tncm91bmQiOnsiJGlkIjoiMTIxNiIsIkNvbG9yIjp7IiRpZCI6IjEyMTciLCJBIjoxODQsIlIiOjAsIkciOjEyOCwiQiI6MH19LCJWYXJpYW5jZUZvcmVncm91bmQiOnsiJGlkIjoiMTIxOCIsIkNvbG9yIjp7IiRpZCI6IjEyMTkiLCJBIjoyNTUsIlIiOjAsIkciOjExMCwiQiI6MH19LCJJc1Zpc2libGUiOnRydWV9LCJBZHZhbmNlTWlsZXN0b25lU3R5bGUiOnsiJGlkIjoiMTIyMCIsIlN0eWxlT3B0aW9ucyI6MTgsIlRpdGxlRm9yZWdyb3VuZCI6eyIkaWQiOiIxMjIxIiwiQ29sb3IiOnsiJGlkIjoiMTIyMiIsIkEiOjI1NSwiUiI6MCwiRyI6MTEwLCJCIjowfX0sIkFjdHVhbFNoYXBlc0JhY2tncm91bmQiOnsiJGlkIjoiMTIyMyIsIkNvbG9yIjp7IiRpZCI6IjEyMjQiLCJBIjoyNTUsIlIiOjIwLCJHIjoxMDAsIkIiOjB9fSwiQWN0dWFsU2hhcGVzQm9yZGVyU3R5bGUiOnsiJGlkIjoiMTIyNSIsIkxpbmVDb2xvciI6eyIkaWQiOiIxMjI2IiwiJHR5cGUiOiJOTFJFLkNvbW1vbi5Eb20uU29saWRDb2xvckJydXNoLCBOTFJFLkNvbW1vbiIsIkNvbG9yIjp7IiRpZCI6IjEyMjciLCJBIjoxNjMsIlIiOjAsIkciOjEyOCwiQiI6MH19LCJMaW5lV2VpZ2h0IjozLjAsIkxpbmVUeXBlIjowLCJQYXJlbnRTdHlsZSI6bnVsbH0sIkJhc2VsaW5lU2hhcGVzQmFja2dyb3VuZCI6eyIkaWQiOiIxMjI4IiwiQ29sb3IiOnsiJGlkIjoiMTIyOSIsIkEiOjE4NCwiUiI6MCwiRyI6MTI4LCJCIjowfX0sIlZhcmlhbmNlRm9yZWdyb3VuZCI6eyIkaWQiOiIxMjMwIiwiQ29sb3IiOnsiJGlkIjoiMTIzMSIsIkEiOjI1NSwiUiI6MCwiRyI6MTEwLCJCIjowfX0sIklzVmlzaWJsZSI6dHJ1ZX19LCJWYXJpYW5jZURpc3BsYXlTZXR0aW5ncyI6eyIkaWQiOiIxMjMyIiwiVGFza1ZhcmlhbmNlRGlzcGxheU9wdGlvbnMiOnsiJGlkIjoiMTIzMyIsIlNob3dEZWxheVZhcmlhbmNlIjp0cnVlLCJTaG93QWR2YW5jZVZhcmlhbmNlIjp0cnVlLCJTaG93XzBfVmFyaWFuY2UiOmZhbHNlfSwiTWlsZXN0b25lVmFyaWFuY2VEaXNwbGF5T3B0aW9ucyI6eyIkaWQiOiIxMjM0IiwiU2hvd0RlbGF5VmFyaWFuY2UiOnRydWUsIlNob3dBZHZhbmNlVmFyaWFuY2UiOnRydWUsIlNob3dfMF9WYXJpYW5jZSI6ZmFsc2V9fX19LCJTY2FsZSI6bnVsbCwiU2NhbGVWMiI6eyIkaWQiOiIxMjM1IiwiU3RhcnREYXRlIjoiMDAwMS0wMS0wMVQwMDowMDowMCIsIkVuZERhdGUiOiIyMDI1LTEyLTA1VDIzOjU5OjAwIiwiQXV0b0RhdGVSYW5nZSI6dHJ1ZSwiV29ya2luZ0RheXMiOjMxLCJGaXNjYWxZZWFyIjp7IiRpZCI6IjEyMzYiLCJTdGFydE1vbnRoIjoxLCJVc2VTdGFydGluZ1llYXJGb3JOdW1iZXJpbmciOnRydWUsIlNob3dGaXNjYWxZZWFyTGFiZWwiOnRydWV9LCJUb2RheU1hcmtlclRleHQiOiJUb2RheSIsIkF1dG9TY2FsZVR5cGUiOnRydWUsIlRpbWViYW5kU2NhbGVzIjp7IiRpZCI6IjEyMzciLCJUb3BTY2FsZUxheWVyIjp7IiRpZCI6IjEyMzgiLCJGb3JtYXQiOiJNTU0iLCJUeXBlIjoyLCJHcm91cGluZ0ludGVydmFscyI6eyIkaWQiOiIxMjM5IiwiSXNTZXQiOmZhbHNlLCJHcm91cGluZ1N0ZXBDb3VudCI6MX19LCJNaWRkbGVTY2FsZUxheWVyIjp7IiRpZCI6IjEyNDAiLCJGb3JtYXQiOm51bGwsIlR5cGUiOjAsIkdyb3VwaW5nSW50ZXJ2YWxzIjp7IiRpZCI6IjEyNDEiLCJJc1NldCI6ZmFsc2UsIkdyb3VwaW5nU3RlcENvdW50IjoxfX0sIkJvdHRvbVNjYWxlTGF5ZXIiOnsiJGlkIjoiMTI0MiIsIkZvcm1hdCI6bnVsbCwiVHlwZSI6MCwiR3JvdXBpbmdJbnRlcnZhbHMiOnsiJGlkIjoiMTI0MyIsIklzU2V0IjpmYWxzZSwiR3JvdXBpbmdTdGVwQ291bnQiOjF9fX19LCJNaWxlc3RvbmVzIjpbXSwiVGFza3MiOlt7IiRpZCI6IjEyNDQiLCJHcm91cE5hbWUiOm51bGwsIlN0YXJ0RGF0ZSI6IjIwMjUtMDktMDVUMDA6MDA6MDAiLCJFbmREYXRlIjoiMjAyNS0wOS0xMFQyMzo1OTowMFoiLCJQZXJjZW50YWdlQ29tcGxldGUiOm51bGwsIlN0eWxlIjp7IiRpZCI6IjEyNDUiLCJTaGFwZSI6MywiU2hhcGVUaGlja25lc3MiOjAsIkR1cmF0aW9uRm9ybWF0IjowLCJJbmNsdWRlTm9uV29ya2luZ0RheXNJbkR1cmF0aW9uIjpmYWxzZSwiUGVyY2VudGFnZUNvbXBsZXRlU3R5bGUiOnsiJGlkIjoiMTI0NiIsIkZvbnRTZXR0aW5ncyI6eyIkaWQiOiIxMjQ3IiwiRm9udFNpemUiOjEwLCJGb250TmFtZSI6IkNhbGlicmkiLCJJc0JvbGQiOmZhbHNlLCJJc0l0YWxpYyI6ZmFsc2UsIklzVW5kZXJsaW5lZCI6ZmFsc2UsIlBhcmVudFN0eWxlIjpudWxsfSwiQXV0b1NpemUiOjAsIkZvcmVncm91bmQiOnsiJGlkIjoiMTI0OCIsIkNvbG9yIjp7IiRpZCI6IjEyNDk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I1MCIsIlRvcCI6MC4wLCJMZWZ0IjowLjAsIlJpZ2h0IjowLjAsIkJvdHRvbSI6MC4wfSwiUGFkZGluZyI6eyIkaWQiOiIxMjUxIiwiVG9wIjowLjAsIkxlZnQiOjAuMCwiUmlnaHQiOjAuMCwiQm90dG9tIjowLjB9LCJCYWNrZ3JvdW5kIjp7IiRpZCI6IjEyNTIiLCJDb2xvciI6eyIkaWQiOiIxMjUzIiwiQSI6ODksIlIiOjAsIkciOjAsIkIiOjB9fSwiSXNWaXNpYmxlIjp0cnVlLCJXaWR0aCI6MC4wLCJIZWlnaHQiOjAuMCwiQm9yZGVyU3R5bGUiOnsiJGlkIjoiMTI1NCIsIkxpbmVDb2xvciI6bnVsbCwiTGluZVdlaWdodCI6MC4wLCJMaW5lVHlwZSI6MCwiUGFyZW50U3R5bGUiOm51bGx9LCJQYXJlbnRTdHlsZSI6bnVsbH0sIkR1cmF0aW9uU3R5bGUiOnsiJGlkIjoiMTI1NSIsIkZvbnRTZXR0aW5ncyI6eyIkaWQiOiIxMjU2IiwiRm9udFNpemUiOjEwLCJGb250TmFtZSI6IkNhbGlicmkiLCJJc0JvbGQiOmZhbHNlLCJJc0l0YWxpYyI6ZmFsc2UsIklzVW5kZXJsaW5lZCI6ZmFsc2UsIlBhcmVudFN0eWxlIjpudWxsfSwiQXV0b1NpemUiOjAsIkZvcmVncm91bmQiOnsiJGlkIjoiMTI1NyIsIkNvbG9yIjp7IiRpZCI6IjEyNTg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MjU5IiwiVG9wIjowLjAsIkxlZnQiOjAuMCwiUmlnaHQiOjAuMCwiQm90dG9tIjowLjB9LCJQYWRkaW5nIjp7IiRpZCI6IjEyNjAiLCJUb3AiOjAuMCwiTGVmdCI6MC4wLCJSaWdodCI6MC4wLCJCb3R0b20iOjAuMH0sIkJhY2tncm91bmQiOnsiJGlkIjoiMTI2MSIsIkNvbG9yIjp7IiRpZCI6IjEyNjIiLCJBIjoyNTUsIlIiOjIzNywiRyI6MTI1LCJCIjo0OX19LCJJc1Zpc2libGUiOnRydWUsIldpZHRoIjowLjAsIkhlaWdodCI6MC4wLCJCb3JkZXJTdHlsZSI6eyIkaWQiOiIxMjYzIiwiTGluZUNvbG9yIjpudWxsLCJMaW5lV2VpZ2h0IjowLjAsIkxpbmVUeXBlIjowLCJQYXJlbnRTdHlsZSI6bnVsbH0sIlBhcmVudFN0eWxlIjpudWxsfSwiSG9yaXpvbnRhbENvbm5lY3RvclN0eWxlIjp7IiRpZCI6IjEyNjQiLCJMaW5lQ29sb3IiOnsiJGlkIjoiMTI2NSIsIiR0eXBlIjoiTkxSRS5Db21tb24uRG9tLlNvbGlkQ29sb3JCcnVzaCwgTkxSRS5Db21tb24iLCJDb2xvciI6eyIkaWQiOiIxMjY2IiwiQSI6NTEsIlIiOjIxLCJHIjo5NiwiQiI6MTMwfX0sIkxpbmVXZWlnaHQiOjEuMCwiTGluZVR5cGUiOjAsIlBhcmVudFN0eWxlIjpudWxsfSwiVmVydGljYWxDb25uZWN0b3JTdHlsZSI6eyIkaWQiOiIxMjY3IiwiTGluZUNvbG9yIjp7IiRpZCI6IjEyNjgiLCIkdHlwZSI6Ik5MUkUuQ29tbW9uLkRvbS5Tb2xpZENvbG9yQnJ1c2gsIE5MUkUuQ29tbW9uIiwiQ29sb3IiOnsiJGlkIjoiMTI2OS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I3MCIsIlNoYXBlU3R5bGUiOnsiJGlkIjoiMTI3MSIsIk1hcmdpbiI6eyIkaWQiOiIxMjcyIiwiVG9wIjowLjAsIkxlZnQiOjAuMCwiUmlnaHQiOjAuMCwiQm90dG9tIjowLjB9LCJQYWRkaW5nIjp7IiRpZCI6IjEyNzMiLCJUb3AiOjAuMCwiTGVmdCI6MC4wLCJSaWdodCI6MC4wLCJCb3R0b20iOjAuMH0sIkJhY2tncm91bmQiOnsiJGlkIjoiMTI3NCIsIkNvbG9yIjp7IiRpZCI6IjEyNzUiLCJBIjoxNTMsIlIiOjAsIkciOjAsIkIiOjB9fSwiSXNWaXNpYmxlIjp0cnVlLCJXaWR0aCI6MC4wLCJIZWlnaHQiOjAuMCwiQm9yZGVyU3R5bGUiOm51bGwsIlBhcmVudFN0eWxlIjpudWxsfSwiTWFyZ2luIjp7IiRpZCI6IjEyNzYiLCJUb3AiOjAuMCwiTGVmdCI6MC4wLCJSaWdodCI6MC4wLCJCb3R0b20iOjAuMH0sIlBhZGRpbmciOnsiJGlkIjoiMTI3NyIsIlRvcCI6MC4wLCJMZWZ0IjowLjAsIlJpZ2h0IjowLjAsIkJvdHRvbSI6MC4wfSwiQmFja2dyb3VuZCI6bnVsbCwiSXNWaXNpYmxlIjp0cnVlLCJXaWR0aCI6MC4wLCJIZWlnaHQiOjAuMCwiQm9yZGVyU3R5bGUiOm51bGwsIlBhcmVudFN0eWxlIjpudWxsfSwiU2hhcGVTdHlsZSI6eyIkaWQiOiIxMjc4IiwiTWFyZ2luIjp7IiRpZCI6IjEyNzkiLCJUb3AiOjAuMCwiTGVmdCI6NC4wLCJSaWdodCI6NC4wLCJCb3R0b20iOjAuMH0sIlBhZGRpbmciOnsiJGlkIjoiMTI4MCIsIlRvcCI6MC4wLCJMZWZ0IjowLjAsIlJpZ2h0IjowLjAsIkJvdHRvbSI6MC4wfSwiQmFja2dyb3VuZCI6eyIkaWQiOiIxMjgxIiwiQ29sb3IiOnsiJGlkIjoiMTI4MiIsIkEiOjI1NSwiUiI6MjEsIkciOjk2LCJCIjoxMzB9fSwiSXNWaXNpYmxlIjp0cnVlLCJXaWR0aCI6MC4wLCJIZWlnaHQiOjEwLjAsIkJvcmRlclN0eWxlIjp7IiRpZCI6IjEyODMiLCJMaW5lQ29sb3IiOnsiJGlkIjoiMTI4NCIsIiR0eXBlIjoiTkxSRS5Db21tb24uRG9tLlNvbGlkQ29sb3JCcnVzaCwgTkxSRS5Db21tb24iLCJDb2xvciI6eyIkaWQiOiIxMjg1IiwiQSI6MjU1LCJSIjoyMzQsIkciOjIyLCJCIjozMH19LCJMaW5lV2VpZ2h0IjowLjAsIkxpbmVUeXBlIjowLCJQYXJlbnRTdHlsZSI6bnVsbH0sIlBhcmVudFN0eWxlIjpudWxsfSwiVGl0bGVTdHlsZSI6eyIkaWQiOiIxMjg2IiwiRm9udFNldHRpbmdzIjp7IiRpZCI6IjEyODciLCJGb250U2l6ZSI6MTEsIkZvbnROYW1lIjoiQ2FsaWJyaSIsIklzQm9sZCI6ZmFsc2UsIklzSXRhbGljIjpmYWxzZSwiSXNVbmRlcmxpbmVkIjpmYWxzZSwiUGFyZW50U3R5bGUiOm51bGx9LCJBdXRvU2l6ZSI6MCwiRm9yZWdyb3VuZCI6eyIkaWQiOiIxMjg4IiwiQ29sb3IiOnsiJGlkIjoiMTI4OS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MjkwIiwiVG9wIjowLjAsIkxlZnQiOjAuMCwiUmlnaHQiOjAuMCwiQm90dG9tIjowLjB9LCJQYWRkaW5nIjp7IiRpZCI6IjEyOTEiLCJUb3AiOjAuMCwiTGVmdCI6MC4wLCJSaWdodCI6MC4wLCJCb3R0b20iOjAuMH0sIkJhY2tncm91bmQiOnsiJGlkIjoiMTI5MiIsIkNvbG9yIjp7IiRpZCI6IjEyOTMiLCJBIjowLCJSIjoyNTUsIkciOjI1NSwiQiI6MjU1fX0sIklzVmlzaWJsZSI6dHJ1ZSwiV2lkdGgiOjAuMCwiSGVpZ2h0IjowLjAsIkJvcmRlclN0eWxlIjp7IiRpZCI6IjEyOTQiLCJMaW5lQ29sb3IiOm51bGwsIkxpbmVXZWlnaHQiOjAuMCwiTGluZVR5cGUiOjAsIlBhcmVudFN0eWxlIjpudWxsfSwiUGFyZW50U3R5bGUiOm51bGx9LCJEYXRlU3R5bGUiOnsiJGlkIjoiMTI5NSIsIkZvbnRTZXR0aW5ncyI6eyIkaWQiOiIxMjk2IiwiRm9udFNpemUiOjEwLCJGb250TmFtZSI6IkNhbGlicmkiLCJJc0JvbGQiOmZhbHNlLCJJc0l0YWxpYyI6ZmFsc2UsIklzVW5kZXJsaW5lZCI6ZmFsc2UsIlBhcmVudFN0eWxlIjpudWxsfSwiQXV0b1NpemUiOjAsIkZvcmVncm91bmQiOnsiJGlkIjoiMTI5NyIsIkNvbG9yIjp7IiRpZCI6IjEyOTg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I5OSIsIlRvcCI6MC4wLCJMZWZ0IjowLjAsIlJpZ2h0IjowLjAsIkJvdHRvbSI6MC4wfSwiUGFkZGluZyI6eyIkaWQiOiIxMzAwIiwiVG9wIjowLjAsIkxlZnQiOjAuMCwiUmlnaHQiOjAuMCwiQm90dG9tIjowLjB9LCJCYWNrZ3JvdW5kIjp7IiRpZCI6IjEzMDEiLCJDb2xvciI6eyIkaWQiOiIxMzAyIiwiQSI6MCwiUiI6MjU1LCJHIjoyNTUsIkIiOjI1NX19LCJJc1Zpc2libGUiOnRydWUsIldpZHRoIjowLjAsIkhlaWdodCI6MC4wLCJCb3JkZXJTdHlsZSI6eyIkaWQiOiIxMzAzIiwiTGluZUNvbG9yIjpudWxsLCJMaW5lV2VpZ2h0IjowLjAsIkxpbmVUeXBlIjowLCJQYXJlbnRTdHlsZSI6bnVsbH0sIlBhcmVudFN0eWxlIjpudWxsfSwiRGF0ZUZvcm1hdCI6eyIkaWQiOiIxMzA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MDUiLCJGb3JtYXQiOjAsIklzVmlzaWJsZSI6ZmFsc2UsIkxhc3RLbm93blZpc2liaWxpdHlTdGF0ZSI6ZmFsc2V9LCJJc1Zpc2libGUiOmZhbHNlLCJWYXJpYW5jZVN0eWxlIjp7IiRpZCI6IjEzMDYiLCJUZXh0U3R5bGUiOnsiJGlkIjoiMTMwNyIsIkZvbnRTZXR0aW5ncyI6eyIkaWQiOiIxMzA4IiwiRm9udFNpemUiOjEwLCJGb250TmFtZSI6IkNhbGlicmkiLCJJc0JvbGQiOmZhbHNlLCJJc0l0YWxpYyI6ZmFsc2UsIklzVW5kZXJsaW5lZCI6ZmFsc2UsIlBhcmVudFN0eWxlIjpudWxsfSwiQXV0b1NpemUiOjAsIkZvcmVncm91bmQiOnsiJGlkIjoiMTMwOSIsIkNvbG9yIjp7IiRpZCI6IjEzMT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xMSIsIlRvcCI6MC4wLCJMZWZ0IjowLjAsIlJpZ2h0IjowLjAsIkJvdHRvbSI6MC4wfSwiUGFkZGluZyI6eyIkaWQiOiIxMzEyIiwiVG9wIjowLjAsIkxlZnQiOjAuMCwiUmlnaHQiOjAuMCwiQm90dG9tIjowLjB9LCJCYWNrZ3JvdW5kIjp7IiRpZCI6IjEzMTMiLCJDb2xvciI6eyIkaWQiOiIxMzE0IiwiQSI6MjU1LCJSIjowLCJHIjowLCJCIjowfX0sIklzVmlzaWJsZSI6dHJ1ZSwiV2lkdGgiOjAuMCwiSGVpZ2h0IjowLjAsIkJvcmRlclN0eWxlIjp7IiRpZCI6IjEzMTUiLCJMaW5lQ29sb3IiOm51bGwsIkxpbmVXZWlnaHQiOjAuMCwiTGluZVR5cGUiOjAsIlBhcmVudFN0eWxlIjpudWxsfSwiUGFyZW50U3R5bGUiOm51bGx9LCJQYXJlbnRTdHlsZSI6bnVsbH0sIlBhcmVudFN0eWxlIjpudWxsfSwiSW5kZXgiOjAsIlNtYXJ0RHVyYXRpb25BY3RpdmF0ZWQiOmZhbHNlLCJEYXRlRm9ybWF0Ijp7IiRyZWYiOiIxMzA0In0sIldlZWtOdW1iZXJpbmciOnsiJGlkIjoiMTMxNiIsIkZvcm1hdCI6MCwiSXNWaXNpYmxlIjpmYWxzZSwiTGFzdEtub3duVmlzaWJpbGl0eVN0YXRlIjpmYWxzZX0sIkJhc2VsaW5lRGF0YSI6eyIkaWQiOiIxMzE3IiwiU3RhcnREYXRlIjoiMjAyNS0wOS0wNVQwMDowMDowMCIsIkVuZERhdGUiOiIyMDI1LTA5LTEwVDIzOjU5OjAwIn0sIklkIjoiNDk0ZmY5MWYtYjJmYi00NjQ2LWFjNDQtMDU4ZmEwZmY5MmZhIiwiSW1wb3J0SWQiOm51bGwsIlRpdGxlIjoiQWN0YSBkZSBDb25zdGl0dWNpw7NuIGFwcm9iYWRhIiwiTm90ZSI6bnVsbCwiSHlwZXJsaW5rIjp7IiRpZCI6IjEzMTgiLCJBZGRyZXNzIjoiIiwiU3ViQWRkcmVzcyI6IiJ9LCJJc0NoYW5nZWQiOmZhbHNlLCJJc05ldyI6ZmFsc2V9LHsiJGlkIjoiMTMxOSIsIkdyb3VwTmFtZSI6bnVsbCwiU3RhcnREYXRlIjoiMjAyNS0wOS0xMFQwMDowMDowMFoiLCJFbmREYXRlIjoiMjAyNS0wOS0yMFQyMzo1OTowMFoiLCJQZXJjZW50YWdlQ29tcGxldGUiOm51bGwsIlN0eWxlIjp7IiRpZCI6IjEzMjAiLCJTaGFwZSI6MywiU2hhcGVUaGlja25lc3MiOjAsIkR1cmF0aW9uRm9ybWF0IjowLCJJbmNsdWRlTm9uV29ya2luZ0RheXNJbkR1cmF0aW9uIjpmYWxzZSwiUGVyY2VudGFnZUNvbXBsZXRlU3R5bGUiOnsiJGlkIjoiMTMyMSIsIkZvbnRTZXR0aW5ncyI6eyIkaWQiOiIxMzIyIiwiRm9udFNpemUiOjEwLCJGb250TmFtZSI6IkNhbGlicmkiLCJJc0JvbGQiOmZhbHNlLCJJc0l0YWxpYyI6ZmFsc2UsIklzVW5kZXJsaW5lZCI6ZmFsc2UsIlBhcmVudFN0eWxlIjpudWxsfSwiQXV0b1NpemUiOjAsIkZvcmVncm91bmQiOnsiJGlkIjoiMTMyMyIsIkNvbG9yIjp7IiRpZCI6IjEzMj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MyNSIsIlRvcCI6MC4wLCJMZWZ0IjowLjAsIlJpZ2h0IjowLjAsIkJvdHRvbSI6MC4wfSwiUGFkZGluZyI6eyIkaWQiOiIxMzI2IiwiVG9wIjowLjAsIkxlZnQiOjAuMCwiUmlnaHQiOjAuMCwiQm90dG9tIjowLjB9LCJCYWNrZ3JvdW5kIjp7IiRpZCI6IjEzMjciLCJDb2xvciI6eyIkaWQiOiIxMzI4IiwiQSI6ODksIlIiOjAsIkciOjAsIkIiOjB9fSwiSXNWaXNpYmxlIjp0cnVlLCJXaWR0aCI6MC4wLCJIZWlnaHQiOjAuMCwiQm9yZGVyU3R5bGUiOnsiJGlkIjoiMTMyOSIsIkxpbmVDb2xvciI6bnVsbCwiTGluZVdlaWdodCI6MC4wLCJMaW5lVHlwZSI6MCwiUGFyZW50U3R5bGUiOm51bGx9LCJQYXJlbnRTdHlsZSI6bnVsbH0sIkR1cmF0aW9uU3R5bGUiOnsiJGlkIjoiMTMzMCIsIkZvbnRTZXR0aW5ncyI6eyIkaWQiOiIxMzMxIiwiRm9udFNpemUiOjEwLCJGb250TmFtZSI6IkNhbGlicmkiLCJJc0JvbGQiOmZhbHNlLCJJc0l0YWxpYyI6ZmFsc2UsIklzVW5kZXJsaW5lZCI6ZmFsc2UsIlBhcmVudFN0eWxlIjpudWxsfSwiQXV0b1NpemUiOjAsIkZvcmVncm91bmQiOnsiJGlkIjoiMTMzMiIsIkNvbG9yIjp7IiRpZCI6IjEzMz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MzM0IiwiVG9wIjowLjAsIkxlZnQiOjAuMCwiUmlnaHQiOjAuMCwiQm90dG9tIjowLjB9LCJQYWRkaW5nIjp7IiRpZCI6IjEzMzUiLCJUb3AiOjAuMCwiTGVmdCI6MC4wLCJSaWdodCI6MC4wLCJCb3R0b20iOjAuMH0sIkJhY2tncm91bmQiOnsiJGlkIjoiMTMzNiIsIkNvbG9yIjp7IiRpZCI6IjEzMzciLCJBIjoyNTUsIlIiOjIzNywiRyI6MTI1LCJCIjo0OX19LCJJc1Zpc2libGUiOnRydWUsIldpZHRoIjowLjAsIkhlaWdodCI6MC4wLCJCb3JkZXJTdHlsZSI6eyIkaWQiOiIxMzM4IiwiTGluZUNvbG9yIjpudWxsLCJMaW5lV2VpZ2h0IjowLjAsIkxpbmVUeXBlIjowLCJQYXJlbnRTdHlsZSI6bnVsbH0sIlBhcmVudFN0eWxlIjpudWxsfSwiSG9yaXpvbnRhbENvbm5lY3RvclN0eWxlIjp7IiRpZCI6IjEzMzkiLCJMaW5lQ29sb3IiOnsiJGlkIjoiMTM0MCIsIiR0eXBlIjoiTkxSRS5Db21tb24uRG9tLlNvbGlkQ29sb3JCcnVzaCwgTkxSRS5Db21tb24iLCJDb2xvciI6eyIkaWQiOiIxMzQxIiwiQSI6NTEsIlIiOjIxLCJHIjo5NiwiQiI6MTMwfX0sIkxpbmVXZWlnaHQiOjEuMCwiTGluZVR5cGUiOjAsIlBhcmVudFN0eWxlIjpudWxsfSwiVmVydGljYWxDb25uZWN0b3JTdHlsZSI6eyIkaWQiOiIxMzQyIiwiTGluZUNvbG9yIjp7IiRpZCI6IjEzNDMiLCIkdHlwZSI6Ik5MUkUuQ29tbW9uLkRvbS5Tb2xpZENvbG9yQnJ1c2gsIE5MUkUuQ29tbW9uIiwiQ29sb3IiOnsiJGlkIjoiMTM0NC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M0NSIsIlNoYXBlU3R5bGUiOnsiJGlkIjoiMTM0NiIsIk1hcmdpbiI6eyIkaWQiOiIxMzQ3IiwiVG9wIjowLjAsIkxlZnQiOjAuMCwiUmlnaHQiOjAuMCwiQm90dG9tIjowLjB9LCJQYWRkaW5nIjp7IiRpZCI6IjEzNDgiLCJUb3AiOjAuMCwiTGVmdCI6MC4wLCJSaWdodCI6MC4wLCJCb3R0b20iOjAuMH0sIkJhY2tncm91bmQiOnsiJGlkIjoiMTM0OSIsIkNvbG9yIjp7IiRpZCI6IjEzNTAiLCJBIjoxNTMsIlIiOjAsIkciOjAsIkIiOjB9fSwiSXNWaXNpYmxlIjp0cnVlLCJXaWR0aCI6MC4wLCJIZWlnaHQiOjAuMCwiQm9yZGVyU3R5bGUiOm51bGwsIlBhcmVudFN0eWxlIjpudWxsfSwiTWFyZ2luIjp7IiRpZCI6IjEzNTEiLCJUb3AiOjAuMCwiTGVmdCI6MC4wLCJSaWdodCI6MC4wLCJCb3R0b20iOjAuMH0sIlBhZGRpbmciOnsiJGlkIjoiMTM1MiIsIlRvcCI6MC4wLCJMZWZ0IjowLjAsIlJpZ2h0IjowLjAsIkJvdHRvbSI6MC4wfSwiQmFja2dyb3VuZCI6bnVsbCwiSXNWaXNpYmxlIjp0cnVlLCJXaWR0aCI6MC4wLCJIZWlnaHQiOjAuMCwiQm9yZGVyU3R5bGUiOm51bGwsIlBhcmVudFN0eWxlIjpudWxsfSwiU2hhcGVTdHlsZSI6eyIkaWQiOiIxMzUzIiwiTWFyZ2luIjp7IiRpZCI6IjEzNTQiLCJUb3AiOjAuMCwiTGVmdCI6NC4wLCJSaWdodCI6NC4wLCJCb3R0b20iOjAuMH0sIlBhZGRpbmciOnsiJGlkIjoiMTM1NSIsIlRvcCI6MC4wLCJMZWZ0IjowLjAsIlJpZ2h0IjowLjAsIkJvdHRvbSI6MC4wfSwiQmFja2dyb3VuZCI6eyIkaWQiOiIxMzU2IiwiQ29sb3IiOnsiJGlkIjoiMTM1NyIsIkEiOjI1NSwiUiI6MjEsIkciOjk2LCJCIjoxMzB9fSwiSXNWaXNpYmxlIjp0cnVlLCJXaWR0aCI6MC4wLCJIZWlnaHQiOjEwLjAsIkJvcmRlclN0eWxlIjp7IiRpZCI6IjEzNTgiLCJMaW5lQ29sb3IiOnsiJGlkIjoiMTM1OSIsIiR0eXBlIjoiTkxSRS5Db21tb24uRG9tLlNvbGlkQ29sb3JCcnVzaCwgTkxSRS5Db21tb24iLCJDb2xvciI6eyIkaWQiOiIxMzYwIiwiQSI6MjU1LCJSIjoyMzQsIkciOjIyLCJCIjozMH19LCJMaW5lV2VpZ2h0IjowLjAsIkxpbmVUeXBlIjowLCJQYXJlbnRTdHlsZSI6bnVsbH0sIlBhcmVudFN0eWxlIjpudWxsfSwiVGl0bGVTdHlsZSI6eyIkaWQiOiIxMzYxIiwiRm9udFNldHRpbmdzIjp7IiRpZCI6IjEzNjIiLCJGb250U2l6ZSI6MTEsIkZvbnROYW1lIjoiQ2FsaWJyaSIsIklzQm9sZCI6ZmFsc2UsIklzSXRhbGljIjpmYWxzZSwiSXNVbmRlcmxpbmVkIjpmYWxzZSwiUGFyZW50U3R5bGUiOm51bGx9LCJBdXRvU2l6ZSI6MCwiRm9yZWdyb3VuZCI6eyIkaWQiOiIxMzYzIiwiQ29sb3IiOnsiJGlkIjoiMTM2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MzY1IiwiVG9wIjowLjAsIkxlZnQiOjAuMCwiUmlnaHQiOjAuMCwiQm90dG9tIjowLjB9LCJQYWRkaW5nIjp7IiRpZCI6IjEzNjYiLCJUb3AiOjAuMCwiTGVmdCI6MC4wLCJSaWdodCI6MC4wLCJCb3R0b20iOjAuMH0sIkJhY2tncm91bmQiOnsiJGlkIjoiMTM2NyIsIkNvbG9yIjp7IiRpZCI6IjEzNjgiLCJBIjowLCJSIjoyNTUsIkciOjI1NSwiQiI6MjU1fX0sIklzVmlzaWJsZSI6dHJ1ZSwiV2lkdGgiOjAuMCwiSGVpZ2h0IjowLjAsIkJvcmRlclN0eWxlIjp7IiRpZCI6IjEzNjkiLCJMaW5lQ29sb3IiOm51bGwsIkxpbmVXZWlnaHQiOjAuMCwiTGluZVR5cGUiOjAsIlBhcmVudFN0eWxlIjpudWxsfSwiUGFyZW50U3R5bGUiOm51bGx9LCJEYXRlU3R5bGUiOnsiJGlkIjoiMTM3MCIsIkZvbnRTZXR0aW5ncyI6eyIkaWQiOiIxMzcxIiwiRm9udFNpemUiOjEwLCJGb250TmFtZSI6IkNhbGlicmkiLCJJc0JvbGQiOmZhbHNlLCJJc0l0YWxpYyI6ZmFsc2UsIklzVW5kZXJsaW5lZCI6ZmFsc2UsIlBhcmVudFN0eWxlIjpudWxsfSwiQXV0b1NpemUiOjAsIkZvcmVncm91bmQiOnsiJGlkIjoiMTM3MiIsIkNvbG9yIjp7IiRpZCI6IjEzNz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M3NCIsIlRvcCI6MC4wLCJMZWZ0IjowLjAsIlJpZ2h0IjowLjAsIkJvdHRvbSI6MC4wfSwiUGFkZGluZyI6eyIkaWQiOiIxMzc1IiwiVG9wIjowLjAsIkxlZnQiOjAuMCwiUmlnaHQiOjAuMCwiQm90dG9tIjowLjB9LCJCYWNrZ3JvdW5kIjp7IiRpZCI6IjEzNzYiLCJDb2xvciI6eyIkaWQiOiIxMzc3IiwiQSI6MCwiUiI6MjU1LCJHIjoyNTUsIkIiOjI1NX19LCJJc1Zpc2libGUiOnRydWUsIldpZHRoIjowLjAsIkhlaWdodCI6MC4wLCJCb3JkZXJTdHlsZSI6eyIkaWQiOiIxMzc4IiwiTGluZUNvbG9yIjpudWxsLCJMaW5lV2VpZ2h0IjowLjAsIkxpbmVUeXBlIjowLCJQYXJlbnRTdHlsZSI6bnVsbH0sIlBhcmVudFN0eWxlIjpudWxsfSwiRGF0ZUZvcm1hdCI6eyIkaWQiOiIxMzc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ODAiLCJGb3JtYXQiOjAsIklzVmlzaWJsZSI6ZmFsc2UsIkxhc3RLbm93blZpc2liaWxpdHlTdGF0ZSI6ZmFsc2V9LCJJc1Zpc2libGUiOmZhbHNlLCJWYXJpYW5jZVN0eWxlIjp7IiRpZCI6IjEzODEiLCJUZXh0U3R5bGUiOnsiJGlkIjoiMTM4MiIsIkZvbnRTZXR0aW5ncyI6eyIkaWQiOiIxMzgzIiwiRm9udFNpemUiOjEwLCJGb250TmFtZSI6IkNhbGlicmkiLCJJc0JvbGQiOmZhbHNlLCJJc0l0YWxpYyI6ZmFsc2UsIklzVW5kZXJsaW5lZCI6ZmFsc2UsIlBhcmVudFN0eWxlIjpudWxsfSwiQXV0b1NpemUiOjAsIkZvcmVncm91bmQiOnsiJGlkIjoiMTM4NCIsIkNvbG9yIjp7IiRpZCI6IjEzOD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4NiIsIlRvcCI6MC4wLCJMZWZ0IjowLjAsIlJpZ2h0IjowLjAsIkJvdHRvbSI6MC4wfSwiUGFkZGluZyI6eyIkaWQiOiIxMzg3IiwiVG9wIjowLjAsIkxlZnQiOjAuMCwiUmlnaHQiOjAuMCwiQm90dG9tIjowLjB9LCJCYWNrZ3JvdW5kIjp7IiRpZCI6IjEzODgiLCJDb2xvciI6eyIkaWQiOiIxMzg5IiwiQSI6MjU1LCJSIjowLCJHIjowLCJCIjowfX0sIklzVmlzaWJsZSI6dHJ1ZSwiV2lkdGgiOjAuMCwiSGVpZ2h0IjowLjAsIkJvcmRlclN0eWxlIjp7IiRpZCI6IjEzOTAiLCJMaW5lQ29sb3IiOm51bGwsIkxpbmVXZWlnaHQiOjAuMCwiTGluZVR5cGUiOjAsIlBhcmVudFN0eWxlIjpudWxsfSwiUGFyZW50U3R5bGUiOm51bGx9LCJQYXJlbnRTdHlsZSI6bnVsbH0sIlBhcmVudFN0eWxlIjpudWxsfSwiSW5kZXgiOjEsIlNtYXJ0RHVyYXRpb25BY3RpdmF0ZWQiOmZhbHNlLCJEYXRlRm9ybWF0Ijp7IiRyZWYiOiIxMzc5In0sIldlZWtOdW1iZXJpbmciOnsiJGlkIjoiMTM5MSIsIkZvcm1hdCI6MCwiSXNWaXNpYmxlIjpmYWxzZSwiTGFzdEtub3duVmlzaWJpbGl0eVN0YXRlIjpmYWxzZX0sIkJhc2VsaW5lRGF0YSI6eyIkaWQiOiIxMzkyIiwiU3RhcnREYXRlIjoiMjAyNS0wOS0xMFQwMDowMDowMCIsIkVuZERhdGUiOiIyMDI1LTA5LTIwVDIzOjU5OjAwIn0sIklkIjoiOGI4N2Q3ODctZTkzZi00MDMyLWIwM2EtYTRkNzVkOTFhMWYwIiwiSW1wb3J0SWQiOm51bGwsIlRpdGxlIjoiR2VzdGnDs24gZGUgUmVxdWlzaXRvcyIsIk5vdGUiOm51bGwsIkh5cGVybGluayI6eyIkaWQiOiIxMzkzIiwiQWRkcmVzcyI6IiIsIlN1YkFkZHJlc3MiOiIifSwiSXNDaGFuZ2VkIjpmYWxzZSwiSXNOZXciOmZhbHNlfSx7IiRpZCI6IjEzOTQiLCJHcm91cE5hbWUiOm51bGwsIlN0YXJ0RGF0ZSI6IjIwMjUtMDktMjBUMDA6MDA6MDBaIiwiRW5kRGF0ZSI6IjIwMjUtMTAtMjVUMjM6NTk6MDBaIiwiUGVyY2VudGFnZUNvbXBsZXRlIjpudWxsLCJTdHlsZSI6eyIkaWQiOiIxMzk1IiwiU2hhcGUiOjMsIlNoYXBlVGhpY2tuZXNzIjowLCJEdXJhdGlvbkZvcm1hdCI6MCwiSW5jbHVkZU5vbldvcmtpbmdEYXlzSW5EdXJhdGlvbiI6ZmFsc2UsIlBlcmNlbnRhZ2VDb21wbGV0ZVN0eWxlIjp7IiRpZCI6IjEzOTYiLCJGb250U2V0dGluZ3MiOnsiJGlkIjoiMTM5NyIsIkZvbnRTaXplIjoxMCwiRm9udE5hbWUiOiJDYWxpYnJpIiwiSXNCb2xkIjpmYWxzZSwiSXNJdGFsaWMiOmZhbHNlLCJJc1VuZGVybGluZWQiOmZhbHNlLCJQYXJlbnRTdHlsZSI6bnVsbH0sIkF1dG9TaXplIjowLCJGb3JlZ3JvdW5kIjp7IiRpZCI6IjEzOTgiLCJDb2xvciI6eyIkaWQiOiIxMzk5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E0MDAiLCJUb3AiOjAuMCwiTGVmdCI6MC4wLCJSaWdodCI6MC4wLCJCb3R0b20iOjAuMH0sIlBhZGRpbmciOnsiJGlkIjoiMTQwMSIsIlRvcCI6MC4wLCJMZWZ0IjowLjAsIlJpZ2h0IjowLjAsIkJvdHRvbSI6MC4wfSwiQmFja2dyb3VuZCI6eyIkaWQiOiIxNDAyIiwiQ29sb3IiOnsiJGlkIjoiMTQwMyIsIkEiOjg5LCJSIjowLCJHIjowLCJCIjowfX0sIklzVmlzaWJsZSI6dHJ1ZSwiV2lkdGgiOjAuMCwiSGVpZ2h0IjowLjAsIkJvcmRlclN0eWxlIjp7IiRpZCI6IjE0MDQiLCJMaW5lQ29sb3IiOm51bGwsIkxpbmVXZWlnaHQiOjAuMCwiTGluZVR5cGUiOjAsIlBhcmVudFN0eWxlIjpudWxsfSwiUGFyZW50U3R5bGUiOm51bGx9LCJEdXJhdGlvblN0eWxlIjp7IiRpZCI6IjE0MDUiLCJGb250U2V0dGluZ3MiOnsiJGlkIjoiMTQwNiIsIkZvbnRTaXplIjoxMCwiRm9udE5hbWUiOiJDYWxpYnJpIiwiSXNCb2xkIjpmYWxzZSwiSXNJdGFsaWMiOmZhbHNlLCJJc1VuZGVybGluZWQiOmZhbHNlLCJQYXJlbnRTdHlsZSI6bnVsbH0sIkF1dG9TaXplIjowLCJGb3JlZ3JvdW5kIjp7IiRpZCI6IjE0MDciLCJDb2xvciI6eyIkaWQiOiIxNDA4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MTQwOSIsIlRvcCI6MC4wLCJMZWZ0IjowLjAsIlJpZ2h0IjowLjAsIkJvdHRvbSI6MC4wfSwiUGFkZGluZyI6eyIkaWQiOiIxNDEwIiwiVG9wIjowLjAsIkxlZnQiOjAuMCwiUmlnaHQiOjAuMCwiQm90dG9tIjowLjB9LCJCYWNrZ3JvdW5kIjp7IiRpZCI6IjE0MTEiLCJDb2xvciI6eyIkaWQiOiIxNDEyIiwiQSI6MjU1LCJSIjoyMzcsIkciOjEyNSwiQiI6NDl9fSwiSXNWaXNpYmxlIjp0cnVlLCJXaWR0aCI6MC4wLCJIZWlnaHQiOjAuMCwiQm9yZGVyU3R5bGUiOnsiJGlkIjoiMTQxMyIsIkxpbmVDb2xvciI6bnVsbCwiTGluZVdlaWdodCI6MC4wLCJMaW5lVHlwZSI6MCwiUGFyZW50U3R5bGUiOm51bGx9LCJQYXJlbnRTdHlsZSI6bnVsbH0sIkhvcml6b250YWxDb25uZWN0b3JTdHlsZSI6eyIkaWQiOiIxNDE0IiwiTGluZUNvbG9yIjp7IiRpZCI6IjE0MTUiLCIkdHlwZSI6Ik5MUkUuQ29tbW9uLkRvbS5Tb2xpZENvbG9yQnJ1c2gsIE5MUkUuQ29tbW9uIiwiQ29sb3IiOnsiJGlkIjoiMTQxNiIsIkEiOjUxLCJSIjoyMSwiRyI6OTYsIkIiOjEzMH19LCJMaW5lV2VpZ2h0IjoxLjAsIkxpbmVUeXBlIjowLCJQYXJlbnRTdHlsZSI6bnVsbH0sIlZlcnRpY2FsQ29ubmVjdG9yU3R5bGUiOnsiJGlkIjoiMTQxNyIsIkxpbmVDb2xvciI6eyIkaWQiOiIxNDE4IiwiJHR5cGUiOiJOTFJFLkNvbW1vbi5Eb20uU29saWRDb2xvckJydXNoLCBOTFJFLkNvbW1vbiIsIkNvbG9yIjp7IiRpZCI6IjE0MTk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NiwiU3BhY2luZyI6MywiSXNCZWxvd1RpbWViYW5kIjp0cnVlLCJQZXJjZW50YWdlQ29tcGxldGVTaGFwZU9wYWNpdHkiOjM1LCJCYXNlbGluZVN0eWxlIjp7IiRpZCI6IjE0MjAiLCJTaGFwZVN0eWxlIjp7IiRpZCI6IjE0MjEiLCJNYXJnaW4iOnsiJGlkIjoiMTQyMiIsIlRvcCI6MC4wLCJMZWZ0IjowLjAsIlJpZ2h0IjowLjAsIkJvdHRvbSI6MC4wfSwiUGFkZGluZyI6eyIkaWQiOiIxNDIzIiwiVG9wIjowLjAsIkxlZnQiOjAuMCwiUmlnaHQiOjAuMCwiQm90dG9tIjowLjB9LCJCYWNrZ3JvdW5kIjp7IiRpZCI6IjE0MjQiLCJDb2xvciI6eyIkaWQiOiIxNDI1IiwiQSI6MTUzLCJSIjowLCJHIjowLCJCIjowfX0sIklzVmlzaWJsZSI6dHJ1ZSwiV2lkdGgiOjAuMCwiSGVpZ2h0IjowLjAsIkJvcmRlclN0eWxlIjpudWxsLCJQYXJlbnRTdHlsZSI6bnVsbH0sIk1hcmdpbiI6eyIkaWQiOiIxNDI2IiwiVG9wIjowLjAsIkxlZnQiOjAuMCwiUmlnaHQiOjAuMCwiQm90dG9tIjowLjB9LCJQYWRkaW5nIjp7IiRpZCI6IjE0MjciLCJUb3AiOjAuMCwiTGVmdCI6MC4wLCJSaWdodCI6MC4wLCJCb3R0b20iOjAuMH0sIkJhY2tncm91bmQiOm51bGwsIklzVmlzaWJsZSI6dHJ1ZSwiV2lkdGgiOjAuMCwiSGVpZ2h0IjowLjAsIkJvcmRlclN0eWxlIjpudWxsLCJQYXJlbnRTdHlsZSI6bnVsbH0sIlNoYXBlU3R5bGUiOnsiJGlkIjoiMTQyOCIsIk1hcmdpbiI6eyIkaWQiOiIxNDI5IiwiVG9wIjowLjAsIkxlZnQiOjQuMCwiUmlnaHQiOjQuMCwiQm90dG9tIjowLjB9LCJQYWRkaW5nIjp7IiRpZCI6IjE0MzAiLCJUb3AiOjAuMCwiTGVmdCI6MC4wLCJSaWdodCI6MC4wLCJCb3R0b20iOjAuMH0sIkJhY2tncm91bmQiOnsiJGlkIjoiMTQzMSIsIkNvbG9yIjp7IiRpZCI6IjE0MzIiLCJBIjoyNTUsIlIiOjIxLCJHIjo5NiwiQiI6MTMwfX0sIklzVmlzaWJsZSI6dHJ1ZSwiV2lkdGgiOjAuMCwiSGVpZ2h0IjoxMC4wLCJCb3JkZXJTdHlsZSI6eyIkaWQiOiIxNDMzIiwiTGluZUNvbG9yIjp7IiRpZCI6IjE0MzQiLCIkdHlwZSI6Ik5MUkUuQ29tbW9uLkRvbS5Tb2xpZENvbG9yQnJ1c2gsIE5MUkUuQ29tbW9uIiwiQ29sb3IiOnsiJGlkIjoiMTQzNSIsIkEiOjI1NSwiUiI6MjM0LCJHIjoyMiwiQiI6MzB9fSwiTGluZVdlaWdodCI6MC4wLCJMaW5lVHlwZSI6MCwiUGFyZW50U3R5bGUiOm51bGx9LCJQYXJlbnRTdHlsZSI6bnVsbH0sIlRpdGxlU3R5bGUiOnsiJGlkIjoiMTQzNiIsIkZvbnRTZXR0aW5ncyI6eyIkaWQiOiIxNDM3IiwiRm9udFNpemUiOjExLCJGb250TmFtZSI6IkNhbGlicmkiLCJJc0JvbGQiOmZhbHNlLCJJc0l0YWxpYyI6ZmFsc2UsIklzVW5kZXJsaW5lZCI6ZmFsc2UsIlBhcmVudFN0eWxlIjpudWxsfSwiQXV0b1NpemUiOjAsIkZvcmVncm91bmQiOnsiJGlkIjoiMTQzOCIsIkNvbG9yIjp7IiRpZCI6IjE0MzkiLCJBIjoyNTUsIlIiOjAsIkciOjAsIkIiOjB9fSwiTWF4V2lkdGgiOjcyMC4wLCJNYXhIZWlnaHQiOiJJbmZpbml0eSIsIlNtYXJ0Rm9yZWdyb3VuZElzQWN0aXZlIjpmYWxzZSwiSG9yaXpvbnRhbEFsaWdubWVudCI6MiwiVmVydGljYWxBbGlnbm1lbnQiOjEsIlNtYXJ0Rm9yZWdyb3VuZCI6bnVsbCwiQmFja2dyb3VuZEZpbGxUeXBlIjowLCJNYXJnaW4iOnsiJGlkIjoiMTQ0MCIsIlRvcCI6MC4wLCJMZWZ0IjowLjAsIlJpZ2h0IjowLjAsIkJvdHRvbSI6MC4wfSwiUGFkZGluZyI6eyIkaWQiOiIxNDQxIiwiVG9wIjowLjAsIkxlZnQiOjAuMCwiUmlnaHQiOjAuMCwiQm90dG9tIjowLjB9LCJCYWNrZ3JvdW5kIjp7IiRpZCI6IjE0NDIiLCJDb2xvciI6eyIkaWQiOiIxNDQzIiwiQSI6MCwiUiI6MjU1LCJHIjoyNTUsIkIiOjI1NX19LCJJc1Zpc2libGUiOnRydWUsIldpZHRoIjowLjAsIkhlaWdodCI6MC4wLCJCb3JkZXJTdHlsZSI6eyIkaWQiOiIxNDQ0IiwiTGluZUNvbG9yIjpudWxsLCJMaW5lV2VpZ2h0IjowLjAsIkxpbmVUeXBlIjowLCJQYXJlbnRTdHlsZSI6bnVsbH0sIlBhcmVudFN0eWxlIjpudWxsfSwiRGF0ZVN0eWxlIjp7IiRpZCI6IjE0NDUiLCJGb250U2V0dGluZ3MiOnsiJGlkIjoiMTQ0NiIsIkZvbnRTaXplIjoxMCwiRm9udE5hbWUiOiJDYWxpYnJpIiwiSXNCb2xkIjpmYWxzZSwiSXNJdGFsaWMiOmZhbHNlLCJJc1VuZGVybGluZWQiOmZhbHNlLCJQYXJlbnRTdHlsZSI6bnVsbH0sIkF1dG9TaXplIjowLCJGb3JlZ3JvdW5kIjp7IiRpZCI6IjE0NDciLCJDb2xvciI6eyIkaWQiOiIxNDQ4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0NDkiLCJUb3AiOjAuMCwiTGVmdCI6MC4wLCJSaWdodCI6MC4wLCJCb3R0b20iOjAuMH0sIlBhZGRpbmciOnsiJGlkIjoiMTQ1MCIsIlRvcCI6MC4wLCJMZWZ0IjowLjAsIlJpZ2h0IjowLjAsIkJvdHRvbSI6MC4wfSwiQmFja2dyb3VuZCI6eyIkaWQiOiIxNDUxIiwiQ29sb3IiOnsiJGlkIjoiMTQ1MiIsIkEiOjAsIlIiOjI1NSwiRyI6MjU1LCJCIjoyNTV9fSwiSXNWaXNpYmxlIjp0cnVlLCJXaWR0aCI6MC4wLCJIZWlnaHQiOjAuMCwiQm9yZGVyU3R5bGUiOnsiJGlkIjoiMTQ1MyIsIkxpbmVDb2xvciI6bnVsbCwiTGluZVdlaWdodCI6MC4wLCJMaW5lVHlwZSI6MCwiUGFyZW50U3R5bGUiOm51bGx9LCJQYXJlbnRTdHlsZSI6bnVsbH0sIkRhdGVGb3JtYXQiOnsiJGlkIjoiMTQ1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DU1IiwiRm9ybWF0IjowLCJJc1Zpc2libGUiOmZhbHNlLCJMYXN0S25vd25WaXNpYmlsaXR5U3RhdGUiOmZhbHNlfSwiSXNWaXNpYmxlIjpmYWxzZSwiVmFyaWFuY2VTdHlsZSI6eyIkaWQiOiIxNDU2IiwiVGV4dFN0eWxlIjp7IiRpZCI6IjE0NTciLCJGb250U2V0dGluZ3MiOnsiJGlkIjoiMTQ1OCIsIkZvbnRTaXplIjoxMCwiRm9udE5hbWUiOiJDYWxpYnJpIiwiSXNCb2xkIjpmYWxzZSwiSXNJdGFsaWMiOmZhbHNlLCJJc1VuZGVybGluZWQiOmZhbHNlLCJQYXJlbnRTdHlsZSI6bnVsbH0sIkF1dG9TaXplIjowLCJGb3JlZ3JvdW5kIjp7IiRpZCI6IjE0NTkiLCJDb2xvciI6eyIkaWQiOiIxNDY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0NjEiLCJUb3AiOjAuMCwiTGVmdCI6MC4wLCJSaWdodCI6MC4wLCJCb3R0b20iOjAuMH0sIlBhZGRpbmciOnsiJGlkIjoiMTQ2MiIsIlRvcCI6MC4wLCJMZWZ0IjowLjAsIlJpZ2h0IjowLjAsIkJvdHRvbSI6MC4wfSwiQmFja2dyb3VuZCI6eyIkaWQiOiIxNDYzIiwiQ29sb3IiOnsiJGlkIjoiMTQ2NCIsIkEiOjI1NSwiUiI6MCwiRyI6MCwiQiI6MH19LCJJc1Zpc2libGUiOnRydWUsIldpZHRoIjowLjAsIkhlaWdodCI6MC4wLCJCb3JkZXJTdHlsZSI6eyIkaWQiOiIxNDY1IiwiTGluZUNvbG9yIjpudWxsLCJMaW5lV2VpZ2h0IjowLjAsIkxpbmVUeXBlIjowLCJQYXJlbnRTdHlsZSI6bnVsbH0sIlBhcmVudFN0eWxlIjpudWxsfSwiUGFyZW50U3R5bGUiOm51bGx9LCJQYXJlbnRTdHlsZSI6bnVsbH0sIkluZGV4IjoyLCJTbWFydER1cmF0aW9uQWN0aXZhdGVkIjpmYWxzZSwiRGF0ZUZvcm1hdCI6eyIkcmVmIjoiMTQ1NCJ9LCJXZWVrTnVtYmVyaW5nIjp7IiRpZCI6IjE0NjYiLCJGb3JtYXQiOjAsIklzVmlzaWJsZSI6ZmFsc2UsIkxhc3RLbm93blZpc2liaWxpdHlTdGF0ZSI6ZmFsc2V9LCJCYXNlbGluZURhdGEiOnsiJGlkIjoiMTQ2NyIsIlN0YXJ0RGF0ZSI6IjIwMjUtMDktMjBUMDA6MDA6MDAiLCJFbmREYXRlIjoiMjAyNS0xMC0yNVQyMzo1OTowMCJ9LCJJZCI6IjE0NTdhYzUxLWNkMGItNGI5MS04MTViLTYwNzQyODE5OWM3OCIsIkltcG9ydElkIjpudWxsLCJUaXRsZSI6IlNwcmludCAxIiwiTm90ZSI6bnVsbCwiSHlwZXJsaW5rIjp7IiRpZCI6IjE0NjgiLCJBZGRyZXNzIjoiIiwiU3ViQWRkcmVzcyI6IiJ9LCJJc0NoYW5nZWQiOmZhbHNlLCJJc05ldyI6ZmFsc2V9LHsiJGlkIjoiMTQ2OSIsIkdyb3VwTmFtZSI6bnVsbCwiU3RhcnREYXRlIjoiMjAyNS0xMC0yNVQwMDowMDowMFoiLCJFbmREYXRlIjoiMjAyNS0xMS0xMVQyMzo1OTowMFoiLCJQZXJjZW50YWdlQ29tcGxldGUiOm51bGwsIlN0eWxlIjp7IiRpZCI6IjE0NzAiLCJTaGFwZSI6MywiU2hhcGVUaGlja25lc3MiOjAsIkR1cmF0aW9uRm9ybWF0IjowLCJJbmNsdWRlTm9uV29ya2luZ0RheXNJbkR1cmF0aW9uIjpmYWxzZSwiUGVyY2VudGFnZUNvbXBsZXRlU3R5bGUiOnsiJGlkIjoiMTQ3MSIsIkZvbnRTZXR0aW5ncyI6eyIkaWQiOiIxNDcyIiwiRm9udFNpemUiOjEwLCJGb250TmFtZSI6IkNhbGlicmkiLCJJc0JvbGQiOmZhbHNlLCJJc0l0YWxpYyI6ZmFsc2UsIklzVW5kZXJsaW5lZCI6ZmFsc2UsIlBhcmVudFN0eWxlIjpudWxsfSwiQXV0b1NpemUiOjAsIkZvcmVncm91bmQiOnsiJGlkIjoiMTQ3MyIsIkNvbG9yIjp7IiRpZCI6IjE0Nz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Q3NSIsIlRvcCI6MC4wLCJMZWZ0IjowLjAsIlJpZ2h0IjowLjAsIkJvdHRvbSI6MC4wfSwiUGFkZGluZyI6eyIkaWQiOiIxNDc2IiwiVG9wIjowLjAsIkxlZnQiOjAuMCwiUmlnaHQiOjAuMCwiQm90dG9tIjowLjB9LCJCYWNrZ3JvdW5kIjp7IiRpZCI6IjE0NzciLCJDb2xvciI6eyIkaWQiOiIxNDc4IiwiQSI6ODksIlIiOjAsIkciOjAsIkIiOjB9fSwiSXNWaXNpYmxlIjp0cnVlLCJXaWR0aCI6MC4wLCJIZWlnaHQiOjAuMCwiQm9yZGVyU3R5bGUiOnsiJGlkIjoiMTQ3OSIsIkxpbmVDb2xvciI6bnVsbCwiTGluZVdlaWdodCI6MC4wLCJMaW5lVHlwZSI6MCwiUGFyZW50U3R5bGUiOm51bGx9LCJQYXJlbnRTdHlsZSI6bnVsbH0sIkR1cmF0aW9uU3R5bGUiOnsiJGlkIjoiMTQ4MCIsIkZvbnRTZXR0aW5ncyI6eyIkaWQiOiIxNDgxIiwiRm9udFNpemUiOjEwLCJGb250TmFtZSI6IkNhbGlicmkiLCJJc0JvbGQiOmZhbHNlLCJJc0l0YWxpYyI6ZmFsc2UsIklzVW5kZXJsaW5lZCI6ZmFsc2UsIlBhcmVudFN0eWxlIjpudWxsfSwiQXV0b1NpemUiOjAsIkZvcmVncm91bmQiOnsiJGlkIjoiMTQ4MiIsIkNvbG9yIjp7IiRpZCI6IjE0OD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NDg0IiwiVG9wIjowLjAsIkxlZnQiOjAuMCwiUmlnaHQiOjAuMCwiQm90dG9tIjowLjB9LCJQYWRkaW5nIjp7IiRpZCI6IjE0ODUiLCJUb3AiOjAuMCwiTGVmdCI6MC4wLCJSaWdodCI6MC4wLCJCb3R0b20iOjAuMH0sIkJhY2tncm91bmQiOnsiJGlkIjoiMTQ4NiIsIkNvbG9yIjp7IiRpZCI6IjE0ODciLCJBIjoyNTUsIlIiOjIzNywiRyI6MTI1LCJCIjo0OX19LCJJc1Zpc2libGUiOnRydWUsIldpZHRoIjowLjAsIkhlaWdodCI6MC4wLCJCb3JkZXJTdHlsZSI6eyIkaWQiOiIxNDg4IiwiTGluZUNvbG9yIjpudWxsLCJMaW5lV2VpZ2h0IjowLjAsIkxpbmVUeXBlIjowLCJQYXJlbnRTdHlsZSI6bnVsbH0sIlBhcmVudFN0eWxlIjpudWxsfSwiSG9yaXpvbnRhbENvbm5lY3RvclN0eWxlIjp7IiRpZCI6IjE0ODkiLCJMaW5lQ29sb3IiOnsiJGlkIjoiMTQ5MCIsIiR0eXBlIjoiTkxSRS5Db21tb24uRG9tLlNvbGlkQ29sb3JCcnVzaCwgTkxSRS5Db21tb24iLCJDb2xvciI6eyIkaWQiOiIxNDkxIiwiQSI6NTEsIlIiOjIxLCJHIjo5NiwiQiI6MTMwfX0sIkxpbmVXZWlnaHQiOjEuMCwiTGluZVR5cGUiOjAsIlBhcmVudFN0eWxlIjpudWxsfSwiVmVydGljYWxDb25uZWN0b3JTdHlsZSI6eyIkaWQiOiIxNDkyIiwiTGluZUNvbG9yIjp7IiRpZCI6IjE0OTMiLCIkdHlwZSI6Ik5MUkUuQ29tbW9uLkRvbS5Tb2xpZENvbG9yQnJ1c2gsIE5MUkUuQ29tbW9uIiwiQ29sb3IiOnsiJGlkIjoiMTQ5NC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Q5NSIsIlNoYXBlU3R5bGUiOnsiJGlkIjoiMTQ5NiIsIk1hcmdpbiI6eyIkaWQiOiIxNDk3IiwiVG9wIjowLjAsIkxlZnQiOjAuMCwiUmlnaHQiOjAuMCwiQm90dG9tIjowLjB9LCJQYWRkaW5nIjp7IiRpZCI6IjE0OTgiLCJUb3AiOjAuMCwiTGVmdCI6MC4wLCJSaWdodCI6MC4wLCJCb3R0b20iOjAuMH0sIkJhY2tncm91bmQiOnsiJGlkIjoiMTQ5OSIsIkNvbG9yIjp7IiRpZCI6IjE1MDAiLCJBIjoxNTMsIlIiOjAsIkciOjAsIkIiOjB9fSwiSXNWaXNpYmxlIjp0cnVlLCJXaWR0aCI6MC4wLCJIZWlnaHQiOjAuMCwiQm9yZGVyU3R5bGUiOm51bGwsIlBhcmVudFN0eWxlIjpudWxsfSwiTWFyZ2luIjp7IiRpZCI6IjE1MDEiLCJUb3AiOjAuMCwiTGVmdCI6MC4wLCJSaWdodCI6MC4wLCJCb3R0b20iOjAuMH0sIlBhZGRpbmciOnsiJGlkIjoiMTUwMiIsIlRvcCI6MC4wLCJMZWZ0IjowLjAsIlJpZ2h0IjowLjAsIkJvdHRvbSI6MC4wfSwiQmFja2dyb3VuZCI6bnVsbCwiSXNWaXNpYmxlIjp0cnVlLCJXaWR0aCI6MC4wLCJIZWlnaHQiOjAuMCwiQm9yZGVyU3R5bGUiOm51bGwsIlBhcmVudFN0eWxlIjpudWxsfSwiU2hhcGVTdHlsZSI6eyIkaWQiOiIxNTAzIiwiTWFyZ2luIjp7IiRpZCI6IjE1MDQiLCJUb3AiOjAuMCwiTGVmdCI6NC4wLCJSaWdodCI6NC4wLCJCb3R0b20iOjAuMH0sIlBhZGRpbmciOnsiJGlkIjoiMTUwNSIsIlRvcCI6MC4wLCJMZWZ0IjowLjAsIlJpZ2h0IjowLjAsIkJvdHRvbSI6MC4wfSwiQmFja2dyb3VuZCI6eyIkaWQiOiIxNTA2IiwiQ29sb3IiOnsiJGlkIjoiMTUwNyIsIkEiOjI1NSwiUiI6MjEsIkciOjk2LCJCIjoxMzB9fSwiSXNWaXNpYmxlIjp0cnVlLCJXaWR0aCI6MC4wLCJIZWlnaHQiOjEwLjAsIkJvcmRlclN0eWxlIjp7IiRpZCI6IjE1MDgiLCJMaW5lQ29sb3IiOnsiJGlkIjoiMTUwOSIsIiR0eXBlIjoiTkxSRS5Db21tb24uRG9tLlNvbGlkQ29sb3JCcnVzaCwgTkxSRS5Db21tb24iLCJDb2xvciI6eyIkaWQiOiIxNTEwIiwiQSI6MjU1LCJSIjoyMzQsIkciOjIyLCJCIjozMH19LCJMaW5lV2VpZ2h0IjowLjAsIkxpbmVUeXBlIjowLCJQYXJlbnRTdHlsZSI6bnVsbH0sIlBhcmVudFN0eWxlIjpudWxsfSwiVGl0bGVTdHlsZSI6eyIkaWQiOiIxNTExIiwiRm9udFNldHRpbmdzIjp7IiRpZCI6IjE1MTIiLCJGb250U2l6ZSI6MTEsIkZvbnROYW1lIjoiQ2FsaWJyaSIsIklzQm9sZCI6ZmFsc2UsIklzSXRhbGljIjpmYWxzZSwiSXNVbmRlcmxpbmVkIjpmYWxzZSwiUGFyZW50U3R5bGUiOm51bGx9LCJBdXRvU2l6ZSI6MCwiRm9yZWdyb3VuZCI6eyIkaWQiOiIxNTEzIiwiQ29sb3IiOnsiJGlkIjoiMTUx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NTE1IiwiVG9wIjowLjAsIkxlZnQiOjAuMCwiUmlnaHQiOjAuMCwiQm90dG9tIjowLjB9LCJQYWRkaW5nIjp7IiRpZCI6IjE1MTYiLCJUb3AiOjAuMCwiTGVmdCI6MC4wLCJSaWdodCI6MC4wLCJCb3R0b20iOjAuMH0sIkJhY2tncm91bmQiOnsiJGlkIjoiMTUxNyIsIkNvbG9yIjp7IiRpZCI6IjE1MTgiLCJBIjowLCJSIjoyNTUsIkciOjI1NSwiQiI6MjU1fX0sIklzVmlzaWJsZSI6dHJ1ZSwiV2lkdGgiOjAuMCwiSGVpZ2h0IjowLjAsIkJvcmRlclN0eWxlIjp7IiRpZCI6IjE1MTkiLCJMaW5lQ29sb3IiOm51bGwsIkxpbmVXZWlnaHQiOjAuMCwiTGluZVR5cGUiOjAsIlBhcmVudFN0eWxlIjpudWxsfSwiUGFyZW50U3R5bGUiOm51bGx9LCJEYXRlU3R5bGUiOnsiJGlkIjoiMTUyMCIsIkZvbnRTZXR0aW5ncyI6eyIkaWQiOiIxNTIxIiwiRm9udFNpemUiOjEwLCJGb250TmFtZSI6IkNhbGlicmkiLCJJc0JvbGQiOmZhbHNlLCJJc0l0YWxpYyI6ZmFsc2UsIklzVW5kZXJsaW5lZCI6ZmFsc2UsIlBhcmVudFN0eWxlIjpudWxsfSwiQXV0b1NpemUiOjAsIkZvcmVncm91bmQiOnsiJGlkIjoiMTUyMiIsIkNvbG9yIjp7IiRpZCI6IjE1Mj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UyNCIsIlRvcCI6MC4wLCJMZWZ0IjowLjAsIlJpZ2h0IjowLjAsIkJvdHRvbSI6MC4wfSwiUGFkZGluZyI6eyIkaWQiOiIxNTI1IiwiVG9wIjowLjAsIkxlZnQiOjAuMCwiUmlnaHQiOjAuMCwiQm90dG9tIjowLjB9LCJCYWNrZ3JvdW5kIjp7IiRpZCI6IjE1MjYiLCJDb2xvciI6eyIkaWQiOiIxNTI3IiwiQSI6MCwiUiI6MjU1LCJHIjoyNTUsIkIiOjI1NX19LCJJc1Zpc2libGUiOnRydWUsIldpZHRoIjowLjAsIkhlaWdodCI6MC4wLCJCb3JkZXJTdHlsZSI6eyIkaWQiOiIxNTI4IiwiTGluZUNvbG9yIjpudWxsLCJMaW5lV2VpZ2h0IjowLjAsIkxpbmVUeXBlIjowLCJQYXJlbnRTdHlsZSI6bnVsbH0sIlBhcmVudFN0eWxlIjpudWxsfSwiRGF0ZUZvcm1hdCI6eyIkaWQiOiIxNTI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1MzAiLCJGb3JtYXQiOjAsIklzVmlzaWJsZSI6ZmFsc2UsIkxhc3RLbm93blZpc2liaWxpdHlTdGF0ZSI6ZmFsc2V9LCJJc1Zpc2libGUiOmZhbHNlLCJWYXJpYW5jZVN0eWxlIjp7IiRpZCI6IjE1MzEiLCJUZXh0U3R5bGUiOnsiJGlkIjoiMTUzMiIsIkZvbnRTZXR0aW5ncyI6eyIkaWQiOiIxNTMzIiwiRm9udFNpemUiOjEwLCJGb250TmFtZSI6IkNhbGlicmkiLCJJc0JvbGQiOmZhbHNlLCJJc0l0YWxpYyI6ZmFsc2UsIklzVW5kZXJsaW5lZCI6ZmFsc2UsIlBhcmVudFN0eWxlIjpudWxsfSwiQXV0b1NpemUiOjAsIkZvcmVncm91bmQiOnsiJGlkIjoiMTUzNCIsIkNvbG9yIjp7IiRpZCI6IjE1Mz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UzNiIsIlRvcCI6MC4wLCJMZWZ0IjowLjAsIlJpZ2h0IjowLjAsIkJvdHRvbSI6MC4wfSwiUGFkZGluZyI6eyIkaWQiOiIxNTM3IiwiVG9wIjowLjAsIkxlZnQiOjAuMCwiUmlnaHQiOjAuMCwiQm90dG9tIjowLjB9LCJCYWNrZ3JvdW5kIjp7IiRpZCI6IjE1MzgiLCJDb2xvciI6eyIkaWQiOiIxNTM5IiwiQSI6MjU1LCJSIjowLCJHIjowLCJCIjowfX0sIklzVmlzaWJsZSI6dHJ1ZSwiV2lkdGgiOjAuMCwiSGVpZ2h0IjowLjAsIkJvcmRlclN0eWxlIjp7IiRpZCI6IjE1NDAiLCJMaW5lQ29sb3IiOm51bGwsIkxpbmVXZWlnaHQiOjAuMCwiTGluZVR5cGUiOjAsIlBhcmVudFN0eWxlIjpudWxsfSwiUGFyZW50U3R5bGUiOm51bGx9LCJQYXJlbnRTdHlsZSI6bnVsbH0sIlBhcmVudFN0eWxlIjpudWxsfSwiSW5kZXgiOjMsIlNtYXJ0RHVyYXRpb25BY3RpdmF0ZWQiOmZhbHNlLCJEYXRlRm9ybWF0Ijp7IiRyZWYiOiIxNTI5In0sIldlZWtOdW1iZXJpbmciOnsiJGlkIjoiMTU0MSIsIkZvcm1hdCI6MCwiSXNWaXNpYmxlIjpmYWxzZSwiTGFzdEtub3duVmlzaWJpbGl0eVN0YXRlIjpmYWxzZX0sIkJhc2VsaW5lRGF0YSI6eyIkaWQiOiIxNTQyIiwiU3RhcnREYXRlIjoiMjAyNS0xMC0yNVQwMDowMDowMCIsIkVuZERhdGUiOiIyMDI1LTExLTExVDIzOjU5OjAwIn0sIklkIjoiZWY5M2MyYjMtYzdhZS00MDFmLTk3OTktMTYzZjg2ZGNjY2IxIiwiSW1wb3J0SWQiOm51bGwsIlRpdGxlIjoiU3ByaW50IDIiLCJOb3RlIjpudWxsLCJIeXBlcmxpbmsiOnsiJGlkIjoiMTU0MyIsIkFkZHJlc3MiOiIiLCJTdWJBZGRyZXNzIjoiIn0sIklzQ2hhbmdlZCI6ZmFsc2UsIklzTmV3IjpmYWxzZX0seyIkaWQiOiIxNTQ0IiwiR3JvdXBOYW1lIjpudWxsLCJTdGFydERhdGUiOiIyMDI1LTExLTExVDAwOjAwOjAwWiIsIkVuZERhdGUiOiIyMDI1LTExLTE4VDIzOjU5OjAwWiIsIlBlcmNlbnRhZ2VDb21wbGV0ZSI6bnVsbCwiU3R5bGUiOnsiJGlkIjoiMTU0NSIsIlNoYXBlIjozLCJTaGFwZVRoaWNrbmVzcyI6MCwiRHVyYXRpb25Gb3JtYXQiOjAsIkluY2x1ZGVOb25Xb3JraW5nRGF5c0luRHVyYXRpb24iOmZhbHNlLCJQZXJjZW50YWdlQ29tcGxldGVTdHlsZSI6eyIkaWQiOiIxNTQ2IiwiRm9udFNldHRpbmdzIjp7IiRpZCI6IjE1NDciLCJGb250U2l6ZSI6MTAsIkZvbnROYW1lIjoiQ2FsaWJyaSIsIklzQm9sZCI6ZmFsc2UsIklzSXRhbGljIjpmYWxzZSwiSXNVbmRlcmxpbmVkIjpmYWxzZSwiUGFyZW50U3R5bGUiOm51bGx9LCJBdXRvU2l6ZSI6MCwiRm9yZWdyb3VuZCI6eyIkaWQiOiIxNTQ4IiwiQ29sb3IiOnsiJGlkIjoiMTU0OS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xNTUwIiwiVG9wIjowLjAsIkxlZnQiOjAuMCwiUmlnaHQiOjAuMCwiQm90dG9tIjowLjB9LCJQYWRkaW5nIjp7IiRpZCI6IjE1NTEiLCJUb3AiOjAuMCwiTGVmdCI6MC4wLCJSaWdodCI6MC4wLCJCb3R0b20iOjAuMH0sIkJhY2tncm91bmQiOnsiJGlkIjoiMTU1MiIsIkNvbG9yIjp7IiRpZCI6IjE1NTMiLCJBIjo4OSwiUiI6MCwiRyI6MCwiQiI6MH19LCJJc1Zpc2libGUiOnRydWUsIldpZHRoIjowLjAsIkhlaWdodCI6MC4wLCJCb3JkZXJTdHlsZSI6eyIkaWQiOiIxNTU0IiwiTGluZUNvbG9yIjpudWxsLCJMaW5lV2VpZ2h0IjowLjAsIkxpbmVUeXBlIjowLCJQYXJlbnRTdHlsZSI6bnVsbH0sIlBhcmVudFN0eWxlIjpudWxsfSwiRHVyYXRpb25TdHlsZSI6eyIkaWQiOiIxNTU1IiwiRm9udFNldHRpbmdzIjp7IiRpZCI6IjE1NTYiLCJGb250U2l6ZSI6MTAsIkZvbnROYW1lIjoiQ2FsaWJyaSIsIklzQm9sZCI6ZmFsc2UsIklzSXRhbGljIjpmYWxzZSwiSXNVbmRlcmxpbmVkIjpmYWxzZSwiUGFyZW50U3R5bGUiOm51bGx9LCJBdXRvU2l6ZSI6MCwiRm9yZWdyb3VuZCI6eyIkaWQiOiIxNTU3IiwiQ29sb3IiOnsiJGlkIjoiMTU1OC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1NTkiLCJUb3AiOjAuMCwiTGVmdCI6MC4wLCJSaWdodCI6MC4wLCJCb3R0b20iOjAuMH0sIlBhZGRpbmciOnsiJGlkIjoiMTU2MCIsIlRvcCI6MC4wLCJMZWZ0IjowLjAsIlJpZ2h0IjowLjAsIkJvdHRvbSI6MC4wfSwiQmFja2dyb3VuZCI6eyIkaWQiOiIxNTYxIiwiQ29sb3IiOnsiJGlkIjoiMTU2MiIsIkEiOjI1NSwiUiI6MjM3LCJHIjoxMjUsIkIiOjQ5fX0sIklzVmlzaWJsZSI6dHJ1ZSwiV2lkdGgiOjAuMCwiSGVpZ2h0IjowLjAsIkJvcmRlclN0eWxlIjp7IiRpZCI6IjE1NjMiLCJMaW5lQ29sb3IiOm51bGwsIkxpbmVXZWlnaHQiOjAuMCwiTGluZVR5cGUiOjAsIlBhcmVudFN0eWxlIjpudWxsfSwiUGFyZW50U3R5bGUiOm51bGx9LCJIb3Jpem9udGFsQ29ubmVjdG9yU3R5bGUiOnsiJGlkIjoiMTU2NCIsIkxpbmVDb2xvciI6eyIkaWQiOiIxNTY1IiwiJHR5cGUiOiJOTFJFLkNvbW1vbi5Eb20uU29saWRDb2xvckJydXNoLCBOTFJFLkNvbW1vbiIsIkNvbG9yIjp7IiRpZCI6IjE1NjYiLCJBIjo1MSwiUiI6MjEsIkciOjk2LCJCIjoxMzB9fSwiTGluZVdlaWdodCI6MS4wLCJMaW5lVHlwZSI6MCwiUGFyZW50U3R5bGUiOm51bGx9LCJWZXJ0aWNhbENvbm5lY3RvclN0eWxlIjp7IiRpZCI6IjE1NjciLCJMaW5lQ29sb3IiOnsiJGlkIjoiMTU2OCIsIiR0eXBlIjoiTkxSRS5Db21tb24uRG9tLlNvbGlkQ29sb3JCcnVzaCwgTkxSRS5Db21tb24iLCJDb2xvciI6eyIkaWQiOiIxNTY5IiwiQSI6NTEsIlIiOjIxLCJHIjo5NiwiQiI6MTMwfX0sIkxpbmVXZWlnaHQiOjAuMCwiTGluZVR5cGUiOjAsIlBhcmVudFN0eWxlIjpudWxsfSwiTWFyZ2luIjpudWxsLCJTdGFydERhdGVQb3NpdGlvbiI6NCwiRW5kRGF0ZVBvc2l0aW9uIjo0LCJEYXRlSXNWaXNpYmxlIjp0cnVlLCJUaXRsZVBvc2l0aW9uIjozLCJEdXJhdGlvblBvc2l0aW9uIjo2LCJQZXJjZW50YWdlQ29tcGxldGVkUG9zaXRpb24iOjIsIlZhcmlhbmNlUG9zaXRpb24iOjYsIlNwYWNpbmciOjMsIklzQmVsb3dUaW1lYmFuZCI6dHJ1ZSwiUGVyY2VudGFnZUNvbXBsZXRlU2hhcGVPcGFjaXR5IjozNSwiQmFzZWxpbmVTdHlsZSI6eyIkaWQiOiIxNTcwIiwiU2hhcGVTdHlsZSI6eyIkaWQiOiIxNTcxIiwiTWFyZ2luIjp7IiRpZCI6IjE1NzIiLCJUb3AiOjAuMCwiTGVmdCI6MC4wLCJSaWdodCI6MC4wLCJCb3R0b20iOjAuMH0sIlBhZGRpbmciOnsiJGlkIjoiMTU3MyIsIlRvcCI6MC4wLCJMZWZ0IjowLjAsIlJpZ2h0IjowLjAsIkJvdHRvbSI6MC4wfSwiQmFja2dyb3VuZCI6eyIkaWQiOiIxNTc0IiwiQ29sb3IiOnsiJGlkIjoiMTU3NSIsIkEiOjE1MywiUiI6MCwiRyI6MCwiQiI6MH19LCJJc1Zpc2libGUiOnRydWUsIldpZHRoIjowLjAsIkhlaWdodCI6MC4wLCJCb3JkZXJTdHlsZSI6bnVsbCwiUGFyZW50U3R5bGUiOm51bGx9LCJNYXJnaW4iOnsiJGlkIjoiMTU3NiIsIlRvcCI6MC4wLCJMZWZ0IjowLjAsIlJpZ2h0IjowLjAsIkJvdHRvbSI6MC4wfSwiUGFkZGluZyI6eyIkaWQiOiIxNTc3IiwiVG9wIjowLjAsIkxlZnQiOjAuMCwiUmlnaHQiOjAuMCwiQm90dG9tIjowLjB9LCJCYWNrZ3JvdW5kIjpudWxsLCJJc1Zpc2libGUiOnRydWUsIldpZHRoIjowLjAsIkhlaWdodCI6MC4wLCJCb3JkZXJTdHlsZSI6bnVsbCwiUGFyZW50U3R5bGUiOm51bGx9LCJTaGFwZVN0eWxlIjp7IiRpZCI6IjE1NzgiLCJNYXJnaW4iOnsiJGlkIjoiMTU3OSIsIlRvcCI6MC4wLCJMZWZ0Ijo0LjAsIlJpZ2h0Ijo0LjAsIkJvdHRvbSI6MC4wfSwiUGFkZGluZyI6eyIkaWQiOiIxNTgwIiwiVG9wIjowLjAsIkxlZnQiOjAuMCwiUmlnaHQiOjAuMCwiQm90dG9tIjowLjB9LCJCYWNrZ3JvdW5kIjp7IiRpZCI6IjE1ODEiLCJDb2xvciI6eyIkaWQiOiIxNTgyIiwiQSI6MjU1LCJSIjoyMSwiRyI6OTYsIkIiOjEzMH19LCJJc1Zpc2libGUiOnRydWUsIldpZHRoIjowLjAsIkhlaWdodCI6MTAuMCwiQm9yZGVyU3R5bGUiOnsiJGlkIjoiMTU4MyIsIkxpbmVDb2xvciI6eyIkaWQiOiIxNTg0IiwiJHR5cGUiOiJOTFJFLkNvbW1vbi5Eb20uU29saWRDb2xvckJydXNoLCBOTFJFLkNvbW1vbiIsIkNvbG9yIjp7IiRpZCI6IjE1ODUiLCJBIjoyNTUsIlIiOjIzNCwiRyI6MjIsIkIiOjMwfX0sIkxpbmVXZWlnaHQiOjAuMCwiTGluZVR5cGUiOjAsIlBhcmVudFN0eWxlIjpudWxsfSwiUGFyZW50U3R5bGUiOm51bGx9LCJUaXRsZVN0eWxlIjp7IiRpZCI6IjE1ODYiLCJGb250U2V0dGluZ3MiOnsiJGlkIjoiMTU4NyIsIkZvbnRTaXplIjoxMSwiRm9udE5hbWUiOiJDYWxpYnJpIiwiSXNCb2xkIjpmYWxzZSwiSXNJdGFsaWMiOmZhbHNlLCJJc1VuZGVybGluZWQiOmZhbHNlLCJQYXJlbnRTdHlsZSI6bnVsbH0sIkF1dG9TaXplIjowLCJGb3JlZ3JvdW5kIjp7IiRpZCI6IjE1ODgiLCJDb2xvciI6eyIkaWQiOiIxNTg5IiwiQSI6MjU1LCJSIjowLCJHIjowLCJCIjowfX0sIk1heFdpZHRoIjo3MjAuMCwiTWF4SGVpZ2h0IjoiSW5maW5pdHkiLCJTbWFydEZvcmVncm91bmRJc0FjdGl2ZSI6ZmFsc2UsIkhvcml6b250YWxBbGlnbm1lbnQiOjIsIlZlcnRpY2FsQWxpZ25tZW50IjoxLCJTbWFydEZvcmVncm91bmQiOm51bGwsIkJhY2tncm91bmRGaWxsVHlwZSI6MCwiTWFyZ2luIjp7IiRpZCI6IjE1OTAiLCJUb3AiOjAuMCwiTGVmdCI6MC4wLCJSaWdodCI6MC4wLCJCb3R0b20iOjAuMH0sIlBhZGRpbmciOnsiJGlkIjoiMTU5MSIsIlRvcCI6MC4wLCJMZWZ0IjowLjAsIlJpZ2h0IjowLjAsIkJvdHRvbSI6MC4wfSwiQmFja2dyb3VuZCI6eyIkaWQiOiIxNTkyIiwiQ29sb3IiOnsiJGlkIjoiMTU5MyIsIkEiOjAsIlIiOjI1NSwiRyI6MjU1LCJCIjoyNTV9fSwiSXNWaXNpYmxlIjp0cnVlLCJXaWR0aCI6MC4wLCJIZWlnaHQiOjAuMCwiQm9yZGVyU3R5bGUiOnsiJGlkIjoiMTU5NCIsIkxpbmVDb2xvciI6bnVsbCwiTGluZVdlaWdodCI6MC4wLCJMaW5lVHlwZSI6MCwiUGFyZW50U3R5bGUiOm51bGx9LCJQYXJlbnRTdHlsZSI6bnVsbH0sIkRhdGVTdHlsZSI6eyIkaWQiOiIxNTk1IiwiRm9udFNldHRpbmdzIjp7IiRpZCI6IjE1OTYiLCJGb250U2l6ZSI6MTAsIkZvbnROYW1lIjoiQ2FsaWJyaSIsIklzQm9sZCI6ZmFsc2UsIklzSXRhbGljIjpmYWxzZSwiSXNVbmRlcmxpbmVkIjpmYWxzZSwiUGFyZW50U3R5bGUiOm51bGx9LCJBdXRvU2l6ZSI6MCwiRm9yZWdyb3VuZCI6eyIkaWQiOiIxNTk3IiwiQ29sb3IiOnsiJGlkIjoiMTU5OC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xNTk5IiwiVG9wIjowLjAsIkxlZnQiOjAuMCwiUmlnaHQiOjAuMCwiQm90dG9tIjowLjB9LCJQYWRkaW5nIjp7IiRpZCI6IjE2MDAiLCJUb3AiOjAuMCwiTGVmdCI6MC4wLCJSaWdodCI6MC4wLCJCb3R0b20iOjAuMH0sIkJhY2tncm91bmQiOnsiJGlkIjoiMTYwMSIsIkNvbG9yIjp7IiRpZCI6IjE2MDIiLCJBIjowLCJSIjoyNTUsIkciOjI1NSwiQiI6MjU1fX0sIklzVmlzaWJsZSI6dHJ1ZSwiV2lkdGgiOjAuMCwiSGVpZ2h0IjowLjAsIkJvcmRlclN0eWxlIjp7IiRpZCI6IjE2MDMiLCJMaW5lQ29sb3IiOm51bGwsIkxpbmVXZWlnaHQiOjAuMCwiTGluZVR5cGUiOjAsIlBhcmVudFN0eWxlIjpudWxsfSwiUGFyZW50U3R5bGUiOm51bGx9LCJEYXRlRm9ybWF0Ijp7IiRpZCI6IjE2MD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YwNSIsIkZvcm1hdCI6MCwiSXNWaXNpYmxlIjpmYWxzZSwiTGFzdEtub3duVmlzaWJpbGl0eVN0YXRlIjpmYWxzZX0sIklzVmlzaWJsZSI6ZmFsc2UsIlZhcmlhbmNlU3R5bGUiOnsiJGlkIjoiMTYwNiIsIlRleHRTdHlsZSI6eyIkaWQiOiIxNjA3IiwiRm9udFNldHRpbmdzIjp7IiRpZCI6IjE2MDgiLCJGb250U2l6ZSI6MTAsIkZvbnROYW1lIjoiQ2FsaWJyaSIsIklzQm9sZCI6ZmFsc2UsIklzSXRhbGljIjpmYWxzZSwiSXNVbmRlcmxpbmVkIjpmYWxzZSwiUGFyZW50U3R5bGUiOm51bGx9LCJBdXRvU2l6ZSI6MCwiRm9yZWdyb3VuZCI6eyIkaWQiOiIxNjA5IiwiQ29sb3IiOnsiJGlkIjoiMTYx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jExIiwiVG9wIjowLjAsIkxlZnQiOjAuMCwiUmlnaHQiOjAuMCwiQm90dG9tIjowLjB9LCJQYWRkaW5nIjp7IiRpZCI6IjE2MTIiLCJUb3AiOjAuMCwiTGVmdCI6MC4wLCJSaWdodCI6MC4wLCJCb3R0b20iOjAuMH0sIkJhY2tncm91bmQiOnsiJGlkIjoiMTYxMyIsIkNvbG9yIjp7IiRpZCI6IjE2MTQiLCJBIjoyNTUsIlIiOjAsIkciOjAsIkIiOjB9fSwiSXNWaXNpYmxlIjp0cnVlLCJXaWR0aCI6MC4wLCJIZWlnaHQiOjAuMCwiQm9yZGVyU3R5bGUiOnsiJGlkIjoiMTYxNSIsIkxpbmVDb2xvciI6bnVsbCwiTGluZVdlaWdodCI6MC4wLCJMaW5lVHlwZSI6MCwiUGFyZW50U3R5bGUiOm51bGx9LCJQYXJlbnRTdHlsZSI6bnVsbH0sIlBhcmVudFN0eWxlIjpudWxsfSwiUGFyZW50U3R5bGUiOm51bGx9LCJJbmRleCI6NCwiU21hcnREdXJhdGlvbkFjdGl2YXRlZCI6ZmFsc2UsIkRhdGVGb3JtYXQiOnsiJHJlZiI6IjE2MDQifSwiV2Vla051bWJlcmluZyI6eyIkaWQiOiIxNjE2IiwiRm9ybWF0IjowLCJJc1Zpc2libGUiOmZhbHNlLCJMYXN0S25vd25WaXNpYmlsaXR5U3RhdGUiOmZhbHNlfSwiQmFzZWxpbmVEYXRhIjp7IiRpZCI6IjE2MTciLCJTdGFydERhdGUiOiIyMDI1LTExLTExVDAwOjAwOjAwIiwiRW5kRGF0ZSI6IjIwMjUtMTEtMThUMjM6NTk6MDAifSwiSWQiOiJhYjI0YjYwMS05MTgwLTRhZjYtOTVlZC0wMmE1NGIyOGRjNTAiLCJJbXBvcnRJZCI6bnVsbCwiVGl0bGUiOiJTcHJpbnQgMyIsIk5vdGUiOm51bGwsIkh5cGVybGluayI6eyIkaWQiOiIxNjE4IiwiQWRkcmVzcyI6IiIsIlN1YkFkZHJlc3MiOiIifSwiSXNDaGFuZ2VkIjpmYWxzZSwiSXNOZXciOmZhbHNlfSx7IiRpZCI6IjE2MTkiLCJHcm91cE5hbWUiOm51bGwsIlN0YXJ0RGF0ZSI6IjIwMjUtMTEtMThUMDA6MDA6MDBaIiwiRW5kRGF0ZSI6IjIwMjUtMTEtMjdUMjM6NTk6MDBaIiwiUGVyY2VudGFnZUNvbXBsZXRlIjpudWxsLCJTdHlsZSI6eyIkaWQiOiIxNjIwIiwiU2hhcGUiOjMsIlNoYXBlVGhpY2tuZXNzIjowLCJEdXJhdGlvbkZvcm1hdCI6MCwiSW5jbHVkZU5vbldvcmtpbmdEYXlzSW5EdXJhdGlvbiI6ZmFsc2UsIlBlcmNlbnRhZ2VDb21wbGV0ZVN0eWxlIjp7IiRpZCI6IjE2MjEiLCJGb250U2V0dGluZ3MiOnsiJGlkIjoiMTYyMiIsIkZvbnRTaXplIjoxMCwiRm9udE5hbWUiOiJDYWxpYnJpIiwiSXNCb2xkIjpmYWxzZSwiSXNJdGFsaWMiOmZhbHNlLCJJc1VuZGVybGluZWQiOmZhbHNlLCJQYXJlbnRTdHlsZSI6bnVsbH0sIkF1dG9TaXplIjowLCJGb3JlZ3JvdW5kIjp7IiRpZCI6IjE2MjMiLCJDb2xvciI6eyIkaWQiOiIxNjI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E2MjUiLCJUb3AiOjAuMCwiTGVmdCI6MC4wLCJSaWdodCI6MC4wLCJCb3R0b20iOjAuMH0sIlBhZGRpbmciOnsiJGlkIjoiMTYyNiIsIlRvcCI6MC4wLCJMZWZ0IjowLjAsIlJpZ2h0IjowLjAsIkJvdHRvbSI6MC4wfSwiQmFja2dyb3VuZCI6eyIkaWQiOiIxNjI3IiwiQ29sb3IiOnsiJGlkIjoiMTYyOCIsIkEiOjg5LCJSIjowLCJHIjowLCJCIjowfX0sIklzVmlzaWJsZSI6dHJ1ZSwiV2lkdGgiOjAuMCwiSGVpZ2h0IjowLjAsIkJvcmRlclN0eWxlIjp7IiRpZCI6IjE2MjkiLCJMaW5lQ29sb3IiOm51bGwsIkxpbmVXZWlnaHQiOjAuMCwiTGluZVR5cGUiOjAsIlBhcmVudFN0eWxlIjpudWxsfSwiUGFyZW50U3R5bGUiOm51bGx9LCJEdXJhdGlvblN0eWxlIjp7IiRpZCI6IjE2MzAiLCJGb250U2V0dGluZ3MiOnsiJGlkIjoiMTYzMSIsIkZvbnRTaXplIjoxMCwiRm9udE5hbWUiOiJDYWxpYnJpIiwiSXNCb2xkIjpmYWxzZSwiSXNJdGFsaWMiOmZhbHNlLCJJc1VuZGVybGluZWQiOmZhbHNlLCJQYXJlbnRTdHlsZSI6bnVsbH0sIkF1dG9TaXplIjowLCJGb3JlZ3JvdW5kIjp7IiRpZCI6IjE2MzIiLCJDb2xvciI6eyIkaWQiOiIxNjMz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MTYzNCIsIlRvcCI6MC4wLCJMZWZ0IjowLjAsIlJpZ2h0IjowLjAsIkJvdHRvbSI6MC4wfSwiUGFkZGluZyI6eyIkaWQiOiIxNjM1IiwiVG9wIjowLjAsIkxlZnQiOjAuMCwiUmlnaHQiOjAuMCwiQm90dG9tIjowLjB9LCJCYWNrZ3JvdW5kIjp7IiRpZCI6IjE2MzYiLCJDb2xvciI6eyIkaWQiOiIxNjM3IiwiQSI6MjU1LCJSIjoyMzcsIkciOjEyNSwiQiI6NDl9fSwiSXNWaXNpYmxlIjp0cnVlLCJXaWR0aCI6MC4wLCJIZWlnaHQiOjAuMCwiQm9yZGVyU3R5bGUiOnsiJGlkIjoiMTYzOCIsIkxpbmVDb2xvciI6bnVsbCwiTGluZVdlaWdodCI6MC4wLCJMaW5lVHlwZSI6MCwiUGFyZW50U3R5bGUiOm51bGx9LCJQYXJlbnRTdHlsZSI6bnVsbH0sIkhvcml6b250YWxDb25uZWN0b3JTdHlsZSI6eyIkaWQiOiIxNjM5IiwiTGluZUNvbG9yIjp7IiRpZCI6IjE2NDAiLCIkdHlwZSI6Ik5MUkUuQ29tbW9uLkRvbS5Tb2xpZENvbG9yQnJ1c2gsIE5MUkUuQ29tbW9uIiwiQ29sb3IiOnsiJGlkIjoiMTY0MSIsIkEiOjUxLCJSIjoyMSwiRyI6OTYsIkIiOjEzMH19LCJMaW5lV2VpZ2h0IjoxLjAsIkxpbmVUeXBlIjowLCJQYXJlbnRTdHlsZSI6bnVsbH0sIlZlcnRpY2FsQ29ubmVjdG9yU3R5bGUiOnsiJGlkIjoiMTY0MiIsIkxpbmVDb2xvciI6eyIkaWQiOiIxNjQzIiwiJHR5cGUiOiJOTFJFLkNvbW1vbi5Eb20uU29saWRDb2xvckJydXNoLCBOTFJFLkNvbW1vbiIsIkNvbG9yIjp7IiRpZCI6IjE2NDQ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NiwiU3BhY2luZyI6MywiSXNCZWxvd1RpbWViYW5kIjp0cnVlLCJQZXJjZW50YWdlQ29tcGxldGVTaGFwZU9wYWNpdHkiOjM1LCJCYXNlbGluZVN0eWxlIjp7IiRpZCI6IjE2NDUiLCJTaGFwZVN0eWxlIjp7IiRpZCI6IjE2NDYiLCJNYXJnaW4iOnsiJGlkIjoiMTY0NyIsIlRvcCI6MC4wLCJMZWZ0IjowLjAsIlJpZ2h0IjowLjAsIkJvdHRvbSI6MC4wfSwiUGFkZGluZyI6eyIkaWQiOiIxNjQ4IiwiVG9wIjowLjAsIkxlZnQiOjAuMCwiUmlnaHQiOjAuMCwiQm90dG9tIjowLjB9LCJCYWNrZ3JvdW5kIjp7IiRpZCI6IjE2NDkiLCJDb2xvciI6eyIkaWQiOiIxNjUwIiwiQSI6MTUzLCJSIjowLCJHIjowLCJCIjowfX0sIklzVmlzaWJsZSI6dHJ1ZSwiV2lkdGgiOjAuMCwiSGVpZ2h0IjowLjAsIkJvcmRlclN0eWxlIjpudWxsLCJQYXJlbnRTdHlsZSI6bnVsbH0sIk1hcmdpbiI6eyIkaWQiOiIxNjUxIiwiVG9wIjowLjAsIkxlZnQiOjAuMCwiUmlnaHQiOjAuMCwiQm90dG9tIjowLjB9LCJQYWRkaW5nIjp7IiRpZCI6IjE2NTIiLCJUb3AiOjAuMCwiTGVmdCI6MC4wLCJSaWdodCI6MC4wLCJCb3R0b20iOjAuMH0sIkJhY2tncm91bmQiOm51bGwsIklzVmlzaWJsZSI6dHJ1ZSwiV2lkdGgiOjAuMCwiSGVpZ2h0IjowLjAsIkJvcmRlclN0eWxlIjpudWxsLCJQYXJlbnRTdHlsZSI6bnVsbH0sIlNoYXBlU3R5bGUiOnsiJGlkIjoiMTY1MyIsIk1hcmdpbiI6eyIkaWQiOiIxNjU0IiwiVG9wIjowLjAsIkxlZnQiOjQuMCwiUmlnaHQiOjQuMCwiQm90dG9tIjowLjB9LCJQYWRkaW5nIjp7IiRpZCI6IjE2NTUiLCJUb3AiOjAuMCwiTGVmdCI6MC4wLCJSaWdodCI6MC4wLCJCb3R0b20iOjAuMH0sIkJhY2tncm91bmQiOnsiJGlkIjoiMTY1NiIsIkNvbG9yIjp7IiRpZCI6IjE2NTciLCJBIjoyNTUsIlIiOjIxLCJHIjo5NiwiQiI6MTMwfX0sIklzVmlzaWJsZSI6dHJ1ZSwiV2lkdGgiOjAuMCwiSGVpZ2h0IjoxMC4wLCJCb3JkZXJTdHlsZSI6eyIkaWQiOiIxNjU4IiwiTGluZUNvbG9yIjp7IiRpZCI6IjE2NTkiLCIkdHlwZSI6Ik5MUkUuQ29tbW9uLkRvbS5Tb2xpZENvbG9yQnJ1c2gsIE5MUkUuQ29tbW9uIiwiQ29sb3IiOnsiJGlkIjoiMTY2MCIsIkEiOjI1NSwiUiI6MjM0LCJHIjoyMiwiQiI6MzB9fSwiTGluZVdlaWdodCI6MC4wLCJMaW5lVHlwZSI6MCwiUGFyZW50U3R5bGUiOm51bGx9LCJQYXJlbnRTdHlsZSI6bnVsbH0sIlRpdGxlU3R5bGUiOnsiJGlkIjoiMTY2MSIsIkZvbnRTZXR0aW5ncyI6eyIkaWQiOiIxNjYyIiwiRm9udFNpemUiOjExLCJGb250TmFtZSI6IkNhbGlicmkiLCJJc0JvbGQiOmZhbHNlLCJJc0l0YWxpYyI6ZmFsc2UsIklzVW5kZXJsaW5lZCI6ZmFsc2UsIlBhcmVudFN0eWxlIjpudWxsfSwiQXV0b1NpemUiOjAsIkZvcmVncm91bmQiOnsiJGlkIjoiMTY2MyIsIkNvbG9yIjp7IiRpZCI6IjE2NjQiLCJBIjoyNTUsIlIiOjAsIkciOjAsIkIiOjB9fSwiTWF4V2lkdGgiOjcyMC4wLCJNYXhIZWlnaHQiOiJJbmZpbml0eSIsIlNtYXJ0Rm9yZWdyb3VuZElzQWN0aXZlIjpmYWxzZSwiSG9yaXpvbnRhbEFsaWdubWVudCI6MiwiVmVydGljYWxBbGlnbm1lbnQiOjEsIlNtYXJ0Rm9yZWdyb3VuZCI6bnVsbCwiQmFja2dyb3VuZEZpbGxUeXBlIjowLCJNYXJnaW4iOnsiJGlkIjoiMTY2NSIsIlRvcCI6MC4wLCJMZWZ0IjowLjAsIlJpZ2h0IjowLjAsIkJvdHRvbSI6MC4wfSwiUGFkZGluZyI6eyIkaWQiOiIxNjY2IiwiVG9wIjowLjAsIkxlZnQiOjAuMCwiUmlnaHQiOjAuMCwiQm90dG9tIjowLjB9LCJCYWNrZ3JvdW5kIjp7IiRpZCI6IjE2NjciLCJDb2xvciI6eyIkaWQiOiIxNjY4IiwiQSI6MCwiUiI6MjU1LCJHIjoyNTUsIkIiOjI1NX19LCJJc1Zpc2libGUiOnRydWUsIldpZHRoIjowLjAsIkhlaWdodCI6MC4wLCJCb3JkZXJTdHlsZSI6eyIkaWQiOiIxNjY5IiwiTGluZUNvbG9yIjpudWxsLCJMaW5lV2VpZ2h0IjowLjAsIkxpbmVUeXBlIjowLCJQYXJlbnRTdHlsZSI6bnVsbH0sIlBhcmVudFN0eWxlIjpudWxsfSwiRGF0ZVN0eWxlIjp7IiRpZCI6IjE2NzAiLCJGb250U2V0dGluZ3MiOnsiJGlkIjoiMTY3MSIsIkZvbnRTaXplIjoxMCwiRm9udE5hbWUiOiJDYWxpYnJpIiwiSXNCb2xkIjpmYWxzZSwiSXNJdGFsaWMiOmZhbHNlLCJJc1VuZGVybGluZWQiOmZhbHNlLCJQYXJlbnRTdHlsZSI6bnVsbH0sIkF1dG9TaXplIjowLCJGb3JlZ3JvdW5kIjp7IiRpZCI6IjE2NzIiLCJDb2xvciI6eyIkaWQiOiIxNjcz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2NzQiLCJUb3AiOjAuMCwiTGVmdCI6MC4wLCJSaWdodCI6MC4wLCJCb3R0b20iOjAuMH0sIlBhZGRpbmciOnsiJGlkIjoiMTY3NSIsIlRvcCI6MC4wLCJMZWZ0IjowLjAsIlJpZ2h0IjowLjAsIkJvdHRvbSI6MC4wfSwiQmFja2dyb3VuZCI6eyIkaWQiOiIxNjc2IiwiQ29sb3IiOnsiJGlkIjoiMTY3NyIsIkEiOjAsIlIiOjI1NSwiRyI6MjU1LCJCIjoyNTV9fSwiSXNWaXNpYmxlIjp0cnVlLCJXaWR0aCI6MC4wLCJIZWlnaHQiOjAuMCwiQm9yZGVyU3R5bGUiOnsiJGlkIjoiMTY3OCIsIkxpbmVDb2xvciI6bnVsbCwiTGluZVdlaWdodCI6MC4wLCJMaW5lVHlwZSI6MCwiUGFyZW50U3R5bGUiOm51bGx9LCJQYXJlbnRTdHlsZSI6bnVsbH0sIkRhdGVGb3JtYXQiOnsiJGlkIjoiMTY3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jgwIiwiRm9ybWF0IjowLCJJc1Zpc2libGUiOmZhbHNlLCJMYXN0S25vd25WaXNpYmlsaXR5U3RhdGUiOmZhbHNlfSwiSXNWaXNpYmxlIjpmYWxzZSwiVmFyaWFuY2VTdHlsZSI6eyIkaWQiOiIxNjgxIiwiVGV4dFN0eWxlIjp7IiRpZCI6IjE2ODIiLCJGb250U2V0dGluZ3MiOnsiJGlkIjoiMTY4MyIsIkZvbnRTaXplIjoxMCwiRm9udE5hbWUiOiJDYWxpYnJpIiwiSXNCb2xkIjpmYWxzZSwiSXNJdGFsaWMiOmZhbHNlLCJJc1VuZGVybGluZWQiOmZhbHNlLCJQYXJlbnRTdHlsZSI6bnVsbH0sIkF1dG9TaXplIjowLCJGb3JlZ3JvdW5kIjp7IiRpZCI6IjE2ODQiLCJDb2xvciI6eyIkaWQiOiIxNjg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2ODYiLCJUb3AiOjAuMCwiTGVmdCI6MC4wLCJSaWdodCI6MC4wLCJCb3R0b20iOjAuMH0sIlBhZGRpbmciOnsiJGlkIjoiMTY4NyIsIlRvcCI6MC4wLCJMZWZ0IjowLjAsIlJpZ2h0IjowLjAsIkJvdHRvbSI6MC4wfSwiQmFja2dyb3VuZCI6eyIkaWQiOiIxNjg4IiwiQ29sb3IiOnsiJGlkIjoiMTY4OSIsIkEiOjI1NSwiUiI6MCwiRyI6MCwiQiI6MH19LCJJc1Zpc2libGUiOnRydWUsIldpZHRoIjowLjAsIkhlaWdodCI6MC4wLCJCb3JkZXJTdHlsZSI6eyIkaWQiOiIxNjkwIiwiTGluZUNvbG9yIjpudWxsLCJMaW5lV2VpZ2h0IjowLjAsIkxpbmVUeXBlIjowLCJQYXJlbnRTdHlsZSI6bnVsbH0sIlBhcmVudFN0eWxlIjpudWxsfSwiUGFyZW50U3R5bGUiOm51bGx9LCJQYXJlbnRTdHlsZSI6bnVsbH0sIkluZGV4Ijo1LCJTbWFydER1cmF0aW9uQWN0aXZhdGVkIjpmYWxzZSwiRGF0ZUZvcm1hdCI6eyIkcmVmIjoiMTY3OSJ9LCJXZWVrTnVtYmVyaW5nIjp7IiRpZCI6IjE2OTEiLCJGb3JtYXQiOjAsIklzVmlzaWJsZSI6ZmFsc2UsIkxhc3RLbm93blZpc2liaWxpdHlTdGF0ZSI6ZmFsc2V9LCJCYXNlbGluZURhdGEiOnsiJGlkIjoiMTY5MiIsIlN0YXJ0RGF0ZSI6IjIwMjUtMTEtMThUMDA6MDA6MDAiLCJFbmREYXRlIjoiMjAyNS0xMS0yN1QyMzo1OTowMCJ9LCJJZCI6ImI4MWFmOTNiLThlZDUtNDg1Zi05NzZhLTkwNTk2YjY4YzI2MiIsIkltcG9ydElkIjpudWxsLCJUaXRsZSI6IlNwcmludCA0IiwiTm90ZSI6bnVsbCwiSHlwZXJsaW5rIjp7IiRpZCI6IjE2OTMiLCJBZGRyZXNzIjoiIiwiU3ViQWRkcmVzcyI6IiJ9LCJJc0NoYW5nZWQiOmZhbHNlLCJJc05ldyI6ZmFsc2V9LHsiJGlkIjoiMTY5NCIsIkdyb3VwTmFtZSI6bnVsbCwiU3RhcnREYXRlIjoiMjAyNS0xMS0yN1QwMDowMDowMFoiLCJFbmREYXRlIjoiMjAyNS0xMi0wMlQyMzo1OTowMFoiLCJQZXJjZW50YWdlQ29tcGxldGUiOm51bGwsIlN0eWxlIjp7IiRpZCI6IjE2OTUiLCJTaGFwZSI6MywiU2hhcGVUaGlja25lc3MiOjAsIkR1cmF0aW9uRm9ybWF0IjowLCJJbmNsdWRlTm9uV29ya2luZ0RheXNJbkR1cmF0aW9uIjpmYWxzZSwiUGVyY2VudGFnZUNvbXBsZXRlU3R5bGUiOnsiJGlkIjoiMTY5NiIsIkZvbnRTZXR0aW5ncyI6eyIkaWQiOiIxNjk3IiwiRm9udFNpemUiOjEwLCJGb250TmFtZSI6IkNhbGlicmkiLCJJc0JvbGQiOmZhbHNlLCJJc0l0YWxpYyI6ZmFsc2UsIklzVW5kZXJsaW5lZCI6ZmFsc2UsIlBhcmVudFN0eWxlIjpudWxsfSwiQXV0b1NpemUiOjAsIkZvcmVncm91bmQiOnsiJGlkIjoiMTY5OCIsIkNvbG9yIjp7IiRpZCI6IjE2OTk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cwMCIsIlRvcCI6MC4wLCJMZWZ0IjowLjAsIlJpZ2h0IjowLjAsIkJvdHRvbSI6MC4wfSwiUGFkZGluZyI6eyIkaWQiOiIxNzAxIiwiVG9wIjowLjAsIkxlZnQiOjAuMCwiUmlnaHQiOjAuMCwiQm90dG9tIjowLjB9LCJCYWNrZ3JvdW5kIjp7IiRpZCI6IjE3MDIiLCJDb2xvciI6eyIkaWQiOiIxNzAzIiwiQSI6ODksIlIiOjAsIkciOjAsIkIiOjB9fSwiSXNWaXNpYmxlIjp0cnVlLCJXaWR0aCI6MC4wLCJIZWlnaHQiOjAuMCwiQm9yZGVyU3R5bGUiOnsiJGlkIjoiMTcwNCIsIkxpbmVDb2xvciI6bnVsbCwiTGluZVdlaWdodCI6MC4wLCJMaW5lVHlwZSI6MCwiUGFyZW50U3R5bGUiOm51bGx9LCJQYXJlbnRTdHlsZSI6bnVsbH0sIkR1cmF0aW9uU3R5bGUiOnsiJGlkIjoiMTcwNSIsIkZvbnRTZXR0aW5ncyI6eyIkaWQiOiIxNzA2IiwiRm9udFNpemUiOjEwLCJGb250TmFtZSI6IkNhbGlicmkiLCJJc0JvbGQiOmZhbHNlLCJJc0l0YWxpYyI6ZmFsc2UsIklzVW5kZXJsaW5lZCI6ZmFsc2UsIlBhcmVudFN0eWxlIjpudWxsfSwiQXV0b1NpemUiOjAsIkZvcmVncm91bmQiOnsiJGlkIjoiMTcwNyIsIkNvbG9yIjp7IiRpZCI6IjE3MDg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NzA5IiwiVG9wIjowLjAsIkxlZnQiOjAuMCwiUmlnaHQiOjAuMCwiQm90dG9tIjowLjB9LCJQYWRkaW5nIjp7IiRpZCI6IjE3MTAiLCJUb3AiOjAuMCwiTGVmdCI6MC4wLCJSaWdodCI6MC4wLCJCb3R0b20iOjAuMH0sIkJhY2tncm91bmQiOnsiJGlkIjoiMTcxMSIsIkNvbG9yIjp7IiRpZCI6IjE3MTIiLCJBIjoyNTUsIlIiOjIzNywiRyI6MTI1LCJCIjo0OX19LCJJc1Zpc2libGUiOnRydWUsIldpZHRoIjowLjAsIkhlaWdodCI6MC4wLCJCb3JkZXJTdHlsZSI6eyIkaWQiOiIxNzEzIiwiTGluZUNvbG9yIjpudWxsLCJMaW5lV2VpZ2h0IjowLjAsIkxpbmVUeXBlIjowLCJQYXJlbnRTdHlsZSI6bnVsbH0sIlBhcmVudFN0eWxlIjpudWxsfSwiSG9yaXpvbnRhbENvbm5lY3RvclN0eWxlIjp7IiRpZCI6IjE3MTQiLCJMaW5lQ29sb3IiOnsiJGlkIjoiMTcxNSIsIiR0eXBlIjoiTkxSRS5Db21tb24uRG9tLlNvbGlkQ29sb3JCcnVzaCwgTkxSRS5Db21tb24iLCJDb2xvciI6eyIkaWQiOiIxNzE2IiwiQSI6NTEsIlIiOjIxLCJHIjo5NiwiQiI6MTMwfX0sIkxpbmVXZWlnaHQiOjEuMCwiTGluZVR5cGUiOjAsIlBhcmVudFN0eWxlIjpudWxsfSwiVmVydGljYWxDb25uZWN0b3JTdHlsZSI6eyIkaWQiOiIxNzE3IiwiTGluZUNvbG9yIjp7IiRpZCI6IjE3MTgiLCIkdHlwZSI6Ik5MUkUuQ29tbW9uLkRvbS5Tb2xpZENvbG9yQnJ1c2gsIE5MUkUuQ29tbW9uIiwiQ29sb3IiOnsiJGlkIjoiMTcxOS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cyMCIsIlNoYXBlU3R5bGUiOnsiJGlkIjoiMTcyMSIsIk1hcmdpbiI6eyIkaWQiOiIxNzIyIiwiVG9wIjowLjAsIkxlZnQiOjAuMCwiUmlnaHQiOjAuMCwiQm90dG9tIjowLjB9LCJQYWRkaW5nIjp7IiRpZCI6IjE3MjMiLCJUb3AiOjAuMCwiTGVmdCI6MC4wLCJSaWdodCI6MC4wLCJCb3R0b20iOjAuMH0sIkJhY2tncm91bmQiOnsiJGlkIjoiMTcyNCIsIkNvbG9yIjp7IiRpZCI6IjE3MjUiLCJBIjoxNTMsIlIiOjAsIkciOjAsIkIiOjB9fSwiSXNWaXNpYmxlIjp0cnVlLCJXaWR0aCI6MC4wLCJIZWlnaHQiOjAuMCwiQm9yZGVyU3R5bGUiOm51bGwsIlBhcmVudFN0eWxlIjpudWxsfSwiTWFyZ2luIjp7IiRpZCI6IjE3MjYiLCJUb3AiOjAuMCwiTGVmdCI6MC4wLCJSaWdodCI6MC4wLCJCb3R0b20iOjAuMH0sIlBhZGRpbmciOnsiJGlkIjoiMTcyNyIsIlRvcCI6MC4wLCJMZWZ0IjowLjAsIlJpZ2h0IjowLjAsIkJvdHRvbSI6MC4wfSwiQmFja2dyb3VuZCI6bnVsbCwiSXNWaXNpYmxlIjp0cnVlLCJXaWR0aCI6MC4wLCJIZWlnaHQiOjAuMCwiQm9yZGVyU3R5bGUiOm51bGwsIlBhcmVudFN0eWxlIjpudWxsfSwiU2hhcGVTdHlsZSI6eyIkaWQiOiIxNzI4IiwiTWFyZ2luIjp7IiRpZCI6IjE3MjkiLCJUb3AiOjAuMCwiTGVmdCI6NC4wLCJSaWdodCI6NC4wLCJCb3R0b20iOjAuMH0sIlBhZGRpbmciOnsiJGlkIjoiMTczMCIsIlRvcCI6MC4wLCJMZWZ0IjowLjAsIlJpZ2h0IjowLjAsIkJvdHRvbSI6MC4wfSwiQmFja2dyb3VuZCI6eyIkaWQiOiIxNzMxIiwiQ29sb3IiOnsiJGlkIjoiMTczMiIsIkEiOjI1NSwiUiI6MjEsIkciOjk2LCJCIjoxMzB9fSwiSXNWaXNpYmxlIjp0cnVlLCJXaWR0aCI6MC4wLCJIZWlnaHQiOjEwLjAsIkJvcmRlclN0eWxlIjp7IiRpZCI6IjE3MzMiLCJMaW5lQ29sb3IiOnsiJGlkIjoiMTczNCIsIiR0eXBlIjoiTkxSRS5Db21tb24uRG9tLlNvbGlkQ29sb3JCcnVzaCwgTkxSRS5Db21tb24iLCJDb2xvciI6eyIkaWQiOiIxNzM1IiwiQSI6MjU1LCJSIjoyMzQsIkciOjIyLCJCIjozMH19LCJMaW5lV2VpZ2h0IjowLjAsIkxpbmVUeXBlIjowLCJQYXJlbnRTdHlsZSI6bnVsbH0sIlBhcmVudFN0eWxlIjpudWxsfSwiVGl0bGVTdHlsZSI6eyIkaWQiOiIxNzM2IiwiRm9udFNldHRpbmdzIjp7IiRpZCI6IjE3MzciLCJGb250U2l6ZSI6MTEsIkZvbnROYW1lIjoiQ2FsaWJyaSIsIklzQm9sZCI6ZmFsc2UsIklzSXRhbGljIjpmYWxzZSwiSXNVbmRlcmxpbmVkIjpmYWxzZSwiUGFyZW50U3R5bGUiOm51bGx9LCJBdXRvU2l6ZSI6MCwiRm9yZWdyb3VuZCI6eyIkaWQiOiIxNzM4IiwiQ29sb3IiOnsiJGlkIjoiMTczOS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NzQwIiwiVG9wIjowLjAsIkxlZnQiOjAuMCwiUmlnaHQiOjAuMCwiQm90dG9tIjowLjB9LCJQYWRkaW5nIjp7IiRpZCI6IjE3NDEiLCJUb3AiOjAuMCwiTGVmdCI6MC4wLCJSaWdodCI6MC4wLCJCb3R0b20iOjAuMH0sIkJhY2tncm91bmQiOnsiJGlkIjoiMTc0MiIsIkNvbG9yIjp7IiRpZCI6IjE3NDMiLCJBIjowLCJSIjoyNTUsIkciOjI1NSwiQiI6MjU1fX0sIklzVmlzaWJsZSI6dHJ1ZSwiV2lkdGgiOjAuMCwiSGVpZ2h0IjowLjAsIkJvcmRlclN0eWxlIjp7IiRpZCI6IjE3NDQiLCJMaW5lQ29sb3IiOm51bGwsIkxpbmVXZWlnaHQiOjAuMCwiTGluZVR5cGUiOjAsIlBhcmVudFN0eWxlIjpudWxsfSwiUGFyZW50U3R5bGUiOm51bGx9LCJEYXRlU3R5bGUiOnsiJGlkIjoiMTc0NSIsIkZvbnRTZXR0aW5ncyI6eyIkaWQiOiIxNzQ2IiwiRm9udFNpemUiOjEwLCJGb250TmFtZSI6IkNhbGlicmkiLCJJc0JvbGQiOmZhbHNlLCJJc0l0YWxpYyI6ZmFsc2UsIklzVW5kZXJsaW5lZCI6ZmFsc2UsIlBhcmVudFN0eWxlIjpudWxsfSwiQXV0b1NpemUiOjAsIkZvcmVncm91bmQiOnsiJGlkIjoiMTc0NyIsIkNvbG9yIjp7IiRpZCI6IjE3NDg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c0OSIsIlRvcCI6MC4wLCJMZWZ0IjowLjAsIlJpZ2h0IjowLjAsIkJvdHRvbSI6MC4wfSwiUGFkZGluZyI6eyIkaWQiOiIxNzUwIiwiVG9wIjowLjAsIkxlZnQiOjAuMCwiUmlnaHQiOjAuMCwiQm90dG9tIjowLjB9LCJCYWNrZ3JvdW5kIjp7IiRpZCI6IjE3NTEiLCJDb2xvciI6eyIkaWQiOiIxNzUyIiwiQSI6MCwiUiI6MjU1LCJHIjoyNTUsIkIiOjI1NX19LCJJc1Zpc2libGUiOnRydWUsIldpZHRoIjowLjAsIkhlaWdodCI6MC4wLCJCb3JkZXJTdHlsZSI6eyIkaWQiOiIxNzUzIiwiTGluZUNvbG9yIjpudWxsLCJMaW5lV2VpZ2h0IjowLjAsIkxpbmVUeXBlIjowLCJQYXJlbnRTdHlsZSI6bnVsbH0sIlBhcmVudFN0eWxlIjpudWxsfSwiRGF0ZUZvcm1hdCI6eyIkaWQiOiIxNzU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3NTUiLCJGb3JtYXQiOjAsIklzVmlzaWJsZSI6ZmFsc2UsIkxhc3RLbm93blZpc2liaWxpdHlTdGF0ZSI6ZmFsc2V9LCJJc1Zpc2libGUiOmZhbHNlLCJWYXJpYW5jZVN0eWxlIjp7IiRpZCI6IjE3NTYiLCJUZXh0U3R5bGUiOnsiJGlkIjoiMTc1NyIsIkZvbnRTZXR0aW5ncyI6eyIkaWQiOiIxNzU4IiwiRm9udFNpemUiOjEwLCJGb250TmFtZSI6IkNhbGlicmkiLCJJc0JvbGQiOmZhbHNlLCJJc0l0YWxpYyI6ZmFsc2UsIklzVW5kZXJsaW5lZCI6ZmFsc2UsIlBhcmVudFN0eWxlIjpudWxsfSwiQXV0b1NpemUiOjAsIkZvcmVncm91bmQiOnsiJGlkIjoiMTc1OSIsIkNvbG9yIjp7IiRpZCI6IjE3Nj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c2MSIsIlRvcCI6MC4wLCJMZWZ0IjowLjAsIlJpZ2h0IjowLjAsIkJvdHRvbSI6MC4wfSwiUGFkZGluZyI6eyIkaWQiOiIxNzYyIiwiVG9wIjowLjAsIkxlZnQiOjAuMCwiUmlnaHQiOjAuMCwiQm90dG9tIjowLjB9LCJCYWNrZ3JvdW5kIjp7IiRpZCI6IjE3NjMiLCJDb2xvciI6eyIkaWQiOiIxNzY0IiwiQSI6MjU1LCJSIjowLCJHIjowLCJCIjowfX0sIklzVmlzaWJsZSI6dHJ1ZSwiV2lkdGgiOjAuMCwiSGVpZ2h0IjowLjAsIkJvcmRlclN0eWxlIjp7IiRpZCI6IjE3NjUiLCJMaW5lQ29sb3IiOm51bGwsIkxpbmVXZWlnaHQiOjAuMCwiTGluZVR5cGUiOjAsIlBhcmVudFN0eWxlIjpudWxsfSwiUGFyZW50U3R5bGUiOm51bGx9LCJQYXJlbnRTdHlsZSI6bnVsbH0sIlBhcmVudFN0eWxlIjpudWxsfSwiSW5kZXgiOjYsIlNtYXJ0RHVyYXRpb25BY3RpdmF0ZWQiOmZhbHNlLCJEYXRlRm9ybWF0Ijp7IiRyZWYiOiIxNzU0In0sIldlZWtOdW1iZXJpbmciOnsiJGlkIjoiMTc2NiIsIkZvcm1hdCI6MCwiSXNWaXNpYmxlIjpmYWxzZSwiTGFzdEtub3duVmlzaWJpbGl0eVN0YXRlIjpmYWxzZX0sIkJhc2VsaW5lRGF0YSI6eyIkaWQiOiIxNzY3IiwiU3RhcnREYXRlIjoiMjAyNS0xMS0yN1QwMDowMDowMCIsIkVuZERhdGUiOiIyMDI1LTEyLTAyVDIzOjU5OjAwIn0sIklkIjoiZWMyZDAxZTMtYzEyOC00MjRhLTg1MTUtODkzMmIwNThmMmU3IiwiSW1wb3J0SWQiOm51bGwsIlRpdGxlIjoiU3ByaW50IDUiLCJOb3RlIjpudWxsLCJIeXBlcmxpbmsiOnsiJGlkIjoiMTc2OCIsIkFkZHJlc3MiOiIiLCJTdWJBZGRyZXNzIjoiIn0sIklzQ2hhbmdlZCI6ZmFsc2UsIklzTmV3IjpmYWxzZX0seyIkaWQiOiIxNzY5IiwiR3JvdXBOYW1lIjpudWxsLCJTdGFydERhdGUiOiIyMDI1LTExLTE4VDAwOjAwOjAwWiIsIkVuZERhdGUiOiIyMDI1LTEyLTA1VDIzOjU5OjAwWiIsIlBlcmNlbnRhZ2VDb21wbGV0ZSI6bnVsbCwiU3R5bGUiOnsiJGlkIjoiMTc3MCIsIlNoYXBlIjozLCJTaGFwZVRoaWNrbmVzcyI6MCwiRHVyYXRpb25Gb3JtYXQiOjAsIkluY2x1ZGVOb25Xb3JraW5nRGF5c0luRHVyYXRpb24iOmZhbHNlLCJQZXJjZW50YWdlQ29tcGxldGVTdHlsZSI6eyIkaWQiOiIxNzcxIiwiRm9udFNldHRpbmdzIjp7IiRpZCI6IjE3NzIiLCJGb250U2l6ZSI6MTAsIkZvbnROYW1lIjoiQ2FsaWJyaSIsIklzQm9sZCI6ZmFsc2UsIklzSXRhbGljIjpmYWxzZSwiSXNVbmRlcmxpbmVkIjpmYWxzZSwiUGFyZW50U3R5bGUiOm51bGx9LCJBdXRvU2l6ZSI6MCwiRm9yZWdyb3VuZCI6eyIkaWQiOiIxNzczIiwiQ29sb3IiOnsiJGlkIjoiMTc3NC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xNzc1IiwiVG9wIjowLjAsIkxlZnQiOjAuMCwiUmlnaHQiOjAuMCwiQm90dG9tIjowLjB9LCJQYWRkaW5nIjp7IiRpZCI6IjE3NzYiLCJUb3AiOjAuMCwiTGVmdCI6MC4wLCJSaWdodCI6MC4wLCJCb3R0b20iOjAuMH0sIkJhY2tncm91bmQiOnsiJGlkIjoiMTc3NyIsIkNvbG9yIjp7IiRpZCI6IjE3NzgiLCJBIjo4OSwiUiI6MCwiRyI6MCwiQiI6MH19LCJJc1Zpc2libGUiOnRydWUsIldpZHRoIjowLjAsIkhlaWdodCI6MC4wLCJCb3JkZXJTdHlsZSI6eyIkaWQiOiIxNzc5IiwiTGluZUNvbG9yIjpudWxsLCJMaW5lV2VpZ2h0IjowLjAsIkxpbmVUeXBlIjowLCJQYXJlbnRTdHlsZSI6bnVsbH0sIlBhcmVudFN0eWxlIjpudWxsfSwiRHVyYXRpb25TdHlsZSI6eyIkaWQiOiIxNzgwIiwiRm9udFNldHRpbmdzIjp7IiRpZCI6IjE3ODEiLCJGb250U2l6ZSI6MTAsIkZvbnROYW1lIjoiQ2FsaWJyaSIsIklzQm9sZCI6ZmFsc2UsIklzSXRhbGljIjpmYWxzZSwiSXNVbmRlcmxpbmVkIjpmYWxzZSwiUGFyZW50U3R5bGUiOm51bGx9LCJBdXRvU2l6ZSI6MCwiRm9yZWdyb3VuZCI6eyIkaWQiOiIxNzgyIiwiQ29sb3IiOnsiJGlkIjoiMTc4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3ODQiLCJUb3AiOjAuMCwiTGVmdCI6MC4wLCJSaWdodCI6MC4wLCJCb3R0b20iOjAuMH0sIlBhZGRpbmciOnsiJGlkIjoiMTc4NSIsIlRvcCI6MC4wLCJMZWZ0IjowLjAsIlJpZ2h0IjowLjAsIkJvdHRvbSI6MC4wfSwiQmFja2dyb3VuZCI6eyIkaWQiOiIxNzg2IiwiQ29sb3IiOnsiJGlkIjoiMTc4NyIsIkEiOjI1NSwiUiI6MjM3LCJHIjoxMjUsIkIiOjQ5fX0sIklzVmlzaWJsZSI6dHJ1ZSwiV2lkdGgiOjAuMCwiSGVpZ2h0IjowLjAsIkJvcmRlclN0eWxlIjp7IiRpZCI6IjE3ODgiLCJMaW5lQ29sb3IiOm51bGwsIkxpbmVXZWlnaHQiOjAuMCwiTGluZVR5cGUiOjAsIlBhcmVudFN0eWxlIjpudWxsfSwiUGFyZW50U3R5bGUiOm51bGx9LCJIb3Jpem9udGFsQ29ubmVjdG9yU3R5bGUiOnsiJGlkIjoiMTc4OSIsIkxpbmVDb2xvciI6eyIkaWQiOiIxNzkwIiwiJHR5cGUiOiJOTFJFLkNvbW1vbi5Eb20uU29saWRDb2xvckJydXNoLCBOTFJFLkNvbW1vbiIsIkNvbG9yIjp7IiRpZCI6IjE3OTEiLCJBIjo1MSwiUiI6MjEsIkciOjk2LCJCIjoxMzB9fSwiTGluZVdlaWdodCI6MS4wLCJMaW5lVHlwZSI6MCwiUGFyZW50U3R5bGUiOm51bGx9LCJWZXJ0aWNhbENvbm5lY3RvclN0eWxlIjp7IiRpZCI6IjE3OTIiLCJMaW5lQ29sb3IiOnsiJGlkIjoiMTc5MyIsIiR0eXBlIjoiTkxSRS5Db21tb24uRG9tLlNvbGlkQ29sb3JCcnVzaCwgTkxSRS5Db21tb24iLCJDb2xvciI6eyIkaWQiOiIxNzk0IiwiQSI6NTEsIlIiOjIxLCJHIjo5NiwiQiI6MTMwfX0sIkxpbmVXZWlnaHQiOjAuMCwiTGluZVR5cGUiOjAsIlBhcmVudFN0eWxlIjpudWxsfSwiTWFyZ2luIjpudWxsLCJTdGFydERhdGVQb3NpdGlvbiI6NCwiRW5kRGF0ZVBvc2l0aW9uIjo0LCJEYXRlSXNWaXNpYmxlIjp0cnVlLCJUaXRsZVBvc2l0aW9uIjozLCJEdXJhdGlvblBvc2l0aW9uIjo2LCJQZXJjZW50YWdlQ29tcGxldGVkUG9zaXRpb24iOjIsIlZhcmlhbmNlUG9zaXRpb24iOjYsIlNwYWNpbmciOjMsIklzQmVsb3dUaW1lYmFuZCI6dHJ1ZSwiUGVyY2VudGFnZUNvbXBsZXRlU2hhcGVPcGFjaXR5IjozNSwiQmFzZWxpbmVTdHlsZSI6eyIkaWQiOiIxNzk1IiwiU2hhcGVTdHlsZSI6eyIkaWQiOiIxNzk2IiwiTWFyZ2luIjp7IiRpZCI6IjE3OTciLCJUb3AiOjAuMCwiTGVmdCI6MC4wLCJSaWdodCI6MC4wLCJCb3R0b20iOjAuMH0sIlBhZGRpbmciOnsiJGlkIjoiMTc5OCIsIlRvcCI6MC4wLCJMZWZ0IjowLjAsIlJpZ2h0IjowLjAsIkJvdHRvbSI6MC4wfSwiQmFja2dyb3VuZCI6eyIkaWQiOiIxNzk5IiwiQ29sb3IiOnsiJGlkIjoiMTgwMCIsIkEiOjE1MywiUiI6MCwiRyI6MCwiQiI6MH19LCJJc1Zpc2libGUiOnRydWUsIldpZHRoIjowLjAsIkhlaWdodCI6MC4wLCJCb3JkZXJTdHlsZSI6bnVsbCwiUGFyZW50U3R5bGUiOm51bGx9LCJNYXJnaW4iOnsiJGlkIjoiMTgwMSIsIlRvcCI6MC4wLCJMZWZ0IjowLjAsIlJpZ2h0IjowLjAsIkJvdHRvbSI6MC4wfSwiUGFkZGluZyI6eyIkaWQiOiIxODAyIiwiVG9wIjowLjAsIkxlZnQiOjAuMCwiUmlnaHQiOjAuMCwiQm90dG9tIjowLjB9LCJCYWNrZ3JvdW5kIjpudWxsLCJJc1Zpc2libGUiOnRydWUsIldpZHRoIjowLjAsIkhlaWdodCI6MC4wLCJCb3JkZXJTdHlsZSI6bnVsbCwiUGFyZW50U3R5bGUiOm51bGx9LCJTaGFwZVN0eWxlIjp7IiRpZCI6IjE4MDMiLCJNYXJnaW4iOnsiJGlkIjoiMTgwNCIsIlRvcCI6MC4wLCJMZWZ0Ijo0LjAsIlJpZ2h0Ijo0LjAsIkJvdHRvbSI6MC4wfSwiUGFkZGluZyI6eyIkaWQiOiIxODA1IiwiVG9wIjowLjAsIkxlZnQiOjAuMCwiUmlnaHQiOjAuMCwiQm90dG9tIjowLjB9LCJCYWNrZ3JvdW5kIjp7IiRpZCI6IjE4MDYiLCJDb2xvciI6eyIkaWQiOiIxODA3IiwiQSI6MjU1LCJSIjoyNTQsIkciOjE4NiwiQiI6MTB9fSwiSXNWaXNpYmxlIjp0cnVlLCJXaWR0aCI6MC4wLCJIZWlnaHQiOjEwLjAsIkJvcmRlclN0eWxlIjp7IiRpZCI6IjE4MDgiLCJMaW5lQ29sb3IiOnsiJGlkIjoiMTgwOSIsIiR0eXBlIjoiTkxSRS5Db21tb24uRG9tLlNvbGlkQ29sb3JCcnVzaCwgTkxSRS5Db21tb24iLCJDb2xvciI6eyIkaWQiOiIxODEwIiwiQSI6MjU1LCJSIjoyMzQsIkciOjIyLCJCIjozMH19LCJMaW5lV2VpZ2h0IjowLjAsIkxpbmVUeXBlIjowLCJQYXJlbnRTdHlsZSI6bnVsbH0sIlBhcmVudFN0eWxlIjpudWxsfSwiVGl0bGVTdHlsZSI6eyIkaWQiOiIxODExIiwiRm9udFNldHRpbmdzIjp7IiRpZCI6IjE4MTIiLCJGb250U2l6ZSI6MTEsIkZvbnROYW1lIjoiQ2FsaWJyaSIsIklzQm9sZCI6ZmFsc2UsIklzSXRhbGljIjpmYWxzZSwiSXNVbmRlcmxpbmVkIjpmYWxzZSwiUGFyZW50U3R5bGUiOm51bGx9LCJBdXRvU2l6ZSI6MCwiRm9yZWdyb3VuZCI6eyIkaWQiOiIxODEzIiwiQ29sb3IiOnsiJGlkIjoiMTgx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ODE1IiwiVG9wIjowLjAsIkxlZnQiOjAuMCwiUmlnaHQiOjAuMCwiQm90dG9tIjowLjB9LCJQYWRkaW5nIjp7IiRpZCI6IjE4MTYiLCJUb3AiOjAuMCwiTGVmdCI6MC4wLCJSaWdodCI6MC4wLCJCb3R0b20iOjAuMH0sIkJhY2tncm91bmQiOnsiJGlkIjoiMTgxNyIsIkNvbG9yIjp7IiRpZCI6IjE4MTgiLCJBIjowLCJSIjoyNTUsIkciOjI1NSwiQiI6MjU1fX0sIklzVmlzaWJsZSI6dHJ1ZSwiV2lkdGgiOjAuMCwiSGVpZ2h0IjowLjAsIkJvcmRlclN0eWxlIjp7IiRpZCI6IjE4MTkiLCJMaW5lQ29sb3IiOm51bGwsIkxpbmVXZWlnaHQiOjAuMCwiTGluZVR5cGUiOjAsIlBhcmVudFN0eWxlIjpudWxsfSwiUGFyZW50U3R5bGUiOm51bGx9LCJEYXRlU3R5bGUiOnsiJGlkIjoiMTgyMCIsIkZvbnRTZXR0aW5ncyI6eyIkaWQiOiIxODIxIiwiRm9udFNpemUiOjEwLCJGb250TmFtZSI6IkNhbGlicmkiLCJJc0JvbGQiOmZhbHNlLCJJc0l0YWxpYyI6ZmFsc2UsIklzVW5kZXJsaW5lZCI6ZmFsc2UsIlBhcmVudFN0eWxlIjpudWxsfSwiQXV0b1NpemUiOjAsIkZvcmVncm91bmQiOnsiJGlkIjoiMTgyMiIsIkNvbG9yIjp7IiRpZCI6IjE4Mj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gyNCIsIlRvcCI6MC4wLCJMZWZ0IjowLjAsIlJpZ2h0IjowLjAsIkJvdHRvbSI6MC4wfSwiUGFkZGluZyI6eyIkaWQiOiIxODI1IiwiVG9wIjowLjAsIkxlZnQiOjAuMCwiUmlnaHQiOjAuMCwiQm90dG9tIjowLjB9LCJCYWNrZ3JvdW5kIjp7IiRpZCI6IjE4MjYiLCJDb2xvciI6eyIkaWQiOiIxODI3IiwiQSI6MCwiUiI6MjU1LCJHIjoyNTUsIkIiOjI1NX19LCJJc1Zpc2libGUiOnRydWUsIldpZHRoIjowLjAsIkhlaWdodCI6MC4wLCJCb3JkZXJTdHlsZSI6eyIkaWQiOiIxODI4IiwiTGluZUNvbG9yIjpudWxsLCJMaW5lV2VpZ2h0IjowLjAsIkxpbmVUeXBlIjowLCJQYXJlbnRTdHlsZSI6bnVsbH0sIlBhcmVudFN0eWxlIjpudWxsfSwiRGF0ZUZvcm1hdCI6eyIkaWQiOiIxODI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4MzAiLCJGb3JtYXQiOjAsIklzVmlzaWJsZSI6ZmFsc2UsIkxhc3RLbm93blZpc2liaWxpdHlTdGF0ZSI6ZmFsc2V9LCJJc1Zpc2libGUiOmZhbHNlLCJWYXJpYW5jZVN0eWxlIjp7IiRpZCI6IjE4MzEiLCJUZXh0U3R5bGUiOnsiJGlkIjoiMTgzMiIsIkZvbnRTZXR0aW5ncyI6eyIkaWQiOiIxODMzIiwiRm9udFNpemUiOjEwLCJGb250TmFtZSI6IkNhbGlicmkiLCJJc0JvbGQiOmZhbHNlLCJJc0l0YWxpYyI6ZmFsc2UsIklzVW5kZXJsaW5lZCI6ZmFsc2UsIlBhcmVudFN0eWxlIjpudWxsfSwiQXV0b1NpemUiOjAsIkZvcmVncm91bmQiOnsiJGlkIjoiMTgzNCIsIkNvbG9yIjp7IiRpZCI6IjE4Mz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gzNiIsIlRvcCI6MC4wLCJMZWZ0IjowLjAsIlJpZ2h0IjowLjAsIkJvdHRvbSI6MC4wfSwiUGFkZGluZyI6eyIkaWQiOiIxODM3IiwiVG9wIjowLjAsIkxlZnQiOjAuMCwiUmlnaHQiOjAuMCwiQm90dG9tIjowLjB9LCJCYWNrZ3JvdW5kIjp7IiRpZCI6IjE4MzgiLCJDb2xvciI6eyIkaWQiOiIxODM5IiwiQSI6MjU1LCJSIjowLCJHIjowLCJCIjowfX0sIklzVmlzaWJsZSI6dHJ1ZSwiV2lkdGgiOjAuMCwiSGVpZ2h0IjowLjAsIkJvcmRlclN0eWxlIjp7IiRpZCI6IjE4NDAiLCJMaW5lQ29sb3IiOm51bGwsIkxpbmVXZWlnaHQiOjAuMCwiTGluZVR5cGUiOjAsIlBhcmVudFN0eWxlIjpudWxsfSwiUGFyZW50U3R5bGUiOm51bGx9LCJQYXJlbnRTdHlsZSI6bnVsbH0sIlBhcmVudFN0eWxlIjpudWxsfSwiSW5kZXgiOjcsIlNtYXJ0RHVyYXRpb25BY3RpdmF0ZWQiOmZhbHNlLCJEYXRlRm9ybWF0Ijp7IiRyZWYiOiIxODI5In0sIldlZWtOdW1iZXJpbmciOnsiJGlkIjoiMTg0MSIsIkZvcm1hdCI6MCwiSXNWaXNpYmxlIjpmYWxzZSwiTGFzdEtub3duVmlzaWJpbGl0eVN0YXRlIjpmYWxzZX0sIkJhc2VsaW5lRGF0YSI6eyIkaWQiOiIxODQyIiwiU3RhcnREYXRlIjoiMjAyNS0xMS0xOFQwMDowMDowMCIsIkVuZERhdGUiOiIyMDI1LTEyLTA1VDIzOjU5OjAwIn0sIklkIjoiMWZlYmY0OTQtNWMwZC00NDVlLTliMDAtM2VhOGRhMGQ3NWM2IiwiSW1wb3J0SWQiOm51bGwsIlRpdGxlIjoiUHJ1ZWJhcyBmaW5hbGVzIiwiTm90ZSI6bnVsbCwiSHlwZXJsaW5rIjp7IiRpZCI6IjE4NDMiLCJBZGRyZXNzIjoiIiwiU3ViQWRkcmVzcyI6IiJ9LCJJc0NoYW5nZWQiOmZhbHNlLCJJc05ldyI6ZmFsc2V9LHsiJGlkIjoiMTg0NCIsIkdyb3VwTmFtZSI6bnVsbCwiU3RhcnREYXRlIjoiMjAyNS0xMS0xOFQwMDowMDowMFoiLCJFbmREYXRlIjoiMjAyNS0xMi0wNVQyMzo1OTowMFoiLCJQZXJjZW50YWdlQ29tcGxldGUiOm51bGwsIlN0eWxlIjp7IiRpZCI6IjE4NDUiLCJTaGFwZSI6MywiU2hhcGVUaGlja25lc3MiOjAsIkR1cmF0aW9uRm9ybWF0IjowLCJJbmNsdWRlTm9uV29ya2luZ0RheXNJbkR1cmF0aW9uIjpmYWxzZSwiUGVyY2VudGFnZUNvbXBsZXRlU3R5bGUiOnsiJGlkIjoiMTg0NiIsIkZvbnRTZXR0aW5ncyI6eyIkaWQiOiIxODQ3IiwiRm9udFNpemUiOjEwLCJGb250TmFtZSI6IkNhbGlicmkiLCJJc0JvbGQiOmZhbHNlLCJJc0l0YWxpYyI6ZmFsc2UsIklzVW5kZXJsaW5lZCI6ZmFsc2UsIlBhcmVudFN0eWxlIjpudWxsfSwiQXV0b1NpemUiOjAsIkZvcmVncm91bmQiOnsiJGlkIjoiMTg0OCIsIkNvbG9yIjp7IiRpZCI6IjE4NDk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g1MCIsIlRvcCI6MC4wLCJMZWZ0IjowLjAsIlJpZ2h0IjowLjAsIkJvdHRvbSI6MC4wfSwiUGFkZGluZyI6eyIkaWQiOiIxODUxIiwiVG9wIjowLjAsIkxlZnQiOjAuMCwiUmlnaHQiOjAuMCwiQm90dG9tIjowLjB9LCJCYWNrZ3JvdW5kIjp7IiRpZCI6IjE4NTIiLCJDb2xvciI6eyIkaWQiOiIxODUzIiwiQSI6ODksIlIiOjAsIkciOjAsIkIiOjB9fSwiSXNWaXNpYmxlIjp0cnVlLCJXaWR0aCI6MC4wLCJIZWlnaHQiOjAuMCwiQm9yZGVyU3R5bGUiOnsiJGlkIjoiMTg1NCIsIkxpbmVDb2xvciI6bnVsbCwiTGluZVdlaWdodCI6MC4wLCJMaW5lVHlwZSI6MCwiUGFyZW50U3R5bGUiOm51bGx9LCJQYXJlbnRTdHlsZSI6bnVsbH0sIkR1cmF0aW9uU3R5bGUiOnsiJGlkIjoiMTg1NSIsIkZvbnRTZXR0aW5ncyI6eyIkaWQiOiIxODU2IiwiRm9udFNpemUiOjEwLCJGb250TmFtZSI6IkNhbGlicmkiLCJJc0JvbGQiOmZhbHNlLCJJc0l0YWxpYyI6ZmFsc2UsIklzVW5kZXJsaW5lZCI6ZmFsc2UsIlBhcmVudFN0eWxlIjpudWxsfSwiQXV0b1NpemUiOjAsIkZvcmVncm91bmQiOnsiJGlkIjoiMTg1NyIsIkNvbG9yIjp7IiRpZCI6IjE4NTg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ODU5IiwiVG9wIjowLjAsIkxlZnQiOjAuMCwiUmlnaHQiOjAuMCwiQm90dG9tIjowLjB9LCJQYWRkaW5nIjp7IiRpZCI6IjE4NjAiLCJUb3AiOjAuMCwiTGVmdCI6MC4wLCJSaWdodCI6MC4wLCJCb3R0b20iOjAuMH0sIkJhY2tncm91bmQiOnsiJGlkIjoiMTg2MSIsIkNvbG9yIjp7IiRpZCI6IjE4NjIiLCJBIjoyNTUsIlIiOjIzNywiRyI6MTI1LCJCIjo0OX19LCJJc1Zpc2libGUiOnRydWUsIldpZHRoIjowLjAsIkhlaWdodCI6MC4wLCJCb3JkZXJTdHlsZSI6eyIkaWQiOiIxODYzIiwiTGluZUNvbG9yIjpudWxsLCJMaW5lV2VpZ2h0IjowLjAsIkxpbmVUeXBlIjowLCJQYXJlbnRTdHlsZSI6bnVsbH0sIlBhcmVudFN0eWxlIjpudWxsfSwiSG9yaXpvbnRhbENvbm5lY3RvclN0eWxlIjp7IiRpZCI6IjE4NjQiLCJMaW5lQ29sb3IiOnsiJGlkIjoiMTg2NSIsIiR0eXBlIjoiTkxSRS5Db21tb24uRG9tLlNvbGlkQ29sb3JCcnVzaCwgTkxSRS5Db21tb24iLCJDb2xvciI6eyIkaWQiOiIxODY2IiwiQSI6NTEsIlIiOjIxLCJHIjo5NiwiQiI6MTMwfX0sIkxpbmVXZWlnaHQiOjEuMCwiTGluZVR5cGUiOjAsIlBhcmVudFN0eWxlIjpudWxsfSwiVmVydGljYWxDb25uZWN0b3JTdHlsZSI6eyIkaWQiOiIxODY3IiwiTGluZUNvbG9yIjp7IiRpZCI6IjE4NjgiLCIkdHlwZSI6Ik5MUkUuQ29tbW9uLkRvbS5Tb2xpZENvbG9yQnJ1c2gsIE5MUkUuQ29tbW9uIiwiQ29sb3IiOnsiJGlkIjoiMTg2OS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g3MCIsIlNoYXBlU3R5bGUiOnsiJGlkIjoiMTg3MSIsIk1hcmdpbiI6eyIkaWQiOiIxODcyIiwiVG9wIjowLjAsIkxlZnQiOjAuMCwiUmlnaHQiOjAuMCwiQm90dG9tIjowLjB9LCJQYWRkaW5nIjp7IiRpZCI6IjE4NzMiLCJUb3AiOjAuMCwiTGVmdCI6MC4wLCJSaWdodCI6MC4wLCJCb3R0b20iOjAuMH0sIkJhY2tncm91bmQiOnsiJGlkIjoiMTg3NCIsIkNvbG9yIjp7IiRpZCI6IjE4NzUiLCJBIjoxNTMsIlIiOjAsIkciOjAsIkIiOjB9fSwiSXNWaXNpYmxlIjp0cnVlLCJXaWR0aCI6MC4wLCJIZWlnaHQiOjAuMCwiQm9yZGVyU3R5bGUiOm51bGwsIlBhcmVudFN0eWxlIjpudWxsfSwiTWFyZ2luIjp7IiRpZCI6IjE4NzYiLCJUb3AiOjAuMCwiTGVmdCI6MC4wLCJSaWdodCI6MC4wLCJCb3R0b20iOjAuMH0sIlBhZGRpbmciOnsiJGlkIjoiMTg3NyIsIlRvcCI6MC4wLCJMZWZ0IjowLjAsIlJpZ2h0IjowLjAsIkJvdHRvbSI6MC4wfSwiQmFja2dyb3VuZCI6bnVsbCwiSXNWaXNpYmxlIjp0cnVlLCJXaWR0aCI6MC4wLCJIZWlnaHQiOjAuMCwiQm9yZGVyU3R5bGUiOm51bGwsIlBhcmVudFN0eWxlIjpudWxsfSwiU2hhcGVTdHlsZSI6eyIkaWQiOiIxODc4IiwiTWFyZ2luIjp7IiRpZCI6IjE4NzkiLCJUb3AiOjAuMCwiTGVmdCI6NC4wLCJSaWdodCI6NC4wLCJCb3R0b20iOjAuMH0sIlBhZGRpbmciOnsiJGlkIjoiMTg4MCIsIlRvcCI6MC4wLCJMZWZ0IjowLjAsIlJpZ2h0IjowLjAsIkJvdHRvbSI6MC4wfSwiQmFja2dyb3VuZCI6eyIkaWQiOiIxODgxIiwiQ29sb3IiOnsiJGlkIjoiMTg4MiIsIkEiOjI1NSwiUiI6MTUsIkciOjE1OCwiQiI6MjEzfX0sIklzVmlzaWJsZSI6dHJ1ZSwiV2lkdGgiOjAuMCwiSGVpZ2h0IjoxMC4wLCJCb3JkZXJTdHlsZSI6eyIkaWQiOiIxODgzIiwiTGluZUNvbG9yIjp7IiRpZCI6IjE4ODQiLCIkdHlwZSI6Ik5MUkUuQ29tbW9uLkRvbS5Tb2xpZENvbG9yQnJ1c2gsIE5MUkUuQ29tbW9uIiwiQ29sb3IiOnsiJGlkIjoiMTg4NSIsIkEiOjI1NSwiUiI6MjM0LCJHIjoyMiwiQiI6MzB9fSwiTGluZVdlaWdodCI6MC4wLCJMaW5lVHlwZSI6MCwiUGFyZW50U3R5bGUiOm51bGx9LCJQYXJlbnRTdHlsZSI6bnVsbH0sIlRpdGxlU3R5bGUiOnsiJGlkIjoiMTg4NiIsIkZvbnRTZXR0aW5ncyI6eyIkaWQiOiIxODg3IiwiRm9udFNpemUiOjExLCJGb250TmFtZSI6IkNhbGlicmkiLCJJc0JvbGQiOmZhbHNlLCJJc0l0YWxpYyI6ZmFsc2UsIklzVW5kZXJsaW5lZCI6ZmFsc2UsIlBhcmVudFN0eWxlIjpudWxsfSwiQXV0b1NpemUiOjAsIkZvcmVncm91bmQiOnsiJGlkIjoiMTg4OCIsIkNvbG9yIjp7IiRpZCI6IjE4ODkiLCJBIjoyNTUsIlIiOjAsIkciOjAsIkIiOjB9fSwiTWF4V2lkdGgiOjcyMC4wLCJNYXhIZWlnaHQiOiJJbmZpbml0eSIsIlNtYXJ0Rm9yZWdyb3VuZElzQWN0aXZlIjpmYWxzZSwiSG9yaXpvbnRhbEFsaWdubWVudCI6MiwiVmVydGljYWxBbGlnbm1lbnQiOjEsIlNtYXJ0Rm9yZWdyb3VuZCI6bnVsbCwiQmFja2dyb3VuZEZpbGxUeXBlIjowLCJNYXJnaW4iOnsiJGlkIjoiMTg5MCIsIlRvcCI6MC4wLCJMZWZ0IjowLjAsIlJpZ2h0IjowLjAsIkJvdHRvbSI6MC4wfSwiUGFkZGluZyI6eyIkaWQiOiIxODkxIiwiVG9wIjowLjAsIkxlZnQiOjAuMCwiUmlnaHQiOjAuMCwiQm90dG9tIjowLjB9LCJCYWNrZ3JvdW5kIjp7IiRpZCI6IjE4OTIiLCJDb2xvciI6eyIkaWQiOiIxODkzIiwiQSI6MCwiUiI6MjU1LCJHIjoyNTUsIkIiOjI1NX19LCJJc1Zpc2libGUiOnRydWUsIldpZHRoIjowLjAsIkhlaWdodCI6MC4wLCJCb3JkZXJTdHlsZSI6eyIkaWQiOiIxODk0IiwiTGluZUNvbG9yIjpudWxsLCJMaW5lV2VpZ2h0IjowLjAsIkxpbmVUeXBlIjowLCJQYXJlbnRTdHlsZSI6bnVsbH0sIlBhcmVudFN0eWxlIjpudWxsfSwiRGF0ZVN0eWxlIjp7IiRpZCI6IjE4OTUiLCJGb250U2V0dGluZ3MiOnsiJGlkIjoiMTg5NiIsIkZvbnRTaXplIjoxMCwiRm9udE5hbWUiOiJDYWxpYnJpIiwiSXNCb2xkIjpmYWxzZSwiSXNJdGFsaWMiOmZhbHNlLCJJc1VuZGVybGluZWQiOmZhbHNlLCJQYXJlbnRTdHlsZSI6bnVsbH0sIkF1dG9TaXplIjowLCJGb3JlZ3JvdW5kIjp7IiRpZCI6IjE4OTciLCJDb2xvciI6eyIkaWQiOiIxODk4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4OTkiLCJUb3AiOjAuMCwiTGVmdCI6MC4wLCJSaWdodCI6MC4wLCJCb3R0b20iOjAuMH0sIlBhZGRpbmciOnsiJGlkIjoiMTkwMCIsIlRvcCI6MC4wLCJMZWZ0IjowLjAsIlJpZ2h0IjowLjAsIkJvdHRvbSI6MC4wfSwiQmFja2dyb3VuZCI6eyIkaWQiOiIxOTAxIiwiQ29sb3IiOnsiJGlkIjoiMTkwMiIsIkEiOjAsIlIiOjI1NSwiRyI6MjU1LCJCIjoyNTV9fSwiSXNWaXNpYmxlIjp0cnVlLCJXaWR0aCI6MC4wLCJIZWlnaHQiOjAuMCwiQm9yZGVyU3R5bGUiOnsiJGlkIjoiMTkwMyIsIkxpbmVDb2xvciI6bnVsbCwiTGluZVdlaWdodCI6MC4wLCJMaW5lVHlwZSI6MCwiUGFyZW50U3R5bGUiOm51bGx9LCJQYXJlbnRTdHlsZSI6bnVsbH0sIkRhdGVGb3JtYXQiOnsiJGlkIjoiMTkw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TA1IiwiRm9ybWF0IjowLCJJc1Zpc2libGUiOmZhbHNlLCJMYXN0S25vd25WaXNpYmlsaXR5U3RhdGUiOmZhbHNlfSwiSXNWaXNpYmxlIjpmYWxzZSwiVmFyaWFuY2VTdHlsZSI6eyIkaWQiOiIxOTA2IiwiVGV4dFN0eWxlIjp7IiRpZCI6IjE5MDciLCJGb250U2V0dGluZ3MiOnsiJGlkIjoiMTkwOCIsIkZvbnRTaXplIjoxMCwiRm9udE5hbWUiOiJDYWxpYnJpIiwiSXNCb2xkIjpmYWxzZSwiSXNJdGFsaWMiOmZhbHNlLCJJc1VuZGVybGluZWQiOmZhbHNlLCJQYXJlbnRTdHlsZSI6bnVsbH0sIkF1dG9TaXplIjowLCJGb3JlZ3JvdW5kIjp7IiRpZCI6IjE5MDkiLCJDb2xvciI6eyIkaWQiOiIxOTE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5MTEiLCJUb3AiOjAuMCwiTGVmdCI6MC4wLCJSaWdodCI6MC4wLCJCb3R0b20iOjAuMH0sIlBhZGRpbmciOnsiJGlkIjoiMTkxMiIsIlRvcCI6MC4wLCJMZWZ0IjowLjAsIlJpZ2h0IjowLjAsIkJvdHRvbSI6MC4wfSwiQmFja2dyb3VuZCI6eyIkaWQiOiIxOTEzIiwiQ29sb3IiOnsiJGlkIjoiMTkxNCIsIkEiOjI1NSwiUiI6MCwiRyI6MCwiQiI6MH19LCJJc1Zpc2libGUiOnRydWUsIldpZHRoIjowLjAsIkhlaWdodCI6MC4wLCJCb3JkZXJTdHlsZSI6eyIkaWQiOiIxOTE1IiwiTGluZUNvbG9yIjpudWxsLCJMaW5lV2VpZ2h0IjowLjAsIkxpbmVUeXBlIjowLCJQYXJlbnRTdHlsZSI6bnVsbH0sIlBhcmVudFN0eWxlIjpudWxsfSwiUGFyZW50U3R5bGUiOm51bGx9LCJQYXJlbnRTdHlsZSI6bnVsbH0sIkluZGV4Ijo4LCJTbWFydER1cmF0aW9uQWN0aXZhdGVkIjpmYWxzZSwiRGF0ZUZvcm1hdCI6eyIkcmVmIjoiMTkwNCJ9LCJXZWVrTnVtYmVyaW5nIjp7IiRpZCI6IjE5MTYiLCJGb3JtYXQiOjAsIklzVmlzaWJsZSI6ZmFsc2UsIkxhc3RLbm93blZpc2liaWxpdHlTdGF0ZSI6ZmFsc2V9LCJCYXNlbGluZURhdGEiOnsiJGlkIjoiMTkxNyIsIlN0YXJ0RGF0ZSI6IjIwMjUtMTEtMThUMDA6MDA6MDAiLCJFbmREYXRlIjoiMjAyNS0xMi0wNVQyMzo1OTowMCJ9LCJJZCI6ImQ4YzYyZTU4LWIzZTktNDZlNS05NmUwLTBiODg5OGMyYWFlYyIsIkltcG9ydElkIjpudWxsLCJUaXRsZSI6IkRvY3VtZW50YWNpw7NuIFTDqWNuaWNhIiwiTm90ZSI6bnVsbCwiSHlwZXJsaW5rIjp7IiRpZCI6IjE5MTgiLCJBZGRyZXNzIjoiIiwiU3ViQWRkcmVzcyI6IiJ9LCJJc0NoYW5nZWQiOmZhbHNlLCJJc05ldyI6ZmFsc2V9LHsiJGlkIjoiMTkxOSIsIkdyb3VwTmFtZSI6bnVsbCwiU3RhcnREYXRlIjoiMjAyNS0xMS0yMVQwMDowMDowMFoiLCJFbmREYXRlIjoiMjAyNS0xMS0yMlQyMzo1OTowMFoiLCJQZXJjZW50YWdlQ29tcGxldGUiOm51bGwsIlN0eWxlIjp7IiRpZCI6IjE5MjAiLCJTaGFwZSI6MSwiU2hhcGVUaGlja25lc3MiOjAsIkR1cmF0aW9uRm9ybWF0IjowLCJJbmNsdWRlTm9uV29ya2luZ0RheXNJbkR1cmF0aW9uIjpmYWxzZSwiUGVyY2VudGFnZUNvbXBsZXRlU3R5bGUiOnsiJGlkIjoiMTkyMSIsIkZvbnRTZXR0aW5ncyI6eyIkaWQiOiIxOTIyIiwiRm9udFNpemUiOjEwLCJGb250TmFtZSI6IkNhbGlicmkiLCJJc0JvbGQiOmZhbHNlLCJJc0l0YWxpYyI6ZmFsc2UsIklzVW5kZXJsaW5lZCI6ZmFsc2UsIlBhcmVudFN0eWxlIjpudWxsfSwiQXV0b1NpemUiOjAsIkZvcmVncm91bmQiOnsiJGlkIjoiMTkyMyIsIkNvbG9yIjp7IiRpZCI6IjE5Mj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kyNSIsIlRvcCI6MC4wLCJMZWZ0IjowLjAsIlJpZ2h0IjowLjAsIkJvdHRvbSI6MC4wfSwiUGFkZGluZyI6eyIkaWQiOiIxOTI2IiwiVG9wIjowLjAsIkxlZnQiOjAuMCwiUmlnaHQiOjAuMCwiQm90dG9tIjowLjB9LCJCYWNrZ3JvdW5kIjp7IiRpZCI6IjE5MjciLCJDb2xvciI6eyIkaWQiOiIxOTI4IiwiQSI6ODksIlIiOjAsIkciOjAsIkIiOjB9fSwiSXNWaXNpYmxlIjp0cnVlLCJXaWR0aCI6MC4wLCJIZWlnaHQiOjAuMCwiQm9yZGVyU3R5bGUiOnsiJGlkIjoiMTkyOSIsIkxpbmVDb2xvciI6bnVsbCwiTGluZVdlaWdodCI6MC4wLCJMaW5lVHlwZSI6MCwiUGFyZW50U3R5bGUiOm51bGx9LCJQYXJlbnRTdHlsZSI6bnVsbH0sIkR1cmF0aW9uU3R5bGUiOnsiJGlkIjoiMTkzMCIsIkZvbnRTZXR0aW5ncyI6eyIkaWQiOiIxOTMxIiwiRm9udFNpemUiOjEwLCJGb250TmFtZSI6IkNhbGlicmkiLCJJc0JvbGQiOmZhbHNlLCJJc0l0YWxpYyI6ZmFsc2UsIklzVW5kZXJsaW5lZCI6ZmFsc2UsIlBhcmVudFN0eWxlIjpudWxsfSwiQXV0b1NpemUiOjAsIkZvcmVncm91bmQiOnsiJGlkIjoiMTkzMiIsIkNvbG9yIjp7IiRpZCI6IjE5Mz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OTM0IiwiVG9wIjowLjAsIkxlZnQiOjAuMCwiUmlnaHQiOjAuMCwiQm90dG9tIjowLjB9LCJQYWRkaW5nIjp7IiRpZCI6IjE5MzUiLCJUb3AiOjAuMCwiTGVmdCI6MC4wLCJSaWdodCI6MC4wLCJCb3R0b20iOjAuMH0sIkJhY2tncm91bmQiOnsiJGlkIjoiMTkzNiIsIkNvbG9yIjp7IiRpZCI6IjE5MzciLCJBIjoyNTUsIlIiOjIzNywiRyI6MTI1LCJCIjo0OX19LCJJc1Zpc2libGUiOnRydWUsIldpZHRoIjowLjAsIkhlaWdodCI6MC4wLCJCb3JkZXJTdHlsZSI6eyIkaWQiOiIxOTM4IiwiTGluZUNvbG9yIjpudWxsLCJMaW5lV2VpZ2h0IjowLjAsIkxpbmVUeXBlIjowLCJQYXJlbnRTdHlsZSI6bnVsbH0sIlBhcmVudFN0eWxlIjpudWxsfSwiSG9yaXpvbnRhbENvbm5lY3RvclN0eWxlIjp7IiRpZCI6IjE5MzkiLCJMaW5lQ29sb3IiOnsiJGlkIjoiMTk0MCIsIiR0eXBlIjoiTkxSRS5Db21tb24uRG9tLlNvbGlkQ29sb3JCcnVzaCwgTkxSRS5Db21tb24iLCJDb2xvciI6eyIkaWQiOiIxOTQxIiwiQSI6NTEsIlIiOjIxLCJHIjo5NiwiQiI6MTMwfX0sIkxpbmVXZWlnaHQiOjEuMCwiTGluZVR5cGUiOjAsIlBhcmVudFN0eWxlIjpudWxsfSwiVmVydGljYWxDb25uZWN0b3JTdHlsZSI6eyIkaWQiOiIxOTQyIiwiTGluZUNvbG9yIjp7IiRpZCI6IjE5NDMiLCIkdHlwZSI6Ik5MUkUuQ29tbW9uLkRvbS5Tb2xpZENvbG9yQnJ1c2gsIE5MUkUuQ29tbW9uIiwiQ29sb3IiOnsiJGlkIjoiMTk0NC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k0NSIsIlNoYXBlU3R5bGUiOnsiJGlkIjoiMTk0NiIsIk1hcmdpbiI6eyIkaWQiOiIxOTQ3IiwiVG9wIjowLjAsIkxlZnQiOjAuMCwiUmlnaHQiOjAuMCwiQm90dG9tIjowLjB9LCJQYWRkaW5nIjp7IiRpZCI6IjE5NDgiLCJUb3AiOjAuMCwiTGVmdCI6MC4wLCJSaWdodCI6MC4wLCJCb3R0b20iOjAuMH0sIkJhY2tncm91bmQiOnsiJGlkIjoiMTk0OSIsIkNvbG9yIjp7IiRpZCI6IjE5NTAiLCJBIjoxNTMsIlIiOjAsIkciOjAsIkIiOjB9fSwiSXNWaXNpYmxlIjp0cnVlLCJXaWR0aCI6MC4wLCJIZWlnaHQiOjAuMCwiQm9yZGVyU3R5bGUiOm51bGwsIlBhcmVudFN0eWxlIjpudWxsfSwiTWFyZ2luIjp7IiRpZCI6IjE5NTEiLCJUb3AiOjAuMCwiTGVmdCI6MC4wLCJSaWdodCI6MC4wLCJCb3R0b20iOjAuMH0sIlBhZGRpbmciOnsiJGlkIjoiMTk1MiIsIlRvcCI6MC4wLCJMZWZ0IjowLjAsIlJpZ2h0IjowLjAsIkJvdHRvbSI6MC4wfSwiQmFja2dyb3VuZCI6bnVsbCwiSXNWaXNpYmxlIjp0cnVlLCJXaWR0aCI6MC4wLCJIZWlnaHQiOjAuMCwiQm9yZGVyU3R5bGUiOm51bGwsIlBhcmVudFN0eWxlIjpudWxsfSwiU2hhcGVTdHlsZSI6eyIkaWQiOiIxOTUzIiwiTWFyZ2luIjp7IiRpZCI6IjE5NTQiLCJUb3AiOjAuMCwiTGVmdCI6NC4wLCJSaWdodCI6NC4wLCJCb3R0b20iOjAuMH0sIlBhZGRpbmciOnsiJGlkIjoiMTk1NSIsIlRvcCI6MC4wLCJMZWZ0IjowLjAsIlJpZ2h0IjowLjAsIkJvdHRvbSI6MC4wfSwiQmFja2dyb3VuZCI6eyIkaWQiOiIxOTU2IiwiQ29sb3IiOnsiJGlkIjoiMTk1NyIsIkEiOjI1NSwiUiI6NzgsIkciOjE2NywiQiI6NDZ9fSwiSXNWaXNpYmxlIjp0cnVlLCJXaWR0aCI6MC4wLCJIZWlnaHQiOjEwLjAsIkJvcmRlclN0eWxlIjp7IiRpZCI6IjE5NTgiLCJMaW5lQ29sb3IiOnsiJGlkIjoiMTk1OSIsIiR0eXBlIjoiTkxSRS5Db21tb24uRG9tLlNvbGlkQ29sb3JCcnVzaCwgTkxSRS5Db21tb24iLCJDb2xvciI6eyIkaWQiOiIxOTYwIiwiQSI6MjU1LCJSIjoyMzQsIkciOjIyLCJCIjozMH19LCJMaW5lV2VpZ2h0IjowLjAsIkxpbmVUeXBlIjowLCJQYXJlbnRTdHlsZSI6bnVsbH0sIlBhcmVudFN0eWxlIjpudWxsfSwiVGl0bGVTdHlsZSI6eyIkaWQiOiIxOTYxIiwiRm9udFNldHRpbmdzIjp7IiRpZCI6IjE5NjIiLCJGb250U2l6ZSI6MTEsIkZvbnROYW1lIjoiQ2FsaWJyaSIsIklzQm9sZCI6ZmFsc2UsIklzSXRhbGljIjpmYWxzZSwiSXNVbmRlcmxpbmVkIjpmYWxzZSwiUGFyZW50U3R5bGUiOm51bGx9LCJBdXRvU2l6ZSI6MCwiRm9yZWdyb3VuZCI6eyIkaWQiOiIxOTYzIiwiQ29sb3IiOnsiJGlkIjoiMTk2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OTY1IiwiVG9wIjowLjAsIkxlZnQiOjAuMCwiUmlnaHQiOjAuMCwiQm90dG9tIjowLjB9LCJQYWRkaW5nIjp7IiRpZCI6IjE5NjYiLCJUb3AiOjAuMCwiTGVmdCI6MC4wLCJSaWdodCI6MC4wLCJCb3R0b20iOjAuMH0sIkJhY2tncm91bmQiOnsiJGlkIjoiMTk2NyIsIkNvbG9yIjp7IiRpZCI6IjE5NjgiLCJBIjowLCJSIjoyNTUsIkciOjI1NSwiQiI6MjU1fX0sIklzVmlzaWJsZSI6dHJ1ZSwiV2lkdGgiOjAuMCwiSGVpZ2h0IjowLjAsIkJvcmRlclN0eWxlIjp7IiRpZCI6IjE5NjkiLCJMaW5lQ29sb3IiOm51bGwsIkxpbmVXZWlnaHQiOjAuMCwiTGluZVR5cGUiOjAsIlBhcmVudFN0eWxlIjpudWxsfSwiUGFyZW50U3R5bGUiOm51bGx9LCJEYXRlU3R5bGUiOnsiJGlkIjoiMTk3MCIsIkZvbnRTZXR0aW5ncyI6eyIkaWQiOiIxOTcxIiwiRm9udFNpemUiOjEwLCJGb250TmFtZSI6IkNhbGlicmkiLCJJc0JvbGQiOmZhbHNlLCJJc0l0YWxpYyI6ZmFsc2UsIklzVW5kZXJsaW5lZCI6ZmFsc2UsIlBhcmVudFN0eWxlIjpudWxsfSwiQXV0b1NpemUiOjAsIkZvcmVncm91bmQiOnsiJGlkIjoiMTk3MiIsIkNvbG9yIjp7IiRpZCI6IjE5Nz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k3NCIsIlRvcCI6MC4wLCJMZWZ0IjowLjAsIlJpZ2h0IjowLjAsIkJvdHRvbSI6MC4wfSwiUGFkZGluZyI6eyIkaWQiOiIxOTc1IiwiVG9wIjowLjAsIkxlZnQiOjAuMCwiUmlnaHQiOjAuMCwiQm90dG9tIjowLjB9LCJCYWNrZ3JvdW5kIjp7IiRpZCI6IjE5NzYiLCJDb2xvciI6eyIkaWQiOiIxOTc3IiwiQSI6MCwiUiI6MjU1LCJHIjoyNTUsIkIiOjI1NX19LCJJc1Zpc2libGUiOnRydWUsIldpZHRoIjowLjAsIkhlaWdodCI6MC4wLCJCb3JkZXJTdHlsZSI6eyIkaWQiOiIxOTc4IiwiTGluZUNvbG9yIjpudWxsLCJMaW5lV2VpZ2h0IjowLjAsIkxpbmVUeXBlIjowLCJQYXJlbnRTdHlsZSI6bnVsbH0sIlBhcmVudFN0eWxlIjpudWxsfSwiRGF0ZUZvcm1hdCI6eyIkaWQiOiIxOTc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5ODAiLCJGb3JtYXQiOjAsIklzVmlzaWJsZSI6ZmFsc2UsIkxhc3RLbm93blZpc2liaWxpdHlTdGF0ZSI6ZmFsc2V9LCJJc1Zpc2libGUiOmZhbHNlLCJWYXJpYW5jZVN0eWxlIjp7IiRpZCI6IjE5ODEiLCJUZXh0U3R5bGUiOnsiJGlkIjoiMTk4MiIsIkZvbnRTZXR0aW5ncyI6eyIkaWQiOiIxOTgzIiwiRm9udFNpemUiOjEwLCJGb250TmFtZSI6IkNhbGlicmkiLCJJc0JvbGQiOmZhbHNlLCJJc0l0YWxpYyI6ZmFsc2UsIklzVW5kZXJsaW5lZCI6ZmFsc2UsIlBhcmVudFN0eWxlIjpudWxsfSwiQXV0b1NpemUiOjAsIkZvcmVncm91bmQiOnsiJGlkIjoiMTk4NCIsIkNvbG9yIjp7IiRpZCI6IjE5OD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k4NiIsIlRvcCI6MC4wLCJMZWZ0IjowLjAsIlJpZ2h0IjowLjAsIkJvdHRvbSI6MC4wfSwiUGFkZGluZyI6eyIkaWQiOiIxOTg3IiwiVG9wIjowLjAsIkxlZnQiOjAuMCwiUmlnaHQiOjAuMCwiQm90dG9tIjowLjB9LCJCYWNrZ3JvdW5kIjp7IiRpZCI6IjE5ODgiLCJDb2xvciI6eyIkaWQiOiIxOTg5IiwiQSI6MjU1LCJSIjowLCJHIjowLCJCIjowfX0sIklzVmlzaWJsZSI6dHJ1ZSwiV2lkdGgiOjAuMCwiSGVpZ2h0IjowLjAsIkJvcmRlclN0eWxlIjp7IiRpZCI6IjE5OTAiLCJMaW5lQ29sb3IiOm51bGwsIkxpbmVXZWlnaHQiOjAuMCwiTGluZVR5cGUiOjAsIlBhcmVudFN0eWxlIjpudWxsfSwiUGFyZW50U3R5bGUiOm51bGx9LCJQYXJlbnRTdHlsZSI6bnVsbH0sIlBhcmVudFN0eWxlIjpudWxsfSwiSW5kZXgiOjksIlNtYXJ0RHVyYXRpb25BY3RpdmF0ZWQiOmZhbHNlLCJEYXRlRm9ybWF0Ijp7IiRyZWYiOiIxOTc5In0sIldlZWtOdW1iZXJpbmciOnsiJGlkIjoiMTk5MSIsIkZvcm1hdCI6MCwiSXNWaXNpYmxlIjpmYWxzZSwiTGFzdEtub3duVmlzaWJpbGl0eVN0YXRlIjpmYWxzZX0sIkJhc2VsaW5lRGF0YSI6eyIkaWQiOiIxOTkyIiwiU3RhcnREYXRlIjoiMjAyNS0xMS0yMVQwMDowMDowMCIsIkVuZERhdGUiOiIyMDI1LTExLTIyVDIzOjU5OjAwIn0sIklkIjoiZjJhODQ4ZTEtOTIxYy00Y2ViLWFlYTktMGY4ODFmOWY5ZWY5IiwiSW1wb3J0SWQiOm51bGwsIlRpdGxlIjoiTWlncmFjacOzbiBCRCBhIFBvc3RncmUiLCJOb3RlIjpudWxsLCJIeXBlcmxpbmsiOnsiJGlkIjoiMTk5MyIsIkFkZHJlc3MiOiIiLCJTdWJBZGRyZXNzIjoiIn0sIklzQ2hhbmdlZCI6ZmFsc2UsIklzTmV3IjpmYWxzZX1dLCJTd2ltbGFuZXMiOltdLCJNc1Byb2plY3RJdGVtc1RyZWUiOnsiJGlkIjoiMTk5NCIsIlJvb3QiOnsiSW1wb3J0SWQiOm51bGwsIklzSW1wb3J0ZWQiOmZhbHNlLCJDaGlsZHJlbiI6W119fSwiTWV0YWRhdGEiOnsiJGlkIjoiMTk5NSIsIlNvdXJjZVRoZW1lIjoie1wiJGlkXCI6XCIxXCIsXCJJZFwiOlwiZTkyYzY1ZjAtMjhkNC00Njk3LWEwZDUtMjRiNTcyNTdiNTk3XCIsXCJDYXRlZ29yeVwiOjEsXCJDdWx0dXJlSW5mb05hbWVcIjpcImVuLVVTXCIsXCJWZXJzaW9uXCI6e1wiJGlkXCI6XCIyXCIsXCJUaGVtZURvbVZlcnNpb25cIjpcIjIuMS4wXCJ9LFwiU3R5bGVcIjp7XCIkaWRcIjpcIjNcIixcIlRpbWViYW5kU3R5bGVcIjp7XCIkaWRcIjpcIjRcIixcIlJpZ2h0RW5kQ2Fwc1N0eWxlXCI6e1wiJGlkXCI6XCI1XCIsXCJGb250U2V0dGluZ3NcIjp7XCIkaWRcIjpcIjZcIixcIkZvbnRTaXplXCI6MTgsXCJGb250TmFtZVwiOlwiQ2FsaWJyaVwiLFwiSXNCb2xkXCI6dHJ1ZSxcIklzSXRhbGljXCI6ZmFsc2UsXCJJc1VuZGVybGluZWRcIjpmYWxzZX0sXCJGb3JlZ3JvdW5kXCI6e1wiJGlkXCI6XCI3XCIsXCJDb2xvclwiOntcIiRpZFwiOlwiOFwiLFwiQVwiOjI1NSxcIlJcIjoyMzMsXCJHXCI6MTEzLFwiQlwiOjUwfX0sXCJIb3Jpem9udGFsQWxpZ25tZW50XCI6MCxcIklzVmlzaWJsZVwiOnRydWV9LFwiTGVmdEVuZENhcHNTdHlsZVwiOntcIiRpZFwiOlwiOVwiLFwiRm9udFNldHRpbmdzXCI6e1wiJGlkXCI6XCIxMFwiLFwiRm9udFNpemVcIjoxOCxcIkZvbnROYW1lXCI6XCJDYWxpYnJpXCIsXCJJc0JvbGRcIjp0cnVlLFwiSXNJdGFsaWNcIjpmYWxzZSxcIklzVW5kZXJsaW5lZFwiOmZhbHNlfSxcIkZvcmVncm91bmRcIjp7XCIkaWRcIjpcIjExXCIsXCJDb2xvclwiOntcIiRpZFwiOlwiMTJcIixcIkFcIjoyNTUsXCJSXCI6MjM3LFwiR1wiOjEyNSxcIkJcIjo0OX19LFwiSG9yaXpvbnRhbEFsaWdubWVudFwiOjAsXCJJc1Zpc2libGVcIjpmYWxzZX0sXCJUb2RheU1hcmtlclN0eWxlXCI6e1wiJGlkXCI6XCIxM1wiLFwiVG9kYXlUZXh0U3R5bGVcIjp7XCIkaWRcIjpcIjE0XCIsXCJGb250U2V0dGluZ3NcIjp7XCIkaWRcIjpcIjE1XCIsXCJGb250U2l6ZVwiOjEyLFwiRm9udE5hbWVcIjpcIkNhbGlicmlcIixcIklzQm9sZFwiOmZhbHNlLFwiSXNJdGFsaWNcIjpmYWxzZSxcIklzVW5kZXJsaW5lZFwiOmZhbHNlfSxcIkZvcmVncm91bmRcIjp7XCIkaWRcIjpcIjE2XCIsXCJDb2xvclwiOntcIiRpZFwiOlwiMTdcIixcIkFcIjoyNTUsXCJSXCI6MCxcIkdcIjowLFwiQlwiOjB9fSxcIkhvcml6b250YWxBbGlnbm1lbnRcIjowLFwiSXNWaXNpYmxlXCI6dHJ1ZX0sXCJUb2RheU1hcmtlclNoYXBlU3R5bGVcIjp7XCIkaWRcIjpcIjE4XCIsXCJNYXJnaW5cIjp7XCIkaWRcIjpcIjE5XCIsXCJUb3BcIjowLjAsXCJMZWZ0XCI6MC4wLFwiUmlnaHRcIjowLjAsXCJCb3R0b21cIjowLjB9LFwiUGFkZGluZ1wiOntcIiRpZFwiOlwiMjBcIixcIlRvcFwiOjAuMCxcIkxlZnRcIjowLjAsXCJSaWdodFwiOjAuMCxcIkJvdHRvbVwiOjAuMH0sXCJCYWNrZ3JvdW5kXCI6e1wiJGlkXCI6XCIyMVwiLFwiQ29sb3JcIjp7XCIkaWRcIjpcIjIyXCIsXCJBXCI6MjU1LFwiUlwiOjI1NSxcIkdcIjowLFwiQlwiOjB9fSxcIklzVmlzaWJsZVwiOnRydWUsXCJXaWR0aFwiOjAuMCxcIkhlaWdodFwiOjAuMCxcIkJvcmRlclN0eWxlXCI6bnVsbH0sXCJUb2RheU1hcmtlclBvc2l0aW9uXCI6MyxcIklzVmlzaWJsZVwiOnRydWV9LFwiU2NhbGVTdHlsZVwiOntcIiRpZFwiOlwiMjNcIixcIlNob3dTZWdtZW50U2VwYXJhdG9yc1wiOnRydWUsXCJTZWdtZW50U2VwYXJhdG9yT3BhY2l0eVwiOjMwLFwiU2hhcGVcIjozLFwiU2VnbWVudFRleHRTdHlsZVwiOntcIiRpZFwiOlwiMjRcIixcIkZvbnRTZXR0aW5nc1wiOntcIiRpZFwiOlwiMjVcIixcIkZvbnRTaXplXCI6MTIsXCJGb250TmFtZVwiOlwiQ2FsaWJyaVwiLFwiSXNCb2xkXCI6ZmFsc2UsXCJJc0l0YWxpY1wiOmZhbHNlLFwiSXNVbmRlcmxpbmVkXCI6ZmFsc2V9LFwiRm9yZWdyb3VuZFwiOntcIiRpZFwiOlwiMjZcIixcIkNvbG9yXCI6e1wiJGlkXCI6XCIyN1wiLFwiQVwiOjI1NSxcIlJcIjoyMzIsXCJHXCI6MjMyLFwiQlwiOjIzMn19LFwiSG9yaXpvbnRhbEFsaWdubWVudFwiOjAsXCJJc1Zpc2libGVcIjp0cnVlfSxcIlNoYXBlU3R5bGVcIjp7XCIkaWRcIjpcIjI4XCIsXCJNYXJnaW5cIjp7XCIkaWRcIjpcIjI5XCIsXCJUb3BcIjowLjAsXCJMZWZ0XCI6MTAuMCxcIlJpZ2h0XCI6MTAuMCxcIkJvdHRvbVwiOjAuMH0sXCJQYWRkaW5nXCI6e1wiJGlkXCI6XCIzMFwiLFwiVG9wXCI6MC4wLFwiTGVmdFwiOjAuMCxcIlJpZ2h0XCI6MC4wLFwiQm90dG9tXCI6MC4wfSxcIkJhY2tncm91bmRcIjp7XCIkaWRcIjpcIjMxXCIsXCJDb2xvclwiOntcIiRpZFwiOlwiMzJcIixcIkFcIjoyNTUsXCJSXCI6MTQsXCJHXCI6NDAsXCJCXCI6NjV9fSxcIklzVmlzaWJsZVwiOnRydWUsXCJXaWR0aFwiOjg1OC4wLFwiSGVpZ2h0XCI6MjAuMCxcIkJvcmRlclN0eWxlXCI6e1wiJGlkXCI6XCIzM1wiLFwiTGluZVN0eWxlXCI6e1wiJGlkXCI6XCIzNFwiLFwiTGluZUNvbG9yXCI6e1wiJGlkXCI6XCIzNVwiLFwiQ29sb3JcIjp7XCIkaWRcIjpcIjM2XCIsXCJBXCI6MjU1LFwiUlwiOjI1NSxcIkdcIjowLFwiQlwiOjB9fSxcIkxpbmVXZWlnaHRcIjowLjAsXCJMaW5lVHlwZVwiOjB9LFwiSXNWaXNpYmxlXCI6ZmFsc2V9fX0sXCJFbGFwc2VkVGltZVN0eWxlXCI6e1wiJGlkXCI6XCIzN1wiLFwiRWxhcHNlZFRpbWVCYWNrZ3JvdW5kXCI6e1wiJGlkXCI6XCIzOFwiLFwiQ29sb3JcIjp7XCIkaWRcIjpcIjM5XCIsXCJBXCI6MTkxLFwiUlwiOjI1NSxcIkdcIjowLFwiQlwiOjB9fSxcIkVsYXBzZWRUaW1lRm9ybWF0XCI6MSxcIklzVmlzaWJsZVwiOnRydWV9LFwiTWFyZ2luXCI6e1wiJGlkXCI6XCI0MFwiLFwiVG9wXCI6MC4wLFwiTGVmdFwiOjEwLjAsXCJSaWdodFwiOjEwLjAsXCJCb3R0b21cIjowLjB9LFwiUGFkZGluZ1wiOntcIiRpZFwiOlwiNDFcIixcIlRvcFwiOjAuMCxcIkxlZnRcIjowLjAsXCJSaWdodFwiOjAuMCxcIkJvdHRvbVwiOjAuMH0sXCJCYWNrZ3JvdW5kXCI6e1wiJGlkXCI6XCI0MlwiLFwiQ29sb3JcIjp7XCIkaWRcIjpcIjQzXCIsXCJBXCI6MjU1LFwiUlwiOjQ3LFwiR1wiOjU0LFwiQlwiOjE1M319LFwiSXNWaXNpYmxlXCI6ZmFsc2UsXCJXaWR0aFwiOjAuMCxcIkhlaWdodFwiOjAuMCxcIkJvcmRlclN0eWxlXCI6bnVsbH0sXCJUYXNrU3R5bGVcIjp7XCIkaWRcIjpcIjQ0XCIsXCJTaGFwZVwiOjMsXCJTaGFwZVRoaWNrbmVzc1wiOjAsXCJEdXJhdGlvbkZvcm1hdFwiOjAsXCJQZXJjZW50YWdlQ29tcGxldGVUZXh0U3R5bGVcIjp7XCIkaWRcIjpcIjQ1XCIsXCJGb250U2V0dGluZ3NcIjp7XCIkaWRcIjpcIjQ2XCIsXCJGb250U2l6ZVwiOjEwLFwiRm9udE5hbWVcIjpcIkNhbGlicmlcIixcIklzQm9sZFwiOmZhbHNlLFwiSXNJdGFsaWNcIjpmYWxzZSxcIklzVW5kZXJsaW5lZFwiOmZhbHNlfSxcIkZvcmVncm91bmRcIjp7XCIkaWRcIjpcIjQ3XCIsXCJDb2xvclwiOntcIiRpZFwiOlwiNDhcIixcIkFcIjoyNTUsXCJSXCI6MjMyLFwiR1wiOjIzMixcIkJcIjoyMzJ9fSxcIkhvcml6b250YWxBbGlnbm1lbnRcIjoxLFwiSXNWaXNpYmxlXCI6dHJ1ZX0sXCJQZXJjZW50YWdlQ29tcGxldGVIaWdobGlnaHRTdHlsZVwiOntcIiRpZFwiOlwiNDlcIixcIkJhY2tncm91bmRcIjp7XCIkaWRcIjpcIjUwXCIsXCJDb2xvclwiOntcIiRpZFwiOlwiNTFcIixcIkFcIjo4OSxcIlJcIjowLFwiR1wiOjAsXCJCXCI6MH19fSxcIkR1cmF0aW9uU3R5bGVcIjp7XCIkaWRcIjpcIjUyXCIsXCJGb250U2V0dGluZ3NcIjp7XCIkaWRcIjpcIjUzXCIsXCJGb250U2l6ZVwiOjEwLFwiRm9udE5hbWVcIjpcIkNhbGlicmlcIixcIklzQm9sZFwiOmZhbHNlLFwiSXNJdGFsaWNcIjpmYWxzZSxcIklzVW5kZXJsaW5lZFwiOmZhbHNlfSxcIkZvcmVncm91bmRcIjp7XCIkaWRcIjpcIjU0XCIsXCJDb2xvclwiOntcIiRpZFwiOlwiNTVcIixcIkFcIjoyNTUsXCJSXCI6MjM3LFwiR1wiOjEyNSxcIkJcIjo0OX19LFwiSG9yaXpvbnRhbEFsaWdubWVudFwiOjAsXCJJc1Zpc2libGVcIjpmYWxzZX0sXCJIb3Jpem9udGFsQ29ubmVjdG9yU3R5bGVcIjp7XCIkaWRcIjpcIjU2XCIsXCJMaW5lU3R5bGVcIjp7XCIkaWRcIjpcIjU3XCIsXCJMaW5lQ29sb3JcIjp7XCIkaWRcIjpcIjU4XCIsXCJDb2xvclwiOntcIiRpZFwiOlwiNTlcIixcIkFcIjo1MSxcIlJcIjoyMSxcIkdcIjo5NixcIkJcIjoxMzB9fSxcIkxpbmVXZWlnaHRcIjoxLjAsXCJMaW5lVHlwZVwiOjB9LFwiSXNWaXNpYmxlXCI6dHJ1ZX0sXCJWZXJ0aWNhbENvbm5lY3RvclN0eWxlXCI6e1wiJGlkXCI6XCI2MFwiLFwiTGluZVN0eWxlXCI6e1wiJGlkXCI6XCI2MVwiLFwiTGluZUNvbG9yXCI6e1wiJGlkXCI6XCI2MlwiLFwiQ29sb3JcIjp7XCIkaWRcIjpcIjYzXCIsXCJBXCI6NTEsXCJSXCI6MjEsXCJHXCI6OTYsXCJCXCI6MTMwfX0sXCJMaW5lV2VpZ2h0XCI6MS4wLFwiTGluZVR5cGVcIjowfSxcIklzVmlzaWJsZVwiOmZhbHNlfSxcIk1hcmdpblwiOntcIiRpZFwiOlwiNjRcIixcIlRvcFwiOjAuMCxcIkxlZnRcIjowLjAsXCJSaWdodFwiOjAuMCxcIkJvdHRvbVwiOjAuMH0sXCJTdGFydERhdGVQb3NpdGlvblwiOjQsXCJFbmREYXRlUG9zaXRpb25cIjo0LFwiVGl0bGVQb3NpdGlvblwiOjMsXCJEdXJhdGlvblBvc2l0aW9uXCI6MCxcIlBlcmNlbnRhZ2VDb21wbGV0ZWRQb3NpdGlvblwiOjIsXCJWYXJpYW5jZVBvc2l0aW9uXCI6MixcIlNwYWNpbmdcIjozLFwiSXNCZWxvd1RpbWViYW5kXCI6ZmFsc2UsXCJCYXNlbGluZVN0eWxlXCI6e1wiJGlkXCI6XCI2NVwiLFwiQmFzZWxpbmVTaGFwZVN0eWxlXCI6e1wiJGlkXCI6XCI2NlwiLFwiTWFyZ2luXCI6e1wiJGlkXCI6XCI2N1wiLFwiVG9wXCI6MC4wLFwiTGVmdFwiOjAuMCxcIlJpZ2h0XCI6MC4wLFwiQm90dG9tXCI6MC4wfSxcIlBhZGRpbmdcIjp7XCIkaWRcIjpcIjY4XCIsXCJUb3BcIjowLjAsXCJMZWZ0XCI6MC4wLFwiUmlnaHRcIjowLjAsXCJCb3R0b21cIjowLjB9LFwiQmFja2dyb3VuZFwiOntcIiRpZFwiOlwiNjlcIixcIkNvbG9yXCI6e1wiJGlkXCI6XCI3MFwiLFwiQVwiOjE1MyxcIlJcIjowLFwiR1wiOjAsXCJCXCI6MH19LFwiSXNWaXNpYmxlXCI6ZmFsc2UsXCJXaWR0aFwiOjAuMCxcIkhlaWdodFwiOjAuMCxcIkJvcmRlclN0eWxlXCI6e1wiJGlkXCI6XCI3MVwiLFwiTGluZVN0eWxlXCI6e1wiJGlkXCI6XCI3MlwiLFwiTGluZUNvbG9yXCI6e1wiJGlkXCI6XCI3M1wiLFwiQ29sb3JcIjp7XCIkaWRcIjpcIjc0XCIsXCJBXCI6MjU1LFwiUlwiOjI1NSxcIkdcIjowLFwiQlwiOjB9fSxcIkxpbmVXZWlnaHRcIjoyLjAsXCJMaW5lVHlwZVwiOjB9LFwiSXNWaXNpYmxlXCI6ZmFsc2V9fX0sXCJTaGFwZVN0eWxlXCI6e1wiJGlkXCI6XCI3NVwiLFwiTWFyZ2luXCI6e1wiJGlkXCI6XCI3NlwiLFwiVG9wXCI6MC4wLFwiTGVmdFwiOjQuMCxcIlJpZ2h0XCI6NC4wLFwiQm90dG9tXCI6MC4wfSxcIlBhZGRpbmdcIjp7XCIkaWRcIjpcIjc3XCIsXCJUb3BcIjowLjAsXCJMZWZ0XCI6MC4wLFwiUmlnaHRcIjowLjAsXCJCb3R0b21cIjowLjB9LFwiQmFja2dyb3VuZFwiOntcIiRpZFwiOlwiNzhcIixcIkNvbG9yXCI6e1wiJGlkXCI6XCI3OVwiLFwiQVwiOjI1NSxcIlJcIjoyMSxcIkdcIjo5NixcIkJcIjoxMzB9fSxcIklzVmlzaWJsZVwiOnRydWUsXCJXaWR0aFwiOjAuMCxcIkhlaWdodFwiOjEwLjAsXCJCb3JkZXJTdHlsZVwiOntcIiRpZFwiOlwiODBcIixcIkxpbmVTdHlsZVwiOntcIiRpZFwiOlwiODFcIixcIkxpbmVDb2xvclwiOntcIiRpZFwiOlwiODJcIixcIkNvbG9yXCI6e1wiJGlkXCI6XCI4M1wiLFwiQVwiOjI1NSxcIlJcIjoyMzQsXCJHXCI6MjIsXCJCXCI6MzB9fSxcIkxpbmVXZWlnaHRcIjoyLjAsXCJMaW5lVHlwZVwiOjB9LFwiSXNWaXNpYmxlXCI6ZmFsc2V9fSxcIlRpdGxlU3R5bGVcIjp7XCIkaWRcIjpcIjg0XCIsXCJGb250U2V0dGluZ3NcIjp7XCIkaWRcIjpcIjg1XCIsXCJGb250U2l6ZVwiOjExLFwiRm9udE5hbWVcIjpcIkNhbGlicmlcIixcIklzQm9sZFwiOmZhbHNlLFwiSXNJdGFsaWNcIjpmYWxzZSxcIklzVW5kZXJsaW5lZFwiOmZhbHNlfSxcIkZvcmVncm91bmRcIjp7XCIkaWRcIjpcIjg2XCIsXCJDb2xvclwiOntcIiRpZFwiOlwiODdcIixcIkFcIjoyNTUsXCJSXCI6MCxcIkdcIjowLFwiQlwiOjB9fSxcIkhvcml6b250YWxBbGlnbm1lbnRcIjoyLFwiSXNWaXNpYmxlXCI6dHJ1ZX0sXCJEYXRlU3R5bGVcIjp7XCIkaWRcIjpcIjg4XCIsXCJGb250U2V0dGluZ3NcIjp7XCIkaWRcIjpcIjg5XCIsXCJGb250U2l6ZVwiOjEwLFwiRm9udE5hbWVcIjpcIkNhbGlicmlcIixcIklzQm9sZFwiOmZhbHNlLFwiSXNJdGFsaWNcIjpmYWxzZSxcIklzVW5kZXJsaW5lZFwiOmZhbHNlfSxcIkZvcmVncm91bmRcIjp7XCIkaWRcIjpcIjkwXCIsXCJDb2xvclwiOntcIiRpZFwiOlwiOTFcIixcIkFcIjoyNTUsXCJSXCI6MTQsXCJHXCI6NDAsXCJCXCI6NjV9fSxcIkhvcml6b250YWxBbGlnbm1lbnRcIjowLFwiSXNWaXNpYmxlXCI6dHJ1ZX0sXCJEYXRlRm9ybWF0XCI6e1wiJGlkXCI6XCI5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5M1wiLFwiRm9ybWF0XCI6MCxcIklzVmlzaWJsZVwiOmZhbHNlLFwiTGFzdEtub3duVmlzaWJpbGl0eVN0YXRlXCI6ZmFsc2V9LFwiVmFyaWFuY2VTdHlsZVwiOntcIiRpZFwiOlwiOTRcIixcIlZhcmlhbmNlVGV4dFN0eWxlXCI6e1wiJGlkXCI6XCI5NVwiLFwiRm9udFNldHRpbmdzXCI6e1wiJGlkXCI6XCI5NlwiLFwiRm9udFNpemVcIjoxMCxcIkZvbnROYW1lXCI6XCJDYWxpYnJpXCIsXCJJc0JvbGRcIjpmYWxzZSxcIklzSXRhbGljXCI6ZmFsc2UsXCJJc1VuZGVybGluZWRcIjpmYWxzZX0sXCJGb3JlZ3JvdW5kXCI6e1wiJGlkXCI6XCI5N1wiLFwiQ29sb3JcIjp7XCIkaWRcIjpcIjk4XCIsXCJBXCI6MjU1LFwiUlwiOjAsXCJHXCI6MCxcIkJcIjowfX0sXCJIb3Jpem9udGFsQWxpZ25tZW50XCI6MCxcIklzVmlzaWJsZVwiOnRydWV9fX0sXCJNaWxlc3RvbmVTdHlsZVwiOntcIiRpZFwiOlwiOTlcIixcIlNoYXBlXCI6MixcIklzQmVsb3dUaW1lYmFuZFwiOmZhbHNlLFwiU2hhcGVTaXplXCI6MSxcIlBhZGRpbmdcIjp7XCIkaWRcIjpcIjEwMFwiLFwiVG9wXCI6NS4wLFwiTGVmdFwiOjMuMCxcIlJpZ2h0XCI6MC4wLFwiQm90dG9tXCI6Mi4wfSxcIlNoYXBlU3R5bGVcIjp7XCIkaWRcIjpcIjEwMVwiLFwiTWFyZ2luXCI6e1wiJGlkXCI6XCIxMDJcIixcIlRvcFwiOjAuMCxcIkxlZnRcIjowLjAsXCJSaWdodFwiOjAuMCxcIkJvdHRvbVwiOjAuMH0sXCJQYWRkaW5nXCI6e1wiJGlkXCI6XCIxMDNcIixcIlRvcFwiOjAuMCxcIkxlZnRcIjowLjAsXCJSaWdodFwiOjAuMCxcIkJvdHRvbVwiOjAuMH0sXCJCYWNrZ3JvdW5kXCI6e1wiJGlkXCI6XCIxMDRcIixcIkNvbG9yXCI6e1wiJGlkXCI6XCIxMDVcIixcIkFcIjoyNTUsXCJSXCI6MjMzLFwiR1wiOjExMyxcIkJcIjo1MH19LFwiSXNWaXNpYmxlXCI6dHJ1ZSxcIldpZHRoXCI6MTguMCxcIkhlaWdodFwiOjIwLjAsXCJCb3JkZXJTdHlsZVwiOntcIiRpZFwiOlwiMTA2XCIsXCJMaW5lU3R5bGVcIjp7XCIkaWRcIjpcIjEwN1wiLFwiTGluZUNvbG9yXCI6e1wiJGlkXCI6XCIxMDhcIixcIkNvbG9yXCI6e1wiJGlkXCI6XCIxMDlcIixcIkFcIjoyNTUsXCJSXCI6MjM0LFwiR1wiOjIyLFwiQlwiOjMwfX0sXCJMaW5lV2VpZ2h0XCI6Mi4wLFwiTGluZVR5cGVcIjowfSxcIklzVmlzaWJsZVwiOmZhbHNlfX0sXCJUaXRsZVN0eWxlXCI6e1wiJGlkXCI6XCIxMTBcIixcIkZvbnRTZXR0aW5nc1wiOntcIiRpZFwiOlwiMTExXCIsXCJGb250U2l6ZVwiOjExLFwiRm9udE5hbWVcIjpcIkNhbGlicmlcIixcIklzQm9sZFwiOnRydWUsXCJJc0l0YWxpY1wiOmZhbHNlLFwiSXNVbmRlcmxpbmVkXCI6ZmFsc2V9LFwiRm9yZWdyb3VuZFwiOntcIiRpZFwiOlwiMTEyXCIsXCJDb2xvclwiOntcIiRpZFwiOlwiMTEzXCIsXCJBXCI6MjU1LFwiUlwiOjAsXCJHXCI6MCxcIkJcIjowfX0sXCJIb3Jpem9udGFsQWxpZ25tZW50XCI6MCxcIklzVmlzaWJsZVwiOnRydWV9LFwiRGF0ZVN0eWxlXCI6e1wiJGlkXCI6XCIxMTRcIixcIkZvbnRTZXR0aW5nc1wiOntcIiRpZFwiOlwiMTE1XCIsXCJGb250U2l6ZVwiOjEwLFwiRm9udE5hbWVcIjpcIkNhbGlicmlcIixcIklzQm9sZFwiOmZhbHNlLFwiSXNJdGFsaWNcIjpmYWxzZSxcIklzVW5kZXJsaW5lZFwiOmZhbHNlfSxcIkZvcmVncm91bmRcIjp7XCIkaWRcIjpcIjExNlwiLFwiQ29sb3JcIjp7XCIkaWRcIjpcIjExN1wiLFwiQVwiOjI1NSxcIlJcIjoxNCxcIkdcIjo0MCxcIkJcIjo2NX19LFwiSG9yaXpvbnRhbEFsaWdubWVudFwiOjAsXCJJc1Zpc2libGVcIjp0cnVlfSxcIkRhdGVGb3JtYXRcIjp7XCIkaWRcIjpcIjExOF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xMTlcIixcIkZvcm1hdFwiOjAsXCJJc1Zpc2libGVcIjpmYWxzZSxcIkxhc3RLbm93blZpc2liaWxpdHlTdGF0ZVwiOmZhbHNlfSxcIlZhcmlhbmNlU3R5bGVcIjp7XCIkaWRcIjpcIjEyMFwiLFwiVmFyaWFuY2VUZXh0U3R5bGVcIjp7XCIkaWRcIjpcIjEyMVwiLFwiRm9udFNldHRpbmdzXCI6e1wiJGlkXCI6XCIxMjJcIixcIkZvbnRTaXplXCI6MTAsXCJGb250TmFtZVwiOlwiQ2FsaWJyaVwiLFwiSXNCb2xkXCI6ZmFsc2UsXCJJc0l0YWxpY1wiOmZhbHNlLFwiSXNVbmRlcmxpbmVkXCI6ZmFsc2V9LFwiRm9yZWdyb3VuZFwiOntcIiRpZFwiOlwiMTIzXCIsXCJDb2xvclwiOntcIiRpZFwiOlwiMTI0XCIsXCJBXCI6MjU1LFwiUlwiOjAsXCJHXCI6MCxcIkJcIjowfX0sXCJIb3Jpem9udGFsQWxpZ25tZW50XCI6MCxcIklzVmlzaWJsZVwiOnRydWV9fX0sXCJNb3RTdHlsZVwiOntcIiRpZFwiOlwiMTI1XCIsXCJTaGFwZVwiOjIsXCJTaGFwZVNpemVcIjoxLFwiRGV0YWlsc1NwYWNpbmdcIjowLjAsXCJQYWRkaW5nXCI6e1wiJGlkXCI6XCIxMjZcIixcIlRvcFwiOjUuMCxcIkxlZnRcIjozLjAsXCJSaWdodFwiOjAuMCxcIkJvdHRvbVwiOjIuMH0sXCJQb3NpdGlvbk9uVGFza1wiOjEsXCJTaGFwZVN0eWxlXCI6e1wiJGlkXCI6XCIxMjdcIixcIk1hcmdpblwiOntcIiRpZFwiOlwiMTI4XCIsXCJUb3BcIjowLjAsXCJMZWZ0XCI6MC4wLFwiUmlnaHRcIjowLjAsXCJCb3R0b21cIjowLjB9LFwiUGFkZGluZ1wiOntcIiRpZFwiOlwiMTI5XCIsXCJUb3BcIjowLjAsXCJMZWZ0XCI6MC4wLFwiUmlnaHRcIjowLjAsXCJCb3R0b21cIjowLjB9LFwiQmFja2dyb3VuZFwiOntcIiRpZFwiOlwiMTMwXCIsXCJDb2xvclwiOntcIiRpZFwiOlwiMTMxXCIsXCJBXCI6MjU1LFwiUlwiOjIzMyxcIkdcIjoxMTMsXCJCXCI6NTB9fSxcIklzVmlzaWJsZVwiOnRydWUsXCJXaWR0aFwiOjEzLjAsXCJIZWlnaHRcIjoxMy4wLFwiQm9yZGVyU3R5bGVcIjp7XCIkaWRcIjpcIjEzMlwiLFwiTGluZVN0eWxlXCI6e1wiJGlkXCI6XCIxMzNcIixcIkxpbmVDb2xvclwiOntcIiRpZFwiOlwiMTM0XCIsXCJDb2xvclwiOntcIiRpZFwiOlwiMTM1XCIsXCJBXCI6MjU1LFwiUlwiOjIzNCxcIkdcIjoyMixcIkJcIjozMH19LFwiTGluZVdlaWdodFwiOjIuMCxcIkxpbmVUeXBlXCI6MH0sXCJJc1Zpc2libGVcIjpmYWxzZX19LFwiVGl0bGVTdHlsZVwiOntcIiRpZFwiOlwiMTM2XCIsXCJGb250U2V0dGluZ3NcIjp7XCIkaWRcIjpcIjEzN1wiLFwiRm9udFNpemVcIjoxMSxcIkZvbnROYW1lXCI6XCJDYWxpYnJpXCIsXCJJc0JvbGRcIjp0cnVlLFwiSXNJdGFsaWNcIjpmYWxzZSxcIklzVW5kZXJsaW5lZFwiOmZhbHNlfSxcIkZvcmVncm91bmRcIjp7XCIkaWRcIjpcIjEzOFwiLFwiQ29sb3JcIjp7XCIkaWRcIjpcIjEzOVwiLFwiQVwiOjI1NSxcIlJcIjowLFwiR1wiOjAsXCJCXCI6MH19LFwiSG9yaXpvbnRhbEFsaWdubWVudFwiOjAsXCJJc1Zpc2libGVcIjp0cnVlfSxcIkRhdGVTdHlsZVwiOntcIiRpZFwiOlwiMTQwXCIsXCJGb250U2V0dGluZ3NcIjp7XCIkaWRcIjpcIjE0MVwiLFwiRm9udFNpemVcIjoxMCxcIkZvbnROYW1lXCI6XCJDYWxpYnJpXCIsXCJJc0JvbGRcIjpmYWxzZSxcIklzSXRhbGljXCI6ZmFsc2UsXCJJc1VuZGVybGluZWRcIjpmYWxzZX0sXCJGb3JlZ3JvdW5kXCI6e1wiJGlkXCI6XCIxNDJcIixcIkNvbG9yXCI6e1wiJGlkXCI6XCIxNDNcIixcIkFcIjoyNTUsXCJSXCI6MTQsXCJHXCI6NDAsXCJCXCI6NjV9fSxcIkhvcml6b250YWxBbGlnbm1lbnRcIjowLFwiSXNWaXNpYmxlXCI6dHJ1ZX0sXCJEYXRlRm9ybWF0XCI6e1wiJGlkXCI6XCIxNDRcIixcIkZvcm1hdFN0cmluZ1wiOlwiTU1NIGQsIHl5eXlcIixcIlNlcGFyYXRvclwiOlwiL1wiLFwiVXNlSW50ZXJuYXRpb25hbERhdGVGb3JtYXRcIjpmYWxzZSxcIkRhdGVJc1Zpc2libGVcIjp0cnVlLFwiVGltZUlzVmlzaWJsZVwiOmZhbHNlLFwiSG91ckRpZ2l0c1wiOjEsXCJBbVBtRGVzaWduYXRvclwiOjIsXCJUcmltMDBNaW51dGVzXCI6ZmFsc2V9LFwiV2Vla051bWJlcmluZ1wiOntcIiRpZFwiOlwiMTQ1XCIsXCJGb3JtYXRcIjowLFwiSXNWaXNpYmxlXCI6ZmFsc2UsXCJMYXN0S25vd25WaXNpYmlsaXR5U3RhdGVcIjpmYWxzZX0sXCJWYXJpYW5jZVN0eWxlXCI6e1wiJGlkXCI6XCIxNDZcIixcIlZhcmlhbmNlVGV4dFN0eWxlXCI6e1wiJGlkXCI6XCIxNDdcIixcIkZvbnRTZXR0aW5nc1wiOntcIiRpZFwiOlwiMTQ4XCIsXCJGb250U2l6ZVwiOjEwLFwiRm9udE5hbWVcIjpcIkNhbGlicmlcIixcIklzQm9sZFwiOmZhbHNlLFwiSXNJdGFsaWNcIjpmYWxzZSxcIklzVW5kZXJsaW5lZFwiOmZhbHNlfSxcIkZvcmVncm91bmRcIjp7XCIkaWRcIjpcIjE0OVwiLFwiQ29sb3JcIjp7XCIkaWRcIjpcIjE1MFwiLFwiQVwiOjI1NSxcIlJcIjowLFwiR1wiOjAsXCJCXCI6MH19LFwiSG9yaXpvbnRhbEFsaWdubWVudFwiOjAsXCJJc1Zpc2libGVcIjp0cnVlfX19LFwiU3dpbWxhbmVWMlN0eWxlXCI6e1wiJGlkXCI6XCIxNTFcIixcIlN0eWxlSWRcIjpcIjMzMmNmYjEzLWI0MDEtNGVjMy1iNjU1LTczOTY4ZDA0ZDc0OVwiLFwiTmFtZVwiOlwiU3dpbWxhbmUgU3R5bGUgMVwiLFwiSGVhZGVyU3R5bGVcIjp7XCIkaWRcIjpcIjE1MlwiLFwiVGV4dFN0eWxlXCI6e1wiJGlkXCI6XCIxNTNcIixcIkZvbnRTZXR0aW5nc1wiOntcIiRpZFwiOlwiMTU0XCIsXCJGb250U2l6ZVwiOjExLFwiRm9udE5hbWVcIjpcIkNhbGlicmlcIixcIklzQm9sZFwiOmZhbHNlLFwiSXNJdGFsaWNcIjpmYWxzZSxcIklzVW5kZXJsaW5lZFwiOmZhbHNlfSxcIkZvcmVncm91bmRcIjp7XCIkaWRcIjpcIjE1NVwiLFwiQ29sb3JcIjp7XCIkaWRcIjpcIjE1NlwiLFwiQVwiOjI1NSxcIlJcIjoyNTUsXCJHXCI6MjU1LFwiQlwiOjI1NX19LFwiSG9yaXpvbnRhbEFsaWdubWVudFwiOjAsXCJJc1Zpc2libGVcIjp0cnVlfSxcIlJlY3RhbmdsZVN0eWxlXCI6e1wiJGlkXCI6XCIxNTdcIixcIk1hcmdpblwiOntcIiRpZFwiOlwiMTU4XCIsXCJUb3BcIjowLjAsXCJMZWZ0XCI6MC4wLFwiUmlnaHRcIjowLjAsXCJCb3R0b21cIjowLjB9LFwiUGFkZGluZ1wiOntcIiRpZFwiOlwiMTU5XCIsXCJUb3BcIjowLjAsXCJMZWZ0XCI6MC4wLFwiUmlnaHRcIjowLjAsXCJCb3R0b21cIjowLjB9LFwiQmFja2dyb3VuZFwiOntcIiRpZFwiOlwiMTYwXCIsXCJDb2xvclwiOntcIiRpZFwiOlwiMTYxXCIsXCJBXCI6MjU1LFwiUlwiOjIxLFwiR1wiOjk2LFwiQlwiOjEzMH19LFwiSXNWaXNpYmxlXCI6dHJ1ZSxcIldpZHRoXCI6MC4wLFwiSGVpZ2h0XCI6MC4wLFwiQm9yZGVyU3R5bGVcIjp7XCIkaWRcIjpcIjE2MlwiLFwiTGluZVN0eWxlXCI6e1wiJGlkXCI6XCIxNjNcIixcIkxpbmVDb2xvclwiOntcIiRpZFwiOlwiMTY0XCIsXCJDb2xvclwiOntcIiRpZFwiOlwiMTY1XCIsXCJBXCI6MjU1LFwiUlwiOjI1NSxcIkdcIjoyNTUsXCJCXCI6MjU1fX0sXCJMaW5lV2VpZ2h0XCI6MC4wLFwiTGluZVR5cGVcIjowfSxcIklzVmlzaWJsZVwiOmZhbHNlfX19LFwiQmFja2dyb3VuZFN0eWxlXCI6e1wiJGlkXCI6XCIxNjZcIixcIk1hcmdpblwiOntcIiRpZFwiOlwiMTY3XCIsXCJUb3BcIjowLjAsXCJMZWZ0XCI6MC4wLFwiUmlnaHRcIjowLjAsXCJCb3R0b21cIjowLjB9LFwiUGFkZGluZ1wiOntcIiRpZFwiOlwiMTY4XCIsXCJUb3BcIjowLjAsXCJMZWZ0XCI6MC4wLFwiUmlnaHRcIjowLjAsXCJCb3R0b21cIjowLjB9LFwiQmFja2dyb3VuZFwiOntcIiRpZFwiOlwiMTY5XCIsXCJDb2xvclwiOntcIiRpZFwiOlwiMTcwXCIsXCJBXCI6NTEsXCJSXCI6MjAwLFwiR1wiOjIwMCxcIkJcIjoyMDB9fSxcIklzVmlzaWJsZVwiOnRydWUsXCJXaWR0aFwiOjAuMCxcIkhlaWdodFwiOjAuMCxcIkJvcmRlclN0eWxlXCI6e1wiJGlkXCI6XCIxNzFcIixcIkxpbmVTdHlsZVwiOntcIiRpZFwiOlwiMTcyXCIsXCJMaW5lQ29sb3JcIjp7XCIkaWRcIjpcIjE3M1wiLFwiQ29sb3JcIjp7XCIkaWRcIjpcIjE3NFwiLFwiQVwiOjI1NSxcIlJcIjoyMzQsXCJHXCI6MjIsXCJCXCI6MzB9fSxcIkxpbmVXZWlnaHRcIjoyLjAsXCJMaW5lVHlwZVwiOjB9LFwiSXNWaXNpYmxlXCI6ZmFsc2V9fSxcIklzQWJvdmVUaW1lYmFuZFwiOmZhbHNlLFwiU3BhY2luZ1wiOjMsXCJEZWZhdWx0U3dpbWxhbmVBY3Rpdml0eVN0eWxlXCI6e1wiJGlkXCI6XCIxNzVcIixcIkhlYWRlclN0eWxlXCI6e1wiJGlkXCI6XCIxNzZcIixcIlRleHRTdHlsZVwiOntcIiRpZFwiOlwiMTc3XCIsXCJGb250U2V0dGluZ3NcIjp7XCIkaWRcIjpcIjE3OFwiLFwiRm9udFNpemVcIjoxMSxcIkZvbnROYW1lXCI6XCJDYWxpYnJpXCIsXCJJc0JvbGRcIjpmYWxzZSxcIklzSXRhbGljXCI6ZmFsc2UsXCJJc1VuZGVybGluZWRcIjpmYWxzZX0sXCJGb3JlZ3JvdW5kXCI6e1wiJGlkXCI6XCIxNzlcIixcIkNvbG9yXCI6e1wiJGlkXCI6XCIxODBcIixcIkFcIjoyNTUsXCJSXCI6MCxcIkdcIjowLFwiQlwiOjB9fSxcIkhvcml6b250YWxBbGlnbm1lbnRcIjowLFwiSXNWaXNpYmxlXCI6dHJ1ZX0sXCJSZWN0YW5nbGVTdHlsZVwiOntcIiRpZFwiOlwiMTgxXCIsXCJNYXJnaW5cIjp7XCIkaWRcIjpcIjE4MlwiLFwiVG9wXCI6MC4wLFwiTGVmdFwiOjAuMCxcIlJpZ2h0XCI6MC4wLFwiQm90dG9tXCI6MC4wfSxcIlBhZGRpbmdcIjp7XCIkaWRcIjpcIjE4M1wiLFwiVG9wXCI6MC4wLFwiTGVmdFwiOjAuMCxcIlJpZ2h0XCI6MC4wLFwiQm90dG9tXCI6MC4wfSxcIkJhY2tncm91bmRcIjp7XCIkaWRcIjpcIjE4NFwiLFwiQ29sb3JcIjp7XCIkaWRcIjpcIjE4NVwiLFwiQVwiOjYzLFwiUlwiOjIxLFwiR1wiOjk2LFwiQlwiOjEzMH19LFwiSXNWaXNpYmxlXCI6dHJ1ZSxcIldpZHRoXCI6MC4wLFwiSGVpZ2h0XCI6MC4wLFwiQm9yZGVyU3R5bGVcIjp7XCIkaWRcIjpcIjE4NlwiLFwiTGluZVN0eWxlXCI6e1wiJGlkXCI6XCIxODdcIixcIkxpbmVDb2xvclwiOntcIiRpZFwiOlwiMTg4XCIsXCJDb2xvclwiOntcIiRpZFwiOlwiMTg5XCIsXCJBXCI6MjU1LFwiUlwiOjI1NSxcIkdcIjowLFwiQlwiOjB9fSxcIkxpbmVXZWlnaHRcIjowLjAsXCJMaW5lVHlwZVwiOjB9LFwiSXNWaXNpYmxlXCI6ZmFsc2V9fX0sXCJCYWNrZ3JvdW5kU3R5bGVcIjp7XCIkaWRcIjpcIjE5MFwiLFwiTWFyZ2luXCI6e1wiJGlkXCI6XCIxOTFcIixcIlRvcFwiOjAuMCxcIkxlZnRcIjowLjAsXCJSaWdodFwiOjAuMCxcIkJvdHRvbVwiOjAuMH0sXCJQYWRkaW5nXCI6e1wiJGlkXCI6XCIxOTJcIixcIlRvcFwiOjAuMCxcIkxlZnRcIjowLjAsXCJSaWdodFwiOjAuMCxcIkJvdHRvbVwiOjAuMH0sXCJCYWNrZ3JvdW5kXCI6e1wiJGlkXCI6XCIxOTNcIixcIkNvbG9yXCI6e1wiJGlkXCI6XCIxOTRcIixcIkFcIjo1MSxcIlJcIjoyMDAsXCJHXCI6MjAwLFwiQlwiOjIwMH19LFwiSXNWaXNpYmxlXCI6dHJ1ZSxcIldpZHRoXCI6MC4wLFwiSGVpZ2h0XCI6MC4wLFwiQm9yZGVyU3R5bGVcIjp7XCIkaWRcIjpcIjE5NVwiLFwiTGluZVN0eWxlXCI6e1wiJGlkXCI6XCIxOTZcIixcIkxpbmVDb2xvclwiOntcIiRpZFwiOlwiMTk3XCIsXCJDb2xvclwiOntcIiRpZFwiOlwiMTk4XCIsXCJBXCI6MjU1LFwiUlwiOjIzNCxcIkdcIjoyMixcIkJcIjozMH19LFwiTGluZVdlaWdodFwiOjIuMCxcIkxpbmVUeXBlXCI6MH0sXCJJc1Zpc2libGVcIjpmYWxzZX19fSxcIkRlZmF1bHRTd2ltbGFuZU1pbGVzdG9uZVN0eWxlXCI6e1wiJGlkXCI6XCIxOTlcIixcIlRpdGxlUG9zaXRpb25cIjowLFwiRGF0ZVBvc2l0aW9uXCI6MixcIlZhcmlhbmNlUG9zaXRpb25cIjoyLFwiU2hhcGVUeXBlXCI6MSxcIlNoYXBlU2l6ZVwiOjAsXCJTcGFjaW5nXCI6NSxcIlNoYXBlU3R5bGVcIjp7XCIkaWRcIjpcIjIwMFwiLFwiTWFyZ2luXCI6e1wiJGlkXCI6XCIyMDFcIixcIlRvcFwiOjAuMCxcIkxlZnRcIjowLjAsXCJSaWdodFwiOjAuMCxcIkJvdHRvbVwiOjAuMH0sXCJQYWRkaW5nXCI6e1wiJGlkXCI6XCIyMDJcIixcIlRvcFwiOjAuMCxcIkxlZnRcIjowLjAsXCJSaWdodFwiOjAuMCxcIkJvdHRvbVwiOjAuMH0sXCJCYWNrZ3JvdW5kXCI6e1wiJGlkXCI6XCIyMDNcIixcIkNvbG9yXCI6e1wiJGlkXCI6XCIyMDRcIixcIkFcIjoyNTUsXCJSXCI6MjEsXCJHXCI6OTYsXCJCXCI6MTMwfX0sXCJJc1Zpc2libGVcIjp0cnVlLFwiV2lkdGhcIjoxMi4wLFwiSGVpZ2h0XCI6MTQuMCxcIkJvcmRlclN0eWxlXCI6e1wiJGlkXCI6XCIyMDVcIixcIkxpbmVTdHlsZVwiOntcIiRpZFwiOlwiMjA2XCIsXCJMaW5lQ29sb3JcIjp7XCIkaWRcIjpcIjIwN1wiLFwiQ29sb3JcIjp7XCIkaWRcIjpcIjIwOFwiLFwiQVwiOjI1NSxcIlJcIjoyMzQsXCJHXCI6MjIsXCJCXCI6MzB9fSxcIkxpbmVXZWlnaHRcIjoyLjAsXCJMaW5lVHlwZVwiOjB9LFwiSXNWaXNpYmxlXCI6ZmFsc2V9fSxcIlRpdGxlU3R5bGVcIjp7XCIkaWRcIjpcIjIwOVwiLFwiRm9udFNldHRpbmdzXCI6e1wiJGlkXCI6XCIyMTBcIixcIkZvbnRTaXplXCI6MTEsXCJGb250TmFtZVwiOlwiQ2FsaWJyaVwiLFwiSXNCb2xkXCI6ZmFsc2UsXCJJc0l0YWxpY1wiOmZhbHNlLFwiSXNVbmRlcmxpbmVkXCI6ZmFsc2V9LFwiRm9yZWdyb3VuZFwiOntcIiRpZFwiOlwiMjExXCIsXCJDb2xvclwiOntcIiRpZFwiOlwiMjEyXCIsXCJBXCI6MjU1LFwiUlwiOjAsXCJHXCI6MCxcIkJcIjowfX0sXCJIb3Jpem9udGFsQWxpZ25tZW50XCI6MixcIklzVmlzaWJsZVwiOnRydWV9LFwiRGF0ZVN0eWxlXCI6e1wiJGlkXCI6XCIyMTNcIixcIkZvbnRTZXR0aW5nc1wiOntcIiRpZFwiOlwiMjE0XCIsXCJGb250U2l6ZVwiOjEwLFwiRm9udE5hbWVcIjpcIkNhbGlicmlcIixcIklzQm9sZFwiOmZhbHNlLFwiSXNJdGFsaWNcIjpmYWxzZSxcIklzVW5kZXJsaW5lZFwiOmZhbHNlfSxcIkZvcmVncm91bmRcIjp7XCIkaWRcIjpcIjIxNVwiLFwiQ29sb3JcIjp7XCIkaWRcIjpcIjIxNlwiLFwiQVwiOjI1NSxcIlJcIjoxNCxcIkdcIjo0MCxcIkJcIjo2NX19LFwiSG9yaXpvbnRhbEFsaWdubWVudFwiOjAsXCJJc1Zpc2libGVcIjp0cnVlfSxcIkRhdGVGb3JtYXRcIjp7XCIkaWRcIjpcIjIxN1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yMThcIixcIkZvcm1hdFwiOjAsXCJJc1Zpc2libGVcIjpmYWxzZSxcIkxhc3RLbm93blZpc2liaWxpdHlTdGF0ZVwiOmZhbHNlfSxcIlZhcmlhbmNlU3R5bGVcIjp7XCIkaWRcIjpcIjIxOVwiLFwiVmFyaWFuY2VUZXh0U3R5bGVcIjp7XCIkaWRcIjpcIjIyMFwiLFwiRm9udFNldHRpbmdzXCI6e1wiJGlkXCI6XCIyMjFcIixcIkZvbnRTaXplXCI6MTAsXCJGb250TmFtZVwiOlwiQ2FsaWJyaVwiLFwiSXNCb2xkXCI6ZmFsc2UsXCJJc0l0YWxpY1wiOmZhbHNlLFwiSXNVbmRlcmxpbmVkXCI6ZmFsc2V9LFwiRm9yZWdyb3VuZFwiOntcIiRpZFwiOlwiMjIyXCIsXCJDb2xvclwiOntcIiRpZFwiOlwiMjIzXCIsXCJBXCI6MjU1LFwiUlwiOjAsXCJHXCI6MCxcIkJcIjowfX0sXCJIb3Jpem9udGFsQWxpZ25tZW50XCI6MCxcIklzVmlzaWJsZVwiOnRydWV9fX0sXCJEZWZhdWx0U3dpbWxhbmVUYXNrU3R5bGVcIjp7XCIkaWRcIjpcIjIyNFwiLFwiU2hhcGVcIjoxLFwiU2hhcGVUaGlja25lc3NcIjowLFwiRHVyYXRpb25Gb3JtYXRcIjowLFwiUGVyY2VudGFnZUNvbXBsZXRlVGV4dFN0eWxlXCI6e1wiJGlkXCI6XCIyMjVcIixcIkZvbnRTZXR0aW5nc1wiOntcIiRpZFwiOlwiMjI2XCIsXCJGb250U2l6ZVwiOjEwLFwiRm9udE5hbWVcIjpcIkNhbGlicmlcIixcIklzQm9sZFwiOmZhbHNlLFwiSXNJdGFsaWNcIjpmYWxzZSxcIklzVW5kZXJsaW5lZFwiOmZhbHNlfSxcIkZvcmVncm91bmRcIjp7XCIkaWRcIjpcIjIyN1wiLFwiQ29sb3JcIjp7XCIkaWRcIjpcIjIyOFwiLFwiQVwiOjI1NSxcIlJcIjoyMzIsXCJHXCI6MjMyLFwiQlwiOjIzMn19LFwiSG9yaXpvbnRhbEFsaWdubWVudFwiOjEsXCJJc1Zpc2libGVcIjp0cnVlfSxcIlBlcmNlbnRhZ2VDb21wbGV0ZUhpZ2hsaWdodFN0eWxlXCI6e1wiJGlkXCI6XCIyMjlcIixcIkJhY2tncm91bmRcIjp7XCIkaWRcIjpcIjIzMFwiLFwiQ29sb3JcIjp7XCIkaWRcIjpcIjIzMVwiLFwiQVwiOjg5LFwiUlwiOjAsXCJHXCI6MCxcIkJcIjowfX19LFwiRHVyYXRpb25TdHlsZVwiOntcIiRpZFwiOlwiMjMyXCIsXCJGb250U2V0dGluZ3NcIjp7XCIkaWRcIjpcIjIzM1wiLFwiRm9udFNpemVcIjoxMCxcIkZvbnROYW1lXCI6XCJDYWxpYnJpXCIsXCJJc0JvbGRcIjpmYWxzZSxcIklzSXRhbGljXCI6ZmFsc2UsXCJJc1VuZGVybGluZWRcIjpmYWxzZX0sXCJGb3JlZ3JvdW5kXCI6e1wiJGlkXCI6XCIyMzRcIixcIkNvbG9yXCI6e1wiJGlkXCI6XCIyMzVcIixcIkFcIjoyNTUsXCJSXCI6MjM3LFwiR1wiOjEyNSxcIkJcIjo0OX19LFwiSG9yaXpvbnRhbEFsaWdubWVudFwiOjAsXCJJc1Zpc2libGVcIjpmYWxzZX0sXCJNYXJnaW5cIjp7XCIkaWRcIjpcIjIzNlwiLFwiVG9wXCI6MC4wLFwiTGVmdFwiOjAuMCxcIlJpZ2h0XCI6MC4wLFwiQm90dG9tXCI6MC4wfSxcIlN0YXJ0RGF0ZVBvc2l0aW9uXCI6MyxcIkVuZERhdGVQb3NpdGlvblwiOjMsXCJUaXRsZVBvc2l0aW9uXCI6NCxcIkR1cmF0aW9uUG9zaXRpb25cIjowLFwiUGVyY2VudGFnZUNvbXBsZXRlZFBvc2l0aW9uXCI6MixcIlZhcmlhbmNlUG9zaXRpb25cIjoyLFwiU3BhY2luZ1wiOjMsXCJCYXNlbGluZVN0eWxlXCI6e1wiJGlkXCI6XCIyMzdcIixcIkJhc2VsaW5lU2hhcGVTdHlsZVwiOntcIiRpZFwiOlwiMjM4XCIsXCJNYXJnaW5cIjp7XCIkaWRcIjpcIjIzOVwiLFwiVG9wXCI6MC4wLFwiTGVmdFwiOjAuMCxcIlJpZ2h0XCI6MC4wLFwiQm90dG9tXCI6MC4wfSxcIlBhZGRpbmdcIjp7XCIkaWRcIjpcIjI0MFwiLFwiVG9wXCI6MC4wLFwiTGVmdFwiOjAuMCxcIlJpZ2h0XCI6MC4wLFwiQm90dG9tXCI6MC4wfSxcIkJhY2tncm91bmRcIjp7XCIkaWRcIjpcIjI0MVwiLFwiQ29sb3JcIjp7XCIkaWRcIjpcIjI0MlwiLFwiQVwiOjE1MyxcIlJcIjowLFwiR1wiOjAsXCJCXCI6MH19LFwiSXNWaXNpYmxlXCI6ZmFsc2UsXCJXaWR0aFwiOjAuMCxcIkhlaWdodFwiOjAuMCxcIkJvcmRlclN0eWxlXCI6e1wiJGlkXCI6XCIyNDNcIixcIkxpbmVTdHlsZVwiOntcIiRpZFwiOlwiMjQ0XCIsXCJMaW5lQ29sb3JcIjp7XCIkaWRcIjpcIjI0NVwiLFwiQ29sb3JcIjp7XCIkaWRcIjpcIjI0NlwiLFwiQVwiOjI1NSxcIlJcIjoyNTUsXCJHXCI6MCxcIkJcIjowfX0sXCJMaW5lV2VpZ2h0XCI6Mi4wLFwiTGluZVR5cGVcIjowfSxcIklzVmlzaWJsZVwiOmZhbHNlfX19LFwiU2hhcGVTdHlsZVwiOntcIiRpZFwiOlwiMjQ3XCIsXCJNYXJnaW5cIjp7XCIkaWRcIjpcIjI0OFwiLFwiVG9wXCI6MC4wLFwiTGVmdFwiOjQuMCxcIlJpZ2h0XCI6NC4wLFwiQm90dG9tXCI6MC4wfSxcIlBhZGRpbmdcIjp7XCIkaWRcIjpcIjI0OVwiLFwiVG9wXCI6MC4wLFwiTGVmdFwiOjAuMCxcIlJpZ2h0XCI6MC4wLFwiQm90dG9tXCI6MC4wfSxcIkJhY2tncm91bmRcIjp7XCIkaWRcIjpcIjI1MFwiLFwiQ29sb3JcIjp7XCIkaWRcIjpcIjI1MVwiLFwiQVwiOjI1NSxcIlJcIjoyMSxcIkdcIjo5NixcIkJcIjoxMzB9fSxcIklzVmlzaWJsZVwiOnRydWUsXCJXaWR0aFwiOjAuMCxcIkhlaWdodFwiOjEwLjAsXCJCb3JkZXJTdHlsZVwiOntcIiRpZFwiOlwiMjUyXCIsXCJMaW5lU3R5bGVcIjp7XCIkaWRcIjpcIjI1M1wiLFwiTGluZUNvbG9yXCI6e1wiJGlkXCI6XCIyNTRcIixcIkNvbG9yXCI6e1wiJGlkXCI6XCIyNTVcIixcIkFcIjoyNTUsXCJSXCI6MjM0LFwiR1wiOjIyLFwiQlwiOjMwfX0sXCJMaW5lV2VpZ2h0XCI6Mi4wLFwiTGluZVR5cGVcIjowfSxcIklzVmlzaWJsZVwiOmZhbHNlfX0sXCJUaXRsZVN0eWxlXCI6e1wiJGlkXCI6XCIyNTZcIixcIkZvbnRTZXR0aW5nc1wiOntcIiRpZFwiOlwiMjU3XCIsXCJGb250U2l6ZVwiOjExLFwiRm9udE5hbWVcIjpcIkNhbGlicmlcIixcIklzQm9sZFwiOmZhbHNlLFwiSXNJdGFsaWNcIjpmYWxzZSxcIklzVW5kZXJsaW5lZFwiOmZhbHNlfSxcIkZvcmVncm91bmRcIjp7XCIkaWRcIjpcIjI1OFwiLFwiQ29sb3JcIjp7XCIkaWRcIjpcIjI1OVwiLFwiQVwiOjI1NSxcIlJcIjowLFwiR1wiOjAsXCJCXCI6MH19LFwiSG9yaXpvbnRhbEFsaWdubWVudFwiOjAsXCJJc1Zpc2libGVcIjp0cnVlfSxcIkRhdGVTdHlsZVwiOntcIiRpZFwiOlwiMjYwXCIsXCJGb250U2V0dGluZ3NcIjp7XCIkaWRcIjpcIjI2MVwiLFwiRm9udFNpemVcIjoxMCxcIkZvbnROYW1lXCI6XCJDYWxpYnJpXCIsXCJJc0JvbGRcIjpmYWxzZSxcIklzSXRhbGljXCI6ZmFsc2UsXCJJc1VuZGVybGluZWRcIjpmYWxzZX0sXCJGb3JlZ3JvdW5kXCI6e1wiJGlkXCI6XCIyNjJcIixcIkNvbG9yXCI6e1wiJGlkXCI6XCIyNjNcIixcIkFcIjoyNTUsXCJSXCI6MTQsXCJHXCI6NDAsXCJCXCI6NjV9fSxcIkhvcml6b250YWxBbGlnbm1lbnRcIjoyLFwiSXNWaXNpYmxlXCI6dHJ1ZX0sXCJEYXRlRm9ybWF0XCI6e1wiJGlkXCI6XCIyNjR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Y1XCIsXCJGb3JtYXRcIjowLFwiSXNWaXNpYmxlXCI6ZmFsc2UsXCJMYXN0S25vd25WaXNpYmlsaXR5U3RhdGVcIjpmYWxzZX0sXCJWYXJpYW5jZVN0eWxlXCI6e1wiJGlkXCI6XCIyNjZcIixcIlZhcmlhbmNlVGV4dFN0eWxlXCI6e1wiJGlkXCI6XCIyNjdcIixcIkZvbnRTZXR0aW5nc1wiOntcIiRpZFwiOlwiMjY4XCIsXCJGb250U2l6ZVwiOjEwLFwiRm9udE5hbWVcIjpcIkNhbGlicmlcIixcIklzQm9sZFwiOmZhbHNlLFwiSXNJdGFsaWNcIjpmYWxzZSxcIklzVW5kZXJsaW5lZFwiOmZhbHNlfSxcIkZvcmVncm91bmRcIjp7XCIkaWRcIjpcIjI2OVwiLFwiQ29sb3JcIjp7XCIkaWRcIjpcIjI3MFwiLFwiQVwiOjI1NSxcIlJcIjowLFwiR1wiOjAsXCJCXCI6MH19LFwiSG9yaXpvbnRhbEFsaWdubWVudFwiOjAsXCJJc1Zpc2libGVcIjp0cnVlfX19LFwiRGVmYXVsdFN3aW1sYW5lTW90U3R5bGVcIjp7XCIkaWRcIjpcIjI3MVwiLFwiU2hhcGVcIjoxLFwiU2hhcGVTaXplXCI6MCxcIkRldGFpbHNTcGFjaW5nXCI6MC4wLFwiUGFkZGluZ1wiOntcIiRpZFwiOlwiMjcyXCIsXCJUb3BcIjo1LjAsXCJMZWZ0XCI6My4wLFwiUmlnaHRcIjowLjAsXCJCb3R0b21cIjoyLjB9LFwiUG9zaXRpb25PblRhc2tcIjoxLFwiU2hhcGVTdHlsZVwiOntcIiRpZFwiOlwiMjczXCIsXCJNYXJnaW5cIjp7XCIkaWRcIjpcIjI3NFwiLFwiVG9wXCI6MC4wLFwiTGVmdFwiOjAuMCxcIlJpZ2h0XCI6MC4wLFwiQm90dG9tXCI6MC4wfSxcIlBhZGRpbmdcIjp7XCIkaWRcIjpcIjI3NVwiLFwiVG9wXCI6MC4wLFwiTGVmdFwiOjAuMCxcIlJpZ2h0XCI6MC4wLFwiQm90dG9tXCI6MC4wfSxcIkJhY2tncm91bmRcIjp7XCIkaWRcIjpcIjI3NlwiLFwiQ29sb3JcIjp7XCIkaWRcIjpcIjI3N1wiLFwiQVwiOjI1NSxcIlJcIjoxMSxcIkdcIjo0OCxcIkJcIjo2NX19LFwiSXNWaXNpYmxlXCI6dHJ1ZSxcIldpZHRoXCI6MTIuMCxcIkhlaWdodFwiOjE0LjAsXCJCb3JkZXJTdHlsZVwiOntcIiRpZFwiOlwiMjc4XCIsXCJMaW5lU3R5bGVcIjp7XCIkaWRcIjpcIjI3OVwiLFwiTGluZUNvbG9yXCI6e1wiJGlkXCI6XCIyODBcIixcIkNvbG9yXCI6e1wiJGlkXCI6XCIyODFcIixcIkFcIjoyNTUsXCJSXCI6MjU1LFwiR1wiOjAsXCJCXCI6MH19LFwiTGluZVdlaWdodFwiOjAuMCxcIkxpbmVUeXBlXCI6MH0sXCJJc1Zpc2libGVcIjpmYWxzZX19LFwiVGl0bGVTdHlsZVwiOntcIiRpZFwiOlwiMjgyXCIsXCJGb250U2V0dGluZ3NcIjp7XCIkaWRcIjpcIjI4M1wiLFwiRm9udFNpemVcIjoxMSxcIkZvbnROYW1lXCI6XCJDYWxpYnJpXCIsXCJJc0JvbGRcIjpmYWxzZSxcIklzSXRhbGljXCI6ZmFsc2UsXCJJc1VuZGVybGluZWRcIjpmYWxzZX0sXCJGb3JlZ3JvdW5kXCI6e1wiJGlkXCI6XCIyODRcIixcIkNvbG9yXCI6e1wiJGlkXCI6XCIyODVcIixcIkFcIjoyNTUsXCJSXCI6MCxcIkdcIjowLFwiQlwiOjB9fSxcIkhvcml6b250YWxBbGlnbm1lbnRcIjoxLFwiSXNWaXNpYmxlXCI6dHJ1ZX0sXCJEYXRlU3R5bGVcIjp7XCIkaWRcIjpcIjI4NlwiLFwiRm9udFNldHRpbmdzXCI6e1wiJGlkXCI6XCIyODdcIixcIkZvbnRTaXplXCI6MTAsXCJGb250TmFtZVwiOlwiQ2FsaWJyaVwiLFwiSXNCb2xkXCI6ZmFsc2UsXCJJc0l0YWxpY1wiOmZhbHNlLFwiSXNVbmRlcmxpbmVkXCI6ZmFsc2V9LFwiRm9yZWdyb3VuZFwiOntcIiRpZFwiOlwiMjg4XCIsXCJDb2xvclwiOntcIiRpZFwiOlwiMjg5XCIsXCJBXCI6MjU1LFwiUlwiOjE0LFwiR1wiOjQwLFwiQlwiOjY1fX0sXCJIb3Jpem9udGFsQWxpZ25tZW50XCI6MSxcIklzVmlzaWJsZVwiOnRydWV9LFwiRGF0ZUZvcm1hdFwiOntcIiRpZFwiOlwiMjkw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I5MVwiLFwiRm9ybWF0XCI6MCxcIklzVmlzaWJsZVwiOmZhbHNlLFwiTGFzdEtub3duVmlzaWJpbGl0eVN0YXRlXCI6ZmFsc2V9LFwiVmFyaWFuY2VTdHlsZVwiOntcIiRpZFwiOlwiMjkyXCIsXCJWYXJpYW5jZVRleHRTdHlsZVwiOntcIiRpZFwiOlwiMjkzXCIsXCJGb250U2V0dGluZ3NcIjp7XCIkaWRcIjpcIjI5NFwiLFwiRm9udFNpemVcIjoxMCxcIkZvbnROYW1lXCI6XCJDYWxpYnJpXCIsXCJJc0JvbGRcIjpmYWxzZSxcIklzSXRhbGljXCI6ZmFsc2UsXCJJc1VuZGVybGluZWRcIjpmYWxzZX0sXCJGb3JlZ3JvdW5kXCI6e1wiJGlkXCI6XCIyOTVcIixcIkNvbG9yXCI6e1wiJGlkXCI6XCIyOTZcIixcIkFcIjoyNTUsXCJSXCI6MCxcIkdcIjowLFwiQlwiOjB9fSxcIkhvcml6b250YWxBbGlnbm1lbnRcIjowLFwiSXNWaXNpYmxlXCI6dHJ1ZX19fX0sXCJfYWRkaXRpb25hbFN3aW1sYW5lVjJTdHlsZXNcIjpbe1wiJGlkXCI6XCIyOTdcIixcIlN0eWxlSWRcIjpcIjk4NTEzZTEwLTU1MWMtNGYzMC1hYzExLWEwNjkwZTkwMzEzNFwiLFwiTmFtZVwiOlwiU3dpbWxhbmUgU3R5bGUgMlwiLFwiSGVhZGVyU3R5bGVcIjp7XCIkaWRcIjpcIjI5OFwiLFwiVGV4dFN0eWxlXCI6e1wiJGlkXCI6XCIyOTlcIixcIkZvbnRTZXR0aW5nc1wiOntcIiRpZFwiOlwiMzAwXCIsXCJGb250U2l6ZVwiOjExLFwiRm9udE5hbWVcIjpcIkNhbGlicmlcIixcIklzQm9sZFwiOmZhbHNlLFwiSXNJdGFsaWNcIjpmYWxzZSxcIklzVW5kZXJsaW5lZFwiOmZhbHNlfSxcIkZvcmVncm91bmRcIjp7XCIkaWRcIjpcIjMwMVwiLFwiQ29sb3JcIjp7XCIkaWRcIjpcIjMwMlwiLFwiQVwiOjI1NSxcIlJcIjoyNTUsXCJHXCI6MjU1LFwiQlwiOjI1NX19LFwiSG9yaXpvbnRhbEFsaWdubWVudFwiOjEsXCJJc1Zpc2libGVcIjp0cnVlfSxcIlJlY3RhbmdsZVN0eWxlXCI6e1wiJGlkXCI6XCIzMDNcIixcIk1hcmdpblwiOntcIiRpZFwiOlwiMzA0XCIsXCJUb3BcIjowLjAsXCJMZWZ0XCI6MC4wLFwiUmlnaHRcIjowLjAsXCJCb3R0b21cIjowLjB9LFwiUGFkZGluZ1wiOntcIiRpZFwiOlwiMzA1XCIsXCJUb3BcIjowLjAsXCJMZWZ0XCI6MC4wLFwiUmlnaHRcIjowLjAsXCJCb3R0b21cIjowLjB9LFwiQmFja2dyb3VuZFwiOntcIiRpZFwiOlwiMzA2XCIsXCJDb2xvclwiOntcIiRpZFwiOlwiMzA3XCIsXCJBXCI6MjU1LFwiUlwiOjIzMyxcIkdcIjoxMTMsXCJCXCI6NTB9fSxcIklzVmlzaWJsZVwiOnRydWUsXCJXaWR0aFwiOjAuMCxcIkhlaWdodFwiOjAuMCxcIkJvcmRlclN0eWxlXCI6e1wiJGlkXCI6XCIzMDhcIixcIkxpbmVTdHlsZVwiOntcIiRpZFwiOlwiMzA5XCIsXCJMaW5lQ29sb3JcIjp7XCIkaWRcIjpcIjMxMFwiLFwiQ29sb3JcIjp7XCIkaWRcIjpcIjMxMVwiLFwiQVwiOjI1NSxcIlJcIjoyNTUsXCJHXCI6MjU1LFwiQlwiOjI1NX19LFwiTGluZVdlaWdodFwiOjAuMCxcIkxpbmVUeXBlXCI6MH0sXCJJc1Zpc2libGVcIjpmYWxzZX19fSxcIkJhY2tncm91bmRTdHlsZVwiOntcIiRpZFwiOlwiMzEyXCIsXCJNYXJnaW5cIjp7XCIkaWRcIjpcIjMxM1wiLFwiVG9wXCI6MC4wLFwiTGVmdFwiOjAuMCxcIlJpZ2h0XCI6MC4wLFwiQm90dG9tXCI6MC4wfSxcIlBhZGRpbmdcIjp7XCIkaWRcIjpcIjMxNFwiLFwiVG9wXCI6MC4wLFwiTGVmdFwiOjAuMCxcIlJpZ2h0XCI6MC4wLFwiQm90dG9tXCI6MC4wfSxcIkJhY2tncm91bmRcIjp7XCIkaWRcIjpcIjMxNVwiLFwiQ29sb3JcIjp7XCIkaWRcIjpcIjMxNlwiLFwiQVwiOjUxLFwiUlwiOjIwMCxcIkdcIjoyMDAsXCJCXCI6MjAwfX0sXCJJc1Zpc2libGVcIjp0cnVlLFwiV2lkdGhcIjowLjAsXCJIZWlnaHRcIjowLjAsXCJCb3JkZXJTdHlsZVwiOntcIiRpZFwiOlwiMzE3XCIsXCJMaW5lU3R5bGVcIjp7XCIkaWRcIjpcIjMxOFwiLFwiTGluZUNvbG9yXCI6e1wiJGlkXCI6XCIzMTlcIixcIkNvbG9yXCI6e1wiJGlkXCI6XCIzMjBcIixcIkFcIjoyNTUsXCJSXCI6MjM0LFwiR1wiOjIyLFwiQlwiOjMwfX0sXCJMaW5lV2VpZ2h0XCI6Mi4wLFwiTGluZVR5cGVcIjowfSxcIklzVmlzaWJsZVwiOmZhbHNlfX0sXCJJc0Fib3ZlVGltZWJhbmRcIjpmYWxzZSxcIlNwYWNpbmdcIjozLFwiRGVmYXVsdFN3aW1sYW5lQWN0aXZpdHlTdHlsZVwiOntcIiRpZFwiOlwiMzIxXCIsXCJIZWFkZXJTdHlsZVwiOntcIiRpZFwiOlwiMzIyXCIsXCJUZXh0U3R5bGVcIjp7XCIkaWRcIjpcIjMyM1wiLFwiRm9udFNldHRpbmdzXCI6e1wiJGlkXCI6XCIzMjRcIixcIkZvbnRTaXplXCI6MTEsXCJGb250TmFtZVwiOlwiQ2FsaWJyaVwiLFwiSXNCb2xkXCI6ZmFsc2UsXCJJc0l0YWxpY1wiOmZhbHNlLFwiSXNVbmRlcmxpbmVkXCI6ZmFsc2V9LFwiRm9yZWdyb3VuZFwiOntcIiRpZFwiOlwiMzI1XCIsXCJDb2xvclwiOntcIiRpZFwiOlwiMzI2XCIsXCJBXCI6MjU1LFwiUlwiOjAsXCJHXCI6MCxcIkJcIjowfX0sXCJIb3Jpem9udGFsQWxpZ25tZW50XCI6MCxcIklzVmlzaWJsZVwiOnRydWV9LFwiUmVjdGFuZ2xlU3R5bGVcIjp7XCIkaWRcIjpcIjMyN1wiLFwiTWFyZ2luXCI6e1wiJGlkXCI6XCIzMjhcIixcIlRvcFwiOjAuMCxcIkxlZnRcIjowLjAsXCJSaWdodFwiOjAuMCxcIkJvdHRvbVwiOjAuMH0sXCJQYWRkaW5nXCI6e1wiJGlkXCI6XCIzMjlcIixcIlRvcFwiOjAuMCxcIkxlZnRcIjowLjAsXCJSaWdodFwiOjAuMCxcIkJvdHRvbVwiOjAuMH0sXCJCYWNrZ3JvdW5kXCI6e1wiJGlkXCI6XCIzMzBcIixcIkNvbG9yXCI6e1wiJGlkXCI6XCIzMzFcIixcIkFcIjo2MyxcIlJcIjoyMzMsXCJHXCI6MTEzLFwiQlwiOjUwfX0sXCJJc1Zpc2libGVcIjp0cnVlLFwiV2lkdGhcIjowLjAsXCJIZWlnaHRcIjowLjAsXCJCb3JkZXJTdHlsZVwiOntcIiRpZFwiOlwiMzMyXCIsXCJMaW5lU3R5bGVcIjp7XCIkaWRcIjpcIjMzM1wiLFwiTGluZUNvbG9yXCI6e1wiJGlkXCI6XCIzMzRcIixcIkNvbG9yXCI6e1wiJGlkXCI6XCIzMzVcIixcIkFcIjoyNTUsXCJSXCI6MjU1LFwiR1wiOjI1NSxcIkJcIjoyNTV9fSxcIkxpbmVXZWlnaHRcIjowLjAsXCJMaW5lVHlwZVwiOjB9LFwiSXNWaXNpYmxlXCI6ZmFsc2V9fX0sXCJCYWNrZ3JvdW5kU3R5bGVcIjp7XCIkaWRcIjpcIjMzNlwiLFwiTWFyZ2luXCI6e1wiJGlkXCI6XCIzMzdcIixcIlRvcFwiOjAuMCxcIkxlZnRcIjowLjAsXCJSaWdodFwiOjAuMCxcIkJvdHRvbVwiOjAuMH0sXCJQYWRkaW5nXCI6e1wiJGlkXCI6XCIzMzhcIixcIlRvcFwiOjAuMCxcIkxlZnRcIjowLjAsXCJSaWdodFwiOjAuMCxcIkJvdHRvbVwiOjAuMH0sXCJCYWNrZ3JvdW5kXCI6e1wiJGlkXCI6XCIzMzlcIixcIkNvbG9yXCI6e1wiJGlkXCI6XCIzNDBcIixcIkFcIjo1MSxcIlJcIjoyMDAsXCJHXCI6MjAwLFwiQlwiOjIwMH19LFwiSXNWaXNpYmxlXCI6dHJ1ZSxcIldpZHRoXCI6MC4wLFwiSGVpZ2h0XCI6MC4wLFwiQm9yZGVyU3R5bGVcIjp7XCIkaWRcIjpcIjM0MVwiLFwiTGluZVN0eWxlXCI6e1wiJGlkXCI6XCIzNDJcIixcIkxpbmVDb2xvclwiOntcIiRpZFwiOlwiMzQzXCIsXCJDb2xvclwiOntcIiRpZFwiOlwiMzQ0XCIsXCJBXCI6MjU1LFwiUlwiOjIzNCxcIkdcIjoyMixcIkJcIjozMH19LFwiTGluZVdlaWdodFwiOjIuMCxcIkxpbmVUeXBlXCI6MH0sXCJJc1Zpc2libGVcIjpmYWxzZX19fSxcIkRlZmF1bHRTd2ltbGFuZU1pbGVzdG9uZVN0eWxlXCI6e1wiJGlkXCI6XCIzNDVcIixcIlRpdGxlUG9zaXRpb25cIjowLFwiRGF0ZVBvc2l0aW9uXCI6MixcIlZhcmlhbmNlUG9zaXRpb25cIjoyLFwiU2hhcGVUeXBlXCI6MSxcIlNoYXBlU2l6ZVwiOjAsXCJTcGFjaW5nXCI6NSxcIlNoYXBlU3R5bGVcIjp7XCIkaWRcIjpcIjM0NlwiLFwiTWFyZ2luXCI6e1wiJGlkXCI6XCIzNDdcIixcIlRvcFwiOjAuMCxcIkxlZnRcIjowLjAsXCJSaWdodFwiOjAuMCxcIkJvdHRvbVwiOjAuMH0sXCJQYWRkaW5nXCI6e1wiJGlkXCI6XCIzNDhcIixcIlRvcFwiOjAuMCxcIkxlZnRcIjowLjAsXCJSaWdodFwiOjAuMCxcIkJvdHRvbVwiOjAuMH0sXCJCYWNrZ3JvdW5kXCI6e1wiJGlkXCI6XCIzNDlcIixcIkNvbG9yXCI6e1wiJGlkXCI6XCIzNTBcIixcIkFcIjoyNTUsXCJSXCI6MjMzLFwiR1wiOjExMyxcIkJcIjo1MH19LFwiSXNWaXNpYmxlXCI6dHJ1ZSxcIldpZHRoXCI6MTIuMCxcIkhlaWdodFwiOjE0LjAsXCJCb3JkZXJTdHlsZVwiOntcIiRpZFwiOlwiMzUxXCIsXCJMaW5lU3R5bGVcIjp7XCIkaWRcIjpcIjM1MlwiLFwiTGluZUNvbG9yXCI6e1wiJGlkXCI6XCIzNTNcIixcIkNvbG9yXCI6e1wiJGlkXCI6XCIzNTRcIixcIkFcIjoyNTUsXCJSXCI6MjM0LFwiR1wiOjIyLFwiQlwiOjMwfX0sXCJMaW5lV2VpZ2h0XCI6Mi4wLFwiTGluZVR5cGVcIjowfSxcIklzVmlzaWJsZVwiOmZhbHNlfX0sXCJUaXRsZVN0eWxlXCI6e1wiJGlkXCI6XCIzNTVcIixcIkZvbnRTZXR0aW5nc1wiOntcIiRpZFwiOlwiMzU2XCIsXCJGb250U2l6ZVwiOjExLFwiRm9udE5hbWVcIjpcIkNhbGlicmlcIixcIklzQm9sZFwiOmZhbHNlLFwiSXNJdGFsaWNcIjpmYWxzZSxcIklzVW5kZXJsaW5lZFwiOmZhbHNlfSxcIkZvcmVncm91bmRcIjp7XCIkaWRcIjpcIjM1N1wiLFwiQ29sb3JcIjp7XCIkaWRcIjpcIjM1OFwiLFwiQVwiOjI1NSxcIlJcIjowLFwiR1wiOjAsXCJCXCI6MH19LFwiSG9yaXpvbnRhbEFsaWdubWVudFwiOjIsXCJJc1Zpc2libGVcIjp0cnVlfSxcIkRhdGVTdHlsZVwiOntcIiRpZFwiOlwiMzU5XCIsXCJGb250U2V0dGluZ3NcIjp7XCIkaWRcIjpcIjM2MFwiLFwiRm9udFNpemVcIjoxMCxcIkZvbnROYW1lXCI6XCJDYWxpYnJpXCIsXCJJc0JvbGRcIjpmYWxzZSxcIklzSXRhbGljXCI6ZmFsc2UsXCJJc1VuZGVybGluZWRcIjpmYWxzZX0sXCJGb3JlZ3JvdW5kXCI6e1wiJGlkXCI6XCIzNjFcIixcIkNvbG9yXCI6e1wiJGlkXCI6XCIzNjJcIixcIkFcIjoyNTUsXCJSXCI6MTQsXCJHXCI6NDAsXCJCXCI6NjV9fSxcIkhvcml6b250YWxBbGlnbm1lbnRcIjowLFwiSXNWaXNpYmxlXCI6dHJ1ZX0sXCJEYXRlRm9ybWF0XCI6e1wiJGlkXCI6XCIzNjN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zY0XCIsXCJGb3JtYXRcIjowLFwiSXNWaXNpYmxlXCI6ZmFsc2UsXCJMYXN0S25vd25WaXNpYmlsaXR5U3RhdGVcIjpmYWxzZX0sXCJWYXJpYW5jZVN0eWxlXCI6e1wiJGlkXCI6XCIzNjVcIixcIlZhcmlhbmNlVGV4dFN0eWxlXCI6e1wiJGlkXCI6XCIzNjZcIixcIkZvbnRTZXR0aW5nc1wiOntcIiRpZFwiOlwiMzY3XCIsXCJGb250U2l6ZVwiOjEwLFwiRm9udE5hbWVcIjpcIkNhbGlicmlcIixcIklzQm9sZFwiOmZhbHNlLFwiSXNJdGFsaWNcIjpmYWxzZSxcIklzVW5kZXJsaW5lZFwiOmZhbHNlfSxcIkZvcmVncm91bmRcIjp7XCIkaWRcIjpcIjM2OFwiLFwiQ29sb3JcIjp7XCIkaWRcIjpcIjM2OVwiLFwiQVwiOjI1NSxcIlJcIjowLFwiR1wiOjAsXCJCXCI6MH19LFwiSG9yaXpvbnRhbEFsaWdubWVudFwiOjAsXCJJc1Zpc2libGVcIjp0cnVlfX19LFwiRGVmYXVsdFN3aW1sYW5lVGFza1N0eWxlXCI6e1wiJGlkXCI6XCIzNzBcIixcIlNoYXBlXCI6MSxcIlNoYXBlVGhpY2tuZXNzXCI6MCxcIkR1cmF0aW9uRm9ybWF0XCI6MCxcIlBlcmNlbnRhZ2VDb21wbGV0ZVRleHRTdHlsZVwiOntcIiRpZFwiOlwiMzcxXCIsXCJGb250U2V0dGluZ3NcIjp7XCIkaWRcIjpcIjM3MlwiLFwiRm9udFNpemVcIjoxMCxcIkZvbnROYW1lXCI6XCJDYWxpYnJpXCIsXCJJc0JvbGRcIjpmYWxzZSxcIklzSXRhbGljXCI6ZmFsc2UsXCJJc1VuZGVybGluZWRcIjpmYWxzZX0sXCJGb3JlZ3JvdW5kXCI6e1wiJGlkXCI6XCIzNzNcIixcIkNvbG9yXCI6e1wiJGlkXCI6XCIzNzRcIixcIkFcIjoyNTUsXCJSXCI6MjMyLFwiR1wiOjIzMixcIkJcIjoyMzJ9fSxcIkhvcml6b250YWxBbGlnbm1lbnRcIjoxLFwiSXNWaXNpYmxlXCI6dHJ1ZX0sXCJQZXJjZW50YWdlQ29tcGxldGVIaWdobGlnaHRTdHlsZVwiOntcIiRpZFwiOlwiMzc1XCIsXCJCYWNrZ3JvdW5kXCI6e1wiJGlkXCI6XCIzNzZcIixcIkNvbG9yXCI6e1wiJGlkXCI6XCIzNzdcIixcIkFcIjo4OSxcIlJcIjowLFwiR1wiOjAsXCJCXCI6MH19fSxcIkR1cmF0aW9uU3R5bGVcIjp7XCIkaWRcIjpcIjM3OFwiLFwiRm9udFNldHRpbmdzXCI6e1wiJGlkXCI6XCIzNzlcIixcIkZvbnRTaXplXCI6MTAsXCJGb250TmFtZVwiOlwiQ2FsaWJyaVwiLFwiSXNCb2xkXCI6ZmFsc2UsXCJJc0l0YWxpY1wiOmZhbHNlLFwiSXNVbmRlcmxpbmVkXCI6ZmFsc2V9LFwiRm9yZWdyb3VuZFwiOntcIiRpZFwiOlwiMzgwXCIsXCJDb2xvclwiOntcIiRpZFwiOlwiMzgxXCIsXCJBXCI6MjU1LFwiUlwiOjIzNyxcIkdcIjoxMjUsXCJCXCI6NDl9fSxcIkhvcml6b250YWxBbGlnbm1lbnRcIjowLFwiSXNWaXNpYmxlXCI6ZmFsc2V9LFwiTWFyZ2luXCI6e1wiJGlkXCI6XCIzODJcIixcIlRvcFwiOjAuMCxcIkxlZnRcIjowLjAsXCJSaWdodFwiOjAuMCxcIkJvdHRvbVwiOjAuMH0sXCJTdGFydERhdGVQb3NpdGlvblwiOjMsXCJFbmREYXRlUG9zaXRpb25cIjozLFwiVGl0bGVQb3NpdGlvblwiOjQsXCJEdXJhdGlvblBvc2l0aW9uXCI6MCxcIlBlcmNlbnRhZ2VDb21wbGV0ZWRQb3NpdGlvblwiOjIsXCJWYXJpYW5jZVBvc2l0aW9uXCI6MixcIlNwYWNpbmdcIjozLFwiQmFzZWxpbmVTdHlsZVwiOntcIiRpZFwiOlwiMzgzXCIsXCJCYXNlbGluZVNoYXBlU3R5bGVcIjp7XCIkaWRcIjpcIjM4NFwiLFwiTWFyZ2luXCI6e1wiJGlkXCI6XCIzODVcIixcIlRvcFwiOjAuMCxcIkxlZnRcIjowLjAsXCJSaWdodFwiOjAuMCxcIkJvdHRvbVwiOjAuMH0sXCJQYWRkaW5nXCI6e1wiJGlkXCI6XCIzODZcIixcIlRvcFwiOjAuMCxcIkxlZnRcIjowLjAsXCJSaWdodFwiOjAuMCxcIkJvdHRvbVwiOjAuMH0sXCJCYWNrZ3JvdW5kXCI6e1wiJGlkXCI6XCIzODdcIixcIkNvbG9yXCI6e1wiJGlkXCI6XCIzODhcIixcIkFcIjoxNTMsXCJSXCI6MCxcIkdcIjowLFwiQlwiOjB9fSxcIklzVmlzaWJsZVwiOmZhbHNlLFwiV2lkdGhcIjowLjAsXCJIZWlnaHRcIjowLjAsXCJCb3JkZXJTdHlsZVwiOntcIiRpZFwiOlwiMzg5XCIsXCJMaW5lU3R5bGVcIjp7XCIkaWRcIjpcIjM5MFwiLFwiTGluZUNvbG9yXCI6e1wiJGlkXCI6XCIzOTFcIixcIkNvbG9yXCI6e1wiJGlkXCI6XCIzOTJcIixcIkFcIjoyNTUsXCJSXCI6MjU1LFwiR1wiOjAsXCJCXCI6MH19LFwiTGluZVdlaWdodFwiOjIuMCxcIkxpbmVUeXBlXCI6MH0sXCJJc1Zpc2libGVcIjpmYWxzZX19fSxcIlNoYXBlU3R5bGVcIjp7XCIkaWRcIjpcIjM5M1wiLFwiTWFyZ2luXCI6e1wiJGlkXCI6XCIzOTRcIixcIlRvcFwiOjAuMCxcIkxlZnRcIjo0LjAsXCJSaWdodFwiOjQuMCxcIkJvdHRvbVwiOjAuMH0sXCJQYWRkaW5nXCI6e1wiJGlkXCI6XCIzOTVcIixcIlRvcFwiOjAuMCxcIkxlZnRcIjowLjAsXCJSaWdodFwiOjAuMCxcIkJvdHRvbVwiOjAuMH0sXCJCYWNrZ3JvdW5kXCI6e1wiJGlkXCI6XCIzOTZcIixcIkNvbG9yXCI6e1wiJGlkXCI6XCIzOTdcIixcIkFcIjoyNTUsXCJSXCI6MjMzLFwiR1wiOjExMyxcIkJcIjo1MH19LFwiSXNWaXNpYmxlXCI6dHJ1ZSxcIldpZHRoXCI6MC4wLFwiSGVpZ2h0XCI6MTAuMCxcIkJvcmRlclN0eWxlXCI6e1wiJGlkXCI6XCIzOThcIixcIkxpbmVTdHlsZVwiOntcIiRpZFwiOlwiMzk5XCIsXCJMaW5lQ29sb3JcIjp7XCIkaWRcIjpcIjQwMFwiLFwiQ29sb3JcIjp7XCIkaWRcIjpcIjQwMVwiLFwiQVwiOjI1NSxcIlJcIjoyMzQsXCJHXCI6MjIsXCJCXCI6MzB9fSxcIkxpbmVXZWlnaHRcIjoyLjAsXCJMaW5lVHlwZVwiOjB9LFwiSXNWaXNpYmxlXCI6ZmFsc2V9fSxcIlRpdGxlU3R5bGVcIjp7XCIkaWRcIjpcIjQwMlwiLFwiRm9udFNldHRpbmdzXCI6e1wiJGlkXCI6XCI0MDNcIixcIkZvbnRTaXplXCI6MTEsXCJGb250TmFtZVwiOlwiQ2FsaWJyaVwiLFwiSXNCb2xkXCI6ZmFsc2UsXCJJc0l0YWxpY1wiOmZhbHNlLFwiSXNVbmRlcmxpbmVkXCI6ZmFsc2V9LFwiRm9yZWdyb3VuZFwiOntcIiRpZFwiOlwiNDA0XCIsXCJDb2xvclwiOntcIiRpZFwiOlwiNDA1XCIsXCJBXCI6MjU1LFwiUlwiOjAsXCJHXCI6MCxcIkJcIjowfX0sXCJIb3Jpem9udGFsQWxpZ25tZW50XCI6MCxcIklzVmlzaWJsZVwiOnRydWV9LFwiRGF0ZVN0eWxlXCI6e1wiJGlkXCI6XCI0MDZcIixcIkZvbnRTZXR0aW5nc1wiOntcIiRpZFwiOlwiNDA3XCIsXCJGb250U2l6ZVwiOjEwLFwiRm9udE5hbWVcIjpcIkNhbGlicmlcIixcIklzQm9sZFwiOmZhbHNlLFwiSXNJdGFsaWNcIjpmYWxzZSxcIklzVW5kZXJsaW5lZFwiOmZhbHNlfSxcIkZvcmVncm91bmRcIjp7XCIkaWRcIjpcIjQwOFwiLFwiQ29sb3JcIjp7XCIkaWRcIjpcIjQwOVwiLFwiQVwiOjI1NSxcIlJcIjoxNCxcIkdcIjo0MCxcIkJcIjo2NX19LFwiSG9yaXpvbnRhbEFsaWdubWVudFwiOjIsXCJJc1Zpc2libGVcIjp0cnVlfSxcIkRhdGVGb3JtYXRcIjp7XCIkaWRcIjpcIjQxM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MTFcIixcIkZvcm1hdFwiOjAsXCJJc1Zpc2libGVcIjpmYWxzZSxcIkxhc3RLbm93blZpc2liaWxpdHlTdGF0ZVwiOmZhbHNlfSxcIlZhcmlhbmNlU3R5bGVcIjp7XCIkaWRcIjpcIjQxMlwiLFwiVmFyaWFuY2VUZXh0U3R5bGVcIjp7XCIkaWRcIjpcIjQxM1wiLFwiRm9udFNldHRpbmdzXCI6e1wiJGlkXCI6XCI0MTRcIixcIkZvbnRTaXplXCI6MTAsXCJGb250TmFtZVwiOlwiQ2FsaWJyaVwiLFwiSXNCb2xkXCI6ZmFsc2UsXCJJc0l0YWxpY1wiOmZhbHNlLFwiSXNVbmRlcmxpbmVkXCI6ZmFsc2V9LFwiRm9yZWdyb3VuZFwiOntcIiRpZFwiOlwiNDE1XCIsXCJDb2xvclwiOntcIiRpZFwiOlwiNDE2XCIsXCJBXCI6MjU1LFwiUlwiOjAsXCJHXCI6MCxcIkJcIjowfX0sXCJIb3Jpem9udGFsQWxpZ25tZW50XCI6MCxcIklzVmlzaWJsZVwiOnRydWV9fX0sXCJEZWZhdWx0U3dpbWxhbmVNb3RTdHlsZVwiOntcIiRpZFwiOlwiNDE3XCIsXCJTaGFwZVwiOjEsXCJTaGFwZVNpemVcIjowLFwiRGV0YWlsc1NwYWNpbmdcIjowLjAsXCJQYWRkaW5nXCI6e1wiJGlkXCI6XCI0MThcIixcIlRvcFwiOjUuMCxcIkxlZnRcIjozLjAsXCJSaWdodFwiOjAuMCxcIkJvdHRvbVwiOjIuMH0sXCJQb3NpdGlvbk9uVGFza1wiOjEsXCJTaGFwZVN0eWxlXCI6e1wiJGlkXCI6XCI0MTlcIixcIk1hcmdpblwiOntcIiRpZFwiOlwiNDIwXCIsXCJUb3BcIjowLjAsXCJMZWZ0XCI6MC4wLFwiUmlnaHRcIjowLjAsXCJCb3R0b21cIjowLjB9LFwiUGFkZGluZ1wiOntcIiRpZFwiOlwiNDIxXCIsXCJUb3BcIjowLjAsXCJMZWZ0XCI6MC4wLFwiUmlnaHRcIjowLjAsXCJCb3R0b21cIjowLjB9LFwiQmFja2dyb3VuZFwiOntcIiRpZFwiOlwiNDIyXCIsXCJDb2xvclwiOntcIiRpZFwiOlwiNDIzXCIsXCJBXCI6MjU1LFwiUlwiOjEyOCxcIkdcIjo1MyxcIkJcIjoxNH19LFwiSXNWaXNpYmxlXCI6dHJ1ZSxcIldpZHRoXCI6MTIuMCxcIkhlaWdodFwiOjE0LjAsXCJCb3JkZXJTdHlsZVwiOntcIiRpZFwiOlwiNDI0XCIsXCJMaW5lU3R5bGVcIjp7XCIkaWRcIjpcIjQyNVwiLFwiTGluZUNvbG9yXCI6e1wiJGlkXCI6XCI0MjZcIixcIkNvbG9yXCI6e1wiJGlkXCI6XCI0MjdcIixcIkFcIjoyNTUsXCJSXCI6MjU1LFwiR1wiOjI1NSxcIkJcIjoyNTV9fSxcIkxpbmVXZWlnaHRcIjowLjAsXCJMaW5lVHlwZVwiOjB9LFwiSXNWaXNpYmxlXCI6ZmFsc2V9fSxcIlRpdGxlU3R5bGVcIjp7XCIkaWRcIjpcIjQyOFwiLFwiRm9udFNldHRpbmdzXCI6e1wiJGlkXCI6XCI0MjlcIixcIkZvbnRTaXplXCI6MTEsXCJGb250TmFtZVwiOlwiQ2FsaWJyaVwiLFwiSXNCb2xkXCI6ZmFsc2UsXCJJc0l0YWxpY1wiOmZhbHNlLFwiSXNVbmRlcmxpbmVkXCI6ZmFsc2V9LFwiRm9yZWdyb3VuZFwiOntcIiRpZFwiOlwiNDMwXCIsXCJDb2xvclwiOntcIiRpZFwiOlwiNDMxXCIsXCJBXCI6MjU1LFwiUlwiOjAsXCJHXCI6MCxcIkJcIjowfX0sXCJIb3Jpem9udGFsQWxpZ25tZW50XCI6MSxcIklzVmlzaWJsZVwiOnRydWV9LFwiRGF0ZVN0eWxlXCI6e1wiJGlkXCI6XCI0MzJcIixcIkZvbnRTZXR0aW5nc1wiOntcIiRpZFwiOlwiNDMzXCIsXCJGb250U2l6ZVwiOjEwLFwiRm9udE5hbWVcIjpcIkNhbGlicmlcIixcIklzQm9sZFwiOmZhbHNlLFwiSXNJdGFsaWNcIjpmYWxzZSxcIklzVW5kZXJsaW5lZFwiOmZhbHNlfSxcIkZvcmVncm91bmRcIjp7XCIkaWRcIjpcIjQzNFwiLFwiQ29sb3JcIjp7XCIkaWRcIjpcIjQzNVwiLFwiQVwiOjI1NSxcIlJcIjoxNCxcIkdcIjo0MCxcIkJcIjo2NX19LFwiSG9yaXpvbnRhbEFsaWdubWVudFwiOjEsXCJJc1Zpc2libGVcIjp0cnVlfSxcIkRhdGVGb3JtYXRcIjp7XCIkaWRcIjpcIjQzN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MzdcIixcIkZvcm1hdFwiOjAsXCJJc1Zpc2libGVcIjpmYWxzZSxcIkxhc3RLbm93blZpc2liaWxpdHlTdGF0ZVwiOmZhbHNlfSxcIlZhcmlhbmNlU3R5bGVcIjp7XCIkaWRcIjpcIjQzOFwiLFwiVmFyaWFuY2VUZXh0U3R5bGVcIjp7XCIkaWRcIjpcIjQzOVwiLFwiRm9udFNldHRpbmdzXCI6e1wiJGlkXCI6XCI0NDBcIixcIkZvbnRTaXplXCI6MTAsXCJGb250TmFtZVwiOlwiQ2FsaWJyaVwiLFwiSXNCb2xkXCI6ZmFsc2UsXCJJc0l0YWxpY1wiOmZhbHNlLFwiSXNVbmRlcmxpbmVkXCI6ZmFsc2V9LFwiRm9yZWdyb3VuZFwiOntcIiRpZFwiOlwiNDQxXCIsXCJDb2xvclwiOntcIiRpZFwiOlwiNDQyXCIsXCJBXCI6MjU1LFwiUlwiOjAsXCJHXCI6MCxcIkJcIjowfX0sXCJIb3Jpem9udGFsQWxpZ25tZW50XCI6MCxcIklzVmlzaWJsZVwiOnRydWV9fX19LHtcIiRpZFwiOlwiNDQzXCIsXCJTdHlsZUlkXCI6XCJiMjRmODA0NS1mNjliLTRhNDMtODI5Zi1hNTY1MDNmZGNkNjlcIixcIk5hbWVcIjpcIlN3aW1sYW5lIFN0eWxlIDNcIixcIkhlYWRlclN0eWxlXCI6e1wiJGlkXCI6XCI0NDRcIixcIlRleHRTdHlsZVwiOntcIiRpZFwiOlwiNDQ1XCIsXCJGb250U2V0dGluZ3NcIjp7XCIkaWRcIjpcIjQ0NlwiLFwiRm9udFNpemVcIjoxMSxcIkZvbnROYW1lXCI6XCJDYWxpYnJpXCIsXCJJc0JvbGRcIjpmYWxzZSxcIklzSXRhbGljXCI6ZmFsc2UsXCJJc1VuZGVybGluZWRcIjpmYWxzZX0sXCJGb3JlZ3JvdW5kXCI6e1wiJGlkXCI6XCI0NDdcIixcIkNvbG9yXCI6e1wiJGlkXCI6XCI0NDhcIixcIkFcIjoyNTUsXCJSXCI6MjU1LFwiR1wiOjI1NSxcIkJcIjoyNTV9fSxcIkhvcml6b250YWxBbGlnbm1lbnRcIjoxLFwiSXNWaXNpYmxlXCI6dHJ1ZX0sXCJSZWN0YW5nbGVTdHlsZVwiOntcIiRpZFwiOlwiNDQ5XCIsXCJNYXJnaW5cIjp7XCIkaWRcIjpcIjQ1MFwiLFwiVG9wXCI6MC4wLFwiTGVmdFwiOjAuMCxcIlJpZ2h0XCI6MC4wLFwiQm90dG9tXCI6MC4wfSxcIlBhZGRpbmdcIjp7XCIkaWRcIjpcIjQ1MVwiLFwiVG9wXCI6MC4wLFwiTGVmdFwiOjAuMCxcIlJpZ2h0XCI6MC4wLFwiQm90dG9tXCI6MC4wfSxcIkJhY2tncm91bmRcIjp7XCIkaWRcIjpcIjQ1MlwiLFwiQ29sb3JcIjp7XCIkaWRcIjpcIjQ1M1wiLFwiQVwiOjI1NSxcIlJcIjoyNSxcIkdcIjoxMDcsXCJCXCI6MzZ9fSxcIklzVmlzaWJsZVwiOnRydWUsXCJXaWR0aFwiOjAuMCxcIkhlaWdodFwiOjAuMCxcIkJvcmRlclN0eWxlXCI6e1wiJGlkXCI6XCI0NTRcIixcIkxpbmVTdHlsZVwiOntcIiRpZFwiOlwiNDU1XCIsXCJMaW5lQ29sb3JcIjp7XCIkaWRcIjpcIjQ1NlwiLFwiQ29sb3JcIjp7XCIkaWRcIjpcIjQ1N1wiLFwiQVwiOjI1NSxcIlJcIjoyNTUsXCJHXCI6MjU1LFwiQlwiOjI1NX19LFwiTGluZVdlaWdodFwiOjAuMCxcIkxpbmVUeXBlXCI6MH0sXCJJc1Zpc2libGVcIjpmYWxzZX19fSxcIkJhY2tncm91bmRTdHlsZVwiOntcIiRpZFwiOlwiNDU4XCIsXCJNYXJnaW5cIjp7XCIkaWRcIjpcIjQ1OVwiLFwiVG9wXCI6MC4wLFwiTGVmdFwiOjAuMCxcIlJpZ2h0XCI6MC4wLFwiQm90dG9tXCI6MC4wfSxcIlBhZGRpbmdcIjp7XCIkaWRcIjpcIjQ2MFwiLFwiVG9wXCI6MC4wLFwiTGVmdFwiOjAuMCxcIlJpZ2h0XCI6MC4wLFwiQm90dG9tXCI6MC4wfSxcIkJhY2tncm91bmRcIjp7XCIkaWRcIjpcIjQ2MVwiLFwiQ29sb3JcIjp7XCIkaWRcIjpcIjQ2MlwiLFwiQVwiOjUxLFwiUlwiOjIwMCxcIkdcIjoyMDAsXCJCXCI6MjAwfX0sXCJJc1Zpc2libGVcIjp0cnVlLFwiV2lkdGhcIjowLjAsXCJIZWlnaHRcIjowLjAsXCJCb3JkZXJTdHlsZVwiOntcIiRpZFwiOlwiNDYzXCIsXCJMaW5lU3R5bGVcIjp7XCIkaWRcIjpcIjQ2NFwiLFwiTGluZUNvbG9yXCI6e1wiJGlkXCI6XCI0NjVcIixcIkNvbG9yXCI6e1wiJGlkXCI6XCI0NjZcIixcIkFcIjoyNTUsXCJSXCI6MjM0LFwiR1wiOjIyLFwiQlwiOjMwfX0sXCJMaW5lV2VpZ2h0XCI6Mi4wLFwiTGluZVR5cGVcIjowfSxcIklzVmlzaWJsZVwiOmZhbHNlfX0sXCJJc0Fib3ZlVGltZWJhbmRcIjpmYWxzZSxcIlNwYWNpbmdcIjozLFwiRGVmYXVsdFN3aW1sYW5lQWN0aXZpdHlTdHlsZVwiOntcIiRpZFwiOlwiNDY3XCIsXCJIZWFkZXJTdHlsZVwiOntcIiRpZFwiOlwiNDY4XCIsXCJUZXh0U3R5bGVcIjp7XCIkaWRcIjpcIjQ2OVwiLFwiRm9udFNldHRpbmdzXCI6e1wiJGlkXCI6XCI0NzBcIixcIkZvbnRTaXplXCI6MTEsXCJGb250TmFtZVwiOlwiQ2FsaWJyaVwiLFwiSXNCb2xkXCI6ZmFsc2UsXCJJc0l0YWxpY1wiOmZhbHNlLFwiSXNVbmRlcmxpbmVkXCI6ZmFsc2V9LFwiRm9yZWdyb3VuZFwiOntcIiRpZFwiOlwiNDcxXCIsXCJDb2xvclwiOntcIiRpZFwiOlwiNDcyXCIsXCJBXCI6MjU1LFwiUlwiOjAsXCJHXCI6MCxcIkJcIjowfX0sXCJIb3Jpem9udGFsQWxpZ25tZW50XCI6MCxcIklzVmlzaWJsZVwiOnRydWV9LFwiUmVjdGFuZ2xlU3R5bGVcIjp7XCIkaWRcIjpcIjQ3M1wiLFwiTWFyZ2luXCI6e1wiJGlkXCI6XCI0NzRcIixcIlRvcFwiOjAuMCxcIkxlZnRcIjowLjAsXCJSaWdodFwiOjAuMCxcIkJvdHRvbVwiOjAuMH0sXCJQYWRkaW5nXCI6e1wiJGlkXCI6XCI0NzVcIixcIlRvcFwiOjAuMCxcIkxlZnRcIjowLjAsXCJSaWdodFwiOjAuMCxcIkJvdHRvbVwiOjAuMH0sXCJCYWNrZ3JvdW5kXCI6e1wiJGlkXCI6XCI0NzZcIixcIkNvbG9yXCI6e1wiJGlkXCI6XCI0NzdcIixcIkFcIjo2MyxcIlJcIjoyNSxcIkdcIjoxMDcsXCJCXCI6MzZ9fSxcIklzVmlzaWJsZVwiOnRydWUsXCJXaWR0aFwiOjAuMCxcIkhlaWdodFwiOjAuMCxcIkJvcmRlclN0eWxlXCI6e1wiJGlkXCI6XCI0NzhcIixcIkxpbmVTdHlsZVwiOntcIiRpZFwiOlwiNDc5XCIsXCJMaW5lQ29sb3JcIjp7XCIkaWRcIjpcIjQ4MFwiLFwiQ29sb3JcIjp7XCIkaWRcIjpcIjQ4MVwiLFwiQVwiOjI1NSxcIlJcIjoyNTUsXCJHXCI6MjU1LFwiQlwiOjI1NX19LFwiTGluZVdlaWdodFwiOjAuMCxcIkxpbmVUeXBlXCI6MH0sXCJJc1Zpc2libGVcIjpmYWxzZX19fSxcIkJhY2tncm91bmRTdHlsZVwiOntcIiRpZFwiOlwiNDgyXCIsXCJNYXJnaW5cIjp7XCIkaWRcIjpcIjQ4M1wiLFwiVG9wXCI6MC4wLFwiTGVmdFwiOjAuMCxcIlJpZ2h0XCI6MC4wLFwiQm90dG9tXCI6MC4wfSxcIlBhZGRpbmdcIjp7XCIkaWRcIjpcIjQ4NFwiLFwiVG9wXCI6MC4wLFwiTGVmdFwiOjAuMCxcIlJpZ2h0XCI6MC4wLFwiQm90dG9tXCI6MC4wfSxcIkJhY2tncm91bmRcIjp7XCIkaWRcIjpcIjQ4NVwiLFwiQ29sb3JcIjp7XCIkaWRcIjpcIjQ4NlwiLFwiQVwiOjUxLFwiUlwiOjIwMCxcIkdcIjoyMDAsXCJCXCI6MjAwfX0sXCJJc1Zpc2libGVcIjp0cnVlLFwiV2lkdGhcIjowLjAsXCJIZWlnaHRcIjowLjAsXCJCb3JkZXJTdHlsZVwiOntcIiRpZFwiOlwiNDg3XCIsXCJMaW5lU3R5bGVcIjp7XCIkaWRcIjpcIjQ4OFwiLFwiTGluZUNvbG9yXCI6e1wiJGlkXCI6XCI0ODlcIixcIkNvbG9yXCI6e1wiJGlkXCI6XCI0OTBcIixcIkFcIjoyNTUsXCJSXCI6MjM0LFwiR1wiOjIyLFwiQlwiOjMwfX0sXCJMaW5lV2VpZ2h0XCI6Mi4wLFwiTGluZVR5cGVcIjowfSxcIklzVmlzaWJsZVwiOmZhbHNlfX19LFwiRGVmYXVsdFN3aW1sYW5lTWlsZXN0b25lU3R5bGVcIjp7XCIkaWRcIjpcIjQ5MVwiLFwiVGl0bGVQb3NpdGlvblwiOjAsXCJEYXRlUG9zaXRpb25cIjoyLFwiVmFyaWFuY2VQb3NpdGlvblwiOjIsXCJTaGFwZVR5cGVcIjoxLFwiU2hhcGVTaXplXCI6MCxcIlNwYWNpbmdcIjo1LFwiU2hhcGVTdHlsZVwiOntcIiRpZFwiOlwiNDkyXCIsXCJNYXJnaW5cIjp7XCIkaWRcIjpcIjQ5M1wiLFwiVG9wXCI6MC4wLFwiTGVmdFwiOjAuMCxcIlJpZ2h0XCI6MC4wLFwiQm90dG9tXCI6MC4wfSxcIlBhZGRpbmdcIjp7XCIkaWRcIjpcIjQ5NFwiLFwiVG9wXCI6MC4wLFwiTGVmdFwiOjAuMCxcIlJpZ2h0XCI6MC4wLFwiQm90dG9tXCI6MC4wfSxcIkJhY2tncm91bmRcIjp7XCIkaWRcIjpcIjQ5NVwiLFwiQ29sb3JcIjp7XCIkaWRcIjpcIjQ5NlwiLFwiQVwiOjI1NSxcIlJcIjoyNSxcIkdcIjoxMDcsXCJCXCI6MzZ9fSxcIklzVmlzaWJsZVwiOnRydWUsXCJXaWR0aFwiOjEyLjAsXCJIZWlnaHRcIjoxNC4wLFwiQm9yZGVyU3R5bGVcIjp7XCIkaWRcIjpcIjQ5N1wiLFwiTGluZVN0eWxlXCI6e1wiJGlkXCI6XCI0OThcIixcIkxpbmVDb2xvclwiOntcIiRpZFwiOlwiNDk5XCIsXCJDb2xvclwiOntcIiRpZFwiOlwiNTAwXCIsXCJBXCI6MjU1LFwiUlwiOjIzNCxcIkdcIjoyMixcIkJcIjozMH19LFwiTGluZVdlaWdodFwiOjIuMCxcIkxpbmVUeXBlXCI6MH0sXCJJc1Zpc2libGVcIjpmYWxzZX19LFwiVGl0bGVTdHlsZVwiOntcIiRpZFwiOlwiNTAxXCIsXCJGb250U2V0dGluZ3NcIjp7XCIkaWRcIjpcIjUwMlwiLFwiRm9udFNpemVcIjoxMSxcIkZvbnROYW1lXCI6XCJDYWxpYnJpXCIsXCJJc0JvbGRcIjpmYWxzZSxcIklzSXRhbGljXCI6ZmFsc2UsXCJJc1VuZGVybGluZWRcIjpmYWxzZX0sXCJGb3JlZ3JvdW5kXCI6e1wiJGlkXCI6XCI1MDNcIixcIkNvbG9yXCI6e1wiJGlkXCI6XCI1MDRcIixcIkFcIjoyNTUsXCJSXCI6MCxcIkdcIjowLFwiQlwiOjB9fSxcIkhvcml6b250YWxBbGlnbm1lbnRcIjoyLFwiSXNWaXNpYmxlXCI6dHJ1ZX0sXCJEYXRlU3R5bGVcIjp7XCIkaWRcIjpcIjUwNVwiLFwiRm9udFNldHRpbmdzXCI6e1wiJGlkXCI6XCI1MDZcIixcIkZvbnRTaXplXCI6MTAsXCJGb250TmFtZVwiOlwiQ2FsaWJyaVwiLFwiSXNCb2xkXCI6ZmFsc2UsXCJJc0l0YWxpY1wiOmZhbHNlLFwiSXNVbmRlcmxpbmVkXCI6ZmFsc2V9LFwiRm9yZWdyb3VuZFwiOntcIiRpZFwiOlwiNTA3XCIsXCJDb2xvclwiOntcIiRpZFwiOlwiNTA4XCIsXCJBXCI6MjU1LFwiUlwiOjE0LFwiR1wiOjQwLFwiQlwiOjY1fX0sXCJIb3Jpem9udGFsQWxpZ25tZW50XCI6MCxcIklzVmlzaWJsZVwiOnRydWV9LFwiRGF0ZUZvcm1hdFwiOntcIiRpZFwiOlwiNTA5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xMFwiLFwiRm9ybWF0XCI6MCxcIklzVmlzaWJsZVwiOmZhbHNlLFwiTGFzdEtub3duVmlzaWJpbGl0eVN0YXRlXCI6ZmFsc2V9LFwiVmFyaWFuY2VTdHlsZVwiOntcIiRpZFwiOlwiNTExXCIsXCJWYXJpYW5jZVRleHRTdHlsZVwiOntcIiRpZFwiOlwiNTEyXCIsXCJGb250U2V0dGluZ3NcIjp7XCIkaWRcIjpcIjUxM1wiLFwiRm9udFNpemVcIjoxMCxcIkZvbnROYW1lXCI6XCJDYWxpYnJpXCIsXCJJc0JvbGRcIjpmYWxzZSxcIklzSXRhbGljXCI6ZmFsc2UsXCJJc1VuZGVybGluZWRcIjpmYWxzZX0sXCJGb3JlZ3JvdW5kXCI6e1wiJGlkXCI6XCI1MTRcIixcIkNvbG9yXCI6e1wiJGlkXCI6XCI1MTVcIixcIkFcIjoyNTUsXCJSXCI6MCxcIkdcIjowLFwiQlwiOjB9fSxcIkhvcml6b250YWxBbGlnbm1lbnRcIjowLFwiSXNWaXNpYmxlXCI6dHJ1ZX19fSxcIkRlZmF1bHRTd2ltbGFuZVRhc2tTdHlsZVwiOntcIiRpZFwiOlwiNTE2XCIsXCJTaGFwZVwiOjEsXCJTaGFwZVRoaWNrbmVzc1wiOjAsXCJEdXJhdGlvbkZvcm1hdFwiOjAsXCJQZXJjZW50YWdlQ29tcGxldGVUZXh0U3R5bGVcIjp7XCIkaWRcIjpcIjUxN1wiLFwiRm9udFNldHRpbmdzXCI6e1wiJGlkXCI6XCI1MThcIixcIkZvbnRTaXplXCI6MTAsXCJGb250TmFtZVwiOlwiQ2FsaWJyaVwiLFwiSXNCb2xkXCI6ZmFsc2UsXCJJc0l0YWxpY1wiOmZhbHNlLFwiSXNVbmRlcmxpbmVkXCI6ZmFsc2V9LFwiRm9yZWdyb3VuZFwiOntcIiRpZFwiOlwiNTE5XCIsXCJDb2xvclwiOntcIiRpZFwiOlwiNTIwXCIsXCJBXCI6MjU1LFwiUlwiOjIzMixcIkdcIjoyMzIsXCJCXCI6MjMyfX0sXCJIb3Jpem9udGFsQWxpZ25tZW50XCI6MSxcIklzVmlzaWJsZVwiOnRydWV9LFwiUGVyY2VudGFnZUNvbXBsZXRlSGlnaGxpZ2h0U3R5bGVcIjp7XCIkaWRcIjpcIjUyMVwiLFwiQmFja2dyb3VuZFwiOntcIiRpZFwiOlwiNTIyXCIsXCJDb2xvclwiOntcIiRpZFwiOlwiNTIzXCIsXCJBXCI6ODksXCJSXCI6MCxcIkdcIjowLFwiQlwiOjB9fX0sXCJEdXJhdGlvblN0eWxlXCI6e1wiJGlkXCI6XCI1MjRcIixcIkZvbnRTZXR0aW5nc1wiOntcIiRpZFwiOlwiNTI1XCIsXCJGb250U2l6ZVwiOjEwLFwiRm9udE5hbWVcIjpcIkNhbGlicmlcIixcIklzQm9sZFwiOmZhbHNlLFwiSXNJdGFsaWNcIjpmYWxzZSxcIklzVW5kZXJsaW5lZFwiOmZhbHNlfSxcIkZvcmVncm91bmRcIjp7XCIkaWRcIjpcIjUyNlwiLFwiQ29sb3JcIjp7XCIkaWRcIjpcIjUyN1wiLFwiQVwiOjI1NSxcIlJcIjoyMzcsXCJHXCI6MTI1LFwiQlwiOjQ5fX0sXCJIb3Jpem9udGFsQWxpZ25tZW50XCI6MCxcIklzVmlzaWJsZVwiOmZhbHNlfSxcIk1hcmdpblwiOntcIiRpZFwiOlwiNTI4XCIsXCJUb3BcIjowLjAsXCJMZWZ0XCI6MC4wLFwiUmlnaHRcIjowLjAsXCJCb3R0b21cIjowLjB9LFwiU3RhcnREYXRlUG9zaXRpb25cIjozLFwiRW5kRGF0ZVBvc2l0aW9uXCI6MyxcIlRpdGxlUG9zaXRpb25cIjo0LFwiRHVyYXRpb25Qb3NpdGlvblwiOjAsXCJQZXJjZW50YWdlQ29tcGxldGVkUG9zaXRpb25cIjoyLFwiVmFyaWFuY2VQb3NpdGlvblwiOjIsXCJTcGFjaW5nXCI6MyxcIkJhc2VsaW5lU3R5bGVcIjp7XCIkaWRcIjpcIjUyOVwiLFwiQmFzZWxpbmVTaGFwZVN0eWxlXCI6e1wiJGlkXCI6XCI1MzBcIixcIk1hcmdpblwiOntcIiRpZFwiOlwiNTMxXCIsXCJUb3BcIjowLjAsXCJMZWZ0XCI6MC4wLFwiUmlnaHRcIjowLjAsXCJCb3R0b21cIjowLjB9LFwiUGFkZGluZ1wiOntcIiRpZFwiOlwiNTMyXCIsXCJUb3BcIjowLjAsXCJMZWZ0XCI6MC4wLFwiUmlnaHRcIjowLjAsXCJCb3R0b21cIjowLjB9LFwiQmFja2dyb3VuZFwiOntcIiRpZFwiOlwiNTMzXCIsXCJDb2xvclwiOntcIiRpZFwiOlwiNTM0XCIsXCJBXCI6MTUzLFwiUlwiOjAsXCJHXCI6MCxcIkJcIjowfX0sXCJJc1Zpc2libGVcIjpmYWxzZSxcIldpZHRoXCI6MC4wLFwiSGVpZ2h0XCI6MC4wLFwiQm9yZGVyU3R5bGVcIjp7XCIkaWRcIjpcIjUzNVwiLFwiTGluZVN0eWxlXCI6e1wiJGlkXCI6XCI1MzZcIixcIkxpbmVDb2xvclwiOntcIiRpZFwiOlwiNTM3XCIsXCJDb2xvclwiOntcIiRpZFwiOlwiNTM4XCIsXCJBXCI6MjU1LFwiUlwiOjI1NSxcIkdcIjowLFwiQlwiOjB9fSxcIkxpbmVXZWlnaHRcIjoyLjAsXCJMaW5lVHlwZVwiOjB9LFwiSXNWaXNpYmxlXCI6ZmFsc2V9fX0sXCJTaGFwZVN0eWxlXCI6e1wiJGlkXCI6XCI1MzlcIixcIk1hcmdpblwiOntcIiRpZFwiOlwiNTQwXCIsXCJUb3BcIjowLjAsXCJMZWZ0XCI6NC4wLFwiUmlnaHRcIjo0LjAsXCJCb3R0b21cIjowLjB9LFwiUGFkZGluZ1wiOntcIiRpZFwiOlwiNTQxXCIsXCJUb3BcIjowLjAsXCJMZWZ0XCI6MC4wLFwiUmlnaHRcIjowLjAsXCJCb3R0b21cIjowLjB9LFwiQmFja2dyb3VuZFwiOntcIiRpZFwiOlwiNTQyXCIsXCJDb2xvclwiOntcIiRpZFwiOlwiNTQzXCIsXCJBXCI6MjU1LFwiUlwiOjI1LFwiR1wiOjEwNyxcIkJcIjozNn19LFwiSXNWaXNpYmxlXCI6dHJ1ZSxcIldpZHRoXCI6MC4wLFwiSGVpZ2h0XCI6MTAuMCxcIkJvcmRlclN0eWxlXCI6e1wiJGlkXCI6XCI1NDRcIixcIkxpbmVTdHlsZVwiOntcIiRpZFwiOlwiNTQ1XCIsXCJMaW5lQ29sb3JcIjp7XCIkaWRcIjpcIjU0NlwiLFwiQ29sb3JcIjp7XCIkaWRcIjpcIjU0N1wiLFwiQVwiOjI1NSxcIlJcIjoyMzQsXCJHXCI6MjIsXCJCXCI6MzB9fSxcIkxpbmVXZWlnaHRcIjoyLjAsXCJMaW5lVHlwZVwiOjB9LFwiSXNWaXNpYmxlXCI6ZmFsc2V9fSxcIlRpdGxlU3R5bGVcIjp7XCIkaWRcIjpcIjU0OFwiLFwiRm9udFNldHRpbmdzXCI6e1wiJGlkXCI6XCI1NDlcIixcIkZvbnRTaXplXCI6MTEsXCJGb250TmFtZVwiOlwiQ2FsaWJyaVwiLFwiSXNCb2xkXCI6ZmFsc2UsXCJJc0l0YWxpY1wiOmZhbHNlLFwiSXNVbmRlcmxpbmVkXCI6ZmFsc2V9LFwiRm9yZWdyb3VuZFwiOntcIiRpZFwiOlwiNTUwXCIsXCJDb2xvclwiOntcIiRpZFwiOlwiNTUxXCIsXCJBXCI6MjU1LFwiUlwiOjAsXCJHXCI6MCxcIkJcIjowfX0sXCJIb3Jpem9udGFsQWxpZ25tZW50XCI6MCxcIklzVmlzaWJsZVwiOnRydWV9LFwiRGF0ZVN0eWxlXCI6e1wiJGlkXCI6XCI1NTJcIixcIkZvbnRTZXR0aW5nc1wiOntcIiRpZFwiOlwiNTUzXCIsXCJGb250U2l6ZVwiOjEwLFwiRm9udE5hbWVcIjpcIkNhbGlicmlcIixcIklzQm9sZFwiOmZhbHNlLFwiSXNJdGFsaWNcIjpmYWxzZSxcIklzVW5kZXJsaW5lZFwiOmZhbHNlfSxcIkZvcmVncm91bmRcIjp7XCIkaWRcIjpcIjU1NFwiLFwiQ29sb3JcIjp7XCIkaWRcIjpcIjU1NVwiLFwiQVwiOjI1NSxcIlJcIjoxNCxcIkdcIjo0MCxcIkJcIjo2NX19LFwiSG9yaXpvbnRhbEFsaWdubWVudFwiOjIsXCJJc1Zpc2libGVcIjp0cnVlfSxcIkRhdGVGb3JtYXRcIjp7XCIkaWRcIjpcIjU1N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NTdcIixcIkZvcm1hdFwiOjAsXCJJc1Zpc2libGVcIjpmYWxzZSxcIkxhc3RLbm93blZpc2liaWxpdHlTdGF0ZVwiOmZhbHNlfSxcIlZhcmlhbmNlU3R5bGVcIjp7XCIkaWRcIjpcIjU1OFwiLFwiVmFyaWFuY2VUZXh0U3R5bGVcIjp7XCIkaWRcIjpcIjU1OVwiLFwiRm9udFNldHRpbmdzXCI6e1wiJGlkXCI6XCI1NjBcIixcIkZvbnRTaXplXCI6MTAsXCJGb250TmFtZVwiOlwiQ2FsaWJyaVwiLFwiSXNCb2xkXCI6ZmFsc2UsXCJJc0l0YWxpY1wiOmZhbHNlLFwiSXNVbmRlcmxpbmVkXCI6ZmFsc2V9LFwiRm9yZWdyb3VuZFwiOntcIiRpZFwiOlwiNTYxXCIsXCJDb2xvclwiOntcIiRpZFwiOlwiNTYyXCIsXCJBXCI6MjU1LFwiUlwiOjAsXCJHXCI6MCxcIkJcIjowfX0sXCJIb3Jpem9udGFsQWxpZ25tZW50XCI6MCxcIklzVmlzaWJsZVwiOnRydWV9fX0sXCJEZWZhdWx0U3dpbWxhbmVNb3RTdHlsZVwiOntcIiRpZFwiOlwiNTYzXCIsXCJTaGFwZVwiOjEsXCJTaGFwZVNpemVcIjowLFwiRGV0YWlsc1NwYWNpbmdcIjowLjAsXCJQYWRkaW5nXCI6e1wiJGlkXCI6XCI1NjRcIixcIlRvcFwiOjUuMCxcIkxlZnRcIjozLjAsXCJSaWdodFwiOjAuMCxcIkJvdHRvbVwiOjIuMH0sXCJQb3NpdGlvbk9uVGFza1wiOjEsXCJTaGFwZVN0eWxlXCI6e1wiJGlkXCI6XCI1NjVcIixcIk1hcmdpblwiOntcIiRpZFwiOlwiNTY2XCIsXCJUb3BcIjowLjAsXCJMZWZ0XCI6MC4wLFwiUmlnaHRcIjowLjAsXCJCb3R0b21cIjowLjB9LFwiUGFkZGluZ1wiOntcIiRpZFwiOlwiNTY3XCIsXCJUb3BcIjowLjAsXCJMZWZ0XCI6MC4wLFwiUmlnaHRcIjowLjAsXCJCb3R0b21cIjowLjB9LFwiQmFja2dyb3VuZFwiOntcIiRpZFwiOlwiNTY4XCIsXCJDb2xvclwiOntcIiRpZFwiOlwiNTY5XCIsXCJBXCI6MjU1LFwiUlwiOjEzLFwiR1wiOjUzLFwiQlwiOjE4fX0sXCJJc1Zpc2libGVcIjp0cnVlLFwiV2lkdGhcIjoxMi4wLFwiSGVpZ2h0XCI6MTQuMCxcIkJvcmRlclN0eWxlXCI6e1wiJGlkXCI6XCI1NzBcIixcIkxpbmVTdHlsZVwiOntcIiRpZFwiOlwiNTcxXCIsXCJMaW5lQ29sb3JcIjp7XCIkaWRcIjpcIjU3MlwiLFwiQ29sb3JcIjp7XCIkaWRcIjpcIjU3M1wiLFwiQVwiOjI1NSxcIlJcIjoyNTUsXCJHXCI6MjU1LFwiQlwiOjI1NX19LFwiTGluZVdlaWdodFwiOjAuMCxcIkxpbmVUeXBlXCI6MH0sXCJJc1Zpc2libGVcIjpmYWxzZX19LFwiVGl0bGVTdHlsZVwiOntcIiRpZFwiOlwiNTc0XCIsXCJGb250U2V0dGluZ3NcIjp7XCIkaWRcIjpcIjU3NVwiLFwiRm9udFNpemVcIjoxMSxcIkZvbnROYW1lXCI6XCJDYWxpYnJpXCIsXCJJc0JvbGRcIjpmYWxzZSxcIklzSXRhbGljXCI6ZmFsc2UsXCJJc1VuZGVybGluZWRcIjpmYWxzZX0sXCJGb3JlZ3JvdW5kXCI6e1wiJGlkXCI6XCI1NzZcIixcIkNvbG9yXCI6e1wiJGlkXCI6XCI1NzdcIixcIkFcIjoyNTUsXCJSXCI6MCxcIkdcIjowLFwiQlwiOjB9fSxcIkhvcml6b250YWxBbGlnbm1lbnRcIjoxLFwiSXNWaXNpYmxlXCI6dHJ1ZX0sXCJEYXRlU3R5bGVcIjp7XCIkaWRcIjpcIjU3OFwiLFwiRm9udFNldHRpbmdzXCI6e1wiJGlkXCI6XCI1NzlcIixcIkZvbnRTaXplXCI6MTAsXCJGb250TmFtZVwiOlwiQ2FsaWJyaVwiLFwiSXNCb2xkXCI6ZmFsc2UsXCJJc0l0YWxpY1wiOmZhbHNlLFwiSXNVbmRlcmxpbmVkXCI6ZmFsc2V9LFwiRm9yZWdyb3VuZFwiOntcIiRpZFwiOlwiNTgwXCIsXCJDb2xvclwiOntcIiRpZFwiOlwiNTgxXCIsXCJBXCI6MjU1LFwiUlwiOjE0LFwiR1wiOjQwLFwiQlwiOjY1fX0sXCJIb3Jpem9udGFsQWxpZ25tZW50XCI6MSxcIklzVmlzaWJsZVwiOnRydWV9LFwiRGF0ZUZvcm1hdFwiOntcIiRpZFwiOlwiNTg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4M1wiLFwiRm9ybWF0XCI6MCxcIklzVmlzaWJsZVwiOmZhbHNlLFwiTGFzdEtub3duVmlzaWJpbGl0eVN0YXRlXCI6ZmFsc2V9LFwiVmFyaWFuY2VTdHlsZVwiOntcIiRpZFwiOlwiNTg0XCIsXCJWYXJpYW5jZVRleHRTdHlsZVwiOntcIiRpZFwiOlwiNTg1XCIsXCJGb250U2V0dGluZ3NcIjp7XCIkaWRcIjpcIjU4NlwiLFwiRm9udFNpemVcIjoxMCxcIkZvbnROYW1lXCI6XCJDYWxpYnJpXCIsXCJJc0JvbGRcIjpmYWxzZSxcIklzSXRhbGljXCI6ZmFsc2UsXCJJc1VuZGVybGluZWRcIjpmYWxzZX0sXCJGb3JlZ3JvdW5kXCI6e1wiJGlkXCI6XCI1ODdcIixcIkNvbG9yXCI6e1wiJGlkXCI6XCI1ODhcIixcIkFcIjoyNTUsXCJSXCI6MCxcIkdcIjowLFwiQlwiOjB9fSxcIkhvcml6b250YWxBbGlnbm1lbnRcIjowLFwiSXNWaXNpYmxlXCI6dHJ1ZX19fX0se1wiJGlkXCI6XCI1ODlcIixcIlN0eWxlSWRcIjpcIjA3MDJkZWE4LWMxMTQtNGQ3MS1iZTQwLWNkMzA2MmM0Njk3MFwiLFwiTmFtZVwiOlwiU3dpbWxhbmUgU3R5bGUgNFwiLFwiSGVhZGVyU3R5bGVcIjp7XCIkaWRcIjpcIjU5MFwiLFwiVGV4dFN0eWxlXCI6e1wiJGlkXCI6XCI1OTFcIixcIkZvbnRTZXR0aW5nc1wiOntcIiRpZFwiOlwiNTkyXCIsXCJGb250U2l6ZVwiOjExLFwiRm9udE5hbWVcIjpcIkNhbGlicmlcIixcIklzQm9sZFwiOmZhbHNlLFwiSXNJdGFsaWNcIjpmYWxzZSxcIklzVW5kZXJsaW5lZFwiOmZhbHNlfSxcIkZvcmVncm91bmRcIjp7XCIkaWRcIjpcIjU5M1wiLFwiQ29sb3JcIjp7XCIkaWRcIjpcIjU5NFwiLFwiQVwiOjI1NSxcIlJcIjoyNTUsXCJHXCI6MjU1LFwiQlwiOjI1NX19LFwiSG9yaXpvbnRhbEFsaWdubWVudFwiOjAsXCJJc1Zpc2libGVcIjp0cnVlfSxcIlJlY3RhbmdsZVN0eWxlXCI6e1wiJGlkXCI6XCI1OTVcIixcIk1hcmdpblwiOntcIiRpZFwiOlwiNTk2XCIsXCJUb3BcIjowLjAsXCJMZWZ0XCI6MC4wLFwiUmlnaHRcIjowLjAsXCJCb3R0b21cIjowLjB9LFwiUGFkZGluZ1wiOntcIiRpZFwiOlwiNTk3XCIsXCJUb3BcIjowLjAsXCJMZWZ0XCI6MC4wLFwiUmlnaHRcIjowLjAsXCJCb3R0b21cIjowLjB9LFwiQmFja2dyb3VuZFwiOntcIiRpZFwiOlwiNTk4XCIsXCJDb2xvclwiOntcIiRpZFwiOlwiNTk5XCIsXCJBXCI6MjU1LFwiUlwiOjE1LFwiR1wiOjE1OCxcIkJcIjoyMTN9fSxcIklzVmlzaWJsZVwiOnRydWUsXCJXaWR0aFwiOjAuMCxcIkhlaWdodFwiOjAuMCxcIkJvcmRlclN0eWxlXCI6e1wiJGlkXCI6XCI2MDBcIixcIkxpbmVTdHlsZVwiOntcIiRpZFwiOlwiNjAxXCIsXCJMaW5lQ29sb3JcIjp7XCIkaWRcIjpcIjYwMlwiLFwiQ29sb3JcIjp7XCIkaWRcIjpcIjYwM1wiLFwiQVwiOjI1NSxcIlJcIjoyNTUsXCJHXCI6MjU1LFwiQlwiOjI1NX19LFwiTGluZVdlaWdodFwiOjAuMCxcIkxpbmVUeXBlXCI6MH0sXCJJc1Zpc2libGVcIjpmYWxzZX19fSxcIkJhY2tncm91bmRTdHlsZVwiOntcIiRpZFwiOlwiNjA0XCIsXCJNYXJnaW5cIjp7XCIkaWRcIjpcIjYwNVwiLFwiVG9wXCI6MC4wLFwiTGVmdFwiOjAuMCxcIlJpZ2h0XCI6MC4wLFwiQm90dG9tXCI6MC4wfSxcIlBhZGRpbmdcIjp7XCIkaWRcIjpcIjYwNlwiLFwiVG9wXCI6MC4wLFwiTGVmdFwiOjAuMCxcIlJpZ2h0XCI6MC4wLFwiQm90dG9tXCI6MC4wfSxcIkJhY2tncm91bmRcIjp7XCIkaWRcIjpcIjYwN1wiLFwiQ29sb3JcIjp7XCIkaWRcIjpcIjYwOFwiLFwiQVwiOjUxLFwiUlwiOjIwMCxcIkdcIjoyMDAsXCJCXCI6MjAwfX0sXCJJc1Zpc2libGVcIjp0cnVlLFwiV2lkdGhcIjowLjAsXCJIZWlnaHRcIjowLjAsXCJCb3JkZXJTdHlsZVwiOntcIiRpZFwiOlwiNjA5XCIsXCJMaW5lU3R5bGVcIjp7XCIkaWRcIjpcIjYxMFwiLFwiTGluZUNvbG9yXCI6e1wiJGlkXCI6XCI2MTFcIixcIkNvbG9yXCI6e1wiJGlkXCI6XCI2MTJcIixcIkFcIjoyNTUsXCJSXCI6MjM0LFwiR1wiOjIyLFwiQlwiOjMwfX0sXCJMaW5lV2VpZ2h0XCI6Mi4wLFwiTGluZVR5cGVcIjowfSxcIklzVmlzaWJsZVwiOmZhbHNlfX0sXCJJc0Fib3ZlVGltZWJhbmRcIjpmYWxzZSxcIlNwYWNpbmdcIjozLFwiRGVmYXVsdFN3aW1sYW5lQWN0aXZpdHlTdHlsZVwiOntcIiRpZFwiOlwiNjEzXCIsXCJIZWFkZXJTdHlsZVwiOntcIiRpZFwiOlwiNjE0XCIsXCJUZXh0U3R5bGVcIjp7XCIkaWRcIjpcIjYxNVwiLFwiRm9udFNldHRpbmdzXCI6e1wiJGlkXCI6XCI2MTZcIixcIkZvbnRTaXplXCI6MTEsXCJGb250TmFtZVwiOlwiQ2FsaWJyaVwiLFwiSXNCb2xkXCI6ZmFsc2UsXCJJc0l0YWxpY1wiOmZhbHNlLFwiSXNVbmRlcmxpbmVkXCI6ZmFsc2V9LFwiRm9yZWdyb3VuZFwiOntcIiRpZFwiOlwiNjE3XCIsXCJDb2xvclwiOntcIiRpZFwiOlwiNjE4XCIsXCJBXCI6MjU1LFwiUlwiOjAsXCJHXCI6MCxcIkJcIjowfX0sXCJIb3Jpem9udGFsQWxpZ25tZW50XCI6MCxcIklzVmlzaWJsZVwiOnRydWV9LFwiUmVjdGFuZ2xlU3R5bGVcIjp7XCIkaWRcIjpcIjYxOVwiLFwiTWFyZ2luXCI6e1wiJGlkXCI6XCI2MjBcIixcIlRvcFwiOjAuMCxcIkxlZnRcIjowLjAsXCJSaWdodFwiOjAuMCxcIkJvdHRvbVwiOjAuMH0sXCJQYWRkaW5nXCI6e1wiJGlkXCI6XCI2MjFcIixcIlRvcFwiOjAuMCxcIkxlZnRcIjowLjAsXCJSaWdodFwiOjAuMCxcIkJvdHRvbVwiOjAuMH0sXCJCYWNrZ3JvdW5kXCI6e1wiJGlkXCI6XCI2MjJcIixcIkNvbG9yXCI6e1wiJGlkXCI6XCI2MjNcIixcIkFcIjoxMjcsXCJSXCI6MTUsXCJHXCI6MTU4LFwiQlwiOjIxM319LFwiSXNWaXNpYmxlXCI6dHJ1ZSxcIldpZHRoXCI6MC4wLFwiSGVpZ2h0XCI6MC4wLFwiQm9yZGVyU3R5bGVcIjp7XCIkaWRcIjpcIjYyNFwiLFwiTGluZVN0eWxlXCI6e1wiJGlkXCI6XCI2MjVcIixcIkxpbmVDb2xvclwiOntcIiRpZFwiOlwiNjI2XCIsXCJDb2xvclwiOntcIiRpZFwiOlwiNjI3XCIsXCJBXCI6MjU1LFwiUlwiOjI1NSxcIkdcIjowLFwiQlwiOjB9fSxcIkxpbmVXZWlnaHRcIjowLjAsXCJMaW5lVHlwZVwiOjB9LFwiSXNWaXNpYmxlXCI6ZmFsc2V9fX0sXCJCYWNrZ3JvdW5kU3R5bGVcIjp7XCIkaWRcIjpcIjYyOFwiLFwiTWFyZ2luXCI6e1wiJGlkXCI6XCI2MjlcIixcIlRvcFwiOjAuMCxcIkxlZnRcIjowLjAsXCJSaWdodFwiOjAuMCxcIkJvdHRvbVwiOjAuMH0sXCJQYWRkaW5nXCI6e1wiJGlkXCI6XCI2MzBcIixcIlRvcFwiOjAuMCxcIkxlZnRcIjowLjAsXCJSaWdodFwiOjAuMCxcIkJvdHRvbVwiOjAuMH0sXCJCYWNrZ3JvdW5kXCI6e1wiJGlkXCI6XCI2MzFcIixcIkNvbG9yXCI6e1wiJGlkXCI6XCI2MzJcIixcIkFcIjo1MSxcIlJcIjoyMDAsXCJHXCI6MjAwLFwiQlwiOjIwMH19LFwiSXNWaXNpYmxlXCI6dHJ1ZSxcIldpZHRoXCI6MC4wLFwiSGVpZ2h0XCI6MC4wLFwiQm9yZGVyU3R5bGVcIjp7XCIkaWRcIjpcIjYzM1wiLFwiTGluZVN0eWxlXCI6e1wiJGlkXCI6XCI2MzRcIixcIkxpbmVDb2xvclwiOntcIiRpZFwiOlwiNjM1XCIsXCJDb2xvclwiOntcIiRpZFwiOlwiNjM2XCIsXCJBXCI6MjU1LFwiUlwiOjIzNCxcIkdcIjoyMixcIkJcIjozMH19LFwiTGluZVdlaWdodFwiOjIuMCxcIkxpbmVUeXBlXCI6MH0sXCJJc1Zpc2libGVcIjpmYWxzZX19fSxcIkRlZmF1bHRTd2ltbGFuZU1pbGVzdG9uZVN0eWxlXCI6e1wiJGlkXCI6XCI2MzdcIixcIlRpdGxlUG9zaXRpb25cIjowLFwiRGF0ZVBvc2l0aW9uXCI6MixcIlZhcmlhbmNlUG9zaXRpb25cIjoyLFwiU2hhcGVUeXBlXCI6MSxcIlNoYXBlU2l6ZVwiOjAsXCJTcGFjaW5nXCI6NSxcIlNoYXBlU3R5bGVcIjp7XCIkaWRcIjpcIjYzOFwiLFwiTWFyZ2luXCI6e1wiJGlkXCI6XCI2MzlcIixcIlRvcFwiOjAuMCxcIkxlZnRcIjowLjAsXCJSaWdodFwiOjAuMCxcIkJvdHRvbVwiOjAuMH0sXCJQYWRkaW5nXCI6e1wiJGlkXCI6XCI2NDBcIixcIlRvcFwiOjAuMCxcIkxlZnRcIjowLjAsXCJSaWdodFwiOjAuMCxcIkJvdHRvbVwiOjAuMH0sXCJCYWNrZ3JvdW5kXCI6e1wiJGlkXCI6XCI2NDFcIixcIkNvbG9yXCI6e1wiJGlkXCI6XCI2NDJcIixcIkFcIjoyNTUsXCJSXCI6MTUsXCJHXCI6MTU4LFwiQlwiOjIxM319LFwiSXNWaXNpYmxlXCI6dHJ1ZSxcIldpZHRoXCI6MTIuMCxcIkhlaWdodFwiOjE0LjAsXCJCb3JkZXJTdHlsZVwiOntcIiRpZFwiOlwiNjQzXCIsXCJMaW5lU3R5bGVcIjp7XCIkaWRcIjpcIjY0NFwiLFwiTGluZUNvbG9yXCI6e1wiJGlkXCI6XCI2NDVcIixcIkNvbG9yXCI6e1wiJGlkXCI6XCI2NDZcIixcIkFcIjoyNTUsXCJSXCI6MjM0LFwiR1wiOjIyLFwiQlwiOjMwfX0sXCJMaW5lV2VpZ2h0XCI6Mi4wLFwiTGluZVR5cGVcIjowfSxcIklzVmlzaWJsZVwiOmZhbHNlfX0sXCJUaXRsZVN0eWxlXCI6e1wiJGlkXCI6XCI2NDdcIixcIkZvbnRTZXR0aW5nc1wiOntcIiRpZFwiOlwiNjQ4XCIsXCJGb250U2l6ZVwiOjExLFwiRm9udE5hbWVcIjpcIkNhbGlicmlcIixcIklzQm9sZFwiOmZhbHNlLFwiSXNJdGFsaWNcIjpmYWxzZSxcIklzVW5kZXJsaW5lZFwiOmZhbHNlfSxcIkZvcmVncm91bmRcIjp7XCIkaWRcIjpcIjY0OVwiLFwiQ29sb3JcIjp7XCIkaWRcIjpcIjY1MFwiLFwiQVwiOjI1NSxcIlJcIjowLFwiR1wiOjAsXCJCXCI6MH19LFwiSG9yaXpvbnRhbEFsaWdubWVudFwiOjIsXCJJc1Zpc2libGVcIjp0cnVlfSxcIkRhdGVTdHlsZVwiOntcIiRpZFwiOlwiNjUxXCIsXCJGb250U2V0dGluZ3NcIjp7XCIkaWRcIjpcIjY1MlwiLFwiRm9udFNpemVcIjoxMCxcIkZvbnROYW1lXCI6XCJDYWxpYnJpXCIsXCJJc0JvbGRcIjpmYWxzZSxcIklzSXRhbGljXCI6ZmFsc2UsXCJJc1VuZGVybGluZWRcIjpmYWxzZX0sXCJGb3JlZ3JvdW5kXCI6e1wiJGlkXCI6XCI2NTNcIixcIkNvbG9yXCI6e1wiJGlkXCI6XCI2NTRcIixcIkFcIjoyNTUsXCJSXCI6MTQsXCJHXCI6NDAsXCJCXCI6NjV9fSxcIkhvcml6b250YWxBbGlnbm1lbnRcIjowLFwiSXNWaXNpYmxlXCI6dHJ1ZX0sXCJEYXRlRm9ybWF0XCI6e1wiJGlkXCI6XCI2NTV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jU2XCIsXCJGb3JtYXRcIjowLFwiSXNWaXNpYmxlXCI6ZmFsc2UsXCJMYXN0S25vd25WaXNpYmlsaXR5U3RhdGVcIjpmYWxzZX0sXCJWYXJpYW5jZVN0eWxlXCI6e1wiJGlkXCI6XCI2NTdcIixcIlZhcmlhbmNlVGV4dFN0eWxlXCI6e1wiJGlkXCI6XCI2NThcIixcIkZvbnRTZXR0aW5nc1wiOntcIiRpZFwiOlwiNjU5XCIsXCJGb250U2l6ZVwiOjEwLFwiRm9udE5hbWVcIjpcIkNhbGlicmlcIixcIklzQm9sZFwiOmZhbHNlLFwiSXNJdGFsaWNcIjpmYWxzZSxcIklzVW5kZXJsaW5lZFwiOmZhbHNlfSxcIkZvcmVncm91bmRcIjp7XCIkaWRcIjpcIjY2MFwiLFwiQ29sb3JcIjp7XCIkaWRcIjpcIjY2MVwiLFwiQVwiOjI1NSxcIlJcIjowLFwiR1wiOjAsXCJCXCI6MH19LFwiSG9yaXpvbnRhbEFsaWdubWVudFwiOjAsXCJJc1Zpc2libGVcIjp0cnVlfX19LFwiRGVmYXVsdFN3aW1sYW5lVGFza1N0eWxlXCI6e1wiJGlkXCI6XCI2NjJcIixcIlNoYXBlXCI6MSxcIlNoYXBlVGhpY2tuZXNzXCI6MCxcIkR1cmF0aW9uRm9ybWF0XCI6MCxcIlBlcmNlbnRhZ2VDb21wbGV0ZVRleHRTdHlsZVwiOntcIiRpZFwiOlwiNjYzXCIsXCJGb250U2V0dGluZ3NcIjp7XCIkaWRcIjpcIjY2NFwiLFwiRm9udFNpemVcIjoxMCxcIkZvbnROYW1lXCI6XCJDYWxpYnJpXCIsXCJJc0JvbGRcIjpmYWxzZSxcIklzSXRhbGljXCI6ZmFsc2UsXCJJc1VuZGVybGluZWRcIjpmYWxzZX0sXCJGb3JlZ3JvdW5kXCI6e1wiJGlkXCI6XCI2NjVcIixcIkNvbG9yXCI6e1wiJGlkXCI6XCI2NjZcIixcIkFcIjoyNTUsXCJSXCI6MjMyLFwiR1wiOjIzMixcIkJcIjoyMzJ9fSxcIkhvcml6b250YWxBbGlnbm1lbnRcIjoxLFwiSXNWaXNpYmxlXCI6dHJ1ZX0sXCJQZXJjZW50YWdlQ29tcGxldGVIaWdobGlnaHRTdHlsZVwiOntcIiRpZFwiOlwiNjY3XCIsXCJCYWNrZ3JvdW5kXCI6e1wiJGlkXCI6XCI2NjhcIixcIkNvbG9yXCI6e1wiJGlkXCI6XCI2NjlcIixcIkFcIjo4OSxcIlJcIjowLFwiR1wiOjAsXCJCXCI6MH19fSxcIkR1cmF0aW9uU3R5bGVcIjp7XCIkaWRcIjpcIjY3MFwiLFwiRm9udFNldHRpbmdzXCI6e1wiJGlkXCI6XCI2NzFcIixcIkZvbnRTaXplXCI6MTAsXCJGb250TmFtZVwiOlwiQ2FsaWJyaVwiLFwiSXNCb2xkXCI6ZmFsc2UsXCJJc0l0YWxpY1wiOmZhbHNlLFwiSXNVbmRlcmxpbmVkXCI6ZmFsc2V9LFwiRm9yZWdyb3VuZFwiOntcIiRpZFwiOlwiNjcyXCIsXCJDb2xvclwiOntcIiRpZFwiOlwiNjczXCIsXCJBXCI6MjU1LFwiUlwiOjIzNyxcIkdcIjoxMjUsXCJCXCI6NDl9fSxcIkhvcml6b250YWxBbGlnbm1lbnRcIjowLFwiSXNWaXNpYmxlXCI6ZmFsc2V9LFwiTWFyZ2luXCI6e1wiJGlkXCI6XCI2NzRcIixcIlRvcFwiOjAuMCxcIkxlZnRcIjowLjAsXCJSaWdodFwiOjAuMCxcIkJvdHRvbVwiOjAuMH0sXCJTdGFydERhdGVQb3NpdGlvblwiOjMsXCJFbmREYXRlUG9zaXRpb25cIjozLFwiVGl0bGVQb3NpdGlvblwiOjQsXCJEdXJhdGlvblBvc2l0aW9uXCI6MCxcIlBlcmNlbnRhZ2VDb21wbGV0ZWRQb3NpdGlvblwiOjIsXCJWYXJpYW5jZVBvc2l0aW9uXCI6MixcIlNwYWNpbmdcIjozLFwiQmFzZWxpbmVTdHlsZVwiOntcIiRpZFwiOlwiNjc1XCIsXCJCYXNlbGluZVNoYXBlU3R5bGVcIjp7XCIkaWRcIjpcIjY3NlwiLFwiTWFyZ2luXCI6e1wiJGlkXCI6XCI2NzdcIixcIlRvcFwiOjAuMCxcIkxlZnRcIjowLjAsXCJSaWdodFwiOjAuMCxcIkJvdHRvbVwiOjAuMH0sXCJQYWRkaW5nXCI6e1wiJGlkXCI6XCI2NzhcIixcIlRvcFwiOjAuMCxcIkxlZnRcIjowLjAsXCJSaWdodFwiOjAuMCxcIkJvdHRvbVwiOjAuMH0sXCJCYWNrZ3JvdW5kXCI6e1wiJGlkXCI6XCI2NzlcIixcIkNvbG9yXCI6e1wiJGlkXCI6XCI2ODBcIixcIkFcIjoxNTMsXCJSXCI6MCxcIkdcIjowLFwiQlwiOjB9fSxcIklzVmlzaWJsZVwiOmZhbHNlLFwiV2lkdGhcIjowLjAsXCJIZWlnaHRcIjowLjAsXCJCb3JkZXJTdHlsZVwiOntcIiRpZFwiOlwiNjgxXCIsXCJMaW5lU3R5bGVcIjp7XCIkaWRcIjpcIjY4MlwiLFwiTGluZUNvbG9yXCI6e1wiJGlkXCI6XCI2ODNcIixcIkNvbG9yXCI6e1wiJGlkXCI6XCI2ODRcIixcIkFcIjoyNTUsXCJSXCI6MjU1LFwiR1wiOjAsXCJCXCI6MH19LFwiTGluZVdlaWdodFwiOjIuMCxcIkxpbmVUeXBlXCI6MH0sXCJJc1Zpc2libGVcIjpmYWxzZX19fSxcIlNoYXBlU3R5bGVcIjp7XCIkaWRcIjpcIjY4NVwiLFwiTWFyZ2luXCI6e1wiJGlkXCI6XCI2ODZcIixcIlRvcFwiOjAuMCxcIkxlZnRcIjo0LjAsXCJSaWdodFwiOjQuMCxcIkJvdHRvbVwiOjAuMH0sXCJQYWRkaW5nXCI6e1wiJGlkXCI6XCI2ODdcIixcIlRvcFwiOjAuMCxcIkxlZnRcIjowLjAsXCJSaWdodFwiOjAuMCxcIkJvdHRvbVwiOjAuMH0sXCJCYWNrZ3JvdW5kXCI6e1wiJGlkXCI6XCI2ODhcIixcIkNvbG9yXCI6e1wiJGlkXCI6XCI2ODlcIixcIkFcIjoyNTUsXCJSXCI6MTUsXCJHXCI6MTU4LFwiQlwiOjIxM319LFwiSXNWaXNpYmxlXCI6dHJ1ZSxcIldpZHRoXCI6MC4wLFwiSGVpZ2h0XCI6MTAuMCxcIkJvcmRlclN0eWxlXCI6e1wiJGlkXCI6XCI2OTBcIixcIkxpbmVTdHlsZVwiOntcIiRpZFwiOlwiNjkxXCIsXCJMaW5lQ29sb3JcIjp7XCIkaWRcIjpcIjY5MlwiLFwiQ29sb3JcIjp7XCIkaWRcIjpcIjY5M1wiLFwiQVwiOjI1NSxcIlJcIjoyMzQsXCJHXCI6MjIsXCJCXCI6MzB9fSxcIkxpbmVXZWlnaHRcIjoyLjAsXCJMaW5lVHlwZVwiOjB9LFwiSXNWaXNpYmxlXCI6ZmFsc2V9fSxcIlRpdGxlU3R5bGVcIjp7XCIkaWRcIjpcIjY5NFwiLFwiRm9udFNldHRpbmdzXCI6e1wiJGlkXCI6XCI2OTVcIixcIkZvbnRTaXplXCI6MTEsXCJGb250TmFtZVwiOlwiQ2FsaWJyaVwiLFwiSXNCb2xkXCI6ZmFsc2UsXCJJc0l0YWxpY1wiOmZhbHNlLFwiSXNVbmRlcmxpbmVkXCI6ZmFsc2V9LFwiRm9yZWdyb3VuZFwiOntcIiRpZFwiOlwiNjk2XCIsXCJDb2xvclwiOntcIiRpZFwiOlwiNjk3XCIsXCJBXCI6MjU1LFwiUlwiOjAsXCJHXCI6MCxcIkJcIjowfX0sXCJIb3Jpem9udGFsQWxpZ25tZW50XCI6MCxcIklzVmlzaWJsZVwiOnRydWV9LFwiRGF0ZVN0eWxlXCI6e1wiJGlkXCI6XCI2OThcIixcIkZvbnRTZXR0aW5nc1wiOntcIiRpZFwiOlwiNjk5XCIsXCJGb250U2l6ZVwiOjEwLFwiRm9udE5hbWVcIjpcIkNhbGlicmlcIixcIklzQm9sZFwiOmZhbHNlLFwiSXNJdGFsaWNcIjpmYWxzZSxcIklzVW5kZXJsaW5lZFwiOmZhbHNlfSxcIkZvcmVncm91bmRcIjp7XCIkaWRcIjpcIjcwMFwiLFwiQ29sb3JcIjp7XCIkaWRcIjpcIjcwMVwiLFwiQVwiOjI1NSxcIlJcIjoxNCxcIkdcIjo0MCxcIkJcIjo2NX19LFwiSG9yaXpvbnRhbEFsaWdubWVudFwiOjIsXCJJc1Zpc2libGVcIjp0cnVlfSxcIkRhdGVGb3JtYXRcIjp7XCIkaWRcIjpcIjcw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DNcIixcIkZvcm1hdFwiOjAsXCJJc1Zpc2libGVcIjpmYWxzZSxcIkxhc3RLbm93blZpc2liaWxpdHlTdGF0ZVwiOmZhbHNlfSxcIlZhcmlhbmNlU3R5bGVcIjp7XCIkaWRcIjpcIjcwNFwiLFwiVmFyaWFuY2VUZXh0U3R5bGVcIjp7XCIkaWRcIjpcIjcwNVwiLFwiRm9udFNldHRpbmdzXCI6e1wiJGlkXCI6XCI3MDZcIixcIkZvbnRTaXplXCI6MTAsXCJGb250TmFtZVwiOlwiQ2FsaWJyaVwiLFwiSXNCb2xkXCI6ZmFsc2UsXCJJc0l0YWxpY1wiOmZhbHNlLFwiSXNVbmRlcmxpbmVkXCI6ZmFsc2V9LFwiRm9yZWdyb3VuZFwiOntcIiRpZFwiOlwiNzA3XCIsXCJDb2xvclwiOntcIiRpZFwiOlwiNzA4XCIsXCJBXCI6MjU1LFwiUlwiOjAsXCJHXCI6MCxcIkJcIjowfX0sXCJIb3Jpem9udGFsQWxpZ25tZW50XCI6MCxcIklzVmlzaWJsZVwiOnRydWV9fX0sXCJEZWZhdWx0U3dpbWxhbmVNb3RTdHlsZVwiOntcIiRpZFwiOlwiNzA5XCIsXCJTaGFwZVwiOjEsXCJTaGFwZVNpemVcIjowLFwiRGV0YWlsc1NwYWNpbmdcIjowLjAsXCJQYWRkaW5nXCI6e1wiJGlkXCI6XCI3MTBcIixcIlRvcFwiOjUuMCxcIkxlZnRcIjozLjAsXCJSaWdodFwiOjAuMCxcIkJvdHRvbVwiOjIuMH0sXCJQb3NpdGlvbk9uVGFza1wiOjEsXCJTaGFwZVN0eWxlXCI6e1wiJGlkXCI6XCI3MTFcIixcIk1hcmdpblwiOntcIiRpZFwiOlwiNzEyXCIsXCJUb3BcIjowLjAsXCJMZWZ0XCI6MC4wLFwiUmlnaHRcIjowLjAsXCJCb3R0b21cIjowLjB9LFwiUGFkZGluZ1wiOntcIiRpZFwiOlwiNzEzXCIsXCJUb3BcIjowLjAsXCJMZWZ0XCI6MC4wLFwiUmlnaHRcIjowLjAsXCJCb3R0b21cIjowLjB9LFwiQmFja2dyb3VuZFwiOntcIiRpZFwiOlwiNzE0XCIsXCJDb2xvclwiOntcIiRpZFwiOlwiNzE1XCIsXCJBXCI6MjU1LFwiUlwiOjExLFwiR1wiOjExOCxcIkJcIjoxNTl9fSxcIklzVmlzaWJsZVwiOnRydWUsXCJXaWR0aFwiOjEyLjAsXCJIZWlnaHRcIjoxNC4wLFwiQm9yZGVyU3R5bGVcIjp7XCIkaWRcIjpcIjcxNlwiLFwiTGluZVN0eWxlXCI6e1wiJGlkXCI6XCI3MTdcIixcIkxpbmVDb2xvclwiOntcIiRpZFwiOlwiNzE4XCIsXCJDb2xvclwiOntcIiRpZFwiOlwiNzE5XCIsXCJBXCI6MjU1LFwiUlwiOjI1NSxcIkdcIjowLFwiQlwiOjB9fSxcIkxpbmVXZWlnaHRcIjowLjAsXCJMaW5lVHlwZVwiOjB9LFwiSXNWaXNpYmxlXCI6ZmFsc2V9fSxcIlRpdGxlU3R5bGVcIjp7XCIkaWRcIjpcIjcyMFwiLFwiRm9udFNldHRpbmdzXCI6e1wiJGlkXCI6XCI3MjFcIixcIkZvbnRTaXplXCI6MTEsXCJGb250TmFtZVwiOlwiQ2FsaWJyaVwiLFwiSXNCb2xkXCI6ZmFsc2UsXCJJc0l0YWxpY1wiOmZhbHNlLFwiSXNVbmRlcmxpbmVkXCI6ZmFsc2V9LFwiRm9yZWdyb3VuZFwiOntcIiRpZFwiOlwiNzIyXCIsXCJDb2xvclwiOntcIiRpZFwiOlwiNzIzXCIsXCJBXCI6MjU1LFwiUlwiOjAsXCJHXCI6MCxcIkJcIjowfX0sXCJIb3Jpem9udGFsQWxpZ25tZW50XCI6MSxcIklzVmlzaWJsZVwiOnRydWV9LFwiRGF0ZVN0eWxlXCI6e1wiJGlkXCI6XCI3MjRcIixcIkZvbnRTZXR0aW5nc1wiOntcIiRpZFwiOlwiNzI1XCIsXCJGb250U2l6ZVwiOjEwLFwiRm9udE5hbWVcIjpcIkNhbGlicmlcIixcIklzQm9sZFwiOmZhbHNlLFwiSXNJdGFsaWNcIjpmYWxzZSxcIklzVW5kZXJsaW5lZFwiOmZhbHNlfSxcIkZvcmVncm91bmRcIjp7XCIkaWRcIjpcIjcyNlwiLFwiQ29sb3JcIjp7XCIkaWRcIjpcIjcyN1wiLFwiQVwiOjI1NSxcIlJcIjoxNCxcIkdcIjo0MCxcIkJcIjo2NX19LFwiSG9yaXpvbnRhbEFsaWdubWVudFwiOjEsXCJJc1Zpc2libGVcIjp0cnVlfSxcIkRhdGVGb3JtYXRcIjp7XCIkaWRcIjpcIjcyO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jlcIixcIkZvcm1hdFwiOjAsXCJJc1Zpc2libGVcIjpmYWxzZSxcIkxhc3RLbm93blZpc2liaWxpdHlTdGF0ZVwiOmZhbHNlfSxcIlZhcmlhbmNlU3R5bGVcIjp7XCIkaWRcIjpcIjczMFwiLFwiVmFyaWFuY2VUZXh0U3R5bGVcIjp7XCIkaWRcIjpcIjczMVwiLFwiRm9udFNldHRpbmdzXCI6e1wiJGlkXCI6XCI3MzJcIixcIkZvbnRTaXplXCI6MTAsXCJGb250TmFtZVwiOlwiQ2FsaWJyaVwiLFwiSXNCb2xkXCI6ZmFsc2UsXCJJc0l0YWxpY1wiOmZhbHNlLFwiSXNVbmRlcmxpbmVkXCI6ZmFsc2V9LFwiRm9yZWdyb3VuZFwiOntcIiRpZFwiOlwiNzMzXCIsXCJDb2xvclwiOntcIiRpZFwiOlwiNzM0XCIsXCJBXCI6MjU1LFwiUlwiOjAsXCJHXCI6MCxcIkJcIjowfX0sXCJIb3Jpem9udGFsQWxpZ25tZW50XCI6MCxcIklzVmlzaWJsZVwiOnRydWV9fX19XSxcIkdyaWRsaW5lUGFuZWxTdHlsZVwiOntcIiRpZFwiOlwiNzM1XCIsXCJHcmlkbGluZVN0eWxlXCI6e1wiJGlkXCI6XCI3MzZcIixcIkxpbmVDb2xvclwiOntcIiRpZFwiOlwiNzM3XCIsXCJDb2xvclwiOntcIiRpZFwiOlwiNzM4XCIsXCJBXCI6MzgsXCJSXCI6OTEsXCJHXCI6MTU1LFwiQlwiOjIxM319LFwiTGluZVdlaWdodFwiOjEuMCxcIkxpbmVUeXBlXCI6MH0sXCJJc1Zpc2libGVcIjp0cnVlfSxcIkFjdGl2aXR5TGluZVBhbmVsU3R5bGVcIjp7XCIkaWRcIjpcIjczOVwiLFwiQWN0aXZpdHlMaW5lU3R5bGVcIjp7XCIkaWRcIjpcIjc0MFwiLFwiTGluZUNvbG9yXCI6e1wiJGlkXCI6XCI3NDFcIixcIkNvbG9yXCI6e1wiJGlkXCI6XCI3NDJcIixcIkFcIjozOCxcIlJcIjo2OCxcIkdcIjoxMTQsXCJCXCI6MTk2fX0sXCJMaW5lV2VpZ2h0XCI6MS4wLFwiTGluZVR5cGVcIjowfSxcIklzVmlzaWJsZVwiOnRydWV9LFwiRGVmYXVsdERlcGVuZGVuY3lTdHlsZVwiOntcIiRpZFwiOlwiNzQzXCIsXCJMaW5lU3R5bGVcIjp7XCIkaWRcIjpcIjc0NFwiLFwiTGluZUNvbG9yXCI6e1wiJGlkXCI6XCI3NDVcIixcIkNvbG9yXCI6e1wiJGlkXCI6XCI3NDZcIixcIkFcIjoyNTUsXCJSXCI6MCxcIkdcIjowLFwiQlwiOjB9fSxcIkxpbmVXZWlnaHRcIjoxLjAsXCJMaW5lVHlwZVwiOjB9LFwiRW5kQXJyb3doZWFkTGluZVN0eWxlXCI6e1wiJGlkXCI6XCI3NDdcIixcIktpbmRcIjoxLFwiV2lkdGhcIjoxLFwiTGVuZ3RoXCI6MH0sXCJCcmluZ1RvRnJvbnRcIjpmYWxzZSxcIlJhZGl1c1wiOjMuMH0sXCJDcml0aWNhbFBhdGhTdHlsZVwiOntcIiRpZFwiOlwiNzQ4XCIsXCJDcml0aWNhbFBhdGhTdHlsZU9wdGlvbnNcIjozMCxcIkxpbmVTdHlsZVwiOntcIiRpZFwiOlwiNzQ5XCIsXCJMaW5lQ29sb3JcIjp7XCIkaWRcIjpcIjc1MFwiLFwiQ29sb3JcIjp7XCIkaWRcIjpcIjc1MVwiLFwiQVwiOjI1NSxcIlJcIjoyMjIsXCJHXCI6NTAsXCJCXCI6NTB9fSxcIkxpbmVXZWlnaHRcIjoxLjAsXCJMaW5lVHlwZVwiOjB9LFwiVGl0bGVGb3JlZ3JvdW5kXCI6e1wiJGlkXCI6XCI3NTJcIixcIkNvbG9yXCI6e1wiJGlkXCI6XCI3NTNcIixcIkFcIjoyNTUsXCJSXCI6MTc2LFwiR1wiOjE5LFwiQlwiOjI1fX0sXCJTaGFwZXNCYWNrZ3JvdW5kXCI6e1wiJGlkXCI6XCI3NTRcIixcIkNvbG9yXCI6e1wiJGlkXCI6XCI3NTVcIixcIkFcIjoyNTUsXCJSXCI6MjUzLFwiR1wiOjIwMyxcIkJcIjoyMDh9fSxcIlNoYXBlc0JvcmRlclN0eWxlXCI6e1wiJGlkXCI6XCI3NTZcIixcIkxpbmVDb2xvclwiOntcIiRpZFwiOlwiNzU3XCIsXCJDb2xvclwiOntcIiRpZFwiOlwiNzU4XCIsXCJBXCI6MjU1LFwiUlwiOjIzNCxcIkdcIjoyMixcIkJcIjozMH19LFwiTGluZVdlaWdodFwiOjIuMCxcIkxpbmVUeXBlXCI6MH19LFwiUGFuZWxzU3BhY2luZ0RlZmluaXRpb25cIjp7XCIkaWRcIjpcIjc1OVwiLFwiU3BhY2luZ0Fib3ZlVGltZWJhbmRcIjozLFwiU3BhY2luZ0JlbG93VGltZWJhbmRcIjozLFwiU3BhY2luZ0Fib3ZlQmV0d2VlblN3aW1sYW5lc0FuZFRhc2tzXCI6NSxcIlNwYWNpbmdCZWxvd0JldHdlZW5Td2ltbGFuZXNBbmRUYXNrc1wiOjV9LFwiQ29uZGl0aW9uYWxGb3JtYXR0aW5nXCI6e1wiJGlkXCI6XCI3NjBcIixcIlB2QUZvcm1hdHRpbmdcIjp7XCIkaWRcIjpcIjc2MVwiLFwiRGVsYXlUYXNrU3R5bGVcIjp7XCIkaWRcIjpcIjc2MlwiLFwiU3R5bGVPcHRpb25zXCI6MjQsXCJUaXRsZUZvcmVncm91bmRcIjp7XCIkaWRcIjpcIjc2M1wiLFwiQ29sb3JcIjp7XCIkaWRcIjpcIjc2NFwiLFwiQVwiOjI1NSxcIlJcIjoxNzUsXCJHXCI6MCxcIkJcIjowfX0sXCJBY3R1YWxTaGFwZXNCYWNrZ3JvdW5kXCI6e1wiJGlkXCI6XCI3NjVcIixcIkNvbG9yXCI6e1wiJGlkXCI6XCI3NjZcIixcIkFcIjo2MixcIlJcIjoyNTUsXCJHXCI6MCxcIkJcIjowfX0sXCJBY3R1YWxTaGFwZXNCb3JkZXJTdHlsZVwiOntcIiRpZFwiOlwiNzY3XCIsXCJMaW5lQ29sb3JcIjp7XCIkaWRcIjpcIjc2OFwiLFwiQ29sb3JcIjp7XCIkaWRcIjpcIjc2OVwiLFwiQVwiOjE2MyxcIlJcIjoyNTUsXCJHXCI6MCxcIkJcIjowfX0sXCJMaW5lV2VpZ2h0XCI6My4wLFwiTGluZVR5cGVcIjowfSxcIkJhc2VsaW5lU2hhcGVzQmFja2dyb3VuZFwiOntcIiRpZFwiOlwiNzcwXCIsXCJDb2xvclwiOntcIiRpZFwiOlwiNzcxXCIsXCJBXCI6MTg0LFwiUlwiOjI1NSxcIkdcIjowLFwiQlwiOjB9fSxcIlZhcmlhbmNlRm9yZWdyb3VuZFwiOntcIiRpZFwiOlwiNzcyXCIsXCJDb2xvclwiOntcIiRpZFwiOlwiNzczXCIsXCJBXCI6MjU1LFwiUlwiOjE3NSxcIkdcIjowLFwiQlwiOjB9fX0sXCJEZWxheU1pbGVzdG9uZVN0eWxlXCI6e1wiJGlkXCI6XCI3NzRcIixcIlN0eWxlT3B0aW9uc1wiOjE4LFwiVGl0bGVGb3JlZ3JvdW5kXCI6e1wiJGlkXCI6XCI3NzVcIixcIkNvbG9yXCI6e1wiJGlkXCI6XCI3NzZcIixcIkFcIjoyNTUsXCJSXCI6MTc1LFwiR1wiOjAsXCJCXCI6MH19LFwiQWN0dWFsU2hhcGVzQmFja2dyb3VuZFwiOntcIiRpZFwiOlwiNzc3XCIsXCJDb2xvclwiOntcIiRpZFwiOlwiNzc4XCIsXCJBXCI6MjU1LFwiUlwiOjIyMixcIkdcIjo4MCxcIkJcIjo1MH19LFwiQWN0dWFsU2hhcGVzQm9yZGVyU3R5bGVcIjp7XCIkaWRcIjpcIjc3OVwiLFwiTGluZUNvbG9yXCI6e1wiJGlkXCI6XCI3ODBcIixcIkNvbG9yXCI6e1wiJGlkXCI6XCI3ODFcIixcIkFcIjoxNjMsXCJSXCI6MjU1LFwiR1wiOjAsXCJCXCI6MH19LFwiTGluZVdlaWdodFwiOjMuMCxcIkxpbmVUeXBlXCI6MH0sXCJCYXNlbGluZVNoYXBlc0JhY2tncm91bmRcIjp7XCIkaWRcIjpcIjc4MlwiLFwiQ29sb3JcIjp7XCIkaWRcIjpcIjc4M1wiLFwiQVwiOjE4NCxcIlJcIjoyNTUsXCJHXCI6MCxcIkJcIjowfX0sXCJWYXJpYW5jZUZvcmVncm91bmRcIjp7XCIkaWRcIjpcIjc4NFwiLFwiQ29sb3JcIjp7XCIkaWRcIjpcIjc4NVwiLFwiQVwiOjI1NSxcIlJcIjoxNzUsXCJHXCI6MCxcIkJcIjowfX19LFwiQWR2YW5jZVRhc2tTdHlsZVwiOntcIiRpZFwiOlwiNzg2XCIsXCJTdHlsZU9wdGlvbnNcIjoyNCxcIlRpdGxlRm9yZWdyb3VuZFwiOntcIiRpZFwiOlwiNzg3XCIsXCJDb2xvclwiOntcIiRpZFwiOlwiNzg4XCIsXCJBXCI6MjU1LFwiUlwiOjAsXCJHXCI6MTEwLFwiQlwiOjB9fSxcIkFjdHVhbFNoYXBlc0JhY2tncm91bmRcIjp7XCIkaWRcIjpcIjc4OVwiLFwiQ29sb3JcIjp7XCIkaWRcIjpcIjc5MFwiLFwiQVwiOjYxLFwiUlwiOjAsXCJHXCI6MTI4LFwiQlwiOjB9fSxcIkFjdHVhbFNoYXBlc0JvcmRlclN0eWxlXCI6e1wiJGlkXCI6XCI3OTFcIixcIkxpbmVDb2xvclwiOntcIiRpZFwiOlwiNzkyXCIsXCJDb2xvclwiOntcIiRpZFwiOlwiNzkzXCIsXCJBXCI6MTYzLFwiUlwiOjAsXCJHXCI6MTI4LFwiQlwiOjB9fSxcIkxpbmVXZWlnaHRcIjozLjAsXCJMaW5lVHlwZVwiOjB9LFwiQmFzZWxpbmVTaGFwZXNCYWNrZ3JvdW5kXCI6e1wiJGlkXCI6XCI3OTRcIixcIkNvbG9yXCI6e1wiJGlkXCI6XCI3OTVcIixcIkFcIjoxODQsXCJSXCI6MCxcIkdcIjoxMjgsXCJCXCI6MH19LFwiVmFyaWFuY2VGb3JlZ3JvdW5kXCI6e1wiJGlkXCI6XCI3OTZcIixcIkNvbG9yXCI6e1wiJGlkXCI6XCI3OTdcIixcIkFcIjoyNTUsXCJSXCI6MCxcIkdcIjoxMTAsXCJCXCI6MH19fSxcIkFkdmFuY2VNaWxlc3RvbmVTdHlsZVwiOntcIiRpZFwiOlwiNzk4XCIsXCJTdHlsZU9wdGlvbnNcIjoxOCxcIlRpdGxlRm9yZWdyb3VuZFwiOntcIiRpZFwiOlwiNzk5XCIsXCJDb2xvclwiOntcIiRpZFwiOlwiODAwXCIsXCJBXCI6MjU1LFwiUlwiOjAsXCJHXCI6MTEwLFwiQlwiOjB9fSxcIkFjdHVhbFNoYXBlc0JhY2tncm91bmRcIjp7XCIkaWRcIjpcIjgwMVwiLFwiQ29sb3JcIjp7XCIkaWRcIjpcIjgwMlwiLFwiQVwiOjI1NSxcIlJcIjoyMCxcIkdcIjoxMDAsXCJCXCI6MH19LFwiQWN0dWFsU2hhcGVzQm9yZGVyU3R5bGVcIjp7XCIkaWRcIjpcIjgwM1wiLFwiTGluZUNvbG9yXCI6e1wiJGlkXCI6XCI4MDRcIixcIkNvbG9yXCI6e1wiJGlkXCI6XCI4MDVcIixcIkFcIjoxNjMsXCJSXCI6MCxcIkdcIjoxMjgsXCJCXCI6MH19LFwiTGluZVdlaWdodFwiOjMuMCxcIkxpbmVUeXBlXCI6MH0sXCJCYXNlbGluZVNoYXBlc0JhY2tncm91bmRcIjp7XCIkaWRcIjpcIjgwNlwiLFwiQ29sb3JcIjp7XCIkaWRcIjpcIjgwN1wiLFwiQVwiOjE4NCxcIlJcIjowLFwiR1wiOjEyOCxcIkJcIjowfX0sXCJWYXJpYW5jZUZvcmVncm91bmRcIjp7XCIkaWRcIjpcIjgwOFwiLFwiQ29sb3JcIjp7XCIkaWRcIjpcIjgwOVwiLFwiQVwiOjI1NSxcIlJcIjowLFwiR1wiOjExMCxcIkJcIjowfX19fX0sXCJfc2VsZWN0ZWRUaGVtZVByZXNldENvbG9yc1wiOntcIiRpZFwiOlwiODEwXCIsXCJUZXh0TGlnaHRcIjp7XCIkaWRcIjpcIjgxMVwiLFwiQVwiOjI1NSxcIlJcIjoyNTUsXCJHXCI6MjU1LFwiQlwiOjI1NX0sXCJUZXh0RGFya1wiOntcIiRpZFwiOlwiODEyXCIsXCJBXCI6MjU1LFwiUlwiOjAsXCJHXCI6MCxcIkJcIjowfSxcIkFjY2VudDFcIjp7XCIkaWRcIjpcIjgxM1wiLFwiQVwiOjI1NSxcIlJcIjoyMzIsXCJHXCI6MjMyLFwiQlwiOjIzMn0sXCJBY2NlbnQyXCI6e1wiJGlkXCI6XCI4MTRcIixcIkFcIjoyNTUsXCJSXCI6MTQsXCJHXCI6NDAsXCJCXCI6NjV9LFwiQWNjZW50M1wiOntcIiRpZFwiOlwiODE1XCIsXCJBXCI6MjU1LFwiUlwiOjIxLFwiR1wiOjk2LFwiQlwiOjEzMH0sXCJBY2NlbnQ0XCI6e1wiJGlkXCI6XCI4MTZcIixcIkFcIjoyNTUsXCJSXCI6MjMzLFwiR1wiOjExMyxcIkJcIjo1MH0sXCJBY2NlbnQ1XCI6e1wiJGlkXCI6XCI4MTdcIixcIkFcIjoyNTUsXCJSXCI6MjUsXCJHXCI6MTA3LFwiQlwiOjM2fSxcIkFjY2VudDZcIjp7XCIkaWRcIjpcIjgxOFwiLFwiQVwiOjI1NSxcIlJcIjoxNSxcIkdcIjoxNTgsXCJCXCI6MjEzfSxcIkFjY2VudDdcIjp7XCIkaWRcIjpcIjgxOVwiLFwiQVwiOjI1NSxcIlJcIjoxNjAsXCJHXCI6NDMsXCJCXCI6MTQ3fSxcIkFjY2VudDhcIjp7XCIkaWRcIjpcIjgyMFwiLFwiQVwiOjI1NSxcIlJcIjo3OCxcIkdcIjoxNjcsXCJCXCI6NDZ9fSxcIl9jdXN0b21QcmVzZXRDb2xvcnNcIjp7XCIkaWRcIjpcIjgyMVwifX19IiwiUmVjZW50Q29sb3JzQ29sbGVjdGlvbiI6IltcIiNGRjRFQTcyRVwiLFwiI0ZGRkVCQTBBXCIsXCIjRkYwRjlFRDVcIl0ifSwiU2V0dGluZ3MiOnsiJGlkIjoiMTk5NiIsIkltcGFPcHRpb25zIjp7IiRpZCI6IjE5OTciLCJMZWZ0VG9SaWdodCI6ZmFsc2UsIlBheWxvYWRPcHRpb25zIjoy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ZmFsc2UsIkltcG9ydFR5cGUiOjAsIkZpbGVQYXRoIjpudWxsLCJUaW1lQ29uZmlndXJhdGlvbiI6eyIkaWQiOiIxOTk4IiwiVXNlVGltZSI6ZmFsc2UsIldvcmtEYXlTdGFydCI6IjAwOjAwOjAwIiwiV29ya0RheUVuZCI6IjIzOjU5OjAwIn0sIkxhc3RVc2VkVGVtcGxhdGVJZCI6IjAwMDAwMDAwLTAwMDAtMDAwMC0wMDAwLTAwMDAwMDAwMDAwMCIsIkxhc3RVc2VkVGhlbWVEZXRhaWxzIjp7IiRpZCI6IjE5OTkiLCJJZCI6IjA0ODcxNWIwLWQ1NzgtNGMyZi1hMzI2LTg4MThiZTI0NzI0OSIsIlRpdGxlIjoiQmFzZWxpbmUiLCJDYXRlZ29yeSI6MX0sIkZpcnN0V2Vla09mWWVhciI6MCwiUGxhY2VNaWxlc3RvbmVBdFRoZUJlZ2lubmluZ09mVGhlRGF5IjpmYWxzZSwiRGVwZW5kZW5jeVNjaGVkdWxpbmdTZXR0aW5ncyI6eyIkaWQiOiIyMDAwIiwiRGVwZW5kZW5jaWVzU2NoZWR1bGluZ01vZGVTZXR0aW5nIjoiRmxleGlibGUiLCJEZXBlbmRlbmNpZXNQcmV2aW91c1NjaGVkdWxpbmdNb2RlIjoiRmxleGlibGUiLCJPbkJyZWFraW5nRmxleGlibGVTY2hlZHVsaW5nTW9kZVNldHRpbmciOiJBc2tFdmVyeXRpbWUiLCJPbkJyZWFraW5nU3RyaWN0U2NoZWR1bGluZ01vZGVTZXR0aW5nIjoiQXNrRXZlcnl0aW1lIn0sIkRlcGVuZGVuY3lNb2R1bGVFbmFibGVkIjp0cnVlLCJQbGFubmVkTW9kdWxlRW5hYmxlZCI6ZmFsc2UsIk9sZEZpeGVkSW50ZXJ2YWxzUmVuZGVyaW5nU3RyYXRlZ3lVc2VkQmVmb3JlIjpmYWxzZSwiRGVwZW5kZW5jaWVzIjp7Il9kZXBlbmRlbmNpZXMiOltdfX0="/>
  <p:tag name="__MASTER" val="__part_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XSwiSGFzQmFzZWxpbmVzIjpmYWxzZSwiQ3VsdHVyZUluZm9OYW1lIjoiZW4tVVMiLCJTdHlsZU5hbWUiOm51bGwsIlZlcnNpb24iOnsiJGlkIjoiMiIsIlZlcnNpb24iOiI1LjYuMCIsIk9yaWdpbmFsQXNzZW1ibHlWZXJzaW9uIjpudWxsLCJFZGl0aW9uIjpudWxsLCJMYXN0U2F2ZWRFZGl0aW9uIjowLCJJc1BsdXNFZGl0aW9uIjpmYWxzZSwiSXNQcm9FZGl0aW9uIjpmYWxzZX0sIkVmZmVjdCI6MCwiU3R5bGUiOnsiJGlkIjoiMyIsIkRlZmF1bHREZXBlbmRlbmN5U3R5bGUiOnsiJGlkIjoiNCIsIkxpbmVTdHlsZSI6eyIkaWQiOiI1IiwiTGluZUNvbG9yIjp7IiRpZCI6IjYiLCIkdHlwZSI6Ik5MUkUuQ29tbW9uLkRvbS5Tb2xpZENvbG9yQnJ1c2gsIE5MUkUuQ29tbW9uIiwiQ29sb3IiOnsiJGlkIjoiNyIsIkEiOjI1NSwiUiI6MCwiRyI6MCwiQiI6MH19LCJMaW5lV2VpZ2h0IjoxLjAsIkxpbmVUeXBlIjowLCJQYXJlbnRTdHlsZSI6bnVsbH0sIkVuZEFycm93aGVhZExpbmVTdHlsZSI6eyIkaWQiOiI4IiwiS2luZCI6MSwiV2lkdGgiOjEsIkxlbmd0aCI6MCwiUGFyZW50U3R5bGUiOm51bGx9LCJCcmluZ1RvRnJvbnQiOmZhbHNlLCJFbGJvd1JhZGl1cyI6My4wLCJNYXJnaW4iOnsiJGlkIjoiOSIsIlRvcCI6MC4wLCJMZWZ0IjowLjAsIlJpZ2h0IjowLjAsIkJvdHRvbSI6MC4wfSwiUGFkZGluZyI6eyIkaWQiOiIxMCIsIlRvcCI6MC4wLCJMZWZ0IjowLjAsIlJpZ2h0IjowLjAsIkJvdHRvbSI6MC4wfSwiQmFja2dyb3VuZCI6bnVsbCwiSXNWaXNpYmxlIjp0cnVlLCJXaWR0aCI6MC4wLCJIZWlnaHQiOjAuMCwiQm9yZGVyU3R5bGUiOm51bGwsIlBhcmVudFN0eWxlIjpudWxsfSwiQ3JpdGljYWxQYXRoU3R5bGUiOnsiJGlkIjoiMTEiLCJDcml0aWNhbFBhdGhTdHlsZU9wdGlvbnMiOjMwLCJMaW5lU3R5bGUiOnsiJGlkIjoiMTIiLCJMaW5lQ29sb3IiOnsiJGlkIjoiMTMiLCIkdHlwZSI6Ik5MUkUuQ29tbW9uLkRvbS5Tb2xpZENvbG9yQnJ1c2gsIE5MUkUuQ29tbW9uIiwiQ29sb3IiOnsiJGlkIjoiMTQiLCJBIjoyNTUsIlIiOjIyMiwiRyI6NTAsIkIiOjUwfX0sIkxpbmVXZWlnaHQiOjEuMCwiTGluZVR5cGUiOjAsIlBhcmVudFN0eWxlIjpudWxsfSwiVGl0bGVGb3JlZ3JvdW5kIjp7IiRpZCI6IjE1IiwiQ29sb3IiOnsiJGlkIjoiMTYiLCJBIjoyNTUsIlIiOjE3NiwiRyI6MTksIkIiOjI1fX0sIlNoYXBlc0JhY2tncm91bmQiOnsiJGlkIjoiMTciLCJDb2xvciI6eyIkaWQiOiIxOCIsIkEiOjI1NSwiUiI6MjUzLCJHIjoyMDMsIkIiOjIwOH19LCJTaGFwZXNCb3JkZXJTdHlsZSI6eyIkaWQiOiIxOSIsIkxpbmVDb2xvciI6eyIkaWQiOiIyMCIsIiR0eXBlIjoiTkxSRS5Db21tb24uRG9tLlNvbGlkQ29sb3JCcnVzaCwgTkxSRS5Db21tb24iLCJDb2xvciI6eyIkaWQiOiIyMSIsIkEiOjI1NSwiUiI6MjM0LCJHIjoyMiwiQiI6MzB9fSwiTGluZVdlaWdodCI6Mi4wLCJMaW5lVHlwZSI6MCwiUGFyZW50U3R5bGUiOm51bGx9LCJNYXJnaW4iOnsiJGlkIjoiMjIiLCJUb3AiOjAuMCwiTGVmdCI6MC4wLCJSaWdodCI6MC4wLCJCb3R0b20iOjAuMH0sIlBhZGRpbmciOnsiJGlkIjoiMjMiLCJUb3AiOjAuMCwiTGVmdCI6MC4wLCJSaWdodCI6MC4wLCJCb3R0b20iOjAuMH0sIkJhY2tncm91bmQiOm51bGwsIklzVmlzaWJsZSI6ZmFsc2UsIldpZHRoIjowLjAsIkhlaWdodCI6MC4wLCJCb3JkZXJTdHlsZSI6eyIkaWQiOiIyNCIsIkxpbmVDb2xvciI6bnVsbCwiTGluZVdlaWdodCI6MC4wLCJMaW5lVHlwZSI6MCwiUGFyZW50U3R5bGUiOm51bGx9LCJQYXJlbnRTdHlsZSI6bnVsbH0sIlBhbmVsc1NwYWNpbmdEZWZpbml0aW9uIjp7IiRpZCI6IjI1IiwiU3BhY2luZ0Fib3ZlVGltZWJhbmQiOjMsIlNwYWNpbmdCZWxvd1RpbWViYW5kIjozLCJTcGFjaW5nQWJvdmVCZXR3ZWVuU3dpbWxhbmVzQW5kVGFza3MiOjUsIlNwYWNpbmdCZWxvd0JldHdlZW5Td2ltbGFuZXNBbmRUYXNrcyI6NX0sIlRpbWViYW5kU3R5bGUiOnsiJGlkIjoiMjYiLCJTY2FsZU1hcmtpbmciOjAsIlNoYXBlIjowLCJTaGFwZVN0eWxlIjp7IiRpZCI6IjI3IiwiTWFyZ2luIjp7IiRpZCI6IjI4IiwiVG9wIjowLjAsIkxlZnQiOjEwLjAsIlJpZ2h0IjoxMC4wLCJCb3R0b20iOjAuMH0sIlBhZGRpbmciOnsiJGlkIjoiMjkiLCJUb3AiOjAuMCwiTGVmdCI6MC4wLCJSaWdodCI6MC4wLCJCb3R0b20iOjAuMH0sIkJhY2tncm91bmQiOnsiJGlkIjoiMzAiLCJDb2xvciI6eyIkaWQiOiIzMSIsIkEiOjI1NSwiUiI6MTQsIkciOjQwLCJCIjo2NX19LCJJc1Zpc2libGUiOnRydWUsIldpZHRoIjowLjAsIkhlaWdodCI6MjAuMCwiQm9yZGVyU3R5bGUiOnsiJGlkIjoiMzIiLCJMaW5lQ29sb3IiOnsiJGlkIjoiMzMiLCIkdHlwZSI6Ik5MUkUuQ29tbW9uLkRvbS5Tb2xpZENvbG9yQnJ1c2gsIE5MUkUuQ29tbW9uIiwiQ29sb3IiOnsiJGlkIjoiMzQiLCJBIjoyNTUsIlIiOjI1NSwiRyI6MCwiQiI6MH19LCJMaW5lV2VpZ2h0IjowLjAsIkxpbmVUeXBlIjowLCJQYXJlbnRTdHlsZSI6bnVsbH0sIlBhcmVudFN0eWxlIjpudWxsfSwiTWlkZGxlVGllclNoYXBlU3R5bGUiOnsiJGlkIjoiMzUiLCJNYXJnaW4iOnsiJGlkIjoiMzYiLCJUb3AiOjAuMCwiTGVmdCI6MTAuMCwiUmlnaHQiOjEwLjAsIkJvdHRvbSI6MC4wfSwiUGFkZGluZyI6eyIkaWQiOiIzNyIsIlRvcCI6MC4wLCJMZWZ0IjowLjAsIlJpZ2h0IjowLjAsIkJvdHRvbSI6MC4wfSwiQmFja2dyb3VuZCI6eyIkaWQiOiIzOCIsIkNvbG9yIjp7IiRpZCI6IjM5IiwiQSI6MjU1LCJSIjoxNCwiRyI6NDAsIkIiOjY1fX0sIklzVmlzaWJsZSI6dHJ1ZSwiV2lkdGgiOjAuMCwiSGVpZ2h0IjoyMC4wLCJCb3JkZXJTdHlsZSI6eyIkaWQiOiI0MCIsIkxpbmVDb2xvciI6eyIkcmVmIjoiMzMifSwiTGluZVdlaWdodCI6MC4wLCJMaW5lVHlwZSI6MCwiUGFyZW50U3R5bGUiOm51bGx9LCJQYXJlbnRTdHlsZSI6bnVsbH0sIkJvdHRvbVRpZXJTaGFwZVN0eWxlIjp7IiRpZCI6IjQxIiwiTWFyZ2luIjp7IiRpZCI6IjQyIiwiVG9wIjowLjAsIkxlZnQiOjEwLjAsIlJpZ2h0IjoxMC4wLCJCb3R0b20iOjAuMH0sIlBhZGRpbmciOnsiJGlkIjoiNDMiLCJUb3AiOjAuMCwiTGVmdCI6MC4wLCJSaWdodCI6MC4wLCJCb3R0b20iOjAuMH0sIkJhY2tncm91bmQiOnsiJGlkIjoiNDQiLCJDb2xvciI6eyIkaWQiOiI0NSIsIkEiOjI1NSwiUiI6MTQsIkciOjQwLCJCIjo2NX19LCJJc1Zpc2libGUiOnRydWUsIldpZHRoIjowLjAsIkhlaWdodCI6MjAuMCwiQm9yZGVyU3R5bGUiOnsiJGlkIjoiNDYiLCJMaW5lQ29sb3IiOnsiJHJlZiI6IjMzIn0sIkxpbmVXZWlnaHQiOjAuMCwiTGluZVR5cGUiOjAsIlBhcmVudFN0eWxlIjpudWxsfSwiUGFyZW50U3R5bGUiOm51bGx9LCJSaWdodEVuZENhcHNTdHlsZSI6eyIkaWQiOiI0NyIsIkZvbnRTZXR0aW5ncyI6eyIkaWQiOiI0OCIsIkZvbnRTaXplIjoxOCwiRm9udE5hbWUiOiJDYWxpYnJpIiwiSXNCb2xkIjp0cnVlLCJJc0l0YWxpYyI6ZmFsc2UsIklzVW5kZXJsaW5lZCI6ZmFsc2UsIlBhcmVudFN0eWxlIjpudWxsfSwiQXV0b1NpemUiOjAsIkZvcmVncm91bmQiOnsiJGlkIjoiNDkiLCJDb2xvciI6eyIkaWQiOiI1MCIsIkEiOjI1NSwiUiI6MjMzLCJHIjoxMTMsIkIiOjUwfX0sIk1heFdpZHRoIjoyMDAuMCwiTWF4SGVpZ2h0IjoiSW5maW5pdHkiLCJTbWFydEZvcmVncm91bmRJc0FjdGl2ZSI6ZmFsc2UsIkhvcml6b250YWxBbGlnbm1lbnQiOjAsIlZlcnRpY2FsQWxpZ25tZW50IjoxLCJTbWFydEZvcmVncm91bmQiOm51bGwsIkJhY2tncm91bmRGaWxsVHlwZSI6MCwiTWFyZ2luIjp7IiRpZCI6IjUxIiwiVG9wIjowLjAsIkxlZnQiOjAuMCwiUmlnaHQiOjIwLjAsIkJvdHRvbSI6MC4wfSwiUGFkZGluZyI6eyIkaWQiOiI1MiIsIlRvcCI6MC4wLCJMZWZ0IjowLjAsIlJpZ2h0IjowLjAsIkJvdHRvbSI6MC4wfSwiQmFja2dyb3VuZCI6eyIkaWQiOiI1MyIsIkNvbG9yIjp7IiRpZCI6IjU0IiwiQSI6MjU1LCJSIjoyMzMsIkciOjExMywiQiI6NTB9fSwiSXNWaXNpYmxlIjpmYWxzZSwiV2lkdGgiOjAuMCwiSGVpZ2h0IjowLjAsIkJvcmRlclN0eWxlIjp7IiRpZCI6IjU1IiwiTGluZUNvbG9yIjpudWxsLCJMaW5lV2VpZ2h0IjowLjAsIkxpbmVUeXBlIjowLCJQYXJlbnRTdHlsZSI6bnVsbH0sIlBhcmVudFN0eWxlIjpudWxsfSwiTGVmdEVuZENhcHNTdHlsZSI6eyIkaWQiOiI1NiIsIkZvbnRTZXR0aW5ncyI6eyIkaWQiOiI1NyIsIkZvbnRTaXplIjoxOCwiRm9udE5hbWUiOiJDYWxpYnJpIiwiSXNCb2xkIjp0cnVlLCJJc0l0YWxpYyI6ZmFsc2UsIklzVW5kZXJsaW5lZCI6ZmFsc2UsIlBhcmVudFN0eWxlIjpudWxsfSwiQXV0b1NpemUiOjAsIkZvcmVncm91bmQiOnsiJGlkIjoiNTgiLCJDb2xvciI6eyIkaWQiOiI1OS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YwIiwiVG9wIjowLjAsIkxlZnQiOjIwLjAsIlJpZ2h0IjowLjAsIkJvdHRvbSI6MC4wfSwiUGFkZGluZyI6eyIkaWQiOiI2MSIsIlRvcCI6MC4wLCJMZWZ0IjowLjAsIlJpZ2h0IjowLjAsIkJvdHRvbSI6MC4wfSwiQmFja2dyb3VuZCI6eyIkaWQiOiI2MiIsIkNvbG9yIjp7IiRpZCI6IjYzIiwiQSI6MjU1LCJSIjoyMzcsIkciOjEyNSwiQiI6NDl9fSwiSXNWaXNpYmxlIjpmYWxzZSwiV2lkdGgiOjAuMCwiSGVpZ2h0IjowLjAsIkJvcmRlclN0eWxlIjp7IiRpZCI6IjY0IiwiTGluZUNvbG9yIjpudWxsLCJMaW5lV2VpZ2h0IjowLjAsIkxpbmVUeXBlIjowLCJQYXJlbnRTdHlsZSI6bnVsbH0sIlBhcmVudFN0eWxlIjpudWxsfSwiVG9kYXlUZXh0U3R5bGUiOnsiJGlkIjoiNjUiLCJGb250U2V0dGluZ3MiOnsiJGlkIjoiNjYiLCJGb250U2l6ZSI6MTIsIkZvbnROYW1lIjoiQ2FsaWJyaSIsIklzQm9sZCI6ZmFsc2UsIklzSXRhbGljIjpmYWxzZSwiSXNVbmRlcmxpbmVkIjpmYWxzZSwiUGFyZW50U3R5bGUiOm51bGx9LCJBdXRvU2l6ZSI6MCwiRm9yZWdyb3VuZCI6eyIkaWQiOiI2NyIsIkNvbG9yIjp7IiRpZCI6IjY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5IiwiVG9wIjowLjAsIkxlZnQiOjAuMCwiUmlnaHQiOjAuMCwiQm90dG9tIjowLjB9LCJQYWRkaW5nIjp7IiRpZCI6IjcwIiwiVG9wIjowLjAsIkxlZnQiOjAuMCwiUmlnaHQiOjAuMCwiQm90dG9tIjowLjB9LCJCYWNrZ3JvdW5kIjp7IiRpZCI6IjcxIiwiQ29sb3IiOnsiJGlkIjoiNzIiLCJBIjoyNTUsIlIiOjAsIkciOjAsIkIiOjB9fSwiSXNWaXNpYmxlIjpmYWxzZSwiV2lkdGgiOjAuMCwiSGVpZ2h0IjowLjAsIkJvcmRlclN0eWxlIjp7IiRpZCI6IjczIiwiTGluZUNvbG9yIjpudWxsLCJMaW5lV2VpZ2h0IjowLjAsIkxpbmVUeXBlIjowLCJQYXJlbnRTdHlsZSI6bnVsbH0sIlBhcmVudFN0eWxlIjpudWxsfSwiVG9kYXlNYXJrZXJTdHlsZSI6eyIkaWQiOiI3NCIsIk1hcmdpbiI6eyIkaWQiOiI3NSIsIlRvcCI6MC4wLCJMZWZ0IjowLjAsIlJpZ2h0IjowLjAsIkJvdHRvbSI6MC4wfSwiUGFkZGluZyI6eyIkaWQiOiI3NiIsIlRvcCI6MC4wLCJMZWZ0IjowLjAsIlJpZ2h0IjowLjAsIkJvdHRvbSI6MC4wfSwiQmFja2dyb3VuZCI6eyIkaWQiOiI3NyIsIkNvbG9yIjp7IiRpZCI6Ijc4IiwiQSI6MjU1LCJSIjoyNTUsIkciOjAsIkIiOjB9fSwiSXNWaXNpYmxlIjp0cnVlLCJXaWR0aCI6MC4wLCJIZWlnaHQiOjAuMCwiQm9yZGVyU3R5bGUiOm51bGwsIlBhcmVudFN0eWxlIjpudWxsfSwiU2NhbGVTdHlsZSI6eyIkaWQiOiI3OSIsIlNoYXBlIjozLCJTaG93U2VnbWVudFNlcGFyYXRvcnMiOnRydWUsIlNlZ21lbnRTZXBhcmF0b3JPcGFjaXR5IjozMCwiSGFzQmVlblZpc2libGVCZWZvcmUiOmZhbHNlLCJGb250U2V0dGluZ3MiOnsiJGlkIjoiODAiLCJGb250U2l6ZSI6MTIsIkZvbnROYW1lIjoiQ2FsaWJyaSIsIklzQm9sZCI6ZmFsc2UsIklzSXRhbGljIjpmYWxzZSwiSXNVbmRlcmxpbmVkIjpmYWxzZSwiUGFyZW50U3R5bGUiOm51bGx9LCJBdXRvU2l6ZSI6MCwiRm9yZWdyb3VuZCI6eyIkaWQiOiI4MSIsIkNvbG9yIjp7IiRpZCI6IjgyIiwiQSI6MjU1LCJSIjoyMzIsIkciOjIzMiwiQiI6MjMyfX0sIk1heFdpZHRoIjoyMDAuMCwiTWF4SGVpZ2h0IjoiSW5maW5pdHkiLCJTbWFydEZvcmVncm91bmRJc0FjdGl2ZSI6ZmFsc2UsIkhvcml6b250YWxBbGlnbm1lbnQiOjAsIlZlcnRpY2FsQWxpZ25tZW50IjoxLCJTbWFydEZvcmVncm91bmQiOm51bGwsIkJhY2tncm91bmRGaWxsVHlwZSI6MCwiTWFyZ2luIjp7IiRpZCI6IjgzIiwiVG9wIjowLjAsIkxlZnQiOjQuMCwiUmlnaHQiOjQuMCwiQm90dG9tIjowLjB9LCJQYWRkaW5nIjp7IiRpZCI6Ijg0IiwiVG9wIjowLjAsIkxlZnQiOjAuMCwiUmlnaHQiOjAuMCwiQm90dG9tIjowLjB9LCJCYWNrZ3JvdW5kIjp7IiRpZCI6Ijg1IiwiQ29sb3IiOnsiJGlkIjoiODYiLCJBIjoyNTUsIlIiOjE0LCJHIjo0MCwiQiI6NjV9fSwiSXNWaXNpYmxlIjp0cnVlLCJXaWR0aCI6MC4wLCJIZWlnaHQiOjAuMCwiQm9yZGVyU3R5bGUiOnsiJGlkIjoiODciLCJMaW5lQ29sb3IiOm51bGwsIkxpbmVXZWlnaHQiOjAuMCwiTGluZVR5cGUiOjAsIlBhcmVudFN0eWxlIjpudWxsfSwiUGFyZW50U3R5bGUiOm51bGx9LCJTaW5nbGVTY2FsZVNoYXBlU3R5bGUiOnsiJGlkIjoiODgiLCJTaGFwZSI6MCwiSGVpZ2h0IjowLjB9LCJNaWRkbGVUaWVyU2NhbGVTdHlsZSI6eyIkaWQiOiI4OSIsIlNoYXBlIjozLCJTaG93U2VnbWVudFNlcGFyYXRvcnMiOnRydWUsIlNlZ21lbnRTZXBhcmF0b3JPcGFjaXR5IjozMCwiSGFzQmVlblZpc2libGVCZWZvcmUiOmZhbHNlLCJGb250U2V0dGluZ3MiOnsiJGlkIjoiOTAiLCJGb250U2l6ZSI6MTIsIkZvbnROYW1lIjoiQ2FsaWJyaSIsIklzQm9sZCI6ZmFsc2UsIklzSXRhbGljIjpmYWxzZSwiSXNVbmRlcmxpbmVkIjpmYWxzZSwiUGFyZW50U3R5bGUiOm51bGx9LCJBdXRvU2l6ZSI6MCwiRm9yZWdyb3VuZCI6eyIkaWQiOiI5MSIsIkNvbG9yIjp7IiRpZCI6IjkyIiwiQSI6MjU1LCJSIjoyMzIsIkciOjIzMiwiQiI6MjMyfX0sIk1heFdpZHRoIjoyMDAuMCwiTWF4SGVpZ2h0IjoiSW5maW5pdHkiLCJTbWFydEZvcmVncm91bmRJc0FjdGl2ZSI6ZmFsc2UsIkhvcml6b250YWxBbGlnbm1lbnQiOjAsIlZlcnRpY2FsQWxpZ25tZW50IjoxLCJTbWFydEZvcmVncm91bmQiOm51bGwsIkJhY2tncm91bmRGaWxsVHlwZSI6MCwiTWFyZ2luIjp7IiRpZCI6IjkzIiwiVG9wIjowLjAsIkxlZnQiOjQuMCwiUmlnaHQiOjQuMCwiQm90dG9tIjowLjB9LCJQYWRkaW5nIjp7IiRpZCI6Ijk0IiwiVG9wIjowLjAsIkxlZnQiOjAuMCwiUmlnaHQiOjAuMCwiQm90dG9tIjowLjB9LCJCYWNrZ3JvdW5kIjp7IiRpZCI6Ijk1IiwiQ29sb3IiOnsiJGlkIjoiOTYiLCJBIjoyNTUsIlIiOjE0LCJHIjo0MCwiQiI6NjV9fSwiSXNWaXNpYmxlIjpmYWxzZSwiV2lkdGgiOjAuMCwiSGVpZ2h0IjowLjAsIkJvcmRlclN0eWxlIjp7IiRpZCI6Ijk3IiwiTGluZUNvbG9yIjpudWxsLCJMaW5lV2VpZ2h0IjowLjAsIkxpbmVUeXBlIjowLCJQYXJlbnRTdHlsZSI6bnVsbH0sIlBhcmVudFN0eWxlIjpudWxsfSwiQm90dG9tVGllclNjYWxlU3R5bGUiOnsiJGlkIjoiOTgiLCJTaGFwZSI6MywiU2hvd1NlZ21lbnRTZXBhcmF0b3JzIjp0cnVlLCJTZWdtZW50U2VwYXJhdG9yT3BhY2l0eSI6MzAsIkhhc0JlZW5WaXNpYmxlQmVmb3JlIjpmYWxzZSwiRm9udFNldHRpbmdzIjp7IiRpZCI6Ijk5IiwiRm9udFNpemUiOjEyLCJGb250TmFtZSI6IkNhbGlicmkiLCJJc0JvbGQiOmZhbHNlLCJJc0l0YWxpYyI6ZmFsc2UsIklzVW5kZXJsaW5lZCI6ZmFsc2UsIlBhcmVudFN0eWxlIjpudWxsfSwiQXV0b1NpemUiOjAsIkZvcmVncm91bmQiOnsiJGlkIjoiMTAwIiwiQ29sb3IiOnsiJGlkIjoiMTAxIiwiQSI6MjU1LCJSIjoyMzIsIkciOjIzMiwiQiI6MjMyfX0sIk1heFdpZHRoIjoyMDAuMCwiTWF4SGVpZ2h0IjoiSW5maW5pdHkiLCJTbWFydEZvcmVncm91bmRJc0FjdGl2ZSI6ZmFsc2UsIkhvcml6b250YWxBbGlnbm1lbnQiOjAsIlZlcnRpY2FsQWxpZ25tZW50IjoxLCJTbWFydEZvcmVncm91bmQiOm51bGwsIkJhY2tncm91bmRGaWxsVHlwZSI6MCwiTWFyZ2luIjp7IiRpZCI6IjEwMiIsIlRvcCI6MC4wLCJMZWZ0Ijo0LjAsIlJpZ2h0Ijo0LjAsIkJvdHRvbSI6MC4wfSwiUGFkZGluZyI6eyIkaWQiOiIxMDMiLCJUb3AiOjAuMCwiTGVmdCI6MC4wLCJSaWdodCI6MC4wLCJCb3R0b20iOjAuMH0sIkJhY2tncm91bmQiOnsiJGlkIjoiMTA0IiwiQ29sb3IiOnsiJGlkIjoiMTA1IiwiQSI6MjU1LCJSIjoxNCwiRyI6NDAsIkIiOjY1fX0sIklzVmlzaWJsZSI6ZmFsc2UsIldpZHRoIjowLjAsIkhlaWdodCI6MC4wLCJCb3JkZXJTdHlsZSI6eyIkaWQiOiIxMDYiLCJMaW5lQ29sb3IiOm51bGwsIkxpbmVXZWlnaHQiOjAuMCwiTGluZVR5cGUiOjAsIlBhcmVudFN0eWxlIjpudWxsfSwiUGFyZW50U3R5bGUiOm51bGx9LCJFbGFwc2VkVGltZUJhY2tncm91bmQiOnsiJGlkIjoiMTA3IiwiQ29sb3IiOnsiJGlkIjoiMTA4IiwiQSI6MTkxLCJSIjoyNTUsIkciOjAsIkIiOjB9fSwiQXBwZW5kWWVhck9uWWVhckNoYW5nZSI6ZmFsc2UsIkVsYXBzZWRUaW1lRm9ybWF0IjowLCJUb2RheU1hcmtlclBvc2l0aW9uIjowLCJRdWlja1Bvc2l0aW9uIjozLCJBYnNvbHV0ZVBvc2l0aW9uIjoxMzUuMCwiTWFyZ2luIjp7IiRpZCI6IjEwOSIsIlRvcCI6MC4wLCJMZWZ0IjoxMC4wLCJSaWdodCI6MTAuMCwiQm90dG9tIjowLjB9LCJQYWRkaW5nIjp7IiRpZCI6IjExMCIsIlRvcCI6MC4wLCJMZWZ0IjowLjAsIlJpZ2h0IjowLjAsIkJvdHRvbSI6MC4wfSwiQmFja2dyb3VuZCI6eyIkaWQiOiIxMTEiLCJDb2xvciI6eyIkaWQiOiIxMTIiLCJBIjoyNTUsIlIiOjQ3LCJHIjo1NCwiQiI6MTUzfX0sIklzVmlzaWJsZSI6ZmFsc2UsIldpZHRoIjowLjAsIkhlaWdodCI6MC4wLCJCb3JkZXJTdHlsZSI6bnVsbCwiUGFyZW50U3R5bGUiOm51bGx9LCJEZWZhdWx0TWlsZXN0b25lU3R5bGUiOnsiJGlkIjoiMTEzIiwiU2hhcGUiOjIsIkNvbm5lY3Rvck1hcmdpbiI6eyIkaWQiOiIxMTQiLCJUb3AiOjAuMCwiTGVmdCI6Mi4wLCJSaWdodCI6Mi4wLCJCb3R0b20iOjAuMH0sIkNvbm5lY3RvclN0eWxlIjp7IiRpZCI6IjExNSIsIkxpbmVDb2xvciI6eyIkaWQiOiIxMTYiLCIkdHlwZSI6Ik5MUkUuQ29tbW9uLkRvbS5Tb2xpZENvbG9yQnJ1c2gsIE5MUkUuQ29tbW9uIiwiQ29sb3IiOnsiJGlkIjoiMTE3IiwiQSI6MTI3LCJSIjoyMzMsIkciOjExMywiQiI6NTB9fSwiTGluZVdlaWdodCI6MS4wLCJMaW5lVHlwZSI6MCwiUGFyZW50U3R5bGUiOm51bGx9LCJJc0JlbG93VGltZWJhbmQiOmZhbHNlLCJQb3NpdGlvbk9uVGFzayI6MCwiSGlkZURhdGUiOmZhbHNlLCJTaGFwZVNpemUiOjEsIlNwYWNpbmciOjAuMCwiUGFkZGluZyI6eyIkaWQiOiIxMTgiLCJUb3AiOjUuMCwiTGVmdCI6My4wLCJSaWdodCI6MC4wLCJCb3R0b20iOjIuMH0sIlNoYXBlU3R5bGUiOnsiJGlkIjoiMTE5IiwiTWFyZ2luIjp7IiRpZCI6IjEyMCIsIlRvcCI6MC4wLCJMZWZ0IjowLjAsIlJpZ2h0IjowLjAsIkJvdHRvbSI6MC4wfSwiUGFkZGluZyI6eyIkaWQiOiIxMjEiLCJUb3AiOjAuMCwiTGVmdCI6MC4wLCJSaWdodCI6MC4wLCJCb3R0b20iOjAuMH0sIkJhY2tncm91bmQiOnsiJGlkIjoiMTIyIiwiQ29sb3IiOnsiJGlkIjoiMTIzIiwiQSI6MjU1LCJSIjoyMzMsIkciOjExMywiQiI6NTB9fSwiSXNWaXNpYmxlIjp0cnVlLCJXaWR0aCI6MTguMCwiSGVpZ2h0IjoyMC4wLCJCb3JkZXJTdHlsZSI6eyIkaWQiOiIxMjQiLCJMaW5lQ29sb3IiOnsiJGlkIjoiMTI1IiwiJHR5cGUiOiJOTFJFLkNvbW1vbi5Eb20uU29saWRDb2xvckJydXNoLCBOTFJFLkNvbW1vbiIsIkNvbG9yIjp7IiRpZCI6IjEyNiIsIkEiOjI1NSwiUiI6MjM0LCJHIjoyMiwiQiI6MzB9fSwiTGluZVdlaWdodCI6MC4wLCJMaW5lVHlwZSI6MCwiUGFyZW50U3R5bGUiOm51bGx9LCJQYXJlbnRTdHlsZSI6bnVsbH0sIlRpdGxlU3R5bGUiOnsiJGlkIjoiMTI3IiwiRm9udFNldHRpbmdzIjp7IiRpZCI6IjEyOCIsIkZvbnRTaXplIjoxMSwiRm9udE5hbWUiOiJDYWxpYnJpIiwiSXNCb2xkIjp0cnVlLCJJc0l0YWxpYyI6ZmFsc2UsIklzVW5kZXJsaW5lZCI6ZmFsc2UsIlBhcmVudFN0eWxlIjpudWxsfSwiQXV0b1NpemUiOjAsIkZvcmVncm91bmQiOnsiJGlkIjoiMTI5IiwiQ29sb3IiOnsiJGlkIjoiMTM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zMSIsIlRvcCI6MC4wLCJMZWZ0IjowLjAsIlJpZ2h0IjowLjAsIkJvdHRvbSI6MC4wfSwiUGFkZGluZyI6eyIkaWQiOiIxMzIiLCJUb3AiOjAuMCwiTGVmdCI6MC4wLCJSaWdodCI6MC4wLCJCb3R0b20iOjAuMH0sIkJhY2tncm91bmQiOnsiJGlkIjoiMTMzIiwiQ29sb3IiOnsiJGlkIjoiMTM0IiwiQSI6MjU1LCJSIjowLCJHIjowLCJCIjowfX0sIklzVmlzaWJsZSI6dHJ1ZSwiV2lkdGgiOjAuMCwiSGVpZ2h0IjowLjAsIkJvcmRlclN0eWxlIjp7IiRpZCI6IjEzNSIsIkxpbmVDb2xvciI6bnVsbCwiTGluZVdlaWdodCI6MC4wLCJMaW5lVHlwZSI6MCwiUGFyZW50U3R5bGUiOm51bGx9LCJQYXJlbnRTdHlsZSI6bnVsbH0sIkRhdGVTdHlsZSI6eyIkaWQiOiIxMzYiLCJGb250U2V0dGluZ3MiOnsiJGlkIjoiMTM3IiwiRm9udFNpemUiOjEwLCJGb250TmFtZSI6IkNhbGlicmkiLCJJc0JvbGQiOmZhbHNlLCJJc0l0YWxpYyI6ZmFsc2UsIklzVW5kZXJsaW5lZCI6ZmFsc2UsIlBhcmVudFN0eWxlIjpudWxsfSwiQXV0b1NpemUiOjAsIkZvcmVncm91bmQiOnsiJGlkIjoiMTM4IiwiQ29sb3IiOnsiJGlkIjoiMTM5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0MCIsIlRvcCI6MC4wLCJMZWZ0IjowLjAsIlJpZ2h0IjowLjAsIkJvdHRvbSI6MC4wfSwiUGFkZGluZyI6eyIkaWQiOiIxNDEiLCJUb3AiOjAuMCwiTGVmdCI6MC4wLCJSaWdodCI6MC4wLCJCb3R0b20iOjAuMH0sIkJhY2tncm91bmQiOnsiJGlkIjoiMTQyIiwiQ29sb3IiOnsiJGlkIjoiMTQzIiwiQSI6MjU1LCJSIjoxNCwiRyI6NDAsIkIiOjY1fX0sIklzVmlzaWJsZSI6dHJ1ZSwiV2lkdGgiOjAuMCwiSGVpZ2h0IjowLjAsIkJvcmRlclN0eWxlIjp7IiRpZCI6IjE0NCIsIkxpbmVDb2xvciI6bnVsbCwiTGluZVdlaWdodCI6MC4wLCJMaW5lVHlwZSI6MCwiUGFyZW50U3R5bGUiOm51bGx9LCJQYXJlbnRTdHlsZSI6bnVsbH0sIkRhdGVGb3JtYXQiOnsiJGlkIjoiMTQ1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0NiIsIkZvcm1hdCI6MCwiSXNWaXNpYmxlIjpmYWxzZSwiTGFzdEtub3duVmlzaWJpbGl0eVN0YXRlIjpmYWxzZX0sIklzVmlzaWJsZSI6dHJ1ZSwiVmFyaWFuY2VTdHlsZSI6eyIkaWQiOiIxNDciLCJUZXh0U3R5bGUiOnsiJGlkIjoiMTQ4IiwiRm9udFNldHRpbmdzIjp7IiRpZCI6IjE0OSIsIkZvbnRTaXplIjoxMCwiRm9udE5hbWUiOiJDYWxpYnJpIiwiSXNCb2xkIjpmYWxzZSwiSXNJdGFsaWMiOmZhbHNlLCJJc1VuZGVybGluZWQiOmZhbHNlLCJQYXJlbnRTdHlsZSI6bnVsbH0sIkF1dG9TaXplIjowLCJGb3JlZ3JvdW5kIjp7IiRpZCI6IjE1MCIsIkNvbG9yIjp7IiRpZCI6IjE1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TIiLCJUb3AiOjAuMCwiTGVmdCI6MC4wLCJSaWdodCI6MC4wLCJCb3R0b20iOjAuMH0sIlBhZGRpbmciOnsiJGlkIjoiMTUzIiwiVG9wIjowLjAsIkxlZnQiOjAuMCwiUmlnaHQiOjAuMCwiQm90dG9tIjowLjB9LCJCYWNrZ3JvdW5kIjp7IiRpZCI6IjE1NCIsIkNvbG9yIjp7IiRpZCI6IjE1NSIsIkEiOjI1NSwiUiI6MCwiRyI6MCwiQiI6MH19LCJJc1Zpc2libGUiOnRydWUsIldpZHRoIjowLjAsIkhlaWdodCI6MC4wLCJCb3JkZXJTdHlsZSI6eyIkaWQiOiIxNTYiLCJMaW5lQ29sb3IiOm51bGwsIkxpbmVXZWlnaHQiOjAuMCwiTGluZVR5cGUiOjAsIlBhcmVudFN0eWxlIjpudWxsfSwiUGFyZW50U3R5bGUiOm51bGx9LCJQYXJlbnRTdHlsZSI6bnVsbH0sIlBhcmVudFN0eWxlIjpudWxsfSwiRGVmYXVsdE1vdFN0eWxlIjp7IiRpZCI6IjE1NyIsIlNoYXBlIjoyLCJDb25uZWN0b3JNYXJnaW4iOnsiJGlkIjoiMTU4IiwiVG9wIjowLjAsIkxlZnQiOjIuMCwiUmlnaHQiOjIuMCwiQm90dG9tIjowLjB9LCJDb25uZWN0b3JTdHlsZSI6eyIkaWQiOiIxNTkiLCJMaW5lQ29sb3IiOnsiJGlkIjoiMTYwIiwiJHR5cGUiOiJOTFJFLkNvbW1vbi5Eb20uU29saWRDb2xvckJydXNoLCBOTFJFLkNvbW1vbiIsIkNvbG9yIjp7IiRpZCI6IjE2MSIsIkEiOjEyNywiUiI6MjMzLCJHIjoxMTMsIkIiOjUwfX0sIkxpbmVXZWlnaHQiOjEuMCwiTGluZVR5cGUiOjAsIlBhcmVudFN0eWxlIjpudWxsfSwiSXNCZWxvd1RpbWViYW5kIjpmYWxzZSwiUG9zaXRpb25PblRhc2siOjEsIkhpZGVEYXRlIjpmYWxzZSwiU2hhcGVTaXplIjoxLCJTcGFjaW5nIjowLjAsIlBhZGRpbmciOnsiJGlkIjoiMTYyIiwiVG9wIjo1LjAsIkxlZnQiOjMuMCwiUmlnaHQiOjAuMCwiQm90dG9tIjoyLjB9LCJTaGFwZVN0eWxlIjp7IiRpZCI6IjE2MyIsIk1hcmdpbiI6eyIkaWQiOiIxNjQiLCJUb3AiOjAuMCwiTGVmdCI6MC4wLCJSaWdodCI6MC4wLCJCb3R0b20iOjAuMH0sIlBhZGRpbmciOnsiJGlkIjoiMTY1IiwiVG9wIjowLjAsIkxlZnQiOjAuMCwiUmlnaHQiOjAuMCwiQm90dG9tIjowLjB9LCJCYWNrZ3JvdW5kIjp7IiRpZCI6IjE2NiIsIkNvbG9yIjp7IiRpZCI6IjE2NyIsIkEiOjI1NSwiUiI6MjMzLCJHIjoxMTMsIkIiOjUwfX0sIklzVmlzaWJsZSI6dHJ1ZSwiV2lkdGgiOjEzLjAsIkhlaWdodCI6MTMuMCwiQm9yZGVyU3R5bGUiOnsiJGlkIjoiMTY4IiwiTGluZUNvbG9yIjp7IiRpZCI6IjE2OSIsIiR0eXBlIjoiTkxSRS5Db21tb24uRG9tLlNvbGlkQ29sb3JCcnVzaCwgTkxSRS5Db21tb24iLCJDb2xvciI6eyIkaWQiOiIxNzAiLCJBIjoyNTUsIlIiOjIzNCwiRyI6MjIsIkIiOjMwfX0sIkxpbmVXZWlnaHQiOjAuMCwiTGluZVR5cGUiOjAsIlBhcmVudFN0eWxlIjpudWxsfSwiUGFyZW50U3R5bGUiOm51bGx9LCJUaXRsZVN0eWxlIjp7IiRpZCI6IjE3MSIsIkZvbnRTZXR0aW5ncyI6eyIkaWQiOiIxNzIiLCJGb250U2l6ZSI6MTEsIkZvbnROYW1lIjoiQ2FsaWJyaSIsIklzQm9sZCI6dHJ1ZSwiSXNJdGFsaWMiOmZhbHNlLCJJc1VuZGVybGluZWQiOmZhbHNlLCJQYXJlbnRTdHlsZSI6bnVsbH0sIkF1dG9TaXplIjowLCJGb3JlZ3JvdW5kIjp7IiRpZCI6IjE3MyIsIkNvbG9yIjp7IiRpZCI6IjE3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zUiLCJUb3AiOjAuMCwiTGVmdCI6MC4wLCJSaWdodCI6MC4wLCJCb3R0b20iOjAuMH0sIlBhZGRpbmciOnsiJGlkIjoiMTc2IiwiVG9wIjowLjAsIkxlZnQiOjAuMCwiUmlnaHQiOjAuMCwiQm90dG9tIjowLjB9LCJCYWNrZ3JvdW5kIjp7IiRpZCI6IjE3NyIsIkNvbG9yIjp7IiRpZCI6IjE3OCIsIkEiOjI1NSwiUiI6MCwiRyI6MCwiQiI6MH19LCJJc1Zpc2libGUiOnRydWUsIldpZHRoIjowLjAsIkhlaWdodCI6MC4wLCJCb3JkZXJTdHlsZSI6eyIkaWQiOiIxNzkiLCJMaW5lQ29sb3IiOm51bGwsIkxpbmVXZWlnaHQiOjAuMCwiTGluZVR5cGUiOjAsIlBhcmVudFN0eWxlIjpudWxsfSwiUGFyZW50U3R5bGUiOm51bGx9LCJEYXRlU3R5bGUiOnsiJGlkIjoiMTgwIiwiRm9udFNldHRpbmdzIjp7IiRpZCI6IjE4MSIsIkZvbnRTaXplIjoxMCwiRm9udE5hbWUiOiJDYWxpYnJpIiwiSXNCb2xkIjpmYWxzZSwiSXNJdGFsaWMiOmZhbHNlLCJJc1VuZGVybGluZWQiOmZhbHNlLCJQYXJlbnRTdHlsZSI6bnVsbH0sIkF1dG9TaXplIjowLCJGb3JlZ3JvdW5kIjp7IiRpZCI6IjE4MiIsIkNvbG9yIjp7IiRpZCI6IjE4My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xODQiLCJUb3AiOjAuMCwiTGVmdCI6MC4wLCJSaWdodCI6MC4wLCJCb3R0b20iOjAuMH0sIlBhZGRpbmciOnsiJGlkIjoiMTg1IiwiVG9wIjowLjAsIkxlZnQiOjAuMCwiUmlnaHQiOjAuMCwiQm90dG9tIjowLjB9LCJCYWNrZ3JvdW5kIjp7IiRpZCI6IjE4NiIsIkNvbG9yIjp7IiRpZCI6IjE4NyIsIkEiOjI1NSwiUiI6MTQsIkciOjQwLCJCIjo2NX19LCJJc1Zpc2libGUiOnRydWUsIldpZHRoIjowLjAsIkhlaWdodCI6MC4wLCJCb3JkZXJTdHlsZSI6eyIkaWQiOiIxODgiLCJMaW5lQ29sb3IiOm51bGwsIkxpbmVXZWlnaHQiOjAuMCwiTGluZVR5cGUiOjAsIlBhcmVudFN0eWxlIjpudWxsfSwiUGFyZW50U3R5bGUiOm51bGx9LCJEYXRlRm9ybWF0Ijp7IiRpZCI6IjE4O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TAiLCJGb3JtYXQiOjAsIklzVmlzaWJsZSI6ZmFsc2UsIkxhc3RLbm93blZpc2liaWxpdHlTdGF0ZSI6ZmFsc2V9LCJJc1Zpc2libGUiOnRydWUsIlZhcmlhbmNlU3R5bGUiOnsiJGlkIjoiMTkxIiwiVGV4dFN0eWxlIjp7IiRpZCI6IjE5MiIsIkZvbnRTZXR0aW5ncyI6eyIkaWQiOiIxOTMiLCJGb250U2l6ZSI6MTAsIkZvbnROYW1lIjoiQ2FsaWJyaSIsIklzQm9sZCI6ZmFsc2UsIklzSXRhbGljIjpmYWxzZSwiSXNVbmRlcmxpbmVkIjpmYWxzZSwiUGFyZW50U3R5bGUiOm51bGx9LCJBdXRvU2l6ZSI6MCwiRm9yZWdyb3VuZCI6eyIkaWQiOiIxOTQiLCJDb2xvciI6eyIkaWQiOiIxOT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k2IiwiVG9wIjowLjAsIkxlZnQiOjAuMCwiUmlnaHQiOjAuMCwiQm90dG9tIjowLjB9LCJQYWRkaW5nIjp7IiRpZCI6IjE5NyIsIlRvcCI6MC4wLCJMZWZ0IjowLjAsIlJpZ2h0IjowLjAsIkJvdHRvbSI6MC4wfSwiQmFja2dyb3VuZCI6eyIkaWQiOiIxOTgiLCJDb2xvciI6eyIkaWQiOiIxOTkiLCJBIjoyNTUsIlIiOjAsIkciOjAsIkIiOjB9fSwiSXNWaXNpYmxlIjp0cnVlLCJXaWR0aCI6MC4wLCJIZWlnaHQiOjAuMCwiQm9yZGVyU3R5bGUiOnsiJGlkIjoiMjAwIiwiTGluZUNvbG9yIjpudWxsLCJMaW5lV2VpZ2h0IjowLjAsIkxpbmVUeXBlIjowLCJQYXJlbnRTdHlsZSI6bnVsbH0sIlBhcmVudFN0eWxlIjpudWxsfSwiUGFyZW50U3R5bGUiOm51bGx9LCJQYXJlbnRTdHlsZSI6bnVsbH0sIkRlZmF1bHRUYXNrU3R5bGUiOnsiJGlkIjoiMjAxIiwiU2hhcGUiOjMsIlNoYXBlVGhpY2tuZXNzIjowLCJEdXJhdGlvbkZvcm1hdCI6MCwiSW5jbHVkZU5vbldvcmtpbmdEYXlzSW5EdXJhdGlvbiI6ZmFsc2UsIlBlcmNlbnRhZ2VDb21wbGV0ZVN0eWxlIjp7IiRpZCI6IjIwMiIsIkZvbnRTZXR0aW5ncyI6eyIkaWQiOiIyMDMiLCJGb250U2l6ZSI6MTAsIkZvbnROYW1lIjoiQ2FsaWJyaSIsIklzQm9sZCI6ZmFsc2UsIklzSXRhbGljIjpmYWxzZSwiSXNVbmRlcmxpbmVkIjpmYWxzZSwiUGFyZW50U3R5bGUiOm51bGx9LCJBdXRvU2l6ZSI6MCwiRm9yZWdyb3VuZCI6eyIkaWQiOiIyMDQiLCJDb2xvciI6eyIkaWQiOiIyMDU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jA2IiwiVG9wIjowLjAsIkxlZnQiOjAuMCwiUmlnaHQiOjAuMCwiQm90dG9tIjowLjB9LCJQYWRkaW5nIjp7IiRpZCI6IjIwNyIsIlRvcCI6MC4wLCJMZWZ0IjowLjAsIlJpZ2h0IjowLjAsIkJvdHRvbSI6MC4wfSwiQmFja2dyb3VuZCI6eyIkaWQiOiIyMDgiLCJDb2xvciI6eyIkaWQiOiIyMDkiLCJBIjo4OSwiUiI6MCwiRyI6MCwiQiI6MH19LCJJc1Zpc2libGUiOnRydWUsIldpZHRoIjowLjAsIkhlaWdodCI6MC4wLCJCb3JkZXJTdHlsZSI6eyIkaWQiOiIyMTAiLCJMaW5lQ29sb3IiOm51bGwsIkxpbmVXZWlnaHQiOjAuMCwiTGluZVR5cGUiOjAsIlBhcmVudFN0eWxlIjpudWxsfSwiUGFyZW50U3R5bGUiOm51bGx9LCJEdXJhdGlvblN0eWxlIjp7IiRpZCI6IjIxMSIsIkZvbnRTZXR0aW5ncyI6eyIkaWQiOiIyMTIiLCJGb250U2l6ZSI6MTAsIkZvbnROYW1lIjoiQ2FsaWJyaSIsIklzQm9sZCI6ZmFsc2UsIklzSXRhbGljIjpmYWxzZSwiSXNVbmRlcmxpbmVkIjpmYWxzZSwiUGFyZW50U3R5bGUiOm51bGx9LCJBdXRvU2l6ZSI6MCwiRm9yZWdyb3VuZCI6eyIkaWQiOiIyMTMiLCJDb2xvciI6eyIkaWQiOiIyMTQ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yMTUiLCJUb3AiOjAuMCwiTGVmdCI6MC4wLCJSaWdodCI6MC4wLCJCb3R0b20iOjAuMH0sIlBhZGRpbmciOnsiJGlkIjoiMjE2IiwiVG9wIjowLjAsIkxlZnQiOjAuMCwiUmlnaHQiOjAuMCwiQm90dG9tIjowLjB9LCJCYWNrZ3JvdW5kIjp7IiRpZCI6IjIxNyIsIkNvbG9yIjp7IiRpZCI6IjIxOCIsIkEiOjI1NSwiUiI6MjM3LCJHIjoxMjUsIkIiOjQ5fX0sIklzVmlzaWJsZSI6dHJ1ZSwiV2lkdGgiOjAuMCwiSGVpZ2h0IjowLjAsIkJvcmRlclN0eWxlIjp7IiRpZCI6IjIxOSIsIkxpbmVDb2xvciI6bnVsbCwiTGluZVdlaWdodCI6MC4wLCJMaW5lVHlwZSI6MCwiUGFyZW50U3R5bGUiOm51bGx9LCJQYXJlbnRTdHlsZSI6bnVsbH0sIkhvcml6b250YWxDb25uZWN0b3JTdHlsZSI6eyIkaWQiOiIyMjAiLCJMaW5lQ29sb3IiOnsiJGlkIjoiMjIxIiwiJHR5cGUiOiJOTFJFLkNvbW1vbi5Eb20uU29saWRDb2xvckJydXNoLCBOTFJFLkNvbW1vbiIsIkNvbG9yIjp7IiRpZCI6IjIyMiIsIkEiOjUxLCJSIjoyMSwiRyI6OTYsIkIiOjEzMH19LCJMaW5lV2VpZ2h0IjoxLjAsIkxpbmVUeXBlIjowLCJQYXJlbnRTdHlsZSI6bnVsbH0sIlZlcnRpY2FsQ29ubmVjdG9yU3R5bGUiOnsiJGlkIjoiMjIzIiwiTGluZUNvbG9yIjp7IiRpZCI6IjIyNCIsIiR0eXBlIjoiTkxSRS5Db21tb24uRG9tLlNvbGlkQ29sb3JCcnVzaCwgTkxSRS5Db21tb24iLCJDb2xvciI6eyIkaWQiOiIyMjU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MiwiU3BhY2luZyI6MywiSXNCZWxvd1RpbWViYW5kIjpmYWxzZSwiUGVyY2VudGFnZUNvbXBsZXRlU2hhcGVPcGFjaXR5IjozNSwiQmFzZWxpbmVTdHlsZSI6eyIkaWQiOiIyMjYiLCJTaGFwZVN0eWxlIjp7IiRpZCI6IjIyNyIsIk1hcmdpbiI6eyIkaWQiOiIyMjgiLCJUb3AiOjAuMCwiTGVmdCI6MC4wLCJSaWdodCI6MC4wLCJCb3R0b20iOjAuMH0sIlBhZGRpbmciOnsiJGlkIjoiMjI5IiwiVG9wIjowLjAsIkxlZnQiOjAuMCwiUmlnaHQiOjAuMCwiQm90dG9tIjowLjB9LCJCYWNrZ3JvdW5kIjp7IiRpZCI6IjIzMCIsIkNvbG9yIjp7IiRpZCI6IjIzMSIsIkEiOjE1MywiUiI6MCwiRyI6MCwiQiI6MH19LCJJc1Zpc2libGUiOnRydWUsIldpZHRoIjowLjAsIkhlaWdodCI6MC4wLCJCb3JkZXJTdHlsZSI6eyIkaWQiOiIyMzIiLCJMaW5lQ29sb3IiOnsiJGlkIjoiMjMzIiwiJHR5cGUiOiJOTFJFLkNvbW1vbi5Eb20uU29saWRDb2xvckJydXNoLCBOTFJFLkNvbW1vbiIsIkNvbG9yIjp7IiRpZCI6IjIzNCIsIkEiOjI1NSwiUiI6MjU1LCJHIjowLCJCIjowfX0sIkxpbmVXZWlnaHQiOjAuMCwiTGluZVR5cGUiOjAsIlBhcmVudFN0eWxlIjpudWxsfSwiUGFyZW50U3R5bGUiOm51bGx9LCJNYXJnaW4iOnsiJGlkIjoiMjM1IiwiVG9wIjowLjAsIkxlZnQiOjAuMCwiUmlnaHQiOjAuMCwiQm90dG9tIjowLjB9LCJQYWRkaW5nIjp7IiRpZCI6IjIzNiIsIlRvcCI6MC4wLCJMZWZ0IjowLjAsIlJpZ2h0IjowLjAsIkJvdHRvbSI6MC4wfSwiQmFja2dyb3VuZCI6bnVsbCwiSXNWaXNpYmxlIjp0cnVlLCJXaWR0aCI6MC4wLCJIZWlnaHQiOjAuMCwiQm9yZGVyU3R5bGUiOm51bGwsIlBhcmVudFN0eWxlIjpudWxsfSwiU2hhcGVTdHlsZSI6eyIkaWQiOiIyMzciLCJNYXJnaW4iOnsiJGlkIjoiMjM4IiwiVG9wIjowLjAsIkxlZnQiOjQuMCwiUmlnaHQiOjQuMCwiQm90dG9tIjowLjB9LCJQYWRkaW5nIjp7IiRpZCI6IjIzOSIsIlRvcCI6MC4wLCJMZWZ0IjowLjAsIlJpZ2h0IjowLjAsIkJvdHRvbSI6MC4wfSwiQmFja2dyb3VuZCI6eyIkaWQiOiIyNDAiLCJDb2xvciI6eyIkaWQiOiIyNDEiLCJBIjoyNTUsIlIiOjIxLCJHIjo5NiwiQiI6MTMwfX0sIklzVmlzaWJsZSI6dHJ1ZSwiV2lkdGgiOjAuMCwiSGVpZ2h0IjoxMC4wLCJCb3JkZXJTdHlsZSI6eyIkaWQiOiIyNDIiLCJMaW5lQ29sb3IiOnsiJGlkIjoiMjQzIiwiJHR5cGUiOiJOTFJFLkNvbW1vbi5Eb20uU29saWRDb2xvckJydXNoLCBOTFJFLkNvbW1vbiIsIkNvbG9yIjp7IiRpZCI6IjI0NCIsIkEiOjI1NSwiUiI6MjM0LCJHIjoyMiwiQiI6MzB9fSwiTGluZVdlaWdodCI6MC4wLCJMaW5lVHlwZSI6MCwiUGFyZW50U3R5bGUiOm51bGx9LCJQYXJlbnRTdHlsZSI6bnVsbH0sIlRpdGxlU3R5bGUiOnsiJGlkIjoiMjQ1IiwiRm9udFNldHRpbmdzIjp7IiRpZCI6IjI0NiIsIkZvbnRTaXplIjoxMSwiRm9udE5hbWUiOiJDYWxpYnJpIiwiSXNCb2xkIjpmYWxzZSwiSXNJdGFsaWMiOmZhbHNlLCJJc1VuZGVybGluZWQiOmZhbHNlLCJQYXJlbnRTdHlsZSI6bnVsbH0sIkF1dG9TaXplIjowLCJGb3JlZ3JvdW5kIjp7IiRpZCI6IjI0NyIsIkNvbG9yIjp7IiRpZCI6IjI0OC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yNDkiLCJUb3AiOjAuMCwiTGVmdCI6MC4wLCJSaWdodCI6MC4wLCJCb3R0b20iOjAuMH0sIlBhZGRpbmciOnsiJGlkIjoiMjUwIiwiVG9wIjowLjAsIkxlZnQiOjAuMCwiUmlnaHQiOjAuMCwiQm90dG9tIjowLjB9LCJCYWNrZ3JvdW5kIjp7IiRpZCI6IjI1MSIsIkNvbG9yIjp7IiRpZCI6IjI1MiIsIkEiOjI1NSwiUiI6MCwiRyI6MCwiQiI6MH19LCJJc1Zpc2libGUiOnRydWUsIldpZHRoIjowLjAsIkhlaWdodCI6MC4wLCJCb3JkZXJTdHlsZSI6eyIkaWQiOiIyNTMiLCJMaW5lQ29sb3IiOm51bGwsIkxpbmVXZWlnaHQiOjAuMCwiTGluZVR5cGUiOjAsIlBhcmVudFN0eWxlIjpudWxsfSwiUGFyZW50U3R5bGUiOm51bGx9LCJEYXRlU3R5bGUiOnsiJGlkIjoiMjU0IiwiRm9udFNldHRpbmdzIjp7IiRpZCI6IjI1NSIsIkZvbnRTaXplIjoxMCwiRm9udE5hbWUiOiJDYWxpYnJpIiwiSXNCb2xkIjpmYWxzZSwiSXNJdGFsaWMiOmZhbHNlLCJJc1VuZGVybGluZWQiOmZhbHNlLCJQYXJlbnRTdHlsZSI6bnVsbH0sIkF1dG9TaXplIjowLCJGb3JlZ3JvdW5kIjp7IiRpZCI6IjI1NiIsIkNvbG9yIjp7IiRpZCI6IjI1Ny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yNTgiLCJUb3AiOjAuMCwiTGVmdCI6MC4wLCJSaWdodCI6MC4wLCJCb3R0b20iOjAuMH0sIlBhZGRpbmciOnsiJGlkIjoiMjU5IiwiVG9wIjowLjAsIkxlZnQiOjAuMCwiUmlnaHQiOjAuMCwiQm90dG9tIjowLjB9LCJCYWNrZ3JvdW5kIjp7IiRpZCI6IjI2MCIsIkNvbG9yIjp7IiRpZCI6IjI2MSIsIkEiOjI1NSwiUiI6MTQsIkciOjQwLCJCIjo2NX19LCJJc1Zpc2libGUiOnRydWUsIldpZHRoIjowLjAsIkhlaWdodCI6MC4wLCJCb3JkZXJTdHlsZSI6eyIkaWQiOiIyNjIiLCJMaW5lQ29sb3IiOm51bGwsIkxpbmVXZWlnaHQiOjAuMCwiTGluZVR5cGUiOjAsIlBhcmVudFN0eWxlIjpudWxsfSwiUGFyZW50U3R5bGUiOm51bGx9LCJEYXRlRm9ybWF0Ijp7IiRpZCI6IjI2M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NjQiLCJGb3JtYXQiOjAsIklzVmlzaWJsZSI6ZmFsc2UsIkxhc3RLbm93blZpc2liaWxpdHlTdGF0ZSI6ZmFsc2V9LCJJc1Zpc2libGUiOnRydWUsIlZhcmlhbmNlU3R5bGUiOnsiJGlkIjoiMjY1IiwiVGV4dFN0eWxlIjp7IiRpZCI6IjI2NiIsIkZvbnRTZXR0aW5ncyI6eyIkaWQiOiIyNjciLCJGb250U2l6ZSI6MTAsIkZvbnROYW1lIjoiQ2FsaWJyaSIsIklzQm9sZCI6ZmFsc2UsIklzSXRhbGljIjpmYWxzZSwiSXNVbmRlcmxpbmVkIjpmYWxzZSwiUGFyZW50U3R5bGUiOm51bGx9LCJBdXRvU2l6ZSI6MCwiRm9yZWdyb3VuZCI6eyIkaWQiOiIyNjgiLCJDb2xvciI6eyIkaWQiOiIyNj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cwIiwiVG9wIjowLjAsIkxlZnQiOjAuMCwiUmlnaHQiOjAuMCwiQm90dG9tIjowLjB9LCJQYWRkaW5nIjp7IiRpZCI6IjI3MSIsIlRvcCI6MC4wLCJMZWZ0IjowLjAsIlJpZ2h0IjowLjAsIkJvdHRvbSI6MC4wfSwiQmFja2dyb3VuZCI6eyIkaWQiOiIyNzIiLCJDb2xvciI6eyIkaWQiOiIyNzMiLCJBIjoyNTUsIlIiOjAsIkciOjAsIkIiOjB9fSwiSXNWaXNpYmxlIjp0cnVlLCJXaWR0aCI6MC4wLCJIZWlnaHQiOjAuMCwiQm9yZGVyU3R5bGUiOnsiJGlkIjoiMjc0IiwiTGluZUNvbG9yIjpudWxsLCJMaW5lV2VpZ2h0IjowLjAsIkxpbmVUeXBlIjowLCJQYXJlbnRTdHlsZSI6bnVsbH0sIlBhcmVudFN0eWxlIjpudWxsfSwiUGFyZW50U3R5bGUiOm51bGx9LCJQYXJlbnRTdHlsZSI6bnVsbCwiX2V4cGxpY2l0bHlTZXQiOnsiJGlkIjoiMjc1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lsZXN0b25lU3R5bGUiOm51bGwsIkdyaWRsaW5lUGFuZWxTdHlsZSI6eyIkaWQiOiIyNzYiLCJHcmlkbGluZVN0eWxlIjp7IiRpZCI6IjI3NyIsIkxpbmVDb2xvciI6eyIkaWQiOiIyNzgiLCIkdHlwZSI6Ik5MUkUuQ29tbW9uLkRvbS5Tb2xpZENvbG9yQnJ1c2gsIE5MUkUuQ29tbW9uIiwiQ29sb3IiOnsiJGlkIjoiMjc5IiwiQSI6MzgsIlIiOjkxLCJHIjoxNTUsIkIiOjIxM319LCJMaW5lV2VpZ2h0IjoxLjAsIkxpbmVUeXBlIjowLCJQYXJlbnRTdHlsZSI6bnVsbH0sIk1hcmdpbiI6eyIkaWQiOiIyODAiLCJUb3AiOjAuMCwiTGVmdCI6MC4wLCJSaWdodCI6MC4wLCJCb3R0b20iOjAuMH0sIlBhZGRpbmciOnsiJGlkIjoiMjgxIiwiVG9wIjowLjAsIkxlZnQiOjAuMCwiUmlnaHQiOjAuMCwiQm90dG9tIjowLjB9LCJCYWNrZ3JvdW5kIjpudWxsLCJJc1Zpc2libGUiOnRydWUsIldpZHRoIjowLjAsIkhlaWdodCI6MC4wLCJCb3JkZXJTdHlsZSI6eyIkaWQiOiIyODIiLCJMaW5lQ29sb3IiOm51bGwsIkxpbmVXZWlnaHQiOjAuMCwiTGluZVR5cGUiOjAsIlBhcmVudFN0eWxlIjpudWxsfSwiUGFyZW50U3R5bGUiOm51bGx9LCJBY3Rpdml0eUxpbmVQYW5lbFN0eWxlIjp7IiRpZCI6IjI4MyIsIkFjdGl2aXR5TGluZVN0eWxlIjp7IiRpZCI6IjI4NCIsIkxpbmVDb2xvciI6eyIkaWQiOiIyODUiLCIkdHlwZSI6Ik5MUkUuQ29tbW9uLkRvbS5Tb2xpZENvbG9yQnJ1c2gsIE5MUkUuQ29tbW9uIiwiQ29sb3IiOnsiJGlkIjoiMjg2IiwiQSI6MzgsIlIiOjY4LCJHIjoxMTQsIkIiOjE5Nn19LCJMaW5lV2VpZ2h0IjoxLjAsIkxpbmVUeXBlIjowLCJQYXJlbnRTdHlsZSI6bnVsbH0sIk1hcmdpbiI6eyIkaWQiOiIyODciLCJUb3AiOjAuMCwiTGVmdCI6MC4wLCJSaWdodCI6MC4wLCJCb3R0b20iOjAuMH0sIlBhZGRpbmciOnsiJGlkIjoiMjg4IiwiVG9wIjowLjAsIkxlZnQiOjAuMCwiUmlnaHQiOjAuMCwiQm90dG9tIjowLjB9LCJCYWNrZ3JvdW5kIjpudWxsLCJJc1Zpc2libGUiOnRydWUsIldpZHRoIjowLjAsIkhlaWdodCI6MC4wLCJCb3JkZXJTdHlsZSI6eyIkaWQiOiIyODkiLCJMaW5lQ29sb3IiOm51bGwsIkxpbmVXZWlnaHQiOjAuMCwiTGluZVR5cGUiOjAsIlBhcmVudFN0eWxlIjpudWxsfSwiUGFyZW50U3R5bGUiOm51bGx9LCJfc2VsZWN0ZWRUaGVtZVByZXNldENvbG9ycyI6eyIkaWQiOiIyOTAiLCJUZXh0TGlnaHQiOnsiJGlkIjoiMjkxIiwiQSI6MjU1LCJSIjoyNTUsIkciOjI1NSwiQiI6MjU1fSwiVGV4dERhcmsiOnsiJGlkIjoiMjkyIiwiQSI6MjU1LCJSIjowLCJHIjowLCJCIjowfSwiQWNjZW50MSI6eyIkaWQiOiIyOTMiLCJBIjoyNTUsIlIiOjIzMiwiRyI6MjMyLCJCIjoyMzJ9LCJBY2NlbnQyIjp7IiRpZCI6IjI5NCIsIkEiOjI1NSwiUiI6MTQsIkciOjQwLCJCIjo2NX0sIkFjY2VudDMiOnsiJGlkIjoiMjk1IiwiQSI6MjU1LCJSIjoyMSwiRyI6OTYsIkIiOjEzMH0sIkFjY2VudDQiOnsiJGlkIjoiMjk2IiwiQSI6MjU1LCJSIjoyMzMsIkciOjExMywiQiI6NTB9LCJBY2NlbnQ1Ijp7IiRpZCI6IjI5NyIsIkEiOjI1NSwiUiI6MjUsIkciOjEwNywiQiI6MzZ9LCJBY2NlbnQ2Ijp7IiRpZCI6IjI5OCIsIkEiOjI1NSwiUiI6MTUsIkciOjE1OCwiQiI6MjEzfSwiQWNjZW50NyI6eyIkaWQiOiIyOTkiLCJBIjoyNTUsIlIiOjE2MCwiRyI6NDMsIkIiOjE0N30sIkFjY2VudDgiOnsiJGlkIjoiMzAwIiwiQSI6MjU1LCJSIjo3OCwiRyI6MTY3LCJCIjo0Nn19LCJTaG93RWxhcHNlZFRpbWVHcmFkaWVudFN0eWxlIjpmYWxzZSwiVGltZWJhbmRSZXNlcnZlZExlZnRBcmVhU3R5bGUiOnsiJGlkIjoiMzAxIiwiQWN0aXZpdHlIZWFkZXJXaWR0aCI6MC4wLCJJc1NldCI6ZmFsc2V9LCJEZWZhdWx0U3dpbWxhbmVTdHlsZSI6bnVsbCwiRGVmYXVsdFN3aW1sYW5lVjJTdHlsZSI6eyIkaWQiOiIzMDIiLCJTdHlsZUlkIjoiMzMyY2ZiMTMtYjQwMS00ZWMzLWI2NTUtNzM5NjhkMDRkNzQ5IiwiSGVhZGVyU3R5bGUiOnsiJGlkIjoiMzAzIiwiVGV4dElzVmVydGljYWwiOmZhbHNlLCJUZXh0U3R5bGUiOnsiJGlkIjoiMzA0IiwiRm9udFNldHRpbmdzIjp7IiRpZCI6IjMwNSIsIkZvbnRTaXplIjoxMSwiRm9udE5hbWUiOiJDYWxpYnJpIiwiSXNCb2xkIjpmYWxzZSwiSXNJdGFsaWMiOmZhbHNlLCJJc1VuZGVybGluZWQiOmZhbHNlLCJQYXJlbnRTdHlsZSI6bnVsbH0sIkF1dG9TaXplIjoyLCJGb3JlZ3JvdW5kIjp7IiRpZCI6IjMwNiIsIkNvbG9yIjp7IiRpZCI6IjMwNy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MwOCIsIlRvcCI6MC4wLCJMZWZ0IjowLjAsIlJpZ2h0IjowLjAsIkJvdHRvbSI6MC4wfSwiUGFkZGluZyI6eyIkaWQiOiIzMDkiLCJUb3AiOjAuMCwiTGVmdCI6MC4wLCJSaWdodCI6MC4wLCJCb3R0b20iOjAuMH0sIkJhY2tncm91bmQiOnsiJGlkIjoiMzEwIiwiQ29sb3IiOnsiJGlkIjoiMzExIiwiQSI6MjU1LCJSIjoyNTUsIkciOjI1NSwiQiI6MjU1fX0sIklzVmlzaWJsZSI6dHJ1ZSwiV2lkdGgiOjAuMCwiSGVpZ2h0IjowLjAsIkJvcmRlclN0eWxlIjpudWxsLCJQYXJlbnRTdHlsZSI6bnVsbH0sIlJlY3RhbmdsZVN0eWxlIjp7IiRpZCI6IjMxMiIsIk1hcmdpbiI6eyIkaWQiOiIzMTMiLCJUb3AiOjAuMCwiTGVmdCI6MC4wLCJSaWdodCI6MC4wLCJCb3R0b20iOjAuMH0sIlBhZGRpbmciOnsiJGlkIjoiMzE0IiwiVG9wIjowLjAsIkxlZnQiOjAuMCwiUmlnaHQiOjAuMCwiQm90dG9tIjowLjB9LCJCYWNrZ3JvdW5kIjp7IiRpZCI6IjMxNSIsIkNvbG9yIjp7IiRpZCI6IjMxNiIsIkEiOjI1NSwiUiI6MjEsIkciOjk2LCJCIjoxMzB9fSwiSXNWaXNpYmxlIjp0cnVlLCJXaWR0aCI6MC4wLCJIZWlnaHQiOjAuMCwiQm9yZGVyU3R5bGUiOnsiJGlkIjoiMzE3IiwiTGluZUNvbG9yIjp7IiRpZCI6IjMxOCIsIiR0eXBlIjoiTkxSRS5Db21tb24uRG9tLlNvbGlkQ29sb3JCcnVzaCwgTkxSRS5Db21tb24iLCJDb2xvciI6eyIkaWQiOiIzMTkiLCJBIjoyNTUsIlIiOjI1NSwiRyI6MjU1LCJCIjoyNTV9fSwiTGluZVdlaWdodCI6MC4wLCJMaW5lVHlwZSI6MCwiUGFyZW50U3R5bGUiOm51bGx9LCJQYXJlbnRTdHlsZSI6bnVsbH0sIk1hcmdpbiI6eyIkaWQiOiIzMjAiLCJUb3AiOjAuMCwiTGVmdCI6MC4wLCJSaWdodCI6MC4wLCJCb3R0b20iOjAuMH0sIlBhZGRpbmciOnsiJGlkIjoiMzIxIiwiVG9wIjowLjAsIkxlZnQiOjAuMCwiUmlnaHQiOjAuMCwiQm90dG9tIjowLjB9LCJCYWNrZ3JvdW5kIjpudWxsLCJJc1Zpc2libGUiOnRydWUsIldpZHRoIjowLjAsIkhlaWdodCI6MC4wLCJCb3JkZXJTdHlsZSI6bnVsbCwiUGFyZW50U3R5bGUiOm51bGx9LCJCYWNrZ3JvdW5kU3R5bGUiOnsiJGlkIjoiMzIyIiwiTWFyZ2luIjp7IiRpZCI6IjMyMyIsIlRvcCI6MC4wLCJMZWZ0IjowLjAsIlJpZ2h0IjowLjAsIkJvdHRvbSI6MC4wfSwiUGFkZGluZyI6eyIkaWQiOiIzMjQiLCJUb3AiOjAuMCwiTGVmdCI6MC4wLCJSaWdodCI6MC4wLCJCb3R0b20iOjAuMH0sIkJhY2tncm91bmQiOnsiJGlkIjoiMzI1IiwiQ29sb3IiOnsiJGlkIjoiMzI2IiwiQSI6NTEsIlIiOjIwMCwiRyI6MjAwLCJCIjoyMDB9fSwiSXNWaXNpYmxlIjp0cnVlLCJXaWR0aCI6MC4wLCJIZWlnaHQiOjAuMCwiQm9yZGVyU3R5bGUiOnsiJGlkIjoiMzI3IiwiTGluZUNvbG9yIjp7IiRpZCI6IjMyOCIsIiR0eXBlIjoiTkxSRS5Db21tb24uRG9tLlNvbGlkQ29sb3JCcnVzaCwgTkxSRS5Db21tb24iLCJDb2xvciI6eyIkaWQiOiIzMjkiLCJBIjoyNTUsIlIiOjIzNCwiRyI6MjIsIkIiOjMwfX0sIkxpbmVXZWlnaHQiOjAuMCwiTGluZVR5cGUiOjAsIlBhcmVudFN0eWxlIjpudWxsfSwiUGFyZW50U3R5bGUiOm51bGx9LCJJc0Fib3ZlVGltZWJhbmQiOmZhbHNlLCJTcGFjaW5nIjozLCJEZWZhdWx0U3dpbWxhbmVUYXNrU3R5bGUiOnsiJGlkIjoiMzMwIiwiJHR5cGUiOiJOTFJFLkNvbW1vbi5Eb20uU3R5bGVzLkV4cGxpY2l0U2V0YWJsZVRhc2tTdHlsZSwgTkxSRS5Db21tb24iLCJTaGFwZSI6MSwiU2hhcGVUaGlja25lc3MiOjAsIkR1cmF0aW9uRm9ybWF0IjowLCJJbmNsdWRlTm9uV29ya2luZ0RheXNJbkR1cmF0aW9uIjpmYWxzZSwiUGVyY2VudGFnZUNvbXBsZXRlU3R5bGUiOnsiJGlkIjoiMzMxIiwiRm9udFNldHRpbmdzIjp7IiRpZCI6IjMzMiIsIkZvbnRTaXplIjoxMCwiRm9udE5hbWUiOiJDYWxpYnJpIiwiSXNCb2xkIjpmYWxzZSwiSXNJdGFsaWMiOmZhbHNlLCJJc1VuZGVybGluZWQiOmZhbHNlLCJQYXJlbnRTdHlsZSI6bnVsbH0sIkF1dG9TaXplIjowLCJGb3JlZ3JvdW5kIjp7IiRpZCI6IjMzMyIsIkNvbG9yIjp7IiRpZCI6IjMzNC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zMzUiLCJUb3AiOjAuMCwiTGVmdCI6MC4wLCJSaWdodCI6MC4wLCJCb3R0b20iOjAuMH0sIlBhZGRpbmciOnsiJGlkIjoiMzM2IiwiVG9wIjowLjAsIkxlZnQiOjAuMCwiUmlnaHQiOjAuMCwiQm90dG9tIjowLjB9LCJCYWNrZ3JvdW5kIjp7IiRpZCI6IjMzNyIsIkNvbG9yIjp7IiRpZCI6IjMzOCIsIkEiOjg5LCJSIjowLCJHIjowLCJCIjowfX0sIklzVmlzaWJsZSI6dHJ1ZSwiV2lkdGgiOjAuMCwiSGVpZ2h0IjowLjAsIkJvcmRlclN0eWxlIjp7IiRpZCI6IjMzOSIsIkxpbmVDb2xvciI6bnVsbCwiTGluZVdlaWdodCI6MC4wLCJMaW5lVHlwZSI6MCwiUGFyZW50U3R5bGUiOm51bGx9LCJQYXJlbnRTdHlsZSI6bnVsbH0sIkR1cmF0aW9uU3R5bGUiOnsiJGlkIjoiMzQwIiwiRm9udFNldHRpbmdzIjp7IiRpZCI6IjM0MSIsIkZvbnRTaXplIjoxMCwiRm9udE5hbWUiOiJDYWxpYnJpIiwiSXNCb2xkIjpmYWxzZSwiSXNJdGFsaWMiOmZhbHNlLCJJc1VuZGVybGluZWQiOmZhbHNlLCJQYXJlbnRTdHlsZSI6bnVsbH0sIkF1dG9TaXplIjowLCJGb3JlZ3JvdW5kIjp7IiRpZCI6IjM0MiIsIkNvbG9yIjp7IiRpZCI6IjM0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M0NCIsIlRvcCI6MC4wLCJMZWZ0IjowLjAsIlJpZ2h0IjowLjAsIkJvdHRvbSI6MC4wfSwiUGFkZGluZyI6eyIkaWQiOiIzNDUiLCJUb3AiOjAuMCwiTGVmdCI6MC4wLCJSaWdodCI6MC4wLCJCb3R0b20iOjAuMH0sIkJhY2tncm91bmQiOnsiJGlkIjoiMzQ2IiwiQ29sb3IiOnsiJGlkIjoiMzQ3IiwiQSI6MjU1LCJSIjoyMzcsIkciOjEyNSwiQiI6NDl9fSwiSXNWaXNpYmxlIjp0cnVlLCJXaWR0aCI6MC4wLCJIZWlnaHQiOjAuMCwiQm9yZGVyU3R5bGUiOnsiJGlkIjoiMzQ4IiwiTGluZUNvbG9yIjpudWxsLCJMaW5lV2VpZ2h0IjowLjAsIkxpbmVUeXBlIjowLCJQYXJlbnRTdHlsZSI6bnVsbH0sIlBhcmVudFN0eWxlIjpudWxsfSwiSG9yaXpvbnRhbENvbm5lY3RvclN0eWxlIjp7IiRpZCI6IjM0OSIsIkxpbmVDb2xvciI6eyIkaWQiOiIzNTAiLCIkdHlwZSI6Ik5MUkUuQ29tbW9uLkRvbS5Tb2xpZENvbG9yQnJ1c2gsIE5MUkUuQ29tbW9uIiwiQ29sb3IiOnsiJGlkIjoiMzUxIiwiQSI6MjU1LCJSIjowLCJHIjowLCJCIjowfX0sIkxpbmVXZWlnaHQiOjAuMCwiTGluZVR5cGUiOjAsIlBhcmVudFN0eWxlIjpudWxsfSwiVmVydGljYWxDb25uZWN0b3JTdHlsZSI6eyIkaWQiOiIzNTIiLCJMaW5lQ29sb3IiOnsiJGlkIjoiMzUzIiwiJHR5cGUiOiJOTFJFLkNvbW1vbi5Eb20uU29saWRDb2xvckJydXNoLCBOTFJFLkNvbW1vbiIsIkNvbG9yIjp7IiRpZCI6IjM1NC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yLCJTcGFjaW5nIjozLCJJc0JlbG93VGltZWJhbmQiOmZhbHNlLCJQZXJjZW50YWdlQ29tcGxldGVTaGFwZU9wYWNpdHkiOjM1LCJCYXNlbGluZVN0eWxlIjp7IiRpZCI6IjM1NSIsIlNoYXBlU3R5bGUiOnsiJGlkIjoiMzU2IiwiTWFyZ2luIjp7IiRpZCI6IjM1NyIsIlRvcCI6MC4wLCJMZWZ0IjowLjAsIlJpZ2h0IjowLjAsIkJvdHRvbSI6MC4wfSwiUGFkZGluZyI6eyIkaWQiOiIzNTgiLCJUb3AiOjAuMCwiTGVmdCI6MC4wLCJSaWdodCI6MC4wLCJCb3R0b20iOjAuMH0sIkJhY2tncm91bmQiOnsiJGlkIjoiMzU5IiwiQ29sb3IiOnsiJGlkIjoiMzYwIiwiQSI6MTUzLCJSIjowLCJHIjowLCJCIjowfX0sIklzVmlzaWJsZSI6dHJ1ZSwiV2lkdGgiOjAuMCwiSGVpZ2h0IjowLjAsIkJvcmRlclN0eWxlIjp7IiRpZCI6IjM2MSIsIkxpbmVDb2xvciI6eyIkaWQiOiIzNjIiLCIkdHlwZSI6Ik5MUkUuQ29tbW9uLkRvbS5Tb2xpZENvbG9yQnJ1c2gsIE5MUkUuQ29tbW9uIiwiQ29sb3IiOnsiJGlkIjoiMzYzIiwiQSI6MjU1LCJSIjoyNTUsIkciOjAsIkIiOjB9fSwiTGluZVdlaWdodCI6MC4wLCJMaW5lVHlwZSI6MCwiUGFyZW50U3R5bGUiOm51bGx9LCJQYXJlbnRTdHlsZSI6bnVsbH0sIk1hcmdpbiI6eyIkaWQiOiIzNjQiLCJUb3AiOjAuMCwiTGVmdCI6MC4wLCJSaWdodCI6MC4wLCJCb3R0b20iOjAuMH0sIlBhZGRpbmciOnsiJGlkIjoiMzY1IiwiVG9wIjowLjAsIkxlZnQiOjAuMCwiUmlnaHQiOjAuMCwiQm90dG9tIjowLjB9LCJCYWNrZ3JvdW5kIjpudWxsLCJJc1Zpc2libGUiOnRydWUsIldpZHRoIjowLjAsIkhlaWdodCI6MC4wLCJCb3JkZXJTdHlsZSI6bnVsbCwiUGFyZW50U3R5bGUiOm51bGx9LCJTaGFwZVN0eWxlIjp7IiRpZCI6IjM2NiIsIk1hcmdpbiI6eyIkaWQiOiIzNjciLCJUb3AiOjAuMCwiTGVmdCI6NC4wLCJSaWdodCI6NC4wLCJCb3R0b20iOjAuMH0sIlBhZGRpbmciOnsiJGlkIjoiMzY4IiwiVG9wIjowLjAsIkxlZnQiOjAuMCwiUmlnaHQiOjAuMCwiQm90dG9tIjowLjB9LCJCYWNrZ3JvdW5kIjp7IiRpZCI6IjM2OSIsIkNvbG9yIjp7IiRpZCI6IjM3MCIsIkEiOjI1NSwiUiI6MjEsIkciOjk2LCJCIjoxMzB9fSwiSXNWaXNpYmxlIjp0cnVlLCJXaWR0aCI6MC4wLCJIZWlnaHQiOjEwLjAsIkJvcmRlclN0eWxlIjp7IiRpZCI6IjM3MSIsIkxpbmVDb2xvciI6eyIkaWQiOiIzNzIiLCIkdHlwZSI6Ik5MUkUuQ29tbW9uLkRvbS5Tb2xpZENvbG9yQnJ1c2gsIE5MUkUuQ29tbW9uIiwiQ29sb3IiOnsiJGlkIjoiMzczIiwiQSI6MjU1LCJSIjoyMzQsIkciOjIyLCJCIjozMH19LCJMaW5lV2VpZ2h0IjowLjAsIkxpbmVUeXBlIjowLCJQYXJlbnRTdHlsZSI6bnVsbH0sIlBhcmVudFN0eWxlIjpudWxsfSwiVGl0bGVTdHlsZSI6eyIkaWQiOiIzNzQiLCJGb250U2V0dGluZ3MiOnsiJGlkIjoiMzc1IiwiRm9udFNpemUiOjExLCJGb250TmFtZSI6IkNhbGlicmkiLCJJc0JvbGQiOmZhbHNlLCJJc0l0YWxpYyI6ZmFsc2UsIklzVW5kZXJsaW5lZCI6ZmFsc2UsIlBhcmVudFN0eWxlIjpudWxsfSwiQXV0b1NpemUiOjAsIkZvcmVncm91bmQiOnsiJGlkIjoiMzc2IiwiQ29sb3IiOnsiJGlkIjoiMzc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3OCIsIlRvcCI6MC4wLCJMZWZ0IjowLjAsIlJpZ2h0IjowLjAsIkJvdHRvbSI6MC4wfSwiUGFkZGluZyI6eyIkaWQiOiIzNzkiLCJUb3AiOjAuMCwiTGVmdCI6MC4wLCJSaWdodCI6MC4wLCJCb3R0b20iOjAuMH0sIkJhY2tncm91bmQiOnsiJGlkIjoiMzgwIiwiQ29sb3IiOnsiJGlkIjoiMzgxIiwiQSI6MjU1LCJSIjowLCJHIjowLCJCIjowfX0sIklzVmlzaWJsZSI6dHJ1ZSwiV2lkdGgiOjAuMCwiSGVpZ2h0IjowLjAsIkJvcmRlclN0eWxlIjp7IiRpZCI6IjM4MiIsIkxpbmVDb2xvciI6bnVsbCwiTGluZVdlaWdodCI6MC4wLCJMaW5lVHlwZSI6MCwiUGFyZW50U3R5bGUiOm51bGx9LCJQYXJlbnRTdHlsZSI6bnVsbH0sIkRhdGVTdHlsZSI6eyIkaWQiOiIzODMiLCJGb250U2V0dGluZ3MiOnsiJGlkIjoiMzg0IiwiRm9udFNpemUiOjEwLCJGb250TmFtZSI6IkNhbGlicmkiLCJJc0JvbGQiOmZhbHNlLCJJc0l0YWxpYyI6ZmFsc2UsIklzVW5kZXJsaW5lZCI6ZmFsc2UsIlBhcmVudFN0eWxlIjpudWxsfSwiQXV0b1NpemUiOjAsIkZvcmVncm91bmQiOnsiJGlkIjoiMzg1IiwiQ29sb3IiOnsiJGlkIjoiMzg2IiwiQSI6MjU1LCJSIjoxNCwiRyI6NDAsIkIiOjY1fX0sIk1heFdpZHRoIjoyMDAuMCwiTWF4SGVpZ2h0IjoiSW5maW5pdHkiLCJTbWFydEZvcmVncm91bmRJc0FjdGl2ZSI6ZmFsc2UsIkhvcml6b250YWxBbGlnbm1lbnQiOjIsIlZlcnRpY2FsQWxpZ25tZW50IjoxLCJTbWFydEZvcmVncm91bmQiOm51bGwsIkJhY2tncm91bmRGaWxsVHlwZSI6MCwiTWFyZ2luIjp7IiRpZCI6IjM4NyIsIlRvcCI6MC4wLCJMZWZ0IjowLjAsIlJpZ2h0IjowLjAsIkJvdHRvbSI6MC4wfSwiUGFkZGluZyI6eyIkaWQiOiIzODgiLCJUb3AiOjAuMCwiTGVmdCI6MC4wLCJSaWdodCI6MC4wLCJCb3R0b20iOjAuMH0sIkJhY2tncm91bmQiOnsiJGlkIjoiMzg5IiwiQ29sb3IiOnsiJGlkIjoiMzkwIiwiQSI6MjU1LCJSIjoxNCwiRyI6NDAsIkIiOjY1fX0sIklzVmlzaWJsZSI6dHJ1ZSwiV2lkdGgiOjAuMCwiSGVpZ2h0IjowLjAsIkJvcmRlclN0eWxlIjp7IiRpZCI6IjM5MSIsIkxpbmVDb2xvciI6bnVsbCwiTGluZVdlaWdodCI6MC4wLCJMaW5lVHlwZSI6MCwiUGFyZW50U3R5bGUiOm51bGx9LCJQYXJlbnRTdHlsZSI6bnVsbH0sIkRhdGVGb3JtYXQiOnsiJGlkIjoiMzk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5MyIsIkZvcm1hdCI6MCwiSXNWaXNpYmxlIjpmYWxzZSwiTGFzdEtub3duVmlzaWJpbGl0eVN0YXRlIjpmYWxzZX0sIklzVmlzaWJsZSI6dHJ1ZSwiVmFyaWFuY2VTdHlsZSI6eyIkaWQiOiIzOTQiLCJUZXh0U3R5bGUiOnsiJGlkIjoiMzk1IiwiRm9udFNldHRpbmdzIjp7IiRpZCI6IjM5NiIsIkZvbnRTaXplIjoxMCwiRm9udE5hbWUiOiJDYWxpYnJpIiwiSXNCb2xkIjpmYWxzZSwiSXNJdGFsaWMiOmZhbHNlLCJJc1VuZGVybGluZWQiOmZhbHNlLCJQYXJlbnRTdHlsZSI6bnVsbH0sIkF1dG9TaXplIjowLCJGb3JlZ3JvdW5kIjp7IiRpZCI6IjM5NyIsIkNvbG9yIjp7IiRpZCI6IjM5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OTkiLCJUb3AiOjAuMCwiTGVmdCI6MC4wLCJSaWdodCI6MC4wLCJCb3R0b20iOjAuMH0sIlBhZGRpbmciOnsiJGlkIjoiNDAwIiwiVG9wIjowLjAsIkxlZnQiOjAuMCwiUmlnaHQiOjAuMCwiQm90dG9tIjowLjB9LCJCYWNrZ3JvdW5kIjp7IiRpZCI6IjQwMSIsIkNvbG9yIjp7IiRpZCI6IjQwMiIsIkEiOjI1NSwiUiI6MCwiRyI6MCwiQiI6MH19LCJJc1Zpc2libGUiOnRydWUsIldpZHRoIjowLjAsIkhlaWdodCI6MC4wLCJCb3JkZXJTdHlsZSI6eyIkaWQiOiI0MDMiLCJMaW5lQ29sb3IiOm51bGwsIkxpbmVXZWlnaHQiOjAuMCwiTGluZVR5cGUiOjAsIlBhcmVudFN0eWxlIjpudWxsfSwiUGFyZW50U3R5bGUiOm51bGx9LCJQYXJlbnRTdHlsZSI6bnVsbH0sIlBhcmVudFN0eWxlIjpudWxsLCJfZXhwbGljaXRseVNldCI6eyIkaWQiOiI0MDQ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0MDUiLCJTaGFwZSI6MSwiQ29ubmVjdG9yTWFyZ2luIjp7IiRpZCI6IjQwNiIsIlRvcCI6MC4wLCJMZWZ0IjoyLjAsIlJpZ2h0IjoyLjAsIkJvdHRvbSI6MC4wfSwiQ29ubmVjdG9yU3R5bGUiOnsiJGlkIjoiNDA3IiwiTGluZUNvbG9yIjp7IiRpZCI6IjQwOCIsIiR0eXBlIjoiTkxSRS5Db21tb24uRG9tLlNvbGlkQ29sb3JCcnVzaCwgTkxSRS5Db21tb24iLCJDb2xvciI6eyIkaWQiOiI0MDkiLCJBIjoxMjcsIlIiOjExLCJHIjo0OCwiQiI6NjV9fSwiTGluZVdlaWdodCI6MS4wLCJMaW5lVHlwZSI6MCwiUGFyZW50U3R5bGUiOm51bGx9LCJJc0JlbG93VGltZWJhbmQiOmZhbHNlLCJQb3NpdGlvbk9uVGFzayI6MSwiSGlkZURhdGUiOmZhbHNlLCJTaGFwZVNpemUiOjAsIlNwYWNpbmciOjAuMCwiUGFkZGluZyI6eyIkaWQiOiI0MTAiLCJUb3AiOjUuMCwiTGVmdCI6My4wLCJSaWdodCI6MC4wLCJCb3R0b20iOjIuMH0sIlNoYXBlU3R5bGUiOnsiJGlkIjoiNDExIiwiTWFyZ2luIjp7IiRpZCI6IjQxMiIsIlRvcCI6MC4wLCJMZWZ0IjowLjAsIlJpZ2h0IjowLjAsIkJvdHRvbSI6MC4wfSwiUGFkZGluZyI6eyIkaWQiOiI0MTMiLCJUb3AiOjAuMCwiTGVmdCI6MC4wLCJSaWdodCI6MC4wLCJCb3R0b20iOjAuMH0sIkJhY2tncm91bmQiOnsiJGlkIjoiNDE0IiwiQ29sb3IiOnsiJGlkIjoiNDE1IiwiQSI6MjU1LCJSIjoxMSwiRyI6NDgsIkIiOjY1fX0sIklzVmlzaWJsZSI6dHJ1ZSwiV2lkdGgiOjEyLjAsIkhlaWdodCI6MTQuMCwiQm9yZGVyU3R5bGUiOnsiJGlkIjoiNDE2IiwiTGluZUNvbG9yIjp7IiRpZCI6IjQxNyIsIiR0eXBlIjoiTkxSRS5Db21tb24uRG9tLlNvbGlkQ29sb3JCcnVzaCwgTkxSRS5Db21tb24iLCJDb2xvciI6eyIkaWQiOiI0MTgiLCJBIjoyNTUsIlIiOjI1NSwiRyI6MCwiQiI6MH19LCJMaW5lV2VpZ2h0IjowLjAsIkxpbmVUeXBlIjowLCJQYXJlbnRTdHlsZSI6bnVsbH0sIlBhcmVudFN0eWxlIjpudWxsfSwiVGl0bGVTdHlsZSI6eyIkaWQiOiI0MTkiLCJGb250U2V0dGluZ3MiOnsiJGlkIjoiNDIwIiwiRm9udFNpemUiOjExLCJGb250TmFtZSI6IkNhbGlicmkiLCJJc0JvbGQiOmZhbHNlLCJJc0l0YWxpYyI6ZmFsc2UsIklzVW5kZXJsaW5lZCI6ZmFsc2UsIlBhcmVudFN0eWxlIjpudWxsfSwiQXV0b1NpemUiOjAsIkZvcmVncm91bmQiOnsiJGlkIjoiNDIxIiwiQ29sb3IiOnsiJGlkIjoiNDI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QyMyIsIlRvcCI6MC4wLCJMZWZ0IjowLjAsIlJpZ2h0IjowLjAsIkJvdHRvbSI6MC4wfSwiUGFkZGluZyI6eyIkaWQiOiI0MjQiLCJUb3AiOjAuMCwiTGVmdCI6MC4wLCJSaWdodCI6MC4wLCJCb3R0b20iOjAuMH0sIkJhY2tncm91bmQiOnsiJGlkIjoiNDI1IiwiQ29sb3IiOnsiJGlkIjoiNDI2IiwiQSI6MjU1LCJSIjowLCJHIjowLCJCIjowfX0sIklzVmlzaWJsZSI6dHJ1ZSwiV2lkdGgiOjAuMCwiSGVpZ2h0IjowLjAsIkJvcmRlclN0eWxlIjp7IiRpZCI6IjQyNyIsIkxpbmVDb2xvciI6bnVsbCwiTGluZVdlaWdodCI6MC4wLCJMaW5lVHlwZSI6MCwiUGFyZW50U3R5bGUiOm51bGx9LCJQYXJlbnRTdHlsZSI6bnVsbH0sIkRhdGVTdHlsZSI6eyIkaWQiOiI0MjgiLCJGb250U2V0dGluZ3MiOnsiJGlkIjoiNDI5IiwiRm9udFNpemUiOjEwLCJGb250TmFtZSI6IkNhbGlicmkiLCJJc0JvbGQiOmZhbHNlLCJJc0l0YWxpYyI6ZmFsc2UsIklzVW5kZXJsaW5lZCI6ZmFsc2UsIlBhcmVudFN0eWxlIjpudWxsfSwiQXV0b1NpemUiOjAsIkZvcmVncm91bmQiOnsiJGlkIjoiNDMwIiwiQ29sb3IiOnsiJGlkIjoiNDM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QzMiIsIlRvcCI6MC4wLCJMZWZ0IjowLjAsIlJpZ2h0IjowLjAsIkJvdHRvbSI6MC4wfSwiUGFkZGluZyI6eyIkaWQiOiI0MzMiLCJUb3AiOjAuMCwiTGVmdCI6MC4wLCJSaWdodCI6MC4wLCJCb3R0b20iOjAuMH0sIkJhY2tncm91bmQiOnsiJGlkIjoiNDM0IiwiQ29sb3IiOnsiJGlkIjoiNDM1IiwiQSI6MjU1LCJSIjoxNCwiRyI6NDAsIkIiOjY1fX0sIklzVmlzaWJsZSI6dHJ1ZSwiV2lkdGgiOjAuMCwiSGVpZ2h0IjowLjAsIkJvcmRlclN0eWxlIjp7IiRpZCI6IjQzNiIsIkxpbmVDb2xvciI6bnVsbCwiTGluZVdlaWdodCI6MC4wLCJMaW5lVHlwZSI6MCwiUGFyZW50U3R5bGUiOm51bGx9LCJQYXJlbnRTdHlsZSI6bnVsbH0sIkRhdGVGb3JtYXQiOnsiJGlkIjoiNDM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zOCIsIkZvcm1hdCI6MCwiSXNWaXNpYmxlIjpmYWxzZSwiTGFzdEtub3duVmlzaWJpbGl0eVN0YXRlIjpmYWxzZX0sIklzVmlzaWJsZSI6dHJ1ZSwiVmFyaWFuY2VTdHlsZSI6eyIkaWQiOiI0MzkiLCJUZXh0U3R5bGUiOnsiJGlkIjoiNDQwIiwiRm9udFNldHRpbmdzIjp7IiRpZCI6IjQ0MSIsIkZvbnRTaXplIjoxMCwiRm9udE5hbWUiOiJDYWxpYnJpIiwiSXNCb2xkIjpmYWxzZSwiSXNJdGFsaWMiOmZhbHNlLCJJc1VuZGVybGluZWQiOmZhbHNlLCJQYXJlbnRTdHlsZSI6bnVsbH0sIkF1dG9TaXplIjowLCJGb3JlZ3JvdW5kIjp7IiRpZCI6IjQ0MiIsIkNvbG9yIjp7IiRpZCI6IjQ0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DQiLCJUb3AiOjAuMCwiTGVmdCI6MC4wLCJSaWdodCI6MC4wLCJCb3R0b20iOjAuMH0sIlBhZGRpbmciOnsiJGlkIjoiNDQ1IiwiVG9wIjowLjAsIkxlZnQiOjAuMCwiUmlnaHQiOjAuMCwiQm90dG9tIjowLjB9LCJCYWNrZ3JvdW5kIjp7IiRpZCI6IjQ0NiIsIkNvbG9yIjp7IiRpZCI6IjQ0NyIsIkEiOjI1NSwiUiI6MCwiRyI6MCwiQiI6MH19LCJJc1Zpc2libGUiOnRydWUsIldpZHRoIjowLjAsIkhlaWdodCI6MC4wLCJCb3JkZXJTdHlsZSI6eyIkaWQiOiI0NDgiLCJMaW5lQ29sb3IiOm51bGwsIkxpbmVXZWlnaHQiOjAuMCwiTGluZVR5cGUiOjAsIlBhcmVudFN0eWxlIjpudWxsfSwiUGFyZW50U3R5bGUiOm51bGx9LCJQYXJlbnRTdHlsZSI6bnVsbH0sIlBhcmVudFN0eWxlIjpudWxsfSwiRGVmYXVsdFN3aW1sYW5lTWlsZXN0b25lU3R5bGUiOnsiJGlkIjoiNDQ5IiwiVGl0bGVQb3NpdGlvbiI6IkxlZnQiLCJEYXRlUG9zaXRpb24iOiJSaWdodCIsIlZhcmlhbmNlUG9zaXRpb24iOiJSaWdodCIsIlNoYXBlVHlwZSI6MSwiU2hhcGVTaXplIjowLCJTcGFjaW5nIjo1LCJTaGFwZVN0eWxlIjp7IiRpZCI6IjQ1MCIsIk1hcmdpbiI6eyIkaWQiOiI0NTEiLCJUb3AiOjAuMCwiTGVmdCI6MC4wLCJSaWdodCI6MC4wLCJCb3R0b20iOjAuMH0sIlBhZGRpbmciOnsiJGlkIjoiNDUyIiwiVG9wIjowLjAsIkxlZnQiOjAuMCwiUmlnaHQiOjAuMCwiQm90dG9tIjowLjB9LCJCYWNrZ3JvdW5kIjp7IiRpZCI6IjQ1MyIsIkNvbG9yIjp7IiRpZCI6IjQ1NCIsIkEiOjI1NSwiUiI6MjEsIkciOjk2LCJCIjoxMzB9fSwiSXNWaXNpYmxlIjp0cnVlLCJXaWR0aCI6MTIuMCwiSGVpZ2h0IjoxNC4wLCJCb3JkZXJTdHlsZSI6eyIkaWQiOiI0NTUiLCJMaW5lQ29sb3IiOnsiJGlkIjoiNDU2IiwiJHR5cGUiOiJOTFJFLkNvbW1vbi5Eb20uU29saWRDb2xvckJydXNoLCBOTFJFLkNvbW1vbiIsIkNvbG9yIjp7IiRpZCI6IjQ1NyIsIkEiOjI1NSwiUiI6MjM0LCJHIjoyMiwiQiI6MzB9fSwiTGluZVdlaWdodCI6MC4wLCJMaW5lVHlwZSI6MCwiUGFyZW50U3R5bGUiOm51bGx9LCJQYXJlbnRTdHlsZSI6bnVsbH0sIlRpdGxlU3R5bGUiOnsiJGlkIjoiNDU4IiwiRm9udFNldHRpbmdzIjp7IiRpZCI6IjQ1OSIsIkZvbnRTaXplIjoxMSwiRm9udE5hbWUiOiJDYWxpYnJpIiwiSXNCb2xkIjpmYWxzZSwiSXNJdGFsaWMiOmZhbHNlLCJJc1VuZGVybGluZWQiOmZhbHNlLCJQYXJlbnRTdHlsZSI6bnVsbH0sIkF1dG9TaXplIjowLCJGb3JlZ3JvdW5kIjp7IiRpZCI6IjQ2MCIsIkNvbG9yIjp7IiRpZCI6IjQ2MS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0NjIiLCJUb3AiOjAuMCwiTGVmdCI6MC4wLCJSaWdodCI6MC4wLCJCb3R0b20iOjAuMH0sIlBhZGRpbmciOnsiJGlkIjoiNDYzIiwiVG9wIjowLjAsIkxlZnQiOjAuMCwiUmlnaHQiOjAuMCwiQm90dG9tIjowLjB9LCJCYWNrZ3JvdW5kIjp7IiRpZCI6IjQ2NCIsIkNvbG9yIjp7IiRpZCI6IjQ2NSIsIkEiOjI1NSwiUiI6MCwiRyI6MCwiQiI6MH19LCJJc1Zpc2libGUiOnRydWUsIldpZHRoIjowLjAsIkhlaWdodCI6MC4wLCJCb3JkZXJTdHlsZSI6eyIkaWQiOiI0NjYiLCJMaW5lQ29sb3IiOm51bGwsIkxpbmVXZWlnaHQiOjAuMCwiTGluZVR5cGUiOjAsIlBhcmVudFN0eWxlIjpudWxsfSwiUGFyZW50U3R5bGUiOm51bGx9LCJEYXRlU3R5bGUiOnsiJGlkIjoiNDY3IiwiRm9udFNldHRpbmdzIjp7IiRpZCI6IjQ2OCIsIkZvbnRTaXplIjoxMCwiRm9udE5hbWUiOiJDYWxpYnJpIiwiSXNCb2xkIjpmYWxzZSwiSXNJdGFsaWMiOmZhbHNlLCJJc1VuZGVybGluZWQiOmZhbHNlLCJQYXJlbnRTdHlsZSI6bnVsbH0sIkF1dG9TaXplIjowLCJGb3JlZ3JvdW5kIjp7IiRpZCI6IjQ2OSIsIkNvbG9yIjp7IiRpZCI6IjQ3MC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0NzEiLCJUb3AiOjAuMCwiTGVmdCI6MC4wLCJSaWdodCI6MC4wLCJCb3R0b20iOjAuMH0sIlBhZGRpbmciOnsiJGlkIjoiNDcyIiwiVG9wIjowLjAsIkxlZnQiOjAuMCwiUmlnaHQiOjAuMCwiQm90dG9tIjowLjB9LCJCYWNrZ3JvdW5kIjp7IiRpZCI6IjQ3MyIsIkNvbG9yIjp7IiRpZCI6IjQ3NCIsIkEiOjI1NSwiUiI6MTQsIkciOjQwLCJCIjo2NX19LCJJc1Zpc2libGUiOnRydWUsIldpZHRoIjowLjAsIkhlaWdodCI6MC4wLCJCb3JkZXJTdHlsZSI6eyIkaWQiOiI0NzUiLCJMaW5lQ29sb3IiOm51bGwsIkxpbmVXZWlnaHQiOjAuMCwiTGluZVR5cGUiOjAsIlBhcmVudFN0eWxlIjpudWxsfSwiUGFyZW50U3R5bGUiOm51bGx9LCJEYXRlRm9ybWF0Ijp7IiRpZCI6IjQ3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NzciLCJGb3JtYXQiOjAsIklzVmlzaWJsZSI6ZmFsc2UsIkxhc3RLbm93blZpc2liaWxpdHlTdGF0ZSI6ZmFsc2V9LCJJc1Zpc2libGUiOnRydWUsIlZhcmlhbmNlU3R5bGUiOnsiJGlkIjoiNDc4IiwiVGV4dFN0eWxlIjp7IiRpZCI6IjQ3OSIsIkZvbnRTZXR0aW5ncyI6eyIkaWQiOiI0ODAiLCJGb250U2l6ZSI6MTAsIkZvbnROYW1lIjoiQ2FsaWJyaSIsIklzQm9sZCI6ZmFsc2UsIklzSXRhbGljIjpmYWxzZSwiSXNVbmRlcmxpbmVkIjpmYWxzZSwiUGFyZW50U3R5bGUiOm51bGx9LCJBdXRvU2l6ZSI6MCwiRm9yZWdyb3VuZCI6eyIkaWQiOiI0ODEiLCJDb2xvciI6eyIkaWQiOiI0OD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gzIiwiVG9wIjowLjAsIkxlZnQiOjAuMCwiUmlnaHQiOjAuMCwiQm90dG9tIjowLjB9LCJQYWRkaW5nIjp7IiRpZCI6IjQ4NCIsIlRvcCI6MC4wLCJMZWZ0IjowLjAsIlJpZ2h0IjowLjAsIkJvdHRvbSI6MC4wfSwiQmFja2dyb3VuZCI6eyIkaWQiOiI0ODUiLCJDb2xvciI6eyIkaWQiOiI0ODYiLCJBIjoyNTUsIlIiOjAsIkciOjAsIkIiOjB9fSwiSXNWaXNpYmxlIjp0cnVlLCJXaWR0aCI6MC4wLCJIZWlnaHQiOjAuMCwiQm9yZGVyU3R5bGUiOnsiJGlkIjoiNDg3IiwiTGluZUNvbG9yIjpudWxsLCJMaW5lV2VpZ2h0IjowLjAsIkxpbmVUeXBlIjowLCJQYXJlbnRTdHlsZSI6bnVsbH0sIlBhcmVudFN0eWxlIjpudWxsfSwiUGFyZW50U3R5bGUiOm51bGx9LCJQYXJlbnRTdHlsZSI6bnVsbH0sIkRlZmF1bHRTd2ltbGFuZUFjdGl2aXR5U3R5bGUiOnsiJGlkIjoiNDg4IiwiSGVhZGVyU3R5bGUiOnsiJGlkIjoiNDg5IiwiVGV4dFN0eWxlIjp7IiRpZCI6IjQ5MCIsIkZvbnRTZXR0aW5ncyI6eyIkaWQiOiI0OTEiLCJGb250U2l6ZSI6MTEsIkZvbnROYW1lIjoiQ2FsaWJyaSIsIklzQm9sZCI6ZmFsc2UsIklzSXRhbGljIjpmYWxzZSwiSXNVbmRlcmxpbmVkIjpmYWxzZSwiUGFyZW50U3R5bGUiOm51bGx9LCJBdXRvU2l6ZSI6MiwiRm9yZWdyb3VuZCI6eyIkaWQiOiI0OTIiLCJDb2xvciI6eyIkaWQiOiI0OTMiLCJBIjoyNTUsIlIiOjAsIkciOjAsIkIiOjB9fSwiTWF4V2lkdGgiOiJJbmZpbml0eSIsIk1heEhlaWdodCI6IkluZmluaXR5IiwiU21hcnRGb3JlZ3JvdW5kSXNBY3RpdmUiOmZhbHNlLCJIb3Jpem9udGFsQWxpZ25tZW50IjowLCJWZXJ0aWNhbEFsaWdubWVudCI6MCwiU21hcnRGb3JlZ3JvdW5kIjpudWxsLCJCYWNrZ3JvdW5kRmlsbFR5cGUiOjAsIk1hcmdpbiI6eyIkaWQiOiI0OTQiLCJUb3AiOjAuMCwiTGVmdCI6MC4wLCJSaWdodCI6MC4wLCJCb3R0b20iOjAuMH0sIlBhZGRpbmciOnsiJGlkIjoiNDk1IiwiVG9wIjowLjAsIkxlZnQiOjAuMCwiUmlnaHQiOjAuMCwiQm90dG9tIjowLjB9LCJCYWNrZ3JvdW5kIjp7IiRpZCI6IjQ5NiIsIkNvbG9yIjp7IiRpZCI6IjQ5NyIsIkEiOjI1NSwiUiI6MCwiRyI6MCwiQiI6MH19LCJJc1Zpc2libGUiOnRydWUsIldpZHRoIjowLjAsIkhlaWdodCI6MC4wLCJCb3JkZXJTdHlsZSI6bnVsbCwiUGFyZW50U3R5bGUiOm51bGx9LCJSZWN0YW5nbGVTdHlsZSI6eyIkaWQiOiI0OTgiLCJNYXJnaW4iOnsiJGlkIjoiNDk5IiwiVG9wIjowLjAsIkxlZnQiOjAuMCwiUmlnaHQiOjAuMCwiQm90dG9tIjowLjB9LCJQYWRkaW5nIjp7IiRpZCI6IjUwMCIsIlRvcCI6MC4wLCJMZWZ0IjowLjAsIlJpZ2h0IjowLjAsIkJvdHRvbSI6MC4wfSwiQmFja2dyb3VuZCI6eyIkaWQiOiI1MDEiLCJDb2xvciI6eyIkaWQiOiI1MDIiLCJBIjo2MywiUiI6MjEsIkciOjk2LCJCIjoxMzB9fSwiSXNWaXNpYmxlIjp0cnVlLCJXaWR0aCI6MC4wLCJIZWlnaHQiOjAuMCwiQm9yZGVyU3R5bGUiOnsiJGlkIjoiNTAzIiwiTGluZUNvbG9yIjp7IiRpZCI6IjUwNCIsIiR0eXBlIjoiTkxSRS5Db21tb24uRG9tLlNvbGlkQ29sb3JCcnVzaCwgTkxSRS5Db21tb24iLCJDb2xvciI6eyIkaWQiOiI1MDUiLCJBIjoyNTUsIlIiOjI1NSwiRyI6MCwiQiI6MH19LCJMaW5lV2VpZ2h0IjowLjAsIkxpbmVUeXBlIjowLCJQYXJlbnRTdHlsZSI6bnVsbH0sIlBhcmVudFN0eWxlIjpudWxsfSwiTWFyZ2luIjp7IiRpZCI6IjUwNiIsIlRvcCI6MC4wLCJMZWZ0IjowLjAsIlJpZ2h0IjowLjAsIkJvdHRvbSI6MC4wfSwiUGFkZGluZyI6eyIkaWQiOiI1MDciLCJUb3AiOjAuMCwiTGVmdCI6MC4wLCJSaWdodCI6MC4wLCJCb3R0b20iOjAuMH0sIkJhY2tncm91bmQiOm51bGwsIklzVmlzaWJsZSI6dHJ1ZSwiV2lkdGgiOjAuMCwiSGVpZ2h0IjowLjAsIkJvcmRlclN0eWxlIjpudWxsLCJQYXJlbnRTdHlsZSI6bnVsbH0sIkJhY2tncm91bmRTdHlsZSI6eyIkaWQiOiI1MDgiLCJNYXJnaW4iOnsiJGlkIjoiNTA5IiwiVG9wIjowLjAsIkxlZnQiOjAuMCwiUmlnaHQiOjAuMCwiQm90dG9tIjowLjB9LCJQYWRkaW5nIjp7IiRpZCI6IjUxMCIsIlRvcCI6MC4wLCJMZWZ0IjowLjAsIlJpZ2h0IjowLjAsIkJvdHRvbSI6MC4wfSwiQmFja2dyb3VuZCI6eyIkaWQiOiI1MTEiLCJDb2xvciI6eyIkaWQiOiI1MTIiLCJBIjo1MSwiUiI6MjAwLCJHIjoyMDAsIkIiOjIwMH19LCJJc1Zpc2libGUiOnRydWUsIldpZHRoIjowLjAsIkhlaWdodCI6MC4wLCJCb3JkZXJTdHlsZSI6eyIkaWQiOiI1MTMiLCJMaW5lQ29sb3IiOnsiJGlkIjoiNTE0IiwiJHR5cGUiOiJOTFJFLkNvbW1vbi5Eb20uU29saWRDb2xvckJydXNoLCBOTFJFLkNvbW1vbiIsIkNvbG9yIjp7IiRpZCI6IjUxNSIsIkEiOjI1NSwiUiI6MjM0LCJHIjoyMiwiQiI6MzB9fSwiTGluZVdlaWdodCI6MC4wLCJMaW5lVHlwZSI6MCwiUGFyZW50U3R5bGUiOm51bGx9LCJQYXJlbnRTdHlsZSI6bnVsbH0sIk1hcmdpbiI6eyIkaWQiOiI1MTYiLCJUb3AiOjAuMCwiTGVmdCI6MC4wLCJSaWdodCI6MC4wLCJCb3R0b20iOjAuMH0sIlBhZGRpbmciOnsiJGlkIjoiNTE3IiwiVG9wIjowLjAsIkxlZnQiOjAuMCwiUmlnaHQiOjAuMCwiQm90dG9tIjowLjB9LCJJc1Zpc2libGUiOnRydWUsIldpZHRoIjowLjAsIkhlaWdodCI6MC4wLCJCb3JkZXJTdHlsZSI6eyIkaWQiOiI1MTgiLCJMaW5lQ29sb3IiOm51bGwsIkxpbmVXZWlnaHQiOjAuMCwiTGluZVR5cGUiOjAsIlBhcmVudFN0eWxlIjpudWxsfSwiUGFyZW50U3R5bGUiOm51bGx9LCJNYXJnaW4iOnsiJGlkIjoiNTE5IiwiVG9wIjowLjAsIkxlZnQiOjAuMCwiUmlnaHQiOjAuMCwiQm90dG9tIjowLjB9LCJQYWRkaW5nIjp7IiRpZCI6IjUyMCIsIlRvcCI6MC4wLCJMZWZ0IjowLjAsIlJpZ2h0IjowLjAsIkJvdHRvbSI6MC4wfSwiSXNWaXNpYmxlIjp0cnVlLCJXaWR0aCI6MC4wLCJIZWlnaHQiOjAuMCwiQm9yZGVyU3R5bGUiOnsiJGlkIjoiNTIxIiwiTGluZUNvbG9yIjpudWxsLCJMaW5lV2VpZ2h0IjowLjAsIkxpbmVUeXBlIjowLCJQYXJlbnRTdHlsZSI6bnVsbH0sIlBhcmVudFN0eWxlIjpudWxsfSwiX2FkZGl0aW9uYWxTd2ltbGFuZVYyU3R5bGVzIjpbeyIkaWQiOiI1MjIiLCJTdHlsZUlkIjoiOTg1MTNlMTAtNTUxYy00ZjMwLWFjMTEtYTA2OTBlOTAzMTM0IiwiSGVhZGVyU3R5bGUiOnsiJGlkIjoiNTIzIiwiVGV4dElzVmVydGljYWwiOmZhbHNlLCJUZXh0U3R5bGUiOnsiJGlkIjoiNTI0IiwiRm9udFNldHRpbmdzIjp7IiRpZCI6IjUyNSIsIkZvbnRTaXplIjoxMSwiRm9udE5hbWUiOiJDYWxpYnJpIiwiSXNCb2xkIjpmYWxzZSwiSXNJdGFsaWMiOmZhbHNlLCJJc1VuZGVybGluZWQiOmZhbHNlLCJQYXJlbnRTdHlsZSI6bnVsbH0sIkF1dG9TaXplIjoyLCJGb3JlZ3JvdW5kIjp7IiRpZCI6IjUyNiIsIkNvbG9yIjp7IiRpZCI6IjUyNyIsIkEiOjI1NSwiUiI6MjU1LCJHIjoyNTUsIkIiOjI1NX19LCJNYXhXaWR0aCI6IkluZmluaXR5IiwiTWF4SGVpZ2h0IjoiSW5maW5pdHkiLCJTbWFydEZvcmVncm91bmRJc0FjdGl2ZSI6ZmFsc2UsIkhvcml6b250YWxBbGlnbm1lbnQiOjEsIlZlcnRpY2FsQWxpZ25tZW50IjowLCJTbWFydEZvcmVncm91bmQiOm51bGwsIkJhY2tncm91bmRGaWxsVHlwZSI6MCwiTWFyZ2luIjp7IiRpZCI6IjUyOCIsIlRvcCI6MC4wLCJMZWZ0IjowLjAsIlJpZ2h0IjowLjAsIkJvdHRvbSI6MC4wfSwiUGFkZGluZyI6eyIkaWQiOiI1MjkiLCJUb3AiOjAuMCwiTGVmdCI6MC4wLCJSaWdodCI6MC4wLCJCb3R0b20iOjAuMH0sIkJhY2tncm91bmQiOnsiJGlkIjoiNTMwIiwiQ29sb3IiOnsiJGlkIjoiNTMxIiwiQSI6MjU1LCJSIjoyNTUsIkciOjI1NSwiQiI6MjU1fX0sIklzVmlzaWJsZSI6dHJ1ZSwiV2lkdGgiOjAuMCwiSGVpZ2h0IjowLjAsIkJvcmRlclN0eWxlIjpudWxsLCJQYXJlbnRTdHlsZSI6bnVsbH0sIlJlY3RhbmdsZVN0eWxlIjp7IiRpZCI6IjUzMiIsIk1hcmdpbiI6eyIkaWQiOiI1MzMiLCJUb3AiOjAuMCwiTGVmdCI6MC4wLCJSaWdodCI6MC4wLCJCb3R0b20iOjAuMH0sIlBhZGRpbmciOnsiJGlkIjoiNTM0IiwiVG9wIjowLjAsIkxlZnQiOjAuMCwiUmlnaHQiOjAuMCwiQm90dG9tIjowLjB9LCJCYWNrZ3JvdW5kIjp7IiRpZCI6IjUzNSIsIkNvbG9yIjp7IiRpZCI6IjUzNiIsIkEiOjI1NSwiUiI6MjMzLCJHIjoxMTMsIkIiOjUwfX0sIklzVmlzaWJsZSI6dHJ1ZSwiV2lkdGgiOjAuMCwiSGVpZ2h0IjowLjAsIkJvcmRlclN0eWxlIjp7IiRpZCI6IjUzNyIsIkxpbmVDb2xvciI6eyIkaWQiOiI1MzgiLCIkdHlwZSI6Ik5MUkUuQ29tbW9uLkRvbS5Tb2xpZENvbG9yQnJ1c2gsIE5MUkUuQ29tbW9uIiwiQ29sb3IiOnsiJGlkIjoiNTM5IiwiQSI6MjU1LCJSIjoyNTUsIkciOjI1NSwiQiI6MjU1fX0sIkxpbmVXZWlnaHQiOjAuMCwiTGluZVR5cGUiOjAsIlBhcmVudFN0eWxlIjpudWxsfSwiUGFyZW50U3R5bGUiOm51bGx9LCJNYXJnaW4iOnsiJGlkIjoiNTQwIiwiVG9wIjowLjAsIkxlZnQiOjAuMCwiUmlnaHQiOjAuMCwiQm90dG9tIjowLjB9LCJQYWRkaW5nIjp7IiRpZCI6IjU0MSIsIlRvcCI6MC4wLCJMZWZ0IjowLjAsIlJpZ2h0IjowLjAsIkJvdHRvbSI6MC4wfSwiQmFja2dyb3VuZCI6bnVsbCwiSXNWaXNpYmxlIjp0cnVlLCJXaWR0aCI6MC4wLCJIZWlnaHQiOjAuMCwiQm9yZGVyU3R5bGUiOm51bGwsIlBhcmVudFN0eWxlIjpudWxsfSwiQmFja2dyb3VuZFN0eWxlIjp7IiRpZCI6IjU0MiIsIk1hcmdpbiI6eyIkaWQiOiI1NDMiLCJUb3AiOjAuMCwiTGVmdCI6MC4wLCJSaWdodCI6MC4wLCJCb3R0b20iOjAuMH0sIlBhZGRpbmciOnsiJGlkIjoiNTQ0IiwiVG9wIjowLjAsIkxlZnQiOjAuMCwiUmlnaHQiOjAuMCwiQm90dG9tIjowLjB9LCJCYWNrZ3JvdW5kIjp7IiRpZCI6IjU0NSIsIkNvbG9yIjp7IiRpZCI6IjU0NiIsIkEiOjUxLCJSIjoyMDAsIkciOjIwMCwiQiI6MjAwfX0sIklzVmlzaWJsZSI6dHJ1ZSwiV2lkdGgiOjAuMCwiSGVpZ2h0IjowLjAsIkJvcmRlclN0eWxlIjp7IiRpZCI6IjU0NyIsIkxpbmVDb2xvciI6eyIkaWQiOiI1NDgiLCIkdHlwZSI6Ik5MUkUuQ29tbW9uLkRvbS5Tb2xpZENvbG9yQnJ1c2gsIE5MUkUuQ29tbW9uIiwiQ29sb3IiOnsiJGlkIjoiNTQ5IiwiQSI6MjU1LCJSIjoyMzQsIkciOjIyLCJCIjozMH19LCJMaW5lV2VpZ2h0IjowLjAsIkxpbmVUeXBlIjowLCJQYXJlbnRTdHlsZSI6bnVsbH0sIlBhcmVudFN0eWxlIjpudWxsfSwiSXNBYm92ZVRpbWViYW5kIjpmYWxzZSwiU3BhY2luZyI6MywiRGVmYXVsdFN3aW1sYW5lVGFza1N0eWxlIjp7IiRpZCI6IjU1MCIsIiR0eXBlIjoiTkxSRS5Db21tb24uRG9tLlN0eWxlcy5FeHBsaWNpdFNldGFibGVUYXNrU3R5bGUsIE5MUkUuQ29tbW9uIiwiU2hhcGUiOjEsIlNoYXBlVGhpY2tuZXNzIjowLCJEdXJhdGlvbkZvcm1hdCI6MCwiSW5jbHVkZU5vbldvcmtpbmdEYXlzSW5EdXJhdGlvbiI6ZmFsc2UsIlBlcmNlbnRhZ2VDb21wbGV0ZVN0eWxlIjp7IiRpZCI6IjU1MSIsIkZvbnRTZXR0aW5ncyI6eyIkaWQiOiI1NTIiLCJGb250U2l6ZSI6MTAsIkZvbnROYW1lIjoiQ2FsaWJyaSIsIklzQm9sZCI6ZmFsc2UsIklzSXRhbGljIjpmYWxzZSwiSXNVbmRlcmxpbmVkIjpmYWxzZSwiUGFyZW50U3R5bGUiOm51bGx9LCJBdXRvU2l6ZSI6MCwiRm9yZWdyb3VuZCI6eyIkaWQiOiI1NTMiLCJDb2xvciI6eyIkaWQiOiI1NT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TU1IiwiVG9wIjowLjAsIkxlZnQiOjAuMCwiUmlnaHQiOjAuMCwiQm90dG9tIjowLjB9LCJQYWRkaW5nIjp7IiRpZCI6IjU1NiIsIlRvcCI6MC4wLCJMZWZ0IjowLjAsIlJpZ2h0IjowLjAsIkJvdHRvbSI6MC4wfSwiQmFja2dyb3VuZCI6eyIkaWQiOiI1NTciLCJDb2xvciI6eyIkaWQiOiI1NTgiLCJBIjo4OSwiUiI6MCwiRyI6MCwiQiI6MH19LCJJc1Zpc2libGUiOnRydWUsIldpZHRoIjowLjAsIkhlaWdodCI6MC4wLCJCb3JkZXJTdHlsZSI6eyIkaWQiOiI1NTkiLCJMaW5lQ29sb3IiOm51bGwsIkxpbmVXZWlnaHQiOjAuMCwiTGluZVR5cGUiOjAsIlBhcmVudFN0eWxlIjpudWxsfSwiUGFyZW50U3R5bGUiOm51bGx9LCJEdXJhdGlvblN0eWxlIjp7IiRpZCI6IjU2MCIsIkZvbnRTZXR0aW5ncyI6eyIkaWQiOiI1NjEiLCJGb250U2l6ZSI6MTAsIkZvbnROYW1lIjoiQ2FsaWJyaSIsIklzQm9sZCI6ZmFsc2UsIklzSXRhbGljIjpmYWxzZSwiSXNVbmRlcmxpbmVkIjpmYWxzZSwiUGFyZW50U3R5bGUiOm51bGx9LCJBdXRvU2l6ZSI6MCwiRm9yZWdyb3VuZCI6eyIkaWQiOiI1NjIiLCJDb2xvciI6eyIkaWQiOiI1Nj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1NjQiLCJUb3AiOjAuMCwiTGVmdCI6MC4wLCJSaWdodCI6MC4wLCJCb3R0b20iOjAuMH0sIlBhZGRpbmciOnsiJGlkIjoiNTY1IiwiVG9wIjowLjAsIkxlZnQiOjAuMCwiUmlnaHQiOjAuMCwiQm90dG9tIjowLjB9LCJCYWNrZ3JvdW5kIjp7IiRpZCI6IjU2NiIsIkNvbG9yIjp7IiRpZCI6IjU2NyIsIkEiOjI1NSwiUiI6MjM3LCJHIjoxMjUsIkIiOjQ5fX0sIklzVmlzaWJsZSI6dHJ1ZSwiV2lkdGgiOjAuMCwiSGVpZ2h0IjowLjAsIkJvcmRlclN0eWxlIjp7IiRpZCI6IjU2OCIsIkxpbmVDb2xvciI6bnVsbCwiTGluZVdlaWdodCI6MC4wLCJMaW5lVHlwZSI6MCwiUGFyZW50U3R5bGUiOm51bGx9LCJQYXJlbnRTdHlsZSI6bnVsbH0sIkhvcml6b250YWxDb25uZWN0b3JTdHlsZSI6eyIkaWQiOiI1NjkiLCJMaW5lQ29sb3IiOnsiJGlkIjoiNTcwIiwiJHR5cGUiOiJOTFJFLkNvbW1vbi5Eb20uU29saWRDb2xvckJydXNoLCBOTFJFLkNvbW1vbiIsIkNvbG9yIjp7IiRpZCI6IjU3MSIsIkEiOjI1NSwiUiI6MCwiRyI6MCwiQiI6MH19LCJMaW5lV2VpZ2h0IjowLjAsIkxpbmVUeXBlIjowLCJQYXJlbnRTdHlsZSI6bnVsbH0sIlZlcnRpY2FsQ29ubmVjdG9yU3R5bGUiOnsiJGlkIjoiNTcyIiwiTGluZUNvbG9yIjp7IiRpZCI6IjU3MyIsIiR0eXBlIjoiTkxSRS5Db21tb24uRG9tLlNvbGlkQ29sb3JCcnVzaCwgTkxSRS5Db21tb24iLCJDb2xvciI6eyIkaWQiOiI1NzQ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1NzUiLCJTaGFwZVN0eWxlIjp7IiRpZCI6IjU3NiIsIk1hcmdpbiI6eyIkaWQiOiI1NzciLCJUb3AiOjAuMCwiTGVmdCI6MC4wLCJSaWdodCI6MC4wLCJCb3R0b20iOjAuMH0sIlBhZGRpbmciOnsiJGlkIjoiNTc4IiwiVG9wIjowLjAsIkxlZnQiOjAuMCwiUmlnaHQiOjAuMCwiQm90dG9tIjowLjB9LCJCYWNrZ3JvdW5kIjp7IiRpZCI6IjU3OSIsIkNvbG9yIjp7IiRpZCI6IjU4MCIsIkEiOjE1MywiUiI6MCwiRyI6MCwiQiI6MH19LCJJc1Zpc2libGUiOnRydWUsIldpZHRoIjowLjAsIkhlaWdodCI6MC4wLCJCb3JkZXJTdHlsZSI6eyIkaWQiOiI1ODEiLCJMaW5lQ29sb3IiOnsiJGlkIjoiNTgyIiwiJHR5cGUiOiJOTFJFLkNvbW1vbi5Eb20uU29saWRDb2xvckJydXNoLCBOTFJFLkNvbW1vbiIsIkNvbG9yIjp7IiRpZCI6IjU4MyIsIkEiOjI1NSwiUiI6MjU1LCJHIjowLCJCIjowfX0sIkxpbmVXZWlnaHQiOjAuMCwiTGluZVR5cGUiOjAsIlBhcmVudFN0eWxlIjpudWxsfSwiUGFyZW50U3R5bGUiOm51bGx9LCJNYXJnaW4iOnsiJGlkIjoiNTg0IiwiVG9wIjowLjAsIkxlZnQiOjAuMCwiUmlnaHQiOjAuMCwiQm90dG9tIjowLjB9LCJQYWRkaW5nIjp7IiRpZCI6IjU4NSIsIlRvcCI6MC4wLCJMZWZ0IjowLjAsIlJpZ2h0IjowLjAsIkJvdHRvbSI6MC4wfSwiQmFja2dyb3VuZCI6bnVsbCwiSXNWaXNpYmxlIjp0cnVlLCJXaWR0aCI6MC4wLCJIZWlnaHQiOjAuMCwiQm9yZGVyU3R5bGUiOm51bGwsIlBhcmVudFN0eWxlIjpudWxsfSwiU2hhcGVTdHlsZSI6eyIkaWQiOiI1ODYiLCJNYXJnaW4iOnsiJGlkIjoiNTg3IiwiVG9wIjowLjAsIkxlZnQiOjQuMCwiUmlnaHQiOjQuMCwiQm90dG9tIjowLjB9LCJQYWRkaW5nIjp7IiRpZCI6IjU4OCIsIlRvcCI6MC4wLCJMZWZ0IjowLjAsIlJpZ2h0IjowLjAsIkJvdHRvbSI6MC4wfSwiQmFja2dyb3VuZCI6eyIkaWQiOiI1ODkiLCJDb2xvciI6eyIkaWQiOiI1OTAiLCJBIjoyNTUsIlIiOjIzMywiRyI6MTEzLCJCIjo1MH19LCJJc1Zpc2libGUiOnRydWUsIldpZHRoIjowLjAsIkhlaWdodCI6MTAuMCwiQm9yZGVyU3R5bGUiOnsiJGlkIjoiNTkxIiwiTGluZUNvbG9yIjp7IiRpZCI6IjU5MiIsIiR0eXBlIjoiTkxSRS5Db21tb24uRG9tLlNvbGlkQ29sb3JCcnVzaCwgTkxSRS5Db21tb24iLCJDb2xvciI6eyIkaWQiOiI1OTMiLCJBIjoyNTUsIlIiOjIzNCwiRyI6MjIsIkIiOjMwfX0sIkxpbmVXZWlnaHQiOjAuMCwiTGluZVR5cGUiOjAsIlBhcmVudFN0eWxlIjpudWxsfSwiUGFyZW50U3R5bGUiOm51bGx9LCJUaXRsZVN0eWxlIjp7IiRpZCI6IjU5NCIsIkZvbnRTZXR0aW5ncyI6eyIkaWQiOiI1OTUiLCJGb250U2l6ZSI6MTEsIkZvbnROYW1lIjoiQ2FsaWJyaSIsIklzQm9sZCI6ZmFsc2UsIklzSXRhbGljIjpmYWxzZSwiSXNVbmRlcmxpbmVkIjpmYWxzZSwiUGFyZW50U3R5bGUiOm51bGx9LCJBdXRvU2l6ZSI6MCwiRm9yZWdyb3VuZCI6eyIkaWQiOiI1OTYiLCJDb2xvciI6eyIkaWQiOiI1OT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k4IiwiVG9wIjowLjAsIkxlZnQiOjAuMCwiUmlnaHQiOjAuMCwiQm90dG9tIjowLjB9LCJQYWRkaW5nIjp7IiRpZCI6IjU5OSIsIlRvcCI6MC4wLCJMZWZ0IjowLjAsIlJpZ2h0IjowLjAsIkJvdHRvbSI6MC4wfSwiQmFja2dyb3VuZCI6eyIkaWQiOiI2MDAiLCJDb2xvciI6eyIkaWQiOiI2MDEiLCJBIjoyNTUsIlIiOjAsIkciOjAsIkIiOjB9fSwiSXNWaXNpYmxlIjp0cnVlLCJXaWR0aCI6MC4wLCJIZWlnaHQiOjAuMCwiQm9yZGVyU3R5bGUiOnsiJGlkIjoiNjAyIiwiTGluZUNvbG9yIjpudWxsLCJMaW5lV2VpZ2h0IjowLjAsIkxpbmVUeXBlIjowLCJQYXJlbnRTdHlsZSI6bnVsbH0sIlBhcmVudFN0eWxlIjpudWxsfSwiRGF0ZVN0eWxlIjp7IiRpZCI6IjYwMyIsIkZvbnRTZXR0aW5ncyI6eyIkaWQiOiI2MDQiLCJGb250U2l6ZSI6MTAsIkZvbnROYW1lIjoiQ2FsaWJyaSIsIklzQm9sZCI6ZmFsc2UsIklzSXRhbGljIjpmYWxzZSwiSXNVbmRlcmxpbmVkIjpmYWxzZSwiUGFyZW50U3R5bGUiOm51bGx9LCJBdXRvU2l6ZSI6MCwiRm9yZWdyb3VuZCI6eyIkaWQiOiI2MDUiLCJDb2xvciI6eyIkaWQiOiI2MD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NjA3IiwiVG9wIjowLjAsIkxlZnQiOjAuMCwiUmlnaHQiOjAuMCwiQm90dG9tIjowLjB9LCJQYWRkaW5nIjp7IiRpZCI6IjYwOCIsIlRvcCI6MC4wLCJMZWZ0IjowLjAsIlJpZ2h0IjowLjAsIkJvdHRvbSI6MC4wfSwiQmFja2dyb3VuZCI6eyIkaWQiOiI2MDkiLCJDb2xvciI6eyIkaWQiOiI2MTAiLCJBIjoyNTUsIlIiOjE0LCJHIjo0MCwiQiI6NjV9fSwiSXNWaXNpYmxlIjp0cnVlLCJXaWR0aCI6MC4wLCJIZWlnaHQiOjAuMCwiQm9yZGVyU3R5bGUiOnsiJGlkIjoiNjExIiwiTGluZUNvbG9yIjpudWxsLCJMaW5lV2VpZ2h0IjowLjAsIkxpbmVUeXBlIjowLCJQYXJlbnRTdHlsZSI6bnVsbH0sIlBhcmVudFN0eWxlIjpudWxsfSwiRGF0ZUZvcm1hdCI6eyIkaWQiOiI2MT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EzIiwiRm9ybWF0IjowLCJJc1Zpc2libGUiOmZhbHNlLCJMYXN0S25vd25WaXNpYmlsaXR5U3RhdGUiOmZhbHNlfSwiSXNWaXNpYmxlIjp0cnVlLCJWYXJpYW5jZVN0eWxlIjp7IiRpZCI6IjYxNCIsIlRleHRTdHlsZSI6eyIkaWQiOiI2MTUiLCJGb250U2V0dGluZ3MiOnsiJGlkIjoiNjE2IiwiRm9udFNpemUiOjEwLCJGb250TmFtZSI6IkNhbGlicmkiLCJJc0JvbGQiOmZhbHNlLCJJc0l0YWxpYyI6ZmFsc2UsIklzVW5kZXJsaW5lZCI6ZmFsc2UsIlBhcmVudFN0eWxlIjpudWxsfSwiQXV0b1NpemUiOjAsIkZvcmVncm91bmQiOnsiJGlkIjoiNjE3IiwiQ29sb3IiOnsiJGlkIjoiNjE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xOSIsIlRvcCI6MC4wLCJMZWZ0IjowLjAsIlJpZ2h0IjowLjAsIkJvdHRvbSI6MC4wfSwiUGFkZGluZyI6eyIkaWQiOiI2MjAiLCJUb3AiOjAuMCwiTGVmdCI6MC4wLCJSaWdodCI6MC4wLCJCb3R0b20iOjAuMH0sIkJhY2tncm91bmQiOnsiJGlkIjoiNjIxIiwiQ29sb3IiOnsiJGlkIjoiNjIyIiwiQSI6MjU1LCJSIjowLCJHIjowLCJCIjowfX0sIklzVmlzaWJsZSI6dHJ1ZSwiV2lkdGgiOjAuMCwiSGVpZ2h0IjowLjAsIkJvcmRlclN0eWxlIjp7IiRpZCI6IjYyMyIsIkxpbmVDb2xvciI6bnVsbCwiTGluZVdlaWdodCI6MC4wLCJMaW5lVHlwZSI6MCwiUGFyZW50U3R5bGUiOm51bGx9LCJQYXJlbnRTdHlsZSI6bnVsbH0sIlBhcmVudFN0eWxlIjpudWxsfSwiUGFyZW50U3R5bGUiOm51bGwsIl9leHBsaWNpdGx5U2V0Ijp7IiRpZCI6IjYy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YyNSIsIlNoYXBlIjoxLCJDb25uZWN0b3JNYXJnaW4iOnsiJGlkIjoiNjI2IiwiVG9wIjowLjAsIkxlZnQiOjIuMCwiUmlnaHQiOjIuMCwiQm90dG9tIjowLjB9LCJDb25uZWN0b3JTdHlsZSI6eyIkaWQiOiI2MjciLCJMaW5lQ29sb3IiOnsiJGlkIjoiNjI4IiwiJHR5cGUiOiJOTFJFLkNvbW1vbi5Eb20uU29saWRDb2xvckJydXNoLCBOTFJFLkNvbW1vbiIsIkNvbG9yIjp7IiRpZCI6IjYyOSIsIkEiOjEyNywiUiI6MTI4LCJHIjo1MywiQiI6MTR9fSwiTGluZVdlaWdodCI6MS4wLCJMaW5lVHlwZSI6MCwiUGFyZW50U3R5bGUiOm51bGx9LCJJc0JlbG93VGltZWJhbmQiOmZhbHNlLCJQb3NpdGlvbk9uVGFzayI6MSwiSGlkZURhdGUiOmZhbHNlLCJTaGFwZVNpemUiOjAsIlNwYWNpbmciOjAuMCwiUGFkZGluZyI6eyIkaWQiOiI2MzAiLCJUb3AiOjUuMCwiTGVmdCI6My4wLCJSaWdodCI6MC4wLCJCb3R0b20iOjIuMH0sIlNoYXBlU3R5bGUiOnsiJGlkIjoiNjMxIiwiTWFyZ2luIjp7IiRpZCI6IjYzMiIsIlRvcCI6MC4wLCJMZWZ0IjowLjAsIlJpZ2h0IjowLjAsIkJvdHRvbSI6MC4wfSwiUGFkZGluZyI6eyIkaWQiOiI2MzMiLCJUb3AiOjAuMCwiTGVmdCI6MC4wLCJSaWdodCI6MC4wLCJCb3R0b20iOjAuMH0sIkJhY2tncm91bmQiOnsiJGlkIjoiNjM0IiwiQ29sb3IiOnsiJGlkIjoiNjM1IiwiQSI6MjU1LCJSIjoxMjgsIkciOjUzLCJCIjoxNH19LCJJc1Zpc2libGUiOnRydWUsIldpZHRoIjoxMi4wLCJIZWlnaHQiOjE0LjAsIkJvcmRlclN0eWxlIjp7IiRpZCI6IjYzNiIsIkxpbmVDb2xvciI6eyIkaWQiOiI2MzciLCIkdHlwZSI6Ik5MUkUuQ29tbW9uLkRvbS5Tb2xpZENvbG9yQnJ1c2gsIE5MUkUuQ29tbW9uIiwiQ29sb3IiOnsiJGlkIjoiNjM4IiwiQSI6MjU1LCJSIjoyNTUsIkciOjI1NSwiQiI6MjU1fX0sIkxpbmVXZWlnaHQiOjAuMCwiTGluZVR5cGUiOjAsIlBhcmVudFN0eWxlIjpudWxsfSwiUGFyZW50U3R5bGUiOm51bGx9LCJUaXRsZVN0eWxlIjp7IiRpZCI6IjYzOSIsIkZvbnRTZXR0aW5ncyI6eyIkaWQiOiI2NDAiLCJGb250U2l6ZSI6MTEsIkZvbnROYW1lIjoiQ2FsaWJyaSIsIklzQm9sZCI6ZmFsc2UsIklzSXRhbGljIjpmYWxzZSwiSXNVbmRlcmxpbmVkIjpmYWxzZSwiUGFyZW50U3R5bGUiOm51bGx9LCJBdXRvU2l6ZSI6MCwiRm9yZWdyb3VuZCI6eyIkaWQiOiI2NDEiLCJDb2xvciI6eyIkaWQiOiI2NDI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NjQzIiwiVG9wIjowLjAsIkxlZnQiOjAuMCwiUmlnaHQiOjAuMCwiQm90dG9tIjowLjB9LCJQYWRkaW5nIjp7IiRpZCI6IjY0NCIsIlRvcCI6MC4wLCJMZWZ0IjowLjAsIlJpZ2h0IjowLjAsIkJvdHRvbSI6MC4wfSwiQmFja2dyb3VuZCI6eyIkaWQiOiI2NDUiLCJDb2xvciI6eyIkaWQiOiI2NDYiLCJBIjoyNTUsIlIiOjAsIkciOjAsIkIiOjB9fSwiSXNWaXNpYmxlIjp0cnVlLCJXaWR0aCI6MC4wLCJIZWlnaHQiOjAuMCwiQm9yZGVyU3R5bGUiOnsiJGlkIjoiNjQ3IiwiTGluZUNvbG9yIjpudWxsLCJMaW5lV2VpZ2h0IjowLjAsIkxpbmVUeXBlIjowLCJQYXJlbnRTdHlsZSI6bnVsbH0sIlBhcmVudFN0eWxlIjpudWxsfSwiRGF0ZVN0eWxlIjp7IiRpZCI6IjY0OCIsIkZvbnRTZXR0aW5ncyI6eyIkaWQiOiI2NDkiLCJGb250U2l6ZSI6MTAsIkZvbnROYW1lIjoiQ2FsaWJyaSIsIklzQm9sZCI6ZmFsc2UsIklzSXRhbGljIjpmYWxzZSwiSXNVbmRlcmxpbmVkIjpmYWxzZSwiUGFyZW50U3R5bGUiOm51bGx9LCJBdXRvU2l6ZSI6MCwiRm9yZWdyb3VuZCI6eyIkaWQiOiI2NTAiLCJDb2xvciI6eyIkaWQiOiI2NTEiLCJBIjoyNTUsIlIiOjE0LCJHIjo0MCwiQiI6NjV9fSwiTWF4V2lkdGgiOjIwMC4wLCJNYXhIZWlnaHQiOiJJbmZpbml0eSIsIlNtYXJ0Rm9yZWdyb3VuZElzQWN0aXZlIjpmYWxzZSwiSG9yaXpvbnRhbEFsaWdubWVudCI6MSwiVmVydGljYWxBbGlnbm1lbnQiOjEsIlNtYXJ0Rm9yZWdyb3VuZCI6bnVsbCwiQmFja2dyb3VuZEZpbGxUeXBlIjowLCJNYXJnaW4iOnsiJGlkIjoiNjUyIiwiVG9wIjowLjAsIkxlZnQiOjAuMCwiUmlnaHQiOjAuMCwiQm90dG9tIjowLjB9LCJQYWRkaW5nIjp7IiRpZCI6IjY1MyIsIlRvcCI6MC4wLCJMZWZ0IjowLjAsIlJpZ2h0IjowLjAsIkJvdHRvbSI6MC4wfSwiQmFja2dyb3VuZCI6eyIkaWQiOiI2NTQiLCJDb2xvciI6eyIkaWQiOiI2NTUiLCJBIjoyNTUsIlIiOjE0LCJHIjo0MCwiQiI6NjV9fSwiSXNWaXNpYmxlIjp0cnVlLCJXaWR0aCI6MC4wLCJIZWlnaHQiOjAuMCwiQm9yZGVyU3R5bGUiOnsiJGlkIjoiNjU2IiwiTGluZUNvbG9yIjpudWxsLCJMaW5lV2VpZ2h0IjowLjAsIkxpbmVUeXBlIjowLCJQYXJlbnRTdHlsZSI6bnVsbH0sIlBhcmVudFN0eWxlIjpudWxsfSwiRGF0ZUZvcm1hdCI6eyIkaWQiOiI2NT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U4IiwiRm9ybWF0IjowLCJJc1Zpc2libGUiOmZhbHNlLCJMYXN0S25vd25WaXNpYmlsaXR5U3RhdGUiOmZhbHNlfSwiSXNWaXNpYmxlIjpmYWxzZSwiVmFyaWFuY2VTdHlsZSI6eyIkaWQiOiI2NTkiLCJUZXh0U3R5bGUiOnsiJGlkIjoiNjYwIiwiRm9udFNldHRpbmdzIjp7IiRpZCI6IjY2MSIsIkZvbnRTaXplIjoxMCwiRm9udE5hbWUiOiJDYWxpYnJpIiwiSXNCb2xkIjpmYWxzZSwiSXNJdGFsaWMiOmZhbHNlLCJJc1VuZGVybGluZWQiOmZhbHNlLCJQYXJlbnRTdHlsZSI6bnVsbH0sIkF1dG9TaXplIjowLCJGb3JlZ3JvdW5kIjp7IiRpZCI6IjY2MiIsIkNvbG9yIjp7IiRpZCI6IjY2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2NjQiLCJUb3AiOjAuMCwiTGVmdCI6MC4wLCJSaWdodCI6MC4wLCJCb3R0b20iOjAuMH0sIlBhZGRpbmciOnsiJGlkIjoiNjY1IiwiVG9wIjowLjAsIkxlZnQiOjAuMCwiUmlnaHQiOjAuMCwiQm90dG9tIjowLjB9LCJCYWNrZ3JvdW5kIjp7IiRpZCI6IjY2NiIsIkNvbG9yIjp7IiRpZCI6IjY2NyIsIkEiOjI1NSwiUiI6MCwiRyI6MCwiQiI6MH19LCJJc1Zpc2libGUiOnRydWUsIldpZHRoIjowLjAsIkhlaWdodCI6MC4wLCJCb3JkZXJTdHlsZSI6eyIkaWQiOiI2NjgiLCJMaW5lQ29sb3IiOm51bGwsIkxpbmVXZWlnaHQiOjAuMCwiTGluZVR5cGUiOjAsIlBhcmVudFN0eWxlIjpudWxsfSwiUGFyZW50U3R5bGUiOm51bGx9LCJQYXJlbnRTdHlsZSI6bnVsbH0sIlBhcmVudFN0eWxlIjpudWxsfSwiRGVmYXVsdFN3aW1sYW5lTWlsZXN0b25lU3R5bGUiOnsiJGlkIjoiNjY5IiwiVGl0bGVQb3NpdGlvbiI6IkxlZnQiLCJEYXRlUG9zaXRpb24iOiJSaWdodCIsIlZhcmlhbmNlUG9zaXRpb24iOiJSaWdodCIsIlNoYXBlVHlwZSI6MSwiU2hhcGVTaXplIjowLCJTcGFjaW5nIjo1LCJTaGFwZVN0eWxlIjp7IiRpZCI6IjY3MCIsIk1hcmdpbiI6eyIkaWQiOiI2NzEiLCJUb3AiOjAuMCwiTGVmdCI6MC4wLCJSaWdodCI6MC4wLCJCb3R0b20iOjAuMH0sIlBhZGRpbmciOnsiJGlkIjoiNjcyIiwiVG9wIjowLjAsIkxlZnQiOjAuMCwiUmlnaHQiOjAuMCwiQm90dG9tIjowLjB9LCJCYWNrZ3JvdW5kIjp7IiRpZCI6IjY3MyIsIkNvbG9yIjp7IiRpZCI6IjY3NCIsIkEiOjI1NSwiUiI6MjMzLCJHIjoxMTMsIkIiOjUwfX0sIklzVmlzaWJsZSI6dHJ1ZSwiV2lkdGgiOjEyLjAsIkhlaWdodCI6MTQuMCwiQm9yZGVyU3R5bGUiOnsiJGlkIjoiNjc1IiwiTGluZUNvbG9yIjp7IiRpZCI6IjY3NiIsIiR0eXBlIjoiTkxSRS5Db21tb24uRG9tLlNvbGlkQ29sb3JCcnVzaCwgTkxSRS5Db21tb24iLCJDb2xvciI6eyIkaWQiOiI2NzciLCJBIjoyNTUsIlIiOjIzNCwiRyI6MjIsIkIiOjMwfX0sIkxpbmVXZWlnaHQiOjAuMCwiTGluZVR5cGUiOjAsIlBhcmVudFN0eWxlIjpudWxsfSwiUGFyZW50U3R5bGUiOm51bGx9LCJUaXRsZVN0eWxlIjp7IiRpZCI6IjY3OCIsIkZvbnRTZXR0aW5ncyI6eyIkaWQiOiI2NzkiLCJGb250U2l6ZSI6MTEsIkZvbnROYW1lIjoiQ2FsaWJyaSIsIklzQm9sZCI6ZmFsc2UsIklzSXRhbGljIjpmYWxzZSwiSXNVbmRlcmxpbmVkIjpmYWxzZSwiUGFyZW50U3R5bGUiOm51bGx9LCJBdXRvU2l6ZSI6MCwiRm9yZWdyb3VuZCI6eyIkaWQiOiI2ODAiLCJDb2xvciI6eyIkaWQiOiI2ODE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NjgyIiwiVG9wIjowLjAsIkxlZnQiOjAuMCwiUmlnaHQiOjAuMCwiQm90dG9tIjowLjB9LCJQYWRkaW5nIjp7IiRpZCI6IjY4MyIsIlRvcCI6MC4wLCJMZWZ0IjowLjAsIlJpZ2h0IjowLjAsIkJvdHRvbSI6MC4wfSwiQmFja2dyb3VuZCI6eyIkaWQiOiI2ODQiLCJDb2xvciI6eyIkaWQiOiI2ODUiLCJBIjoyNTUsIlIiOjAsIkciOjAsIkIiOjB9fSwiSXNWaXNpYmxlIjp0cnVlLCJXaWR0aCI6MC4wLCJIZWlnaHQiOjAuMCwiQm9yZGVyU3R5bGUiOnsiJGlkIjoiNjg2IiwiTGluZUNvbG9yIjpudWxsLCJMaW5lV2VpZ2h0IjowLjAsIkxpbmVUeXBlIjowLCJQYXJlbnRTdHlsZSI6bnVsbH0sIlBhcmVudFN0eWxlIjpudWxsfSwiRGF0ZVN0eWxlIjp7IiRpZCI6IjY4NyIsIkZvbnRTZXR0aW5ncyI6eyIkaWQiOiI2ODgiLCJGb250U2l6ZSI6MTAsIkZvbnROYW1lIjoiQ2FsaWJyaSIsIklzQm9sZCI6ZmFsc2UsIklzSXRhbGljIjpmYWxzZSwiSXNVbmRlcmxpbmVkIjpmYWxzZSwiUGFyZW50U3R5bGUiOm51bGx9LCJBdXRvU2l6ZSI6MCwiRm9yZWdyb3VuZCI6eyIkaWQiOiI2ODkiLCJDb2xvciI6eyIkaWQiOiI2OTA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NjkxIiwiVG9wIjowLjAsIkxlZnQiOjAuMCwiUmlnaHQiOjAuMCwiQm90dG9tIjowLjB9LCJQYWRkaW5nIjp7IiRpZCI6IjY5MiIsIlRvcCI6MC4wLCJMZWZ0IjowLjAsIlJpZ2h0IjowLjAsIkJvdHRvbSI6MC4wfSwiQmFja2dyb3VuZCI6eyIkaWQiOiI2OTMiLCJDb2xvciI6eyIkaWQiOiI2OTQiLCJBIjoyNTUsIlIiOjE0LCJHIjo0MCwiQiI6NjV9fSwiSXNWaXNpYmxlIjp0cnVlLCJXaWR0aCI6MC4wLCJIZWlnaHQiOjAuMCwiQm9yZGVyU3R5bGUiOnsiJGlkIjoiNjk1IiwiTGluZUNvbG9yIjpudWxsLCJMaW5lV2VpZ2h0IjowLjAsIkxpbmVUeXBlIjowLCJQYXJlbnRTdHlsZSI6bnVsbH0sIlBhcmVudFN0eWxlIjpudWxsfSwiRGF0ZUZvcm1hdCI6eyIkaWQiOiI2O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k3IiwiRm9ybWF0IjowLCJJc1Zpc2libGUiOmZhbHNlLCJMYXN0S25vd25WaXNpYmlsaXR5U3RhdGUiOmZhbHNlfSwiSXNWaXNpYmxlIjp0cnVlLCJWYXJpYW5jZVN0eWxlIjp7IiRpZCI6IjY5OCIsIlRleHRTdHlsZSI6eyIkaWQiOiI2OTkiLCJGb250U2V0dGluZ3MiOnsiJGlkIjoiNzAwIiwiRm9udFNpemUiOjEwLCJGb250TmFtZSI6IkNhbGlicmkiLCJJc0JvbGQiOmZhbHNlLCJJc0l0YWxpYyI6ZmFsc2UsIklzVW5kZXJsaW5lZCI6ZmFsc2UsIlBhcmVudFN0eWxlIjpudWxsfSwiQXV0b1NpemUiOjAsIkZvcmVncm91bmQiOnsiJGlkIjoiNzAxIiwiQ29sb3IiOnsiJGlkIjoiNzA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cwMyIsIlRvcCI6MC4wLCJMZWZ0IjowLjAsIlJpZ2h0IjowLjAsIkJvdHRvbSI6MC4wfSwiUGFkZGluZyI6eyIkaWQiOiI3MDQiLCJUb3AiOjAuMCwiTGVmdCI6MC4wLCJSaWdodCI6MC4wLCJCb3R0b20iOjAuMH0sIkJhY2tncm91bmQiOnsiJGlkIjoiNzA1IiwiQ29sb3IiOnsiJGlkIjoiNzA2IiwiQSI6MjU1LCJSIjowLCJHIjowLCJCIjowfX0sIklzVmlzaWJsZSI6dHJ1ZSwiV2lkdGgiOjAuMCwiSGVpZ2h0IjowLjAsIkJvcmRlclN0eWxlIjp7IiRpZCI6IjcwNyIsIkxpbmVDb2xvciI6bnVsbCwiTGluZVdlaWdodCI6MC4wLCJMaW5lVHlwZSI6MCwiUGFyZW50U3R5bGUiOm51bGx9LCJQYXJlbnRTdHlsZSI6bnVsbH0sIlBhcmVudFN0eWxlIjpudWxsfSwiUGFyZW50U3R5bGUiOm51bGx9LCJEZWZhdWx0U3dpbWxhbmVBY3Rpdml0eVN0eWxlIjp7IiRpZCI6IjcwOCIsIkhlYWRlclN0eWxlIjp7IiRpZCI6IjcwOSIsIlRleHRTdHlsZSI6eyIkaWQiOiI3MTAiLCJGb250U2V0dGluZ3MiOnsiJGlkIjoiNzExIiwiRm9udFNpemUiOjExLCJGb250TmFtZSI6IkNhbGlicmkiLCJJc0JvbGQiOmZhbHNlLCJJc0l0YWxpYyI6ZmFsc2UsIklzVW5kZXJsaW5lZCI6ZmFsc2UsIlBhcmVudFN0eWxlIjpudWxsfSwiQXV0b1NpemUiOjIsIkZvcmVncm91bmQiOnsiJGlkIjoiNzEyIiwiQ29sb3IiOnsiJGlkIjoiNzE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NzE0IiwiVG9wIjowLjAsIkxlZnQiOjAuMCwiUmlnaHQiOjAuMCwiQm90dG9tIjowLjB9LCJQYWRkaW5nIjp7IiRpZCI6IjcxNSIsIlRvcCI6MC4wLCJMZWZ0IjowLjAsIlJpZ2h0IjowLjAsIkJvdHRvbSI6MC4wfSwiQmFja2dyb3VuZCI6eyIkaWQiOiI3MTYiLCJDb2xvciI6eyIkaWQiOiI3MTciLCJBIjoyNTUsIlIiOjAsIkciOjAsIkIiOjB9fSwiSXNWaXNpYmxlIjp0cnVlLCJXaWR0aCI6MC4wLCJIZWlnaHQiOjAuMCwiQm9yZGVyU3R5bGUiOm51bGwsIlBhcmVudFN0eWxlIjpudWxsfSwiUmVjdGFuZ2xlU3R5bGUiOnsiJGlkIjoiNzE4IiwiTWFyZ2luIjp7IiRpZCI6IjcxOSIsIlRvcCI6MC4wLCJMZWZ0IjowLjAsIlJpZ2h0IjowLjAsIkJvdHRvbSI6MC4wfSwiUGFkZGluZyI6eyIkaWQiOiI3MjAiLCJUb3AiOjAuMCwiTGVmdCI6MC4wLCJSaWdodCI6MC4wLCJCb3R0b20iOjAuMH0sIkJhY2tncm91bmQiOnsiJGlkIjoiNzIxIiwiQ29sb3IiOnsiJGlkIjoiNzIyIiwiQSI6NjMsIlIiOjIzMywiRyI6MTEzLCJCIjo1MH19LCJJc1Zpc2libGUiOnRydWUsIldpZHRoIjowLjAsIkhlaWdodCI6MC4wLCJCb3JkZXJTdHlsZSI6eyIkaWQiOiI3MjMiLCJMaW5lQ29sb3IiOnsiJGlkIjoiNzI0IiwiJHR5cGUiOiJOTFJFLkNvbW1vbi5Eb20uU29saWRDb2xvckJydXNoLCBOTFJFLkNvbW1vbiIsIkNvbG9yIjp7IiRpZCI6IjcyNSIsIkEiOjI1NSwiUiI6MjU1LCJHIjoyNTUsIkIiOjI1NX19LCJMaW5lV2VpZ2h0IjowLjAsIkxpbmVUeXBlIjowLCJQYXJlbnRTdHlsZSI6bnVsbH0sIlBhcmVudFN0eWxlIjpudWxsfSwiTWFyZ2luIjp7IiRpZCI6IjcyNiIsIlRvcCI6MC4wLCJMZWZ0IjowLjAsIlJpZ2h0IjowLjAsIkJvdHRvbSI6MC4wfSwiUGFkZGluZyI6eyIkaWQiOiI3MjciLCJUb3AiOjAuMCwiTGVmdCI6MC4wLCJSaWdodCI6MC4wLCJCb3R0b20iOjAuMH0sIkJhY2tncm91bmQiOm51bGwsIklzVmlzaWJsZSI6dHJ1ZSwiV2lkdGgiOjAuMCwiSGVpZ2h0IjowLjAsIkJvcmRlclN0eWxlIjpudWxsLCJQYXJlbnRTdHlsZSI6bnVsbH0sIkJhY2tncm91bmRTdHlsZSI6eyIkaWQiOiI3MjgiLCJNYXJnaW4iOnsiJGlkIjoiNzI5IiwiVG9wIjowLjAsIkxlZnQiOjAuMCwiUmlnaHQiOjAuMCwiQm90dG9tIjowLjB9LCJQYWRkaW5nIjp7IiRpZCI6IjczMCIsIlRvcCI6MC4wLCJMZWZ0IjowLjAsIlJpZ2h0IjowLjAsIkJvdHRvbSI6MC4wfSwiQmFja2dyb3VuZCI6eyIkaWQiOiI3MzEiLCJDb2xvciI6eyIkaWQiOiI3MzIiLCJBIjo1MSwiUiI6MjAwLCJHIjoyMDAsIkIiOjIwMH19LCJJc1Zpc2libGUiOnRydWUsIldpZHRoIjowLjAsIkhlaWdodCI6MC4wLCJCb3JkZXJTdHlsZSI6eyIkaWQiOiI3MzMiLCJMaW5lQ29sb3IiOnsiJGlkIjoiNzM0IiwiJHR5cGUiOiJOTFJFLkNvbW1vbi5Eb20uU29saWRDb2xvckJydXNoLCBOTFJFLkNvbW1vbiIsIkNvbG9yIjp7IiRpZCI6IjczNSIsIkEiOjI1NSwiUiI6MjM0LCJHIjoyMiwiQiI6MzB9fSwiTGluZVdlaWdodCI6MC4wLCJMaW5lVHlwZSI6MCwiUGFyZW50U3R5bGUiOm51bGx9LCJQYXJlbnRTdHlsZSI6bnVsbH0sIk1hcmdpbiI6eyIkaWQiOiI3MzYiLCJUb3AiOjAuMCwiTGVmdCI6MC4wLCJSaWdodCI6MC4wLCJCb3R0b20iOjAuMH0sIlBhZGRpbmciOnsiJGlkIjoiNzM3IiwiVG9wIjowLjAsIkxlZnQiOjAuMCwiUmlnaHQiOjAuMCwiQm90dG9tIjowLjB9LCJJc1Zpc2libGUiOnRydWUsIldpZHRoIjowLjAsIkhlaWdodCI6MC4wLCJCb3JkZXJTdHlsZSI6eyIkaWQiOiI3MzgiLCJMaW5lQ29sb3IiOm51bGwsIkxpbmVXZWlnaHQiOjAuMCwiTGluZVR5cGUiOjAsIlBhcmVudFN0eWxlIjpudWxsfSwiUGFyZW50U3R5bGUiOm51bGx9LCJNYXJnaW4iOnsiJGlkIjoiNzM5IiwiVG9wIjowLjAsIkxlZnQiOjAuMCwiUmlnaHQiOjAuMCwiQm90dG9tIjowLjB9LCJQYWRkaW5nIjp7IiRpZCI6Ijc0MCIsIlRvcCI6MC4wLCJMZWZ0IjowLjAsIlJpZ2h0IjowLjAsIkJvdHRvbSI6MC4wfSwiSXNWaXNpYmxlIjp0cnVlLCJXaWR0aCI6MC4wLCJIZWlnaHQiOjAuMCwiQm9yZGVyU3R5bGUiOnsiJGlkIjoiNzQxIiwiTGluZUNvbG9yIjpudWxsLCJMaW5lV2VpZ2h0IjowLjAsIkxpbmVUeXBlIjowLCJQYXJlbnRTdHlsZSI6bnVsbH0sIlBhcmVudFN0eWxlIjpudWxsfSx7IiRpZCI6Ijc0MiIsIlN0eWxlSWQiOiJiMjRmODA0NS1mNjliLTRhNDMtODI5Zi1hNTY1MDNmZGNkNjkiLCJIZWFkZXJTdHlsZSI6eyIkaWQiOiI3NDMiLCJUZXh0SXNWZXJ0aWNhbCI6ZmFsc2UsIlRleHRTdHlsZSI6eyIkaWQiOiI3NDQiLCJGb250U2V0dGluZ3MiOnsiJGlkIjoiNzQ1IiwiRm9udFNpemUiOjExLCJGb250TmFtZSI6IkNhbGlicmkiLCJJc0JvbGQiOmZhbHNlLCJJc0l0YWxpYyI6ZmFsc2UsIklzVW5kZXJsaW5lZCI6ZmFsc2UsIlBhcmVudFN0eWxlIjpudWxsfSwiQXV0b1NpemUiOjIsIkZvcmVncm91bmQiOnsiJGlkIjoiNzQ2IiwiQ29sb3IiOnsiJGlkIjoiNzQ3IiwiQSI6MjU1LCJSIjoyNTUsIkciOjI1NSwiQiI6MjU1fX0sIk1heFdpZHRoIjoiSW5maW5pdHkiLCJNYXhIZWlnaHQiOiJJbmZpbml0eSIsIlNtYXJ0Rm9yZWdyb3VuZElzQWN0aXZlIjpmYWxzZSwiSG9yaXpvbnRhbEFsaWdubWVudCI6MSwiVmVydGljYWxBbGlnbm1lbnQiOjAsIlNtYXJ0Rm9yZWdyb3VuZCI6bnVsbCwiQmFja2dyb3VuZEZpbGxUeXBlIjowLCJNYXJnaW4iOnsiJGlkIjoiNzQ4IiwiVG9wIjowLjAsIkxlZnQiOjAuMCwiUmlnaHQiOjAuMCwiQm90dG9tIjowLjB9LCJQYWRkaW5nIjp7IiRpZCI6Ijc0OSIsIlRvcCI6MC4wLCJMZWZ0IjowLjAsIlJpZ2h0IjowLjAsIkJvdHRvbSI6MC4wfSwiQmFja2dyb3VuZCI6eyIkaWQiOiI3NTAiLCJDb2xvciI6eyIkaWQiOiI3NTEiLCJBIjoyNTUsIlIiOjI1NSwiRyI6MjU1LCJCIjoyNTV9fSwiSXNWaXNpYmxlIjp0cnVlLCJXaWR0aCI6MC4wLCJIZWlnaHQiOjAuMCwiQm9yZGVyU3R5bGUiOm51bGwsIlBhcmVudFN0eWxlIjpudWxsfSwiUmVjdGFuZ2xlU3R5bGUiOnsiJGlkIjoiNzUyIiwiTWFyZ2luIjp7IiRpZCI6Ijc1MyIsIlRvcCI6MC4wLCJMZWZ0IjowLjAsIlJpZ2h0IjowLjAsIkJvdHRvbSI6MC4wfSwiUGFkZGluZyI6eyIkaWQiOiI3NTQiLCJUb3AiOjAuMCwiTGVmdCI6MC4wLCJSaWdodCI6MC4wLCJCb3R0b20iOjAuMH0sIkJhY2tncm91bmQiOnsiJGlkIjoiNzU1IiwiQ29sb3IiOnsiJGlkIjoiNzU2IiwiQSI6MjU1LCJSIjoyNSwiRyI6MTA3LCJCIjozNn19LCJJc1Zpc2libGUiOnRydWUsIldpZHRoIjowLjAsIkhlaWdodCI6MC4wLCJCb3JkZXJTdHlsZSI6eyIkaWQiOiI3NTciLCJMaW5lQ29sb3IiOnsiJGlkIjoiNzU4IiwiJHR5cGUiOiJOTFJFLkNvbW1vbi5Eb20uU29saWRDb2xvckJydXNoLCBOTFJFLkNvbW1vbiIsIkNvbG9yIjp7IiRpZCI6Ijc1OSIsIkEiOjI1NSwiUiI6MjU1LCJHIjoyNTUsIkIiOjI1NX19LCJMaW5lV2VpZ2h0IjowLjAsIkxpbmVUeXBlIjowLCJQYXJlbnRTdHlsZSI6bnVsbH0sIlBhcmVudFN0eWxlIjpudWxsfSwiTWFyZ2luIjp7IiRpZCI6Ijc2MCIsIlRvcCI6MC4wLCJMZWZ0IjowLjAsIlJpZ2h0IjowLjAsIkJvdHRvbSI6MC4wfSwiUGFkZGluZyI6eyIkaWQiOiI3NjEiLCJUb3AiOjAuMCwiTGVmdCI6MC4wLCJSaWdodCI6MC4wLCJCb3R0b20iOjAuMH0sIkJhY2tncm91bmQiOm51bGwsIklzVmlzaWJsZSI6dHJ1ZSwiV2lkdGgiOjAuMCwiSGVpZ2h0IjowLjAsIkJvcmRlclN0eWxlIjpudWxsLCJQYXJlbnRTdHlsZSI6bnVsbH0sIkJhY2tncm91bmRTdHlsZSI6eyIkaWQiOiI3NjIiLCJNYXJnaW4iOnsiJGlkIjoiNzYzIiwiVG9wIjowLjAsIkxlZnQiOjAuMCwiUmlnaHQiOjAuMCwiQm90dG9tIjowLjB9LCJQYWRkaW5nIjp7IiRpZCI6Ijc2NCIsIlRvcCI6MC4wLCJMZWZ0IjowLjAsIlJpZ2h0IjowLjAsIkJvdHRvbSI6MC4wfSwiQmFja2dyb3VuZCI6eyIkaWQiOiI3NjUiLCJDb2xvciI6eyIkaWQiOiI3NjYiLCJBIjo1MSwiUiI6MjAwLCJHIjoyMDAsIkIiOjIwMH19LCJJc1Zpc2libGUiOnRydWUsIldpZHRoIjowLjAsIkhlaWdodCI6MC4wLCJCb3JkZXJTdHlsZSI6eyIkaWQiOiI3NjciLCJMaW5lQ29sb3IiOnsiJGlkIjoiNzY4IiwiJHR5cGUiOiJOTFJFLkNvbW1vbi5Eb20uU29saWRDb2xvckJydXNoLCBOTFJFLkNvbW1vbiIsIkNvbG9yIjp7IiRpZCI6Ijc2OSIsIkEiOjI1NSwiUiI6MjM0LCJHIjoyMiwiQiI6MzB9fSwiTGluZVdlaWdodCI6MC4wLCJMaW5lVHlwZSI6MCwiUGFyZW50U3R5bGUiOm51bGx9LCJQYXJlbnRTdHlsZSI6bnVsbH0sIklzQWJvdmVUaW1lYmFuZCI6ZmFsc2UsIlNwYWNpbmciOjMsIkRlZmF1bHRTd2ltbGFuZVRhc2tTdHlsZSI6eyIkaWQiOiI3NzAiLCIkdHlwZSI6Ik5MUkUuQ29tbW9uLkRvbS5TdHlsZXMuRXhwbGljaXRTZXRhYmxlVGFza1N0eWxlLCBOTFJFLkNvbW1vbiIsIlNoYXBlIjoxLCJTaGFwZVRoaWNrbmVzcyI6MCwiRHVyYXRpb25Gb3JtYXQiOjAsIkluY2x1ZGVOb25Xb3JraW5nRGF5c0luRHVyYXRpb24iOmZhbHNlLCJQZXJjZW50YWdlQ29tcGxldGVTdHlsZSI6eyIkaWQiOiI3NzEiLCJGb250U2V0dGluZ3MiOnsiJGlkIjoiNzcyIiwiRm9udFNpemUiOjEwLCJGb250TmFtZSI6IkNhbGlicmkiLCJJc0JvbGQiOmZhbHNlLCJJc0l0YWxpYyI6ZmFsc2UsIklzVW5kZXJsaW5lZCI6ZmFsc2UsIlBhcmVudFN0eWxlIjpudWxsfSwiQXV0b1NpemUiOjAsIkZvcmVncm91bmQiOnsiJGlkIjoiNzczIiwiQ29sb3IiOnsiJGlkIjoiNzc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c3NSIsIlRvcCI6MC4wLCJMZWZ0IjowLjAsIlJpZ2h0IjowLjAsIkJvdHRvbSI6MC4wfSwiUGFkZGluZyI6eyIkaWQiOiI3NzYiLCJUb3AiOjAuMCwiTGVmdCI6MC4wLCJSaWdodCI6MC4wLCJCb3R0b20iOjAuMH0sIkJhY2tncm91bmQiOnsiJGlkIjoiNzc3IiwiQ29sb3IiOnsiJGlkIjoiNzc4IiwiQSI6ODksIlIiOjAsIkciOjAsIkIiOjB9fSwiSXNWaXNpYmxlIjp0cnVlLCJXaWR0aCI6MC4wLCJIZWlnaHQiOjAuMCwiQm9yZGVyU3R5bGUiOnsiJGlkIjoiNzc5IiwiTGluZUNvbG9yIjpudWxsLCJMaW5lV2VpZ2h0IjowLjAsIkxpbmVUeXBlIjowLCJQYXJlbnRTdHlsZSI6bnVsbH0sIlBhcmVudFN0eWxlIjpudWxsfSwiRHVyYXRpb25TdHlsZSI6eyIkaWQiOiI3ODAiLCJGb250U2V0dGluZ3MiOnsiJGlkIjoiNzgxIiwiRm9udFNpemUiOjEwLCJGb250TmFtZSI6IkNhbGlicmkiLCJJc0JvbGQiOmZhbHNlLCJJc0l0YWxpYyI6ZmFsc2UsIklzVW5kZXJsaW5lZCI6ZmFsc2UsIlBhcmVudFN0eWxlIjpudWxsfSwiQXV0b1NpemUiOjAsIkZvcmVncm91bmQiOnsiJGlkIjoiNzgyIiwiQ29sb3IiOnsiJGlkIjoiNzgz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Nzg0IiwiVG9wIjowLjAsIkxlZnQiOjAuMCwiUmlnaHQiOjAuMCwiQm90dG9tIjowLjB9LCJQYWRkaW5nIjp7IiRpZCI6Ijc4NSIsIlRvcCI6MC4wLCJMZWZ0IjowLjAsIlJpZ2h0IjowLjAsIkJvdHRvbSI6MC4wfSwiQmFja2dyb3VuZCI6eyIkaWQiOiI3ODYiLCJDb2xvciI6eyIkaWQiOiI3ODciLCJBIjoyNTUsIlIiOjIzNywiRyI6MTI1LCJCIjo0OX19LCJJc1Zpc2libGUiOnRydWUsIldpZHRoIjowLjAsIkhlaWdodCI6MC4wLCJCb3JkZXJTdHlsZSI6eyIkaWQiOiI3ODgiLCJMaW5lQ29sb3IiOm51bGwsIkxpbmVXZWlnaHQiOjAuMCwiTGluZVR5cGUiOjAsIlBhcmVudFN0eWxlIjpudWxsfSwiUGFyZW50U3R5bGUiOm51bGx9LCJIb3Jpem9udGFsQ29ubmVjdG9yU3R5bGUiOnsiJGlkIjoiNzg5IiwiTGluZUNvbG9yIjp7IiRpZCI6Ijc5MCIsIiR0eXBlIjoiTkxSRS5Db21tb24uRG9tLlNvbGlkQ29sb3JCcnVzaCwgTkxSRS5Db21tb24iLCJDb2xvciI6eyIkaWQiOiI3OTEiLCJBIjoyNTUsIlIiOjAsIkciOjAsIkIiOjB9fSwiTGluZVdlaWdodCI6MC4wLCJMaW5lVHlwZSI6MCwiUGFyZW50U3R5bGUiOm51bGx9LCJWZXJ0aWNhbENvbm5lY3RvclN0eWxlIjp7IiRpZCI6Ijc5MiIsIkxpbmVDb2xvciI6eyIkaWQiOiI3OTMiLCIkdHlwZSI6Ik5MUkUuQ29tbW9uLkRvbS5Tb2xpZENvbG9yQnJ1c2gsIE5MUkUuQ29tbW9uIiwiQ29sb3IiOnsiJGlkIjoiNzk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Nzk1IiwiU2hhcGVTdHlsZSI6eyIkaWQiOiI3OTYiLCJNYXJnaW4iOnsiJGlkIjoiNzk3IiwiVG9wIjowLjAsIkxlZnQiOjAuMCwiUmlnaHQiOjAuMCwiQm90dG9tIjowLjB9LCJQYWRkaW5nIjp7IiRpZCI6Ijc5OCIsIlRvcCI6MC4wLCJMZWZ0IjowLjAsIlJpZ2h0IjowLjAsIkJvdHRvbSI6MC4wfSwiQmFja2dyb3VuZCI6eyIkaWQiOiI3OTkiLCJDb2xvciI6eyIkaWQiOiI4MDAiLCJBIjoxNTMsIlIiOjAsIkciOjAsIkIiOjB9fSwiSXNWaXNpYmxlIjp0cnVlLCJXaWR0aCI6MC4wLCJIZWlnaHQiOjAuMCwiQm9yZGVyU3R5bGUiOnsiJGlkIjoiODAxIiwiTGluZUNvbG9yIjp7IiRpZCI6IjgwMiIsIiR0eXBlIjoiTkxSRS5Db21tb24uRG9tLlNvbGlkQ29sb3JCcnVzaCwgTkxSRS5Db21tb24iLCJDb2xvciI6eyIkaWQiOiI4MDMiLCJBIjoyNTUsIlIiOjI1NSwiRyI6MCwiQiI6MH19LCJMaW5lV2VpZ2h0IjowLjAsIkxpbmVUeXBlIjowLCJQYXJlbnRTdHlsZSI6bnVsbH0sIlBhcmVudFN0eWxlIjpudWxsfSwiTWFyZ2luIjp7IiRpZCI6IjgwNCIsIlRvcCI6MC4wLCJMZWZ0IjowLjAsIlJpZ2h0IjowLjAsIkJvdHRvbSI6MC4wfSwiUGFkZGluZyI6eyIkaWQiOiI4MDUiLCJUb3AiOjAuMCwiTGVmdCI6MC4wLCJSaWdodCI6MC4wLCJCb3R0b20iOjAuMH0sIkJhY2tncm91bmQiOm51bGwsIklzVmlzaWJsZSI6dHJ1ZSwiV2lkdGgiOjAuMCwiSGVpZ2h0IjowLjAsIkJvcmRlclN0eWxlIjpudWxsLCJQYXJlbnRTdHlsZSI6bnVsbH0sIlNoYXBlU3R5bGUiOnsiJGlkIjoiODA2IiwiTWFyZ2luIjp7IiRpZCI6IjgwNyIsIlRvcCI6MC4wLCJMZWZ0Ijo0LjAsIlJpZ2h0Ijo0LjAsIkJvdHRvbSI6MC4wfSwiUGFkZGluZyI6eyIkaWQiOiI4MDgiLCJUb3AiOjAuMCwiTGVmdCI6MC4wLCJSaWdodCI6MC4wLCJCb3R0b20iOjAuMH0sIkJhY2tncm91bmQiOnsiJGlkIjoiODA5IiwiQ29sb3IiOnsiJGlkIjoiODEwIiwiQSI6MjU1LCJSIjoyNSwiRyI6MTA3LCJCIjozNn19LCJJc1Zpc2libGUiOnRydWUsIldpZHRoIjowLjAsIkhlaWdodCI6MTAuMCwiQm9yZGVyU3R5bGUiOnsiJGlkIjoiODExIiwiTGluZUNvbG9yIjp7IiRpZCI6IjgxMiIsIiR0eXBlIjoiTkxSRS5Db21tb24uRG9tLlNvbGlkQ29sb3JCcnVzaCwgTkxSRS5Db21tb24iLCJDb2xvciI6eyIkaWQiOiI4MTMiLCJBIjoyNTUsIlIiOjIzNCwiRyI6MjIsIkIiOjMwfX0sIkxpbmVXZWlnaHQiOjAuMCwiTGluZVR5cGUiOjAsIlBhcmVudFN0eWxlIjpudWxsfSwiUGFyZW50U3R5bGUiOm51bGx9LCJUaXRsZVN0eWxlIjp7IiRpZCI6IjgxNCIsIkZvbnRTZXR0aW5ncyI6eyIkaWQiOiI4MTUiLCJGb250U2l6ZSI6MTEsIkZvbnROYW1lIjoiQ2FsaWJyaSIsIklzQm9sZCI6ZmFsc2UsIklzSXRhbGljIjpmYWxzZSwiSXNVbmRlcmxpbmVkIjpmYWxzZSwiUGFyZW50U3R5bGUiOm51bGx9LCJBdXRvU2l6ZSI6MCwiRm9yZWdyb3VuZCI6eyIkaWQiOiI4MTYiLCJDb2xvciI6eyIkaWQiOiI4MT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DE4IiwiVG9wIjowLjAsIkxlZnQiOjAuMCwiUmlnaHQiOjAuMCwiQm90dG9tIjowLjB9LCJQYWRkaW5nIjp7IiRpZCI6IjgxOSIsIlRvcCI6MC4wLCJMZWZ0IjowLjAsIlJpZ2h0IjowLjAsIkJvdHRvbSI6MC4wfSwiQmFja2dyb3VuZCI6eyIkaWQiOiI4MjAiLCJDb2xvciI6eyIkaWQiOiI4MjEiLCJBIjoyNTUsIlIiOjAsIkciOjAsIkIiOjB9fSwiSXNWaXNpYmxlIjp0cnVlLCJXaWR0aCI6MC4wLCJIZWlnaHQiOjAuMCwiQm9yZGVyU3R5bGUiOnsiJGlkIjoiODIyIiwiTGluZUNvbG9yIjpudWxsLCJMaW5lV2VpZ2h0IjowLjAsIkxpbmVUeXBlIjowLCJQYXJlbnRTdHlsZSI6bnVsbH0sIlBhcmVudFN0eWxlIjpudWxsfSwiRGF0ZVN0eWxlIjp7IiRpZCI6IjgyMyIsIkZvbnRTZXR0aW5ncyI6eyIkaWQiOiI4MjQiLCJGb250U2l6ZSI6MTAsIkZvbnROYW1lIjoiQ2FsaWJyaSIsIklzQm9sZCI6ZmFsc2UsIklzSXRhbGljIjpmYWxzZSwiSXNVbmRlcmxpbmVkIjpmYWxzZSwiUGFyZW50U3R5bGUiOm51bGx9LCJBdXRvU2l6ZSI6MCwiRm9yZWdyb3VuZCI6eyIkaWQiOiI4MjUiLCJDb2xvciI6eyIkaWQiOiI4Mj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ODI3IiwiVG9wIjowLjAsIkxlZnQiOjAuMCwiUmlnaHQiOjAuMCwiQm90dG9tIjowLjB9LCJQYWRkaW5nIjp7IiRpZCI6IjgyOCIsIlRvcCI6MC4wLCJMZWZ0IjowLjAsIlJpZ2h0IjowLjAsIkJvdHRvbSI6MC4wfSwiQmFja2dyb3VuZCI6eyIkaWQiOiI4MjkiLCJDb2xvciI6eyIkaWQiOiI4MzAiLCJBIjoyNTUsIlIiOjE0LCJHIjo0MCwiQiI6NjV9fSwiSXNWaXNpYmxlIjp0cnVlLCJXaWR0aCI6MC4wLCJIZWlnaHQiOjAuMCwiQm9yZGVyU3R5bGUiOnsiJGlkIjoiODMxIiwiTGluZUNvbG9yIjpudWxsLCJMaW5lV2VpZ2h0IjowLjAsIkxpbmVUeXBlIjowLCJQYXJlbnRTdHlsZSI6bnVsbH0sIlBhcmVudFN0eWxlIjpudWxsfSwiRGF0ZUZvcm1hdCI6eyIkaWQiOiI4Mz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DMzIiwiRm9ybWF0IjowLCJJc1Zpc2libGUiOmZhbHNlLCJMYXN0S25vd25WaXNpYmlsaXR5U3RhdGUiOmZhbHNlfSwiSXNWaXNpYmxlIjp0cnVlLCJWYXJpYW5jZVN0eWxlIjp7IiRpZCI6IjgzNCIsIlRleHRTdHlsZSI6eyIkaWQiOiI4MzUiLCJGb250U2V0dGluZ3MiOnsiJGlkIjoiODM2IiwiRm9udFNpemUiOjEwLCJGb250TmFtZSI6IkNhbGlicmkiLCJJc0JvbGQiOmZhbHNlLCJJc0l0YWxpYyI6ZmFsc2UsIklzVW5kZXJsaW5lZCI6ZmFsc2UsIlBhcmVudFN0eWxlIjpudWxsfSwiQXV0b1NpemUiOjAsIkZvcmVncm91bmQiOnsiJGlkIjoiODM3IiwiQ29sb3IiOnsiJGlkIjoiODM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gzOSIsIlRvcCI6MC4wLCJMZWZ0IjowLjAsIlJpZ2h0IjowLjAsIkJvdHRvbSI6MC4wfSwiUGFkZGluZyI6eyIkaWQiOiI4NDAiLCJUb3AiOjAuMCwiTGVmdCI6MC4wLCJSaWdodCI6MC4wLCJCb3R0b20iOjAuMH0sIkJhY2tncm91bmQiOnsiJGlkIjoiODQxIiwiQ29sb3IiOnsiJGlkIjoiODQyIiwiQSI6MjU1LCJSIjowLCJHIjowLCJCIjowfX0sIklzVmlzaWJsZSI6dHJ1ZSwiV2lkdGgiOjAuMCwiSGVpZ2h0IjowLjAsIkJvcmRlclN0eWxlIjp7IiRpZCI6Ijg0MyIsIkxpbmVDb2xvciI6bnVsbCwiTGluZVdlaWdodCI6MC4wLCJMaW5lVHlwZSI6MCwiUGFyZW50U3R5bGUiOm51bGx9LCJQYXJlbnRTdHlsZSI6bnVsbH0sIlBhcmVudFN0eWxlIjpudWxsfSwiUGFyZW50U3R5bGUiOm51bGwsIl9leHBsaWNpdGx5U2V0Ijp7IiRpZCI6Ijg0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g0NSIsIlNoYXBlIjoxLCJDb25uZWN0b3JNYXJnaW4iOnsiJGlkIjoiODQ2IiwiVG9wIjowLjAsIkxlZnQiOjIuMCwiUmlnaHQiOjIuMCwiQm90dG9tIjowLjB9LCJDb25uZWN0b3JTdHlsZSI6eyIkaWQiOiI4NDciLCJMaW5lQ29sb3IiOnsiJGlkIjoiODQ4IiwiJHR5cGUiOiJOTFJFLkNvbW1vbi5Eb20uU29saWRDb2xvckJydXNoLCBOTFJFLkNvbW1vbiIsIkNvbG9yIjp7IiRpZCI6Ijg0OSIsIkEiOjEyNywiUiI6MTMsIkciOjUzLCJCIjoxOH19LCJMaW5lV2VpZ2h0IjoxLjAsIkxpbmVUeXBlIjowLCJQYXJlbnRTdHlsZSI6bnVsbH0sIklzQmVsb3dUaW1lYmFuZCI6ZmFsc2UsIlBvc2l0aW9uT25UYXNrIjoxLCJIaWRlRGF0ZSI6ZmFsc2UsIlNoYXBlU2l6ZSI6MCwiU3BhY2luZyI6MC4wLCJQYWRkaW5nIjp7IiRpZCI6Ijg1MCIsIlRvcCI6NS4wLCJMZWZ0IjozLjAsIlJpZ2h0IjowLjAsIkJvdHRvbSI6Mi4wfSwiU2hhcGVTdHlsZSI6eyIkaWQiOiI4NTEiLCJNYXJnaW4iOnsiJGlkIjoiODUyIiwiVG9wIjowLjAsIkxlZnQiOjAuMCwiUmlnaHQiOjAuMCwiQm90dG9tIjowLjB9LCJQYWRkaW5nIjp7IiRpZCI6Ijg1MyIsIlRvcCI6MC4wLCJMZWZ0IjowLjAsIlJpZ2h0IjowLjAsIkJvdHRvbSI6MC4wfSwiQmFja2dyb3VuZCI6eyIkaWQiOiI4NTQiLCJDb2xvciI6eyIkaWQiOiI4NTUiLCJBIjoyNTUsIlIiOjEzLCJHIjo1MywiQiI6MTh9fSwiSXNWaXNpYmxlIjp0cnVlLCJXaWR0aCI6MTIuMCwiSGVpZ2h0IjoxNC4wLCJCb3JkZXJTdHlsZSI6eyIkaWQiOiI4NTYiLCJMaW5lQ29sb3IiOnsiJGlkIjoiODU3IiwiJHR5cGUiOiJOTFJFLkNvbW1vbi5Eb20uU29saWRDb2xvckJydXNoLCBOTFJFLkNvbW1vbiIsIkNvbG9yIjp7IiRpZCI6Ijg1OCIsIkEiOjI1NSwiUiI6MjU1LCJHIjoyNTUsIkIiOjI1NX19LCJMaW5lV2VpZ2h0IjowLjAsIkxpbmVUeXBlIjowLCJQYXJlbnRTdHlsZSI6bnVsbH0sIlBhcmVudFN0eWxlIjpudWxsfSwiVGl0bGVTdHlsZSI6eyIkaWQiOiI4NTkiLCJGb250U2V0dGluZ3MiOnsiJGlkIjoiODYwIiwiRm9udFNpemUiOjExLCJGb250TmFtZSI6IkNhbGlicmkiLCJJc0JvbGQiOmZhbHNlLCJJc0l0YWxpYyI6ZmFsc2UsIklzVW5kZXJsaW5lZCI6ZmFsc2UsIlBhcmVudFN0eWxlIjpudWxsfSwiQXV0b1NpemUiOjAsIkZvcmVncm91bmQiOnsiJGlkIjoiODYxIiwiQ29sb3IiOnsiJGlkIjoiODY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g2MyIsIlRvcCI6MC4wLCJMZWZ0IjowLjAsIlJpZ2h0IjowLjAsIkJvdHRvbSI6MC4wfSwiUGFkZGluZyI6eyIkaWQiOiI4NjQiLCJUb3AiOjAuMCwiTGVmdCI6MC4wLCJSaWdodCI6MC4wLCJCb3R0b20iOjAuMH0sIkJhY2tncm91bmQiOnsiJGlkIjoiODY1IiwiQ29sb3IiOnsiJGlkIjoiODY2IiwiQSI6MjU1LCJSIjowLCJHIjowLCJCIjowfX0sIklzVmlzaWJsZSI6dHJ1ZSwiV2lkdGgiOjAuMCwiSGVpZ2h0IjowLjAsIkJvcmRlclN0eWxlIjp7IiRpZCI6Ijg2NyIsIkxpbmVDb2xvciI6bnVsbCwiTGluZVdlaWdodCI6MC4wLCJMaW5lVHlwZSI6MCwiUGFyZW50U3R5bGUiOm51bGx9LCJQYXJlbnRTdHlsZSI6bnVsbH0sIkRhdGVTdHlsZSI6eyIkaWQiOiI4NjgiLCJGb250U2V0dGluZ3MiOnsiJGlkIjoiODY5IiwiRm9udFNpemUiOjEwLCJGb250TmFtZSI6IkNhbGlicmkiLCJJc0JvbGQiOmZhbHNlLCJJc0l0YWxpYyI6ZmFsc2UsIklzVW5kZXJsaW5lZCI6ZmFsc2UsIlBhcmVudFN0eWxlIjpudWxsfSwiQXV0b1NpemUiOjAsIkZvcmVncm91bmQiOnsiJGlkIjoiODcwIiwiQ29sb3IiOnsiJGlkIjoiODc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g3MiIsIlRvcCI6MC4wLCJMZWZ0IjowLjAsIlJpZ2h0IjowLjAsIkJvdHRvbSI6MC4wfSwiUGFkZGluZyI6eyIkaWQiOiI4NzMiLCJUb3AiOjAuMCwiTGVmdCI6MC4wLCJSaWdodCI6MC4wLCJCb3R0b20iOjAuMH0sIkJhY2tncm91bmQiOnsiJGlkIjoiODc0IiwiQ29sb3IiOnsiJGlkIjoiODc1IiwiQSI6MjU1LCJSIjoxNCwiRyI6NDAsIkIiOjY1fX0sIklzVmlzaWJsZSI6dHJ1ZSwiV2lkdGgiOjAuMCwiSGVpZ2h0IjowLjAsIkJvcmRlclN0eWxlIjp7IiRpZCI6Ijg3NiIsIkxpbmVDb2xvciI6bnVsbCwiTGluZVdlaWdodCI6MC4wLCJMaW5lVHlwZSI6MCwiUGFyZW50U3R5bGUiOm51bGx9LCJQYXJlbnRTdHlsZSI6bnVsbH0sIkRhdGVGb3JtYXQiOnsiJGlkIjoiODc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g3OCIsIkZvcm1hdCI6MCwiSXNWaXNpYmxlIjpmYWxzZSwiTGFzdEtub3duVmlzaWJpbGl0eVN0YXRlIjpmYWxzZX0sIklzVmlzaWJsZSI6ZmFsc2UsIlZhcmlhbmNlU3R5bGUiOnsiJGlkIjoiODc5IiwiVGV4dFN0eWxlIjp7IiRpZCI6Ijg4MCIsIkZvbnRTZXR0aW5ncyI6eyIkaWQiOiI4ODEiLCJGb250U2l6ZSI6MTAsIkZvbnROYW1lIjoiQ2FsaWJyaSIsIklzQm9sZCI6ZmFsc2UsIklzSXRhbGljIjpmYWxzZSwiSXNVbmRlcmxpbmVkIjpmYWxzZSwiUGFyZW50U3R5bGUiOm51bGx9LCJBdXRvU2l6ZSI6MCwiRm9yZWdyb3VuZCI6eyIkaWQiOiI4ODIiLCJDb2xvciI6eyIkaWQiOiI4OD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Dg0IiwiVG9wIjowLjAsIkxlZnQiOjAuMCwiUmlnaHQiOjAuMCwiQm90dG9tIjowLjB9LCJQYWRkaW5nIjp7IiRpZCI6Ijg4NSIsIlRvcCI6MC4wLCJMZWZ0IjowLjAsIlJpZ2h0IjowLjAsIkJvdHRvbSI6MC4wfSwiQmFja2dyb3VuZCI6eyIkaWQiOiI4ODYiLCJDb2xvciI6eyIkaWQiOiI4ODciLCJBIjoyNTUsIlIiOjAsIkciOjAsIkIiOjB9fSwiSXNWaXNpYmxlIjp0cnVlLCJXaWR0aCI6MC4wLCJIZWlnaHQiOjAuMCwiQm9yZGVyU3R5bGUiOnsiJGlkIjoiODg4IiwiTGluZUNvbG9yIjpudWxsLCJMaW5lV2VpZ2h0IjowLjAsIkxpbmVUeXBlIjowLCJQYXJlbnRTdHlsZSI6bnVsbH0sIlBhcmVudFN0eWxlIjpudWxsfSwiUGFyZW50U3R5bGUiOm51bGx9LCJQYXJlbnRTdHlsZSI6bnVsbH0sIkRlZmF1bHRTd2ltbGFuZU1pbGVzdG9uZVN0eWxlIjp7IiRpZCI6Ijg4OSIsIlRpdGxlUG9zaXRpb24iOiJMZWZ0IiwiRGF0ZVBvc2l0aW9uIjoiUmlnaHQiLCJWYXJpYW5jZVBvc2l0aW9uIjoiUmlnaHQiLCJTaGFwZVR5cGUiOjEsIlNoYXBlU2l6ZSI6MCwiU3BhY2luZyI6NSwiU2hhcGVTdHlsZSI6eyIkaWQiOiI4OTAiLCJNYXJnaW4iOnsiJGlkIjoiODkxIiwiVG9wIjowLjAsIkxlZnQiOjAuMCwiUmlnaHQiOjAuMCwiQm90dG9tIjowLjB9LCJQYWRkaW5nIjp7IiRpZCI6Ijg5MiIsIlRvcCI6MC4wLCJMZWZ0IjowLjAsIlJpZ2h0IjowLjAsIkJvdHRvbSI6MC4wfSwiQmFja2dyb3VuZCI6eyIkaWQiOiI4OTMiLCJDb2xvciI6eyIkaWQiOiI4OTQiLCJBIjoyNTUsIlIiOjI1LCJHIjoxMDcsIkIiOjM2fX0sIklzVmlzaWJsZSI6dHJ1ZSwiV2lkdGgiOjEyLjAsIkhlaWdodCI6MTQuMCwiQm9yZGVyU3R5bGUiOnsiJGlkIjoiODk1IiwiTGluZUNvbG9yIjp7IiRpZCI6Ijg5NiIsIiR0eXBlIjoiTkxSRS5Db21tb24uRG9tLlNvbGlkQ29sb3JCcnVzaCwgTkxSRS5Db21tb24iLCJDb2xvciI6eyIkaWQiOiI4OTciLCJBIjoyNTUsIlIiOjIzNCwiRyI6MjIsIkIiOjMwfX0sIkxpbmVXZWlnaHQiOjAuMCwiTGluZVR5cGUiOjAsIlBhcmVudFN0eWxlIjpudWxsfSwiUGFyZW50U3R5bGUiOm51bGx9LCJUaXRsZVN0eWxlIjp7IiRpZCI6Ijg5OCIsIkZvbnRTZXR0aW5ncyI6eyIkaWQiOiI4OTkiLCJGb250U2l6ZSI6MTEsIkZvbnROYW1lIjoiQ2FsaWJyaSIsIklzQm9sZCI6ZmFsc2UsIklzSXRhbGljIjpmYWxzZSwiSXNVbmRlcmxpbmVkIjpmYWxzZSwiUGFyZW50U3R5bGUiOm51bGx9LCJBdXRvU2l6ZSI6MCwiRm9yZWdyb3VuZCI6eyIkaWQiOiI5MDAiLCJDb2xvciI6eyIkaWQiOiI5MDE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OTAyIiwiVG9wIjowLjAsIkxlZnQiOjAuMCwiUmlnaHQiOjAuMCwiQm90dG9tIjowLjB9LCJQYWRkaW5nIjp7IiRpZCI6IjkwMyIsIlRvcCI6MC4wLCJMZWZ0IjowLjAsIlJpZ2h0IjowLjAsIkJvdHRvbSI6MC4wfSwiQmFja2dyb3VuZCI6eyIkaWQiOiI5MDQiLCJDb2xvciI6eyIkaWQiOiI5MDUiLCJBIjoyNTUsIlIiOjAsIkciOjAsIkIiOjB9fSwiSXNWaXNpYmxlIjp0cnVlLCJXaWR0aCI6MC4wLCJIZWlnaHQiOjAuMCwiQm9yZGVyU3R5bGUiOnsiJGlkIjoiOTA2IiwiTGluZUNvbG9yIjpudWxsLCJMaW5lV2VpZ2h0IjowLjAsIkxpbmVUeXBlIjowLCJQYXJlbnRTdHlsZSI6bnVsbH0sIlBhcmVudFN0eWxlIjpudWxsfSwiRGF0ZVN0eWxlIjp7IiRpZCI6IjkwNyIsIkZvbnRTZXR0aW5ncyI6eyIkaWQiOiI5MDgiLCJGb250U2l6ZSI6MTAsIkZvbnROYW1lIjoiQ2FsaWJyaSIsIklzQm9sZCI6ZmFsc2UsIklzSXRhbGljIjpmYWxzZSwiSXNVbmRlcmxpbmVkIjpmYWxzZSwiUGFyZW50U3R5bGUiOm51bGx9LCJBdXRvU2l6ZSI6MCwiRm9yZWdyb3VuZCI6eyIkaWQiOiI5MDkiLCJDb2xvciI6eyIkaWQiOiI5MTA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OTExIiwiVG9wIjowLjAsIkxlZnQiOjAuMCwiUmlnaHQiOjAuMCwiQm90dG9tIjowLjB9LCJQYWRkaW5nIjp7IiRpZCI6IjkxMiIsIlRvcCI6MC4wLCJMZWZ0IjowLjAsIlJpZ2h0IjowLjAsIkJvdHRvbSI6MC4wfSwiQmFja2dyb3VuZCI6eyIkaWQiOiI5MTMiLCJDb2xvciI6eyIkaWQiOiI5MTQiLCJBIjoyNTUsIlIiOjE0LCJHIjo0MCwiQiI6NjV9fSwiSXNWaXNpYmxlIjp0cnVlLCJXaWR0aCI6MC4wLCJIZWlnaHQiOjAuMCwiQm9yZGVyU3R5bGUiOnsiJGlkIjoiOTE1IiwiTGluZUNvbG9yIjpudWxsLCJMaW5lV2VpZ2h0IjowLjAsIkxpbmVUeXBlIjowLCJQYXJlbnRTdHlsZSI6bnVsbH0sIlBhcmVudFN0eWxlIjpudWxsfSwiRGF0ZUZvcm1hdCI6eyIkaWQiOiI5M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E3IiwiRm9ybWF0IjowLCJJc1Zpc2libGUiOmZhbHNlLCJMYXN0S25vd25WaXNpYmlsaXR5U3RhdGUiOmZhbHNlfSwiSXNWaXNpYmxlIjp0cnVlLCJWYXJpYW5jZVN0eWxlIjp7IiRpZCI6IjkxOCIsIlRleHRTdHlsZSI6eyIkaWQiOiI5MTkiLCJGb250U2V0dGluZ3MiOnsiJGlkIjoiOTIwIiwiRm9udFNpemUiOjEwLCJGb250TmFtZSI6IkNhbGlicmkiLCJJc0JvbGQiOmZhbHNlLCJJc0l0YWxpYyI6ZmFsc2UsIklzVW5kZXJsaW5lZCI6ZmFsc2UsIlBhcmVudFN0eWxlIjpudWxsfSwiQXV0b1NpemUiOjAsIkZvcmVncm91bmQiOnsiJGlkIjoiOTIxIiwiQ29sb3IiOnsiJGlkIjoiOTI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kyMyIsIlRvcCI6MC4wLCJMZWZ0IjowLjAsIlJpZ2h0IjowLjAsIkJvdHRvbSI6MC4wfSwiUGFkZGluZyI6eyIkaWQiOiI5MjQiLCJUb3AiOjAuMCwiTGVmdCI6MC4wLCJSaWdodCI6MC4wLCJCb3R0b20iOjAuMH0sIkJhY2tncm91bmQiOnsiJGlkIjoiOTI1IiwiQ29sb3IiOnsiJGlkIjoiOTI2IiwiQSI6MjU1LCJSIjowLCJHIjowLCJCIjowfX0sIklzVmlzaWJsZSI6dHJ1ZSwiV2lkdGgiOjAuMCwiSGVpZ2h0IjowLjAsIkJvcmRlclN0eWxlIjp7IiRpZCI6IjkyNyIsIkxpbmVDb2xvciI6bnVsbCwiTGluZVdlaWdodCI6MC4wLCJMaW5lVHlwZSI6MCwiUGFyZW50U3R5bGUiOm51bGx9LCJQYXJlbnRTdHlsZSI6bnVsbH0sIlBhcmVudFN0eWxlIjpudWxsfSwiUGFyZW50U3R5bGUiOm51bGx9LCJEZWZhdWx0U3dpbWxhbmVBY3Rpdml0eVN0eWxlIjp7IiRpZCI6IjkyOCIsIkhlYWRlclN0eWxlIjp7IiRpZCI6IjkyOSIsIlRleHRTdHlsZSI6eyIkaWQiOiI5MzAiLCJGb250U2V0dGluZ3MiOnsiJGlkIjoiOTMxIiwiRm9udFNpemUiOjExLCJGb250TmFtZSI6IkNhbGlicmkiLCJJc0JvbGQiOmZhbHNlLCJJc0l0YWxpYyI6ZmFsc2UsIklzVW5kZXJsaW5lZCI6ZmFsc2UsIlBhcmVudFN0eWxlIjpudWxsfSwiQXV0b1NpemUiOjIsIkZvcmVncm91bmQiOnsiJGlkIjoiOTMyIiwiQ29sb3IiOnsiJGlkIjoiOTM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OTM0IiwiVG9wIjowLjAsIkxlZnQiOjAuMCwiUmlnaHQiOjAuMCwiQm90dG9tIjowLjB9LCJQYWRkaW5nIjp7IiRpZCI6IjkzNSIsIlRvcCI6MC4wLCJMZWZ0IjowLjAsIlJpZ2h0IjowLjAsIkJvdHRvbSI6MC4wfSwiQmFja2dyb3VuZCI6eyIkaWQiOiI5MzYiLCJDb2xvciI6eyIkaWQiOiI5MzciLCJBIjoyNTUsIlIiOjAsIkciOjAsIkIiOjB9fSwiSXNWaXNpYmxlIjp0cnVlLCJXaWR0aCI6MC4wLCJIZWlnaHQiOjAuMCwiQm9yZGVyU3R5bGUiOm51bGwsIlBhcmVudFN0eWxlIjpudWxsfSwiUmVjdGFuZ2xlU3R5bGUiOnsiJGlkIjoiOTM4IiwiTWFyZ2luIjp7IiRpZCI6IjkzOSIsIlRvcCI6MC4wLCJMZWZ0IjowLjAsIlJpZ2h0IjowLjAsIkJvdHRvbSI6MC4wfSwiUGFkZGluZyI6eyIkaWQiOiI5NDAiLCJUb3AiOjAuMCwiTGVmdCI6MC4wLCJSaWdodCI6MC4wLCJCb3R0b20iOjAuMH0sIkJhY2tncm91bmQiOnsiJGlkIjoiOTQxIiwiQ29sb3IiOnsiJGlkIjoiOTQyIiwiQSI6NjMsIlIiOjI1LCJHIjoxMDcsIkIiOjM2fX0sIklzVmlzaWJsZSI6dHJ1ZSwiV2lkdGgiOjAuMCwiSGVpZ2h0IjowLjAsIkJvcmRlclN0eWxlIjp7IiRpZCI6Ijk0MyIsIkxpbmVDb2xvciI6eyIkaWQiOiI5NDQiLCIkdHlwZSI6Ik5MUkUuQ29tbW9uLkRvbS5Tb2xpZENvbG9yQnJ1c2gsIE5MUkUuQ29tbW9uIiwiQ29sb3IiOnsiJGlkIjoiOTQ1IiwiQSI6MjU1LCJSIjoyNTUsIkciOjI1NSwiQiI6MjU1fX0sIkxpbmVXZWlnaHQiOjAuMCwiTGluZVR5cGUiOjAsIlBhcmVudFN0eWxlIjpudWxsfSwiUGFyZW50U3R5bGUiOm51bGx9LCJNYXJnaW4iOnsiJGlkIjoiOTQ2IiwiVG9wIjowLjAsIkxlZnQiOjAuMCwiUmlnaHQiOjAuMCwiQm90dG9tIjowLjB9LCJQYWRkaW5nIjp7IiRpZCI6Ijk0NyIsIlRvcCI6MC4wLCJMZWZ0IjowLjAsIlJpZ2h0IjowLjAsIkJvdHRvbSI6MC4wfSwiQmFja2dyb3VuZCI6bnVsbCwiSXNWaXNpYmxlIjp0cnVlLCJXaWR0aCI6MC4wLCJIZWlnaHQiOjAuMCwiQm9yZGVyU3R5bGUiOm51bGwsIlBhcmVudFN0eWxlIjpudWxsfSwiQmFja2dyb3VuZFN0eWxlIjp7IiRpZCI6Ijk0OCIsIk1hcmdpbiI6eyIkaWQiOiI5NDkiLCJUb3AiOjAuMCwiTGVmdCI6MC4wLCJSaWdodCI6MC4wLCJCb3R0b20iOjAuMH0sIlBhZGRpbmciOnsiJGlkIjoiOTUwIiwiVG9wIjowLjAsIkxlZnQiOjAuMCwiUmlnaHQiOjAuMCwiQm90dG9tIjowLjB9LCJCYWNrZ3JvdW5kIjp7IiRpZCI6Ijk1MSIsIkNvbG9yIjp7IiRpZCI6Ijk1MiIsIkEiOjUxLCJSIjoyMDAsIkciOjIwMCwiQiI6MjAwfX0sIklzVmlzaWJsZSI6dHJ1ZSwiV2lkdGgiOjAuMCwiSGVpZ2h0IjowLjAsIkJvcmRlclN0eWxlIjp7IiRpZCI6Ijk1MyIsIkxpbmVDb2xvciI6eyIkaWQiOiI5NTQiLCIkdHlwZSI6Ik5MUkUuQ29tbW9uLkRvbS5Tb2xpZENvbG9yQnJ1c2gsIE5MUkUuQ29tbW9uIiwiQ29sb3IiOnsiJGlkIjoiOTU1IiwiQSI6MjU1LCJSIjoyMzQsIkciOjIyLCJCIjozMH19LCJMaW5lV2VpZ2h0IjowLjAsIkxpbmVUeXBlIjowLCJQYXJlbnRTdHlsZSI6bnVsbH0sIlBhcmVudFN0eWxlIjpudWxsfSwiTWFyZ2luIjp7IiRpZCI6Ijk1NiIsIlRvcCI6MC4wLCJMZWZ0IjowLjAsIlJpZ2h0IjowLjAsIkJvdHRvbSI6MC4wfSwiUGFkZGluZyI6eyIkaWQiOiI5NTciLCJUb3AiOjAuMCwiTGVmdCI6MC4wLCJSaWdodCI6MC4wLCJCb3R0b20iOjAuMH0sIklzVmlzaWJsZSI6dHJ1ZSwiV2lkdGgiOjAuMCwiSGVpZ2h0IjowLjAsIkJvcmRlclN0eWxlIjp7IiRpZCI6Ijk1OCIsIkxpbmVDb2xvciI6bnVsbCwiTGluZVdlaWdodCI6MC4wLCJMaW5lVHlwZSI6MCwiUGFyZW50U3R5bGUiOm51bGx9LCJQYXJlbnRTdHlsZSI6bnVsbH0sIk1hcmdpbiI6eyIkaWQiOiI5NTkiLCJUb3AiOjAuMCwiTGVmdCI6MC4wLCJSaWdodCI6MC4wLCJCb3R0b20iOjAuMH0sIlBhZGRpbmciOnsiJGlkIjoiOTYwIiwiVG9wIjowLjAsIkxlZnQiOjAuMCwiUmlnaHQiOjAuMCwiQm90dG9tIjowLjB9LCJJc1Zpc2libGUiOnRydWUsIldpZHRoIjowLjAsIkhlaWdodCI6MC4wLCJCb3JkZXJTdHlsZSI6eyIkaWQiOiI5NjEiLCJMaW5lQ29sb3IiOm51bGwsIkxpbmVXZWlnaHQiOjAuMCwiTGluZVR5cGUiOjAsIlBhcmVudFN0eWxlIjpudWxsfSwiUGFyZW50U3R5bGUiOm51bGx9LHsiJGlkIjoiOTYyIiwiU3R5bGVJZCI6IjA3MDJkZWE4LWMxMTQtNGQ3MS1iZTQwLWNkMzA2MmM0Njk3MCIsIkhlYWRlclN0eWxlIjp7IiRpZCI6Ijk2MyIsIlRleHRJc1ZlcnRpY2FsIjpmYWxzZSwiVGV4dFN0eWxlIjp7IiRpZCI6Ijk2NCIsIkZvbnRTZXR0aW5ncyI6eyIkaWQiOiI5NjUiLCJGb250U2l6ZSI6MTEsIkZvbnROYW1lIjoiQ2FsaWJyaSIsIklzQm9sZCI6ZmFsc2UsIklzSXRhbGljIjpmYWxzZSwiSXNVbmRlcmxpbmVkIjpmYWxzZSwiUGFyZW50U3R5bGUiOm51bGx9LCJBdXRvU2l6ZSI6MiwiRm9yZWdyb3VuZCI6eyIkaWQiOiI5NjYiLCJDb2xvciI6eyIkaWQiOiI5Njc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5NjgiLCJUb3AiOjAuMCwiTGVmdCI6MC4wLCJSaWdodCI6MC4wLCJCb3R0b20iOjAuMH0sIlBhZGRpbmciOnsiJGlkIjoiOTY5IiwiVG9wIjowLjAsIkxlZnQiOjAuMCwiUmlnaHQiOjAuMCwiQm90dG9tIjowLjB9LCJCYWNrZ3JvdW5kIjp7IiRpZCI6Ijk3MCIsIkNvbG9yIjp7IiRpZCI6Ijk3MSIsIkEiOjI1NSwiUiI6MjU1LCJHIjoyNTUsIkIiOjI1NX19LCJJc1Zpc2libGUiOnRydWUsIldpZHRoIjowLjAsIkhlaWdodCI6MC4wLCJCb3JkZXJTdHlsZSI6bnVsbCwiUGFyZW50U3R5bGUiOm51bGx9LCJSZWN0YW5nbGVTdHlsZSI6eyIkaWQiOiI5NzIiLCJNYXJnaW4iOnsiJGlkIjoiOTczIiwiVG9wIjowLjAsIkxlZnQiOjAuMCwiUmlnaHQiOjAuMCwiQm90dG9tIjowLjB9LCJQYWRkaW5nIjp7IiRpZCI6Ijk3NCIsIlRvcCI6MC4wLCJMZWZ0IjowLjAsIlJpZ2h0IjowLjAsIkJvdHRvbSI6MC4wfSwiQmFja2dyb3VuZCI6eyIkaWQiOiI5NzUiLCJDb2xvciI6eyIkaWQiOiI5NzYiLCJBIjoyNTUsIlIiOjE1LCJHIjoxNTgsIkIiOjIxM319LCJJc1Zpc2libGUiOnRydWUsIldpZHRoIjowLjAsIkhlaWdodCI6MC4wLCJCb3JkZXJTdHlsZSI6eyIkaWQiOiI5NzciLCJMaW5lQ29sb3IiOnsiJGlkIjoiOTc4IiwiJHR5cGUiOiJOTFJFLkNvbW1vbi5Eb20uU29saWRDb2xvckJydXNoLCBOTFJFLkNvbW1vbiIsIkNvbG9yIjp7IiRpZCI6Ijk3OSIsIkEiOjI1NSwiUiI6MjU1LCJHIjoyNTUsIkIiOjI1NX19LCJMaW5lV2VpZ2h0IjowLjAsIkxpbmVUeXBlIjowLCJQYXJlbnRTdHlsZSI6bnVsbH0sIlBhcmVudFN0eWxlIjpudWxsfSwiTWFyZ2luIjp7IiRpZCI6Ijk4MCIsIlRvcCI6MC4wLCJMZWZ0IjowLjAsIlJpZ2h0IjowLjAsIkJvdHRvbSI6MC4wfSwiUGFkZGluZyI6eyIkaWQiOiI5ODEiLCJUb3AiOjAuMCwiTGVmdCI6MC4wLCJSaWdodCI6MC4wLCJCb3R0b20iOjAuMH0sIkJhY2tncm91bmQiOm51bGwsIklzVmlzaWJsZSI6dHJ1ZSwiV2lkdGgiOjAuMCwiSGVpZ2h0IjowLjAsIkJvcmRlclN0eWxlIjpudWxsLCJQYXJlbnRTdHlsZSI6bnVsbH0sIkJhY2tncm91bmRTdHlsZSI6eyIkaWQiOiI5ODIiLCJNYXJnaW4iOnsiJGlkIjoiOTgzIiwiVG9wIjowLjAsIkxlZnQiOjAuMCwiUmlnaHQiOjAuMCwiQm90dG9tIjowLjB9LCJQYWRkaW5nIjp7IiRpZCI6Ijk4NCIsIlRvcCI6MC4wLCJMZWZ0IjowLjAsIlJpZ2h0IjowLjAsIkJvdHRvbSI6MC4wfSwiQmFja2dyb3VuZCI6eyIkaWQiOiI5ODUiLCJDb2xvciI6eyIkaWQiOiI5ODYiLCJBIjo1MSwiUiI6MjAwLCJHIjoyMDAsIkIiOjIwMH19LCJJc1Zpc2libGUiOnRydWUsIldpZHRoIjowLjAsIkhlaWdodCI6MC4wLCJCb3JkZXJTdHlsZSI6eyIkaWQiOiI5ODciLCJMaW5lQ29sb3IiOnsiJGlkIjoiOTg4IiwiJHR5cGUiOiJOTFJFLkNvbW1vbi5Eb20uU29saWRDb2xvckJydXNoLCBOTFJFLkNvbW1vbiIsIkNvbG9yIjp7IiRpZCI6Ijk4OSIsIkEiOjI1NSwiUiI6MjM0LCJHIjoyMiwiQiI6MzB9fSwiTGluZVdlaWdodCI6MC4wLCJMaW5lVHlwZSI6MCwiUGFyZW50U3R5bGUiOm51bGx9LCJQYXJlbnRTdHlsZSI6bnVsbH0sIklzQWJvdmVUaW1lYmFuZCI6ZmFsc2UsIlNwYWNpbmciOjMsIkRlZmF1bHRTd2ltbGFuZVRhc2tTdHlsZSI6eyIkaWQiOiI5OTAiLCIkdHlwZSI6Ik5MUkUuQ29tbW9uLkRvbS5TdHlsZXMuRXhwbGljaXRTZXRhYmxlVGFza1N0eWxlLCBOTFJFLkNvbW1vbiIsIlNoYXBlIjoxLCJTaGFwZVRoaWNrbmVzcyI6MCwiRHVyYXRpb25Gb3JtYXQiOjAsIkluY2x1ZGVOb25Xb3JraW5nRGF5c0luRHVyYXRpb24iOmZhbHNlLCJQZXJjZW50YWdlQ29tcGxldGVTdHlsZSI6eyIkaWQiOiI5OTEiLCJGb250U2V0dGluZ3MiOnsiJGlkIjoiOTkyIiwiRm9udFNpemUiOjEwLCJGb250TmFtZSI6IkNhbGlicmkiLCJJc0JvbGQiOmZhbHNlLCJJc0l0YWxpYyI6ZmFsc2UsIklzVW5kZXJsaW5lZCI6ZmFsc2UsIlBhcmVudFN0eWxlIjpudWxsfSwiQXV0b1NpemUiOjAsIkZvcmVncm91bmQiOnsiJGlkIjoiOTkzIiwiQ29sb3IiOnsiJGlkIjoiOTk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k5NSIsIlRvcCI6MC4wLCJMZWZ0IjowLjAsIlJpZ2h0IjowLjAsIkJvdHRvbSI6MC4wfSwiUGFkZGluZyI6eyIkaWQiOiI5OTYiLCJUb3AiOjAuMCwiTGVmdCI6MC4wLCJSaWdodCI6MC4wLCJCb3R0b20iOjAuMH0sIkJhY2tncm91bmQiOnsiJGlkIjoiOTk3IiwiQ29sb3IiOnsiJGlkIjoiOTk4IiwiQSI6ODksIlIiOjAsIkciOjAsIkIiOjB9fSwiSXNWaXNpYmxlIjp0cnVlLCJXaWR0aCI6MC4wLCJIZWlnaHQiOjAuMCwiQm9yZGVyU3R5bGUiOnsiJGlkIjoiOTk5IiwiTGluZUNvbG9yIjpudWxsLCJMaW5lV2VpZ2h0IjowLjAsIkxpbmVUeXBlIjowLCJQYXJlbnRTdHlsZSI6bnVsbH0sIlBhcmVudFN0eWxlIjpudWxsfSwiRHVyYXRpb25TdHlsZSI6eyIkaWQiOiIxMDAwIiwiRm9udFNldHRpbmdzIjp7IiRpZCI6IjEwMDEiLCJGb250U2l6ZSI6MTAsIkZvbnROYW1lIjoiQ2FsaWJyaSIsIklzQm9sZCI6ZmFsc2UsIklzSXRhbGljIjpmYWxzZSwiSXNVbmRlcmxpbmVkIjpmYWxzZSwiUGFyZW50U3R5bGUiOm51bGx9LCJBdXRvU2l6ZSI6MCwiRm9yZWdyb3VuZCI6eyIkaWQiOiIxMDAyIiwiQ29sb3IiOnsiJGlkIjoiMTAw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wMDQiLCJUb3AiOjAuMCwiTGVmdCI6MC4wLCJSaWdodCI6MC4wLCJCb3R0b20iOjAuMH0sIlBhZGRpbmciOnsiJGlkIjoiMTAwNSIsIlRvcCI6MC4wLCJMZWZ0IjowLjAsIlJpZ2h0IjowLjAsIkJvdHRvbSI6MC4wfSwiQmFja2dyb3VuZCI6eyIkaWQiOiIxMDA2IiwiQ29sb3IiOnsiJGlkIjoiMTAwNyIsIkEiOjI1NSwiUiI6MjM3LCJHIjoxMjUsIkIiOjQ5fX0sIklzVmlzaWJsZSI6dHJ1ZSwiV2lkdGgiOjAuMCwiSGVpZ2h0IjowLjAsIkJvcmRlclN0eWxlIjp7IiRpZCI6IjEwMDgiLCJMaW5lQ29sb3IiOm51bGwsIkxpbmVXZWlnaHQiOjAuMCwiTGluZVR5cGUiOjAsIlBhcmVudFN0eWxlIjpudWxsfSwiUGFyZW50U3R5bGUiOm51bGx9LCJIb3Jpem9udGFsQ29ubmVjdG9yU3R5bGUiOnsiJGlkIjoiMTAwOSIsIkxpbmVDb2xvciI6eyIkaWQiOiIxMDEwIiwiJHR5cGUiOiJOTFJFLkNvbW1vbi5Eb20uU29saWRDb2xvckJydXNoLCBOTFJFLkNvbW1vbiIsIkNvbG9yIjp7IiRpZCI6IjEwMTEiLCJBIjoyNTUsIlIiOjAsIkciOjAsIkIiOjB9fSwiTGluZVdlaWdodCI6MC4wLCJMaW5lVHlwZSI6MCwiUGFyZW50U3R5bGUiOm51bGx9LCJWZXJ0aWNhbENvbm5lY3RvclN0eWxlIjp7IiRpZCI6IjEwMTIiLCJMaW5lQ29sb3IiOnsiJGlkIjoiMTAxMyIsIiR0eXBlIjoiTkxSRS5Db21tb24uRG9tLlNvbGlkQ29sb3JCcnVzaCwgTkxSRS5Db21tb24iLCJDb2xvciI6eyIkaWQiOiIxMDE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MTAxNSIsIlNoYXBlU3R5bGUiOnsiJGlkIjoiMTAxNiIsIk1hcmdpbiI6eyIkaWQiOiIxMDE3IiwiVG9wIjowLjAsIkxlZnQiOjAuMCwiUmlnaHQiOjAuMCwiQm90dG9tIjowLjB9LCJQYWRkaW5nIjp7IiRpZCI6IjEwMTgiLCJUb3AiOjAuMCwiTGVmdCI6MC4wLCJSaWdodCI6MC4wLCJCb3R0b20iOjAuMH0sIkJhY2tncm91bmQiOnsiJGlkIjoiMTAxOSIsIkNvbG9yIjp7IiRpZCI6IjEwMjAiLCJBIjoxNTMsIlIiOjAsIkciOjAsIkIiOjB9fSwiSXNWaXNpYmxlIjp0cnVlLCJXaWR0aCI6MC4wLCJIZWlnaHQiOjAuMCwiQm9yZGVyU3R5bGUiOnsiJGlkIjoiMTAyMSIsIkxpbmVDb2xvciI6eyIkaWQiOiIxMDIyIiwiJHR5cGUiOiJOTFJFLkNvbW1vbi5Eb20uU29saWRDb2xvckJydXNoLCBOTFJFLkNvbW1vbiIsIkNvbG9yIjp7IiRpZCI6IjEwMjMiLCJBIjoyNTUsIlIiOjI1NSwiRyI6MCwiQiI6MH19LCJMaW5lV2VpZ2h0IjowLjAsIkxpbmVUeXBlIjowLCJQYXJlbnRTdHlsZSI6bnVsbH0sIlBhcmVudFN0eWxlIjpudWxsfSwiTWFyZ2luIjp7IiRpZCI6IjEwMjQiLCJUb3AiOjAuMCwiTGVmdCI6MC4wLCJSaWdodCI6MC4wLCJCb3R0b20iOjAuMH0sIlBhZGRpbmciOnsiJGlkIjoiMTAyNSIsIlRvcCI6MC4wLCJMZWZ0IjowLjAsIlJpZ2h0IjowLjAsIkJvdHRvbSI6MC4wfSwiQmFja2dyb3VuZCI6bnVsbCwiSXNWaXNpYmxlIjp0cnVlLCJXaWR0aCI6MC4wLCJIZWlnaHQiOjAuMCwiQm9yZGVyU3R5bGUiOm51bGwsIlBhcmVudFN0eWxlIjpudWxsfSwiU2hhcGVTdHlsZSI6eyIkaWQiOiIxMDI2IiwiTWFyZ2luIjp7IiRpZCI6IjEwMjciLCJUb3AiOjAuMCwiTGVmdCI6NC4wLCJSaWdodCI6NC4wLCJCb3R0b20iOjAuMH0sIlBhZGRpbmciOnsiJGlkIjoiMTAyOCIsIlRvcCI6MC4wLCJMZWZ0IjowLjAsIlJpZ2h0IjowLjAsIkJvdHRvbSI6MC4wfSwiQmFja2dyb3VuZCI6eyIkaWQiOiIxMDI5IiwiQ29sb3IiOnsiJGlkIjoiMTAzMCIsIkEiOjI1NSwiUiI6MTUsIkciOjE1OCwiQiI6MjEzfX0sIklzVmlzaWJsZSI6dHJ1ZSwiV2lkdGgiOjAuMCwiSGVpZ2h0IjoxMC4wLCJCb3JkZXJTdHlsZSI6eyIkaWQiOiIxMDMxIiwiTGluZUNvbG9yIjp7IiRpZCI6IjEwMzIiLCIkdHlwZSI6Ik5MUkUuQ29tbW9uLkRvbS5Tb2xpZENvbG9yQnJ1c2gsIE5MUkUuQ29tbW9uIiwiQ29sb3IiOnsiJGlkIjoiMTAzMyIsIkEiOjI1NSwiUiI6MjM0LCJHIjoyMiwiQiI6MzB9fSwiTGluZVdlaWdodCI6MC4wLCJMaW5lVHlwZSI6MCwiUGFyZW50U3R5bGUiOm51bGx9LCJQYXJlbnRTdHlsZSI6bnVsbH0sIlRpdGxlU3R5bGUiOnsiJGlkIjoiMTAzNCIsIkZvbnRTZXR0aW5ncyI6eyIkaWQiOiIxMDM1IiwiRm9udFNpemUiOjExLCJGb250TmFtZSI6IkNhbGlicmkiLCJJc0JvbGQiOmZhbHNlLCJJc0l0YWxpYyI6ZmFsc2UsIklzVW5kZXJsaW5lZCI6ZmFsc2UsIlBhcmVudFN0eWxlIjpudWxsfSwiQXV0b1NpemUiOjAsIkZvcmVncm91bmQiOnsiJGlkIjoiMTAzNiIsIkNvbG9yIjp7IiRpZCI6IjEwMz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AzOCIsIlRvcCI6MC4wLCJMZWZ0IjowLjAsIlJpZ2h0IjowLjAsIkJvdHRvbSI6MC4wfSwiUGFkZGluZyI6eyIkaWQiOiIxMDM5IiwiVG9wIjowLjAsIkxlZnQiOjAuMCwiUmlnaHQiOjAuMCwiQm90dG9tIjowLjB9LCJCYWNrZ3JvdW5kIjp7IiRpZCI6IjEwNDAiLCJDb2xvciI6eyIkaWQiOiIxMDQxIiwiQSI6MjU1LCJSIjowLCJHIjowLCJCIjowfX0sIklzVmlzaWJsZSI6dHJ1ZSwiV2lkdGgiOjAuMCwiSGVpZ2h0IjowLjAsIkJvcmRlclN0eWxlIjp7IiRpZCI6IjEwNDIiLCJMaW5lQ29sb3IiOm51bGwsIkxpbmVXZWlnaHQiOjAuMCwiTGluZVR5cGUiOjAsIlBhcmVudFN0eWxlIjpudWxsfSwiUGFyZW50U3R5bGUiOm51bGx9LCJEYXRlU3R5bGUiOnsiJGlkIjoiMTA0MyIsIkZvbnRTZXR0aW5ncyI6eyIkaWQiOiIxMDQ0IiwiRm9udFNpemUiOjEwLCJGb250TmFtZSI6IkNhbGlicmkiLCJJc0JvbGQiOmZhbHNlLCJJc0l0YWxpYyI6ZmFsc2UsIklzVW5kZXJsaW5lZCI6ZmFsc2UsIlBhcmVudFN0eWxlIjpudWxsfSwiQXV0b1NpemUiOjAsIkZvcmVncm91bmQiOnsiJGlkIjoiMTA0NSIsIkNvbG9yIjp7IiRpZCI6IjEwND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MTA0NyIsIlRvcCI6MC4wLCJMZWZ0IjowLjAsIlJpZ2h0IjowLjAsIkJvdHRvbSI6MC4wfSwiUGFkZGluZyI6eyIkaWQiOiIxMDQ4IiwiVG9wIjowLjAsIkxlZnQiOjAuMCwiUmlnaHQiOjAuMCwiQm90dG9tIjowLjB9LCJCYWNrZ3JvdW5kIjp7IiRpZCI6IjEwNDkiLCJDb2xvciI6eyIkaWQiOiIxMDUwIiwiQSI6MjU1LCJSIjoxNCwiRyI6NDAsIkIiOjY1fX0sIklzVmlzaWJsZSI6dHJ1ZSwiV2lkdGgiOjAuMCwiSGVpZ2h0IjowLjAsIkJvcmRlclN0eWxlIjp7IiRpZCI6IjEwNTEiLCJMaW5lQ29sb3IiOm51bGwsIkxpbmVXZWlnaHQiOjAuMCwiTGluZVR5cGUiOjAsIlBhcmVudFN0eWxlIjpudWxsfSwiUGFyZW50U3R5bGUiOm51bGx9LCJEYXRlRm9ybWF0Ijp7IiRpZCI6IjEwNT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A1MyIsIkZvcm1hdCI6MCwiSXNWaXNpYmxlIjpmYWxzZSwiTGFzdEtub3duVmlzaWJpbGl0eVN0YXRlIjpmYWxzZX0sIklzVmlzaWJsZSI6dHJ1ZSwiVmFyaWFuY2VTdHlsZSI6eyIkaWQiOiIxMDU0IiwiVGV4dFN0eWxlIjp7IiRpZCI6IjEwNTUiLCJGb250U2V0dGluZ3MiOnsiJGlkIjoiMTA1NiIsIkZvbnRTaXplIjoxMCwiRm9udE5hbWUiOiJDYWxpYnJpIiwiSXNCb2xkIjpmYWxzZSwiSXNJdGFsaWMiOmZhbHNlLCJJc1VuZGVybGluZWQiOmZhbHNlLCJQYXJlbnRTdHlsZSI6bnVsbH0sIkF1dG9TaXplIjowLCJGb3JlZ3JvdW5kIjp7IiRpZCI6IjEwNTciLCJDb2xvciI6eyIkaWQiOiIxMDU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wNTkiLCJUb3AiOjAuMCwiTGVmdCI6MC4wLCJSaWdodCI6MC4wLCJCb3R0b20iOjAuMH0sIlBhZGRpbmciOnsiJGlkIjoiMTA2MCIsIlRvcCI6MC4wLCJMZWZ0IjowLjAsIlJpZ2h0IjowLjAsIkJvdHRvbSI6MC4wfSwiQmFja2dyb3VuZCI6eyIkaWQiOiIxMDYxIiwiQ29sb3IiOnsiJGlkIjoiMTA2MiIsIkEiOjI1NSwiUiI6MCwiRyI6MCwiQiI6MH19LCJJc1Zpc2libGUiOnRydWUsIldpZHRoIjowLjAsIkhlaWdodCI6MC4wLCJCb3JkZXJTdHlsZSI6eyIkaWQiOiIxMDYzIiwiTGluZUNvbG9yIjpudWxsLCJMaW5lV2VpZ2h0IjowLjAsIkxpbmVUeXBlIjowLCJQYXJlbnRTdHlsZSI6bnVsbH0sIlBhcmVudFN0eWxlIjpudWxsfSwiUGFyZW50U3R5bGUiOm51bGx9LCJQYXJlbnRTdHlsZSI6bnVsbCwiX2V4cGxpY2l0bHlTZXQiOnsiJGlkIjoiMTA2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EwNjUiLCJTaGFwZSI6MSwiQ29ubmVjdG9yTWFyZ2luIjp7IiRpZCI6IjEwNjYiLCJUb3AiOjAuMCwiTGVmdCI6Mi4wLCJSaWdodCI6Mi4wLCJCb3R0b20iOjAuMH0sIkNvbm5lY3RvclN0eWxlIjp7IiRpZCI6IjEwNjciLCJMaW5lQ29sb3IiOnsiJGlkIjoiMTA2OCIsIiR0eXBlIjoiTkxSRS5Db21tb24uRG9tLlNvbGlkQ29sb3JCcnVzaCwgTkxSRS5Db21tb24iLCJDb2xvciI6eyIkaWQiOiIxMDY5IiwiQSI6MTI3LCJSIjoxMSwiRyI6MTE4LCJCIjoxNTl9fSwiTGluZVdlaWdodCI6MS4wLCJMaW5lVHlwZSI6MCwiUGFyZW50U3R5bGUiOm51bGx9LCJJc0JlbG93VGltZWJhbmQiOmZhbHNlLCJQb3NpdGlvbk9uVGFzayI6MSwiSGlkZURhdGUiOmZhbHNlLCJTaGFwZVNpemUiOjAsIlNwYWNpbmciOjAuMCwiUGFkZGluZyI6eyIkaWQiOiIxMDcwIiwiVG9wIjo1LjAsIkxlZnQiOjMuMCwiUmlnaHQiOjAuMCwiQm90dG9tIjoyLjB9LCJTaGFwZVN0eWxlIjp7IiRpZCI6IjEwNzEiLCJNYXJnaW4iOnsiJGlkIjoiMTA3MiIsIlRvcCI6MC4wLCJMZWZ0IjowLjAsIlJpZ2h0IjowLjAsIkJvdHRvbSI6MC4wfSwiUGFkZGluZyI6eyIkaWQiOiIxMDczIiwiVG9wIjowLjAsIkxlZnQiOjAuMCwiUmlnaHQiOjAuMCwiQm90dG9tIjowLjB9LCJCYWNrZ3JvdW5kIjp7IiRpZCI6IjEwNzQiLCJDb2xvciI6eyIkaWQiOiIxMDc1IiwiQSI6MjU1LCJSIjoxMSwiRyI6MTE4LCJCIjoxNTl9fSwiSXNWaXNpYmxlIjp0cnVlLCJXaWR0aCI6MTIuMCwiSGVpZ2h0IjoxNC4wLCJCb3JkZXJTdHlsZSI6eyIkaWQiOiIxMDc2IiwiTGluZUNvbG9yIjp7IiRpZCI6IjEwNzciLCIkdHlwZSI6Ik5MUkUuQ29tbW9uLkRvbS5Tb2xpZENvbG9yQnJ1c2gsIE5MUkUuQ29tbW9uIiwiQ29sb3IiOnsiJGlkIjoiMTA3OCIsIkEiOjI1NSwiUiI6MjU1LCJHIjowLCJCIjowfX0sIkxpbmVXZWlnaHQiOjAuMCwiTGluZVR5cGUiOjAsIlBhcmVudFN0eWxlIjpudWxsfSwiUGFyZW50U3R5bGUiOm51bGx9LCJUaXRsZVN0eWxlIjp7IiRpZCI6IjEwNzkiLCJGb250U2V0dGluZ3MiOnsiJGlkIjoiMTA4MCIsIkZvbnRTaXplIjoxMSwiRm9udE5hbWUiOiJDYWxpYnJpIiwiSXNCb2xkIjpmYWxzZSwiSXNJdGFsaWMiOmZhbHNlLCJJc1VuZGVybGluZWQiOmZhbHNlLCJQYXJlbnRTdHlsZSI6bnVsbH0sIkF1dG9TaXplIjowLCJGb3JlZ3JvdW5kIjp7IiRpZCI6IjEwODEiLCJDb2xvciI6eyIkaWQiOiIxMDg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EwODMiLCJUb3AiOjAuMCwiTGVmdCI6MC4wLCJSaWdodCI6MC4wLCJCb3R0b20iOjAuMH0sIlBhZGRpbmciOnsiJGlkIjoiMTA4NCIsIlRvcCI6MC4wLCJMZWZ0IjowLjAsIlJpZ2h0IjowLjAsIkJvdHRvbSI6MC4wfSwiQmFja2dyb3VuZCI6eyIkaWQiOiIxMDg1IiwiQ29sb3IiOnsiJGlkIjoiMTA4NiIsIkEiOjI1NSwiUiI6MCwiRyI6MCwiQiI6MH19LCJJc1Zpc2libGUiOnRydWUsIldpZHRoIjowLjAsIkhlaWdodCI6MC4wLCJCb3JkZXJTdHlsZSI6eyIkaWQiOiIxMDg3IiwiTGluZUNvbG9yIjpudWxsLCJMaW5lV2VpZ2h0IjowLjAsIkxpbmVUeXBlIjowLCJQYXJlbnRTdHlsZSI6bnVsbH0sIlBhcmVudFN0eWxlIjpudWxsfSwiRGF0ZVN0eWxlIjp7IiRpZCI6IjEwODgiLCJGb250U2V0dGluZ3MiOnsiJGlkIjoiMTA4OSIsIkZvbnRTaXplIjoxMCwiRm9udE5hbWUiOiJDYWxpYnJpIiwiSXNCb2xkIjpmYWxzZSwiSXNJdGFsaWMiOmZhbHNlLCJJc1VuZGVybGluZWQiOmZhbHNlLCJQYXJlbnRTdHlsZSI6bnVsbH0sIkF1dG9TaXplIjowLCJGb3JlZ3JvdW5kIjp7IiRpZCI6IjEwOTAiLCJDb2xvciI6eyIkaWQiOiIxMDk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EwOTIiLCJUb3AiOjAuMCwiTGVmdCI6MC4wLCJSaWdodCI6MC4wLCJCb3R0b20iOjAuMH0sIlBhZGRpbmciOnsiJGlkIjoiMTA5MyIsIlRvcCI6MC4wLCJMZWZ0IjowLjAsIlJpZ2h0IjowLjAsIkJvdHRvbSI6MC4wfSwiQmFja2dyb3VuZCI6eyIkaWQiOiIxMDk0IiwiQ29sb3IiOnsiJGlkIjoiMTA5NSIsIkEiOjI1NSwiUiI6MTQsIkciOjQwLCJCIjo2NX19LCJJc1Zpc2libGUiOnRydWUsIldpZHRoIjowLjAsIkhlaWdodCI6MC4wLCJCb3JkZXJTdHlsZSI6eyIkaWQiOiIxMDk2IiwiTGluZUNvbG9yIjpudWxsLCJMaW5lV2VpZ2h0IjowLjAsIkxpbmVUeXBlIjowLCJQYXJlbnRTdHlsZSI6bnVsbH0sIlBhcmVudFN0eWxlIjpudWxsfSwiRGF0ZUZvcm1hdCI6eyIkaWQiOiIxMDk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OTgiLCJGb3JtYXQiOjAsIklzVmlzaWJsZSI6ZmFsc2UsIkxhc3RLbm93blZpc2liaWxpdHlTdGF0ZSI6ZmFsc2V9LCJJc1Zpc2libGUiOmZhbHNlLCJWYXJpYW5jZVN0eWxlIjp7IiRpZCI6IjEwOTkiLCJUZXh0U3R5bGUiOnsiJGlkIjoiMTEwMCIsIkZvbnRTZXR0aW5ncyI6eyIkaWQiOiIxMTAxIiwiRm9udFNpemUiOjEwLCJGb250TmFtZSI6IkNhbGlicmkiLCJJc0JvbGQiOmZhbHNlLCJJc0l0YWxpYyI6ZmFsc2UsIklzVW5kZXJsaW5lZCI6ZmFsc2UsIlBhcmVudFN0eWxlIjpudWxsfSwiQXV0b1NpemUiOjAsIkZvcmVncm91bmQiOnsiJGlkIjoiMTEwMiIsIkNvbG9yIjp7IiRpZCI6IjExMD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EwNCIsIlRvcCI6MC4wLCJMZWZ0IjowLjAsIlJpZ2h0IjowLjAsIkJvdHRvbSI6MC4wfSwiUGFkZGluZyI6eyIkaWQiOiIxMTA1IiwiVG9wIjowLjAsIkxlZnQiOjAuMCwiUmlnaHQiOjAuMCwiQm90dG9tIjowLjB9LCJCYWNrZ3JvdW5kIjp7IiRpZCI6IjExMDYiLCJDb2xvciI6eyIkaWQiOiIxMTA3IiwiQSI6MjU1LCJSIjowLCJHIjowLCJCIjowfX0sIklzVmlzaWJsZSI6dHJ1ZSwiV2lkdGgiOjAuMCwiSGVpZ2h0IjowLjAsIkJvcmRlclN0eWxlIjp7IiRpZCI6IjExMDgiLCJMaW5lQ29sb3IiOm51bGwsIkxpbmVXZWlnaHQiOjAuMCwiTGluZVR5cGUiOjAsIlBhcmVudFN0eWxlIjpudWxsfSwiUGFyZW50U3R5bGUiOm51bGx9LCJQYXJlbnRTdHlsZSI6bnVsbH0sIlBhcmVudFN0eWxlIjpudWxsfSwiRGVmYXVsdFN3aW1sYW5lTWlsZXN0b25lU3R5bGUiOnsiJGlkIjoiMTEwOSIsIlRpdGxlUG9zaXRpb24iOiJMZWZ0IiwiRGF0ZVBvc2l0aW9uIjoiUmlnaHQiLCJWYXJpYW5jZVBvc2l0aW9uIjoiUmlnaHQiLCJTaGFwZVR5cGUiOjEsIlNoYXBlU2l6ZSI6MCwiU3BhY2luZyI6NSwiU2hhcGVTdHlsZSI6eyIkaWQiOiIxMTEwIiwiTWFyZ2luIjp7IiRpZCI6IjExMTEiLCJUb3AiOjAuMCwiTGVmdCI6MC4wLCJSaWdodCI6MC4wLCJCb3R0b20iOjAuMH0sIlBhZGRpbmciOnsiJGlkIjoiMTExMiIsIlRvcCI6MC4wLCJMZWZ0IjowLjAsIlJpZ2h0IjowLjAsIkJvdHRvbSI6MC4wfSwiQmFja2dyb3VuZCI6eyIkaWQiOiIxMTEzIiwiQ29sb3IiOnsiJGlkIjoiMTExNCIsIkEiOjI1NSwiUiI6MTUsIkciOjE1OCwiQiI6MjEzfX0sIklzVmlzaWJsZSI6dHJ1ZSwiV2lkdGgiOjEyLjAsIkhlaWdodCI6MTQuMCwiQm9yZGVyU3R5bGUiOnsiJGlkIjoiMTExNSIsIkxpbmVDb2xvciI6eyIkaWQiOiIxMTE2IiwiJHR5cGUiOiJOTFJFLkNvbW1vbi5Eb20uU29saWRDb2xvckJydXNoLCBOTFJFLkNvbW1vbiIsIkNvbG9yIjp7IiRpZCI6IjExMTciLCJBIjoyNTUsIlIiOjIzNCwiRyI6MjIsIkIiOjMwfX0sIkxpbmVXZWlnaHQiOjAuMCwiTGluZVR5cGUiOjAsIlBhcmVudFN0eWxlIjpudWxsfSwiUGFyZW50U3R5bGUiOm51bGx9LCJUaXRsZVN0eWxlIjp7IiRpZCI6IjExMTgiLCJGb250U2V0dGluZ3MiOnsiJGlkIjoiMTExOSIsIkZvbnRTaXplIjoxMSwiRm9udE5hbWUiOiJDYWxpYnJpIiwiSXNCb2xkIjpmYWxzZSwiSXNJdGFsaWMiOmZhbHNlLCJJc1VuZGVybGluZWQiOmZhbHNlLCJQYXJlbnRTdHlsZSI6bnVsbH0sIkF1dG9TaXplIjowLCJGb3JlZ3JvdW5kIjp7IiRpZCI6IjExMjAiLCJDb2xvciI6eyIkaWQiOiIxMTIx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ExMjIiLCJUb3AiOjAuMCwiTGVmdCI6MC4wLCJSaWdodCI6MC4wLCJCb3R0b20iOjAuMH0sIlBhZGRpbmciOnsiJGlkIjoiMTEyMyIsIlRvcCI6MC4wLCJMZWZ0IjowLjAsIlJpZ2h0IjowLjAsIkJvdHRvbSI6MC4wfSwiQmFja2dyb3VuZCI6eyIkaWQiOiIxMTI0IiwiQ29sb3IiOnsiJGlkIjoiMTEyNSIsIkEiOjI1NSwiUiI6MCwiRyI6MCwiQiI6MH19LCJJc1Zpc2libGUiOnRydWUsIldpZHRoIjowLjAsIkhlaWdodCI6MC4wLCJCb3JkZXJTdHlsZSI6eyIkaWQiOiIxMTI2IiwiTGluZUNvbG9yIjpudWxsLCJMaW5lV2VpZ2h0IjowLjAsIkxpbmVUeXBlIjowLCJQYXJlbnRTdHlsZSI6bnVsbH0sIlBhcmVudFN0eWxlIjpudWxsfSwiRGF0ZVN0eWxlIjp7IiRpZCI6IjExMjciLCJGb250U2V0dGluZ3MiOnsiJGlkIjoiMTEyOCIsIkZvbnRTaXplIjoxMCwiRm9udE5hbWUiOiJDYWxpYnJpIiwiSXNCb2xkIjpmYWxzZSwiSXNJdGFsaWMiOmZhbHNlLCJJc1VuZGVybGluZWQiOmZhbHNlLCJQYXJlbnRTdHlsZSI6bnVsbH0sIkF1dG9TaXplIjowLCJGb3JlZ3JvdW5kIjp7IiRpZCI6IjExMjkiLCJDb2xvciI6eyIkaWQiOiIxMTMw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xMzEiLCJUb3AiOjAuMCwiTGVmdCI6MC4wLCJSaWdodCI6MC4wLCJCb3R0b20iOjAuMH0sIlBhZGRpbmciOnsiJGlkIjoiMTEzMiIsIlRvcCI6MC4wLCJMZWZ0IjowLjAsIlJpZ2h0IjowLjAsIkJvdHRvbSI6MC4wfSwiQmFja2dyb3VuZCI6eyIkaWQiOiIxMTMzIiwiQ29sb3IiOnsiJGlkIjoiMTEzNCIsIkEiOjI1NSwiUiI6MTQsIkciOjQwLCJCIjo2NX19LCJJc1Zpc2libGUiOnRydWUsIldpZHRoIjowLjAsIkhlaWdodCI6MC4wLCJCb3JkZXJTdHlsZSI6eyIkaWQiOiIxMTM1IiwiTGluZUNvbG9yIjpudWxsLCJMaW5lV2VpZ2h0IjowLjAsIkxpbmVUeXBlIjowLCJQYXJlbnRTdHlsZSI6bnVsbH0sIlBhcmVudFN0eWxlIjpudWxsfSwiRGF0ZUZvcm1hdCI6eyIkaWQiOiIxMTM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xMzciLCJGb3JtYXQiOjAsIklzVmlzaWJsZSI6ZmFsc2UsIkxhc3RLbm93blZpc2liaWxpdHlTdGF0ZSI6ZmFsc2V9LCJJc1Zpc2libGUiOnRydWUsIlZhcmlhbmNlU3R5bGUiOnsiJGlkIjoiMTEzOCIsIlRleHRTdHlsZSI6eyIkaWQiOiIxMTM5IiwiRm9udFNldHRpbmdzIjp7IiRpZCI6IjExNDAiLCJGb250U2l6ZSI6MTAsIkZvbnROYW1lIjoiQ2FsaWJyaSIsIklzQm9sZCI6ZmFsc2UsIklzSXRhbGljIjpmYWxzZSwiSXNVbmRlcmxpbmVkIjpmYWxzZSwiUGFyZW50U3R5bGUiOm51bGx9LCJBdXRvU2l6ZSI6MCwiRm9yZWdyb3VuZCI6eyIkaWQiOiIxMTQxIiwiQ29sb3IiOnsiJGlkIjoiMTE0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TQzIiwiVG9wIjowLjAsIkxlZnQiOjAuMCwiUmlnaHQiOjAuMCwiQm90dG9tIjowLjB9LCJQYWRkaW5nIjp7IiRpZCI6IjExNDQiLCJUb3AiOjAuMCwiTGVmdCI6MC4wLCJSaWdodCI6MC4wLCJCb3R0b20iOjAuMH0sIkJhY2tncm91bmQiOnsiJGlkIjoiMTE0NSIsIkNvbG9yIjp7IiRpZCI6IjExNDYiLCJBIjoyNTUsIlIiOjAsIkciOjAsIkIiOjB9fSwiSXNWaXNpYmxlIjp0cnVlLCJXaWR0aCI6MC4wLCJIZWlnaHQiOjAuMCwiQm9yZGVyU3R5bGUiOnsiJGlkIjoiMTE0NyIsIkxpbmVDb2xvciI6bnVsbCwiTGluZVdlaWdodCI6MC4wLCJMaW5lVHlwZSI6MCwiUGFyZW50U3R5bGUiOm51bGx9LCJQYXJlbnRTdHlsZSI6bnVsbH0sIlBhcmVudFN0eWxlIjpudWxsfSwiUGFyZW50U3R5bGUiOm51bGx9LCJEZWZhdWx0U3dpbWxhbmVBY3Rpdml0eVN0eWxlIjp7IiRpZCI6IjExNDgiLCJIZWFkZXJTdHlsZSI6eyIkaWQiOiIxMTQ5IiwiVGV4dFN0eWxlIjp7IiRpZCI6IjExNTAiLCJGb250U2V0dGluZ3MiOnsiJGlkIjoiMTE1MSIsIkZvbnRTaXplIjoxMSwiRm9udE5hbWUiOiJDYWxpYnJpIiwiSXNCb2xkIjpmYWxzZSwiSXNJdGFsaWMiOmZhbHNlLCJJc1VuZGVybGluZWQiOmZhbHNlLCJQYXJlbnRTdHlsZSI6bnVsbH0sIkF1dG9TaXplIjoyLCJGb3JlZ3JvdW5kIjp7IiRpZCI6IjExNTIiLCJDb2xvciI6eyIkaWQiOiIxMTU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MTE1NCIsIlRvcCI6MC4wLCJMZWZ0IjowLjAsIlJpZ2h0IjowLjAsIkJvdHRvbSI6MC4wfSwiUGFkZGluZyI6eyIkaWQiOiIxMTU1IiwiVG9wIjowLjAsIkxlZnQiOjAuMCwiUmlnaHQiOjAuMCwiQm90dG9tIjowLjB9LCJCYWNrZ3JvdW5kIjp7IiRpZCI6IjExNTYiLCJDb2xvciI6eyIkaWQiOiIxMTU3IiwiQSI6MjU1LCJSIjowLCJHIjowLCJCIjowfX0sIklzVmlzaWJsZSI6dHJ1ZSwiV2lkdGgiOjAuMCwiSGVpZ2h0IjowLjAsIkJvcmRlclN0eWxlIjpudWxsLCJQYXJlbnRTdHlsZSI6bnVsbH0sIlJlY3RhbmdsZVN0eWxlIjp7IiRpZCI6IjExNTgiLCJNYXJnaW4iOnsiJGlkIjoiMTE1OSIsIlRvcCI6MC4wLCJMZWZ0IjowLjAsIlJpZ2h0IjowLjAsIkJvdHRvbSI6MC4wfSwiUGFkZGluZyI6eyIkaWQiOiIxMTYwIiwiVG9wIjowLjAsIkxlZnQiOjAuMCwiUmlnaHQiOjAuMCwiQm90dG9tIjowLjB9LCJCYWNrZ3JvdW5kIjp7IiRpZCI6IjExNjEiLCJDb2xvciI6eyIkaWQiOiIxMTYyIiwiQSI6MTI3LCJSIjoxNSwiRyI6MTU4LCJCIjoyMTN9fSwiSXNWaXNpYmxlIjp0cnVlLCJXaWR0aCI6MC4wLCJIZWlnaHQiOjAuMCwiQm9yZGVyU3R5bGUiOnsiJGlkIjoiMTE2MyIsIkxpbmVDb2xvciI6eyIkaWQiOiIxMTY0IiwiJHR5cGUiOiJOTFJFLkNvbW1vbi5Eb20uU29saWRDb2xvckJydXNoLCBOTFJFLkNvbW1vbiIsIkNvbG9yIjp7IiRpZCI6IjExNjUiLCJBIjoyNTUsIlIiOjI1NSwiRyI6MCwiQiI6MH19LCJMaW5lV2VpZ2h0IjowLjAsIkxpbmVUeXBlIjowLCJQYXJlbnRTdHlsZSI6bnVsbH0sIlBhcmVudFN0eWxlIjpudWxsfSwiTWFyZ2luIjp7IiRpZCI6IjExNjYiLCJUb3AiOjAuMCwiTGVmdCI6MC4wLCJSaWdodCI6MC4wLCJCb3R0b20iOjAuMH0sIlBhZGRpbmciOnsiJGlkIjoiMTE2NyIsIlRvcCI6MC4wLCJMZWZ0IjowLjAsIlJpZ2h0IjowLjAsIkJvdHRvbSI6MC4wfSwiQmFja2dyb3VuZCI6bnVsbCwiSXNWaXNpYmxlIjp0cnVlLCJXaWR0aCI6MC4wLCJIZWlnaHQiOjAuMCwiQm9yZGVyU3R5bGUiOm51bGwsIlBhcmVudFN0eWxlIjpudWxsfSwiQmFja2dyb3VuZFN0eWxlIjp7IiRpZCI6IjExNjgiLCJNYXJnaW4iOnsiJGlkIjoiMTE2OSIsIlRvcCI6MC4wLCJMZWZ0IjowLjAsIlJpZ2h0IjowLjAsIkJvdHRvbSI6MC4wfSwiUGFkZGluZyI6eyIkaWQiOiIxMTcwIiwiVG9wIjowLjAsIkxlZnQiOjAuMCwiUmlnaHQiOjAuMCwiQm90dG9tIjowLjB9LCJCYWNrZ3JvdW5kIjp7IiRpZCI6IjExNzEiLCJDb2xvciI6eyIkaWQiOiIxMTcyIiwiQSI6NTEsIlIiOjIwMCwiRyI6MjAwLCJCIjoyMDB9fSwiSXNWaXNpYmxlIjp0cnVlLCJXaWR0aCI6MC4wLCJIZWlnaHQiOjAuMCwiQm9yZGVyU3R5bGUiOnsiJGlkIjoiMTE3MyIsIkxpbmVDb2xvciI6eyIkaWQiOiIxMTc0IiwiJHR5cGUiOiJOTFJFLkNvbW1vbi5Eb20uU29saWRDb2xvckJydXNoLCBOTFJFLkNvbW1vbiIsIkNvbG9yIjp7IiRpZCI6IjExNzUiLCJBIjoyNTUsIlIiOjIzNCwiRyI6MjIsIkIiOjMwfX0sIkxpbmVXZWlnaHQiOjAuMCwiTGluZVR5cGUiOjAsIlBhcmVudFN0eWxlIjpudWxsfSwiUGFyZW50U3R5bGUiOm51bGx9LCJNYXJnaW4iOnsiJGlkIjoiMTE3NiIsIlRvcCI6MC4wLCJMZWZ0IjowLjAsIlJpZ2h0IjowLjAsIkJvdHRvbSI6MC4wfSwiUGFkZGluZyI6eyIkaWQiOiIxMTc3IiwiVG9wIjowLjAsIkxlZnQiOjAuMCwiUmlnaHQiOjAuMCwiQm90dG9tIjowLjB9LCJJc1Zpc2libGUiOnRydWUsIldpZHRoIjowLjAsIkhlaWdodCI6MC4wLCJCb3JkZXJTdHlsZSI6eyIkaWQiOiIxMTc4IiwiTGluZUNvbG9yIjpudWxsLCJMaW5lV2VpZ2h0IjowLjAsIkxpbmVUeXBlIjowLCJQYXJlbnRTdHlsZSI6bnVsbH0sIlBhcmVudFN0eWxlIjpudWxsfSwiTWFyZ2luIjp7IiRpZCI6IjExNzkiLCJUb3AiOjAuMCwiTGVmdCI6MC4wLCJSaWdodCI6MC4wLCJCb3R0b20iOjAuMH0sIlBhZGRpbmciOnsiJGlkIjoiMTE4MCIsIlRvcCI6MC4wLCJMZWZ0IjowLjAsIlJpZ2h0IjowLjAsIkJvdHRvbSI6MC4wfSwiSXNWaXNpYmxlIjp0cnVlLCJXaWR0aCI6MC4wLCJIZWlnaHQiOjAuMCwiQm9yZGVyU3R5bGUiOnsiJGlkIjoiMTE4MSIsIkxpbmVDb2xvciI6bnVsbCwiTGluZVdlaWdodCI6MC4wLCJMaW5lVHlwZSI6MCwiUGFyZW50U3R5bGUiOm51bGx9LCJQYXJlbnRTdHlsZSI6bnVsbH1dLCJDb25kaXRpb25hbEZvcm1hdHRpbmciOnsiJGlkIjoiMTE4MiIsIlB2QUZvcm1hdHRpbmciOnsiJGlkIjoiMTE4MyIsIkRlbGF5VGFza1N0eWxlIjp7IiRpZCI6IjExODQiLCJTdHlsZU9wdGlvbnMiOjI0LCJUaXRsZUZvcmVncm91bmQiOnsiJGlkIjoiMTE4NSIsIkNvbG9yIjp7IiRpZCI6IjExODYiLCJBIjoyNTUsIlIiOjE3NSwiRyI6MCwiQiI6MH19LCJBY3R1YWxTaGFwZXNCYWNrZ3JvdW5kIjp7IiRpZCI6IjExODciLCJDb2xvciI6eyIkaWQiOiIxMTg4IiwiQSI6NjIsIlIiOjI1NSwiRyI6MCwiQiI6MH19LCJBY3R1YWxTaGFwZXNCb3JkZXJTdHlsZSI6eyIkaWQiOiIxMTg5IiwiTGluZUNvbG9yIjp7IiRpZCI6IjExOTAiLCIkdHlwZSI6Ik5MUkUuQ29tbW9uLkRvbS5Tb2xpZENvbG9yQnJ1c2gsIE5MUkUuQ29tbW9uIiwiQ29sb3IiOnsiJGlkIjoiMTE5MSIsIkEiOjE2MywiUiI6MjU1LCJHIjowLCJCIjowfX0sIkxpbmVXZWlnaHQiOjMuMCwiTGluZVR5cGUiOjAsIlBhcmVudFN0eWxlIjpudWxsfSwiQmFzZWxpbmVTaGFwZXNCYWNrZ3JvdW5kIjp7IiRpZCI6IjExOTIiLCJDb2xvciI6eyIkaWQiOiIxMTkzIiwiQSI6MTg0LCJSIjoyNTUsIkciOjAsIkIiOjB9fSwiVmFyaWFuY2VGb3JlZ3JvdW5kIjp7IiRpZCI6IjExOTQiLCJDb2xvciI6eyIkaWQiOiIxMTk1IiwiQSI6MjU1LCJSIjoxNzUsIkciOjAsIkIiOjB9fSwiSXNWaXNpYmxlIjp0cnVlfSwiRGVsYXlNaWxlc3RvbmVTdHlsZSI6eyIkaWQiOiIxMTk2IiwiU3R5bGVPcHRpb25zIjoxOCwiVGl0bGVGb3JlZ3JvdW5kIjp7IiRpZCI6IjExOTciLCJDb2xvciI6eyIkaWQiOiIxMTk4IiwiQSI6MjU1LCJSIjoxNzUsIkciOjAsIkIiOjB9fSwiQWN0dWFsU2hhcGVzQmFja2dyb3VuZCI6eyIkaWQiOiIxMTk5IiwiQ29sb3IiOnsiJGlkIjoiMTIwMCIsIkEiOjI1NSwiUiI6MjIyLCJHIjo4MCwiQiI6NTB9fSwiQWN0dWFsU2hhcGVzQm9yZGVyU3R5bGUiOnsiJGlkIjoiMTIwMSIsIkxpbmVDb2xvciI6eyIkaWQiOiIxMjAyIiwiJHR5cGUiOiJOTFJFLkNvbW1vbi5Eb20uU29saWRDb2xvckJydXNoLCBOTFJFLkNvbW1vbiIsIkNvbG9yIjp7IiRpZCI6IjEyMDMiLCJBIjoxNjMsIlIiOjI1NSwiRyI6MCwiQiI6MH19LCJMaW5lV2VpZ2h0IjozLjAsIkxpbmVUeXBlIjowLCJQYXJlbnRTdHlsZSI6bnVsbH0sIkJhc2VsaW5lU2hhcGVzQmFja2dyb3VuZCI6eyIkaWQiOiIxMjA0IiwiQ29sb3IiOnsiJGlkIjoiMTIwNSIsIkEiOjE4NCwiUiI6MjU1LCJHIjowLCJCIjowfX0sIlZhcmlhbmNlRm9yZWdyb3VuZCI6eyIkaWQiOiIxMjA2IiwiQ29sb3IiOnsiJGlkIjoiMTIwNyIsIkEiOjI1NSwiUiI6MTc1LCJHIjowLCJCIjowfX0sIklzVmlzaWJsZSI6dHJ1ZX0sIkFkdmFuY2VUYXNrU3R5bGUiOnsiJGlkIjoiMTIwOCIsIlN0eWxlT3B0aW9ucyI6MjQsIlRpdGxlRm9yZWdyb3VuZCI6eyIkaWQiOiIxMjA5IiwiQ29sb3IiOnsiJGlkIjoiMTIxMCIsIkEiOjI1NSwiUiI6MCwiRyI6MTEwLCJCIjowfX0sIkFjdHVhbFNoYXBlc0JhY2tncm91bmQiOnsiJGlkIjoiMTIxMSIsIkNvbG9yIjp7IiRpZCI6IjEyMTIiLCJBIjo2MSwiUiI6MCwiRyI6MTI4LCJCIjowfX0sIkFjdHVhbFNoYXBlc0JvcmRlclN0eWxlIjp7IiRpZCI6IjEyMTMiLCJMaW5lQ29sb3IiOnsiJGlkIjoiMTIxNCIsIiR0eXBlIjoiTkxSRS5Db21tb24uRG9tLlNvbGlkQ29sb3JCcnVzaCwgTkxSRS5Db21tb24iLCJDb2xvciI6eyIkaWQiOiIxMjE1IiwiQSI6MTYzLCJSIjowLCJHIjoxMjgsIkIiOjB9fSwiTGluZVdlaWdodCI6My4wLCJMaW5lVHlwZSI6MCwiUGFyZW50U3R5bGUiOm51bGx9LCJCYXNlbGluZVNoYXBlc0JhY2tncm91bmQiOnsiJGlkIjoiMTIxNiIsIkNvbG9yIjp7IiRpZCI6IjEyMTciLCJBIjoxODQsIlIiOjAsIkciOjEyOCwiQiI6MH19LCJWYXJpYW5jZUZvcmVncm91bmQiOnsiJGlkIjoiMTIxOCIsIkNvbG9yIjp7IiRpZCI6IjEyMTkiLCJBIjoyNTUsIlIiOjAsIkciOjExMCwiQiI6MH19LCJJc1Zpc2libGUiOnRydWV9LCJBZHZhbmNlTWlsZXN0b25lU3R5bGUiOnsiJGlkIjoiMTIyMCIsIlN0eWxlT3B0aW9ucyI6MTgsIlRpdGxlRm9yZWdyb3VuZCI6eyIkaWQiOiIxMjIxIiwiQ29sb3IiOnsiJGlkIjoiMTIyMiIsIkEiOjI1NSwiUiI6MCwiRyI6MTEwLCJCIjowfX0sIkFjdHVhbFNoYXBlc0JhY2tncm91bmQiOnsiJGlkIjoiMTIyMyIsIkNvbG9yIjp7IiRpZCI6IjEyMjQiLCJBIjoyNTUsIlIiOjIwLCJHIjoxMDAsIkIiOjB9fSwiQWN0dWFsU2hhcGVzQm9yZGVyU3R5bGUiOnsiJGlkIjoiMTIyNSIsIkxpbmVDb2xvciI6eyIkaWQiOiIxMjI2IiwiJHR5cGUiOiJOTFJFLkNvbW1vbi5Eb20uU29saWRDb2xvckJydXNoLCBOTFJFLkNvbW1vbiIsIkNvbG9yIjp7IiRpZCI6IjEyMjciLCJBIjoxNjMsIlIiOjAsIkciOjEyOCwiQiI6MH19LCJMaW5lV2VpZ2h0IjozLjAsIkxpbmVUeXBlIjowLCJQYXJlbnRTdHlsZSI6bnVsbH0sIkJhc2VsaW5lU2hhcGVzQmFja2dyb3VuZCI6eyIkaWQiOiIxMjI4IiwiQ29sb3IiOnsiJGlkIjoiMTIyOSIsIkEiOjE4NCwiUiI6MCwiRyI6MTI4LCJCIjowfX0sIlZhcmlhbmNlRm9yZWdyb3VuZCI6eyIkaWQiOiIxMjMwIiwiQ29sb3IiOnsiJGlkIjoiMTIzMSIsIkEiOjI1NSwiUiI6MCwiRyI6MTEwLCJCIjowfX0sIklzVmlzaWJsZSI6dHJ1ZX19LCJWYXJpYW5jZURpc3BsYXlTZXR0aW5ncyI6eyIkaWQiOiIxMjMyIiwiVGFza1ZhcmlhbmNlRGlzcGxheU9wdGlvbnMiOnsiJGlkIjoiMTIzMyIsIlNob3dEZWxheVZhcmlhbmNlIjp0cnVlLCJTaG93QWR2YW5jZVZhcmlhbmNlIjp0cnVlLCJTaG93XzBfVmFyaWFuY2UiOmZhbHNlfSwiTWlsZXN0b25lVmFyaWFuY2VEaXNwbGF5T3B0aW9ucyI6eyIkaWQiOiIxMjM0IiwiU2hvd0RlbGF5VmFyaWFuY2UiOnRydWUsIlNob3dBZHZhbmNlVmFyaWFuY2UiOnRydWUsIlNob3dfMF9WYXJpYW5jZSI6ZmFsc2V9fX19LCJTY2FsZSI6bnVsbCwiU2NhbGVWMiI6eyIkaWQiOiIxMjM1IiwiU3RhcnREYXRlIjoiMDAwMS0wMS0wMVQwMDowMDowMCIsIkVuZERhdGUiOiIyMDI1LTEyLTA1VDIzOjU5OjAwIiwiQXV0b0RhdGVSYW5nZSI6dHJ1ZSwiV29ya2luZ0RheXMiOjMxLCJGaXNjYWxZZWFyIjp7IiRpZCI6IjEyMzYiLCJTdGFydE1vbnRoIjoxLCJVc2VTdGFydGluZ1llYXJGb3JOdW1iZXJpbmciOnRydWUsIlNob3dGaXNjYWxZZWFyTGFiZWwiOnRydWV9LCJUb2RheU1hcmtlclRleHQiOiJUb2RheSIsIkF1dG9TY2FsZVR5cGUiOnRydWUsIlRpbWViYW5kU2NhbGVzIjp7IiRpZCI6IjEyMzciLCJUb3BTY2FsZUxheWVyIjp7IiRpZCI6IjEyMzgiLCJGb3JtYXQiOiJNTU0iLCJUeXBlIjoyLCJHcm91cGluZ0ludGVydmFscyI6eyIkaWQiOiIxMjM5IiwiSXNTZXQiOmZhbHNlLCJHcm91cGluZ1N0ZXBDb3VudCI6MX19LCJNaWRkbGVTY2FsZUxheWVyIjp7IiRpZCI6IjEyNDAiLCJGb3JtYXQiOm51bGwsIlR5cGUiOjAsIkdyb3VwaW5nSW50ZXJ2YWxzIjp7IiRpZCI6IjEyNDEiLCJJc1NldCI6ZmFsc2UsIkdyb3VwaW5nU3RlcENvdW50IjoxfX0sIkJvdHRvbVNjYWxlTGF5ZXIiOnsiJGlkIjoiMTI0MiIsIkZvcm1hdCI6bnVsbCwiVHlwZSI6MCwiR3JvdXBpbmdJbnRlcnZhbHMiOnsiJGlkIjoiMTI0MyIsIklzU2V0IjpmYWxzZSwiR3JvdXBpbmdTdGVwQ291bnQiOjF9fX19LCJNaWxlc3RvbmVzIjpbXSwiVGFza3MiOlt7IiRpZCI6IjEyNDQiLCJHcm91cE5hbWUiOm51bGwsIlN0YXJ0RGF0ZSI6IjIwMjUtMDktMDVUMDA6MDA6MDAiLCJFbmREYXRlIjoiMjAyNS0wOS0xMFQyMzo1OTowMFoiLCJQZXJjZW50YWdlQ29tcGxldGUiOm51bGwsIlN0eWxlIjp7IiRpZCI6IjEyNDUiLCJTaGFwZSI6MywiU2hhcGVUaGlja25lc3MiOjAsIkR1cmF0aW9uRm9ybWF0IjowLCJJbmNsdWRlTm9uV29ya2luZ0RheXNJbkR1cmF0aW9uIjpmYWxzZSwiUGVyY2VudGFnZUNvbXBsZXRlU3R5bGUiOnsiJGlkIjoiMTI0NiIsIkZvbnRTZXR0aW5ncyI6eyIkaWQiOiIxMjQ3IiwiRm9udFNpemUiOjEwLCJGb250TmFtZSI6IkNhbGlicmkiLCJJc0JvbGQiOmZhbHNlLCJJc0l0YWxpYyI6ZmFsc2UsIklzVW5kZXJsaW5lZCI6ZmFsc2UsIlBhcmVudFN0eWxlIjpudWxsfSwiQXV0b1NpemUiOjAsIkZvcmVncm91bmQiOnsiJGlkIjoiMTI0OCIsIkNvbG9yIjp7IiRpZCI6IjEyNDk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I1MCIsIlRvcCI6MC4wLCJMZWZ0IjowLjAsIlJpZ2h0IjowLjAsIkJvdHRvbSI6MC4wfSwiUGFkZGluZyI6eyIkaWQiOiIxMjUxIiwiVG9wIjowLjAsIkxlZnQiOjAuMCwiUmlnaHQiOjAuMCwiQm90dG9tIjowLjB9LCJCYWNrZ3JvdW5kIjp7IiRpZCI6IjEyNTIiLCJDb2xvciI6eyIkaWQiOiIxMjUzIiwiQSI6ODksIlIiOjAsIkciOjAsIkIiOjB9fSwiSXNWaXNpYmxlIjp0cnVlLCJXaWR0aCI6MC4wLCJIZWlnaHQiOjAuMCwiQm9yZGVyU3R5bGUiOnsiJGlkIjoiMTI1NCIsIkxpbmVDb2xvciI6bnVsbCwiTGluZVdlaWdodCI6MC4wLCJMaW5lVHlwZSI6MCwiUGFyZW50U3R5bGUiOm51bGx9LCJQYXJlbnRTdHlsZSI6bnVsbH0sIkR1cmF0aW9uU3R5bGUiOnsiJGlkIjoiMTI1NSIsIkZvbnRTZXR0aW5ncyI6eyIkaWQiOiIxMjU2IiwiRm9udFNpemUiOjEwLCJGb250TmFtZSI6IkNhbGlicmkiLCJJc0JvbGQiOmZhbHNlLCJJc0l0YWxpYyI6ZmFsc2UsIklzVW5kZXJsaW5lZCI6ZmFsc2UsIlBhcmVudFN0eWxlIjpudWxsfSwiQXV0b1NpemUiOjAsIkZvcmVncm91bmQiOnsiJGlkIjoiMTI1NyIsIkNvbG9yIjp7IiRpZCI6IjEyNTg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MjU5IiwiVG9wIjowLjAsIkxlZnQiOjAuMCwiUmlnaHQiOjAuMCwiQm90dG9tIjowLjB9LCJQYWRkaW5nIjp7IiRpZCI6IjEyNjAiLCJUb3AiOjAuMCwiTGVmdCI6MC4wLCJSaWdodCI6MC4wLCJCb3R0b20iOjAuMH0sIkJhY2tncm91bmQiOnsiJGlkIjoiMTI2MSIsIkNvbG9yIjp7IiRpZCI6IjEyNjIiLCJBIjoyNTUsIlIiOjIzNywiRyI6MTI1LCJCIjo0OX19LCJJc1Zpc2libGUiOnRydWUsIldpZHRoIjowLjAsIkhlaWdodCI6MC4wLCJCb3JkZXJTdHlsZSI6eyIkaWQiOiIxMjYzIiwiTGluZUNvbG9yIjpudWxsLCJMaW5lV2VpZ2h0IjowLjAsIkxpbmVUeXBlIjowLCJQYXJlbnRTdHlsZSI6bnVsbH0sIlBhcmVudFN0eWxlIjpudWxsfSwiSG9yaXpvbnRhbENvbm5lY3RvclN0eWxlIjp7IiRpZCI6IjEyNjQiLCJMaW5lQ29sb3IiOnsiJGlkIjoiMTI2NSIsIiR0eXBlIjoiTkxSRS5Db21tb24uRG9tLlNvbGlkQ29sb3JCcnVzaCwgTkxSRS5Db21tb24iLCJDb2xvciI6eyIkaWQiOiIxMjY2IiwiQSI6NTEsIlIiOjIxLCJHIjo5NiwiQiI6MTMwfX0sIkxpbmVXZWlnaHQiOjEuMCwiTGluZVR5cGUiOjAsIlBhcmVudFN0eWxlIjpudWxsfSwiVmVydGljYWxDb25uZWN0b3JTdHlsZSI6eyIkaWQiOiIxMjY3IiwiTGluZUNvbG9yIjp7IiRpZCI6IjEyNjgiLCIkdHlwZSI6Ik5MUkUuQ29tbW9uLkRvbS5Tb2xpZENvbG9yQnJ1c2gsIE5MUkUuQ29tbW9uIiwiQ29sb3IiOnsiJGlkIjoiMTI2OS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I3MCIsIlNoYXBlU3R5bGUiOnsiJGlkIjoiMTI3MSIsIk1hcmdpbiI6eyIkaWQiOiIxMjcyIiwiVG9wIjowLjAsIkxlZnQiOjAuMCwiUmlnaHQiOjAuMCwiQm90dG9tIjowLjB9LCJQYWRkaW5nIjp7IiRpZCI6IjEyNzMiLCJUb3AiOjAuMCwiTGVmdCI6MC4wLCJSaWdodCI6MC4wLCJCb3R0b20iOjAuMH0sIkJhY2tncm91bmQiOnsiJGlkIjoiMTI3NCIsIkNvbG9yIjp7IiRpZCI6IjEyNzUiLCJBIjoxNTMsIlIiOjAsIkciOjAsIkIiOjB9fSwiSXNWaXNpYmxlIjp0cnVlLCJXaWR0aCI6MC4wLCJIZWlnaHQiOjAuMCwiQm9yZGVyU3R5bGUiOm51bGwsIlBhcmVudFN0eWxlIjpudWxsfSwiTWFyZ2luIjp7IiRpZCI6IjEyNzYiLCJUb3AiOjAuMCwiTGVmdCI6MC4wLCJSaWdodCI6MC4wLCJCb3R0b20iOjAuMH0sIlBhZGRpbmciOnsiJGlkIjoiMTI3NyIsIlRvcCI6MC4wLCJMZWZ0IjowLjAsIlJpZ2h0IjowLjAsIkJvdHRvbSI6MC4wfSwiQmFja2dyb3VuZCI6bnVsbCwiSXNWaXNpYmxlIjp0cnVlLCJXaWR0aCI6MC4wLCJIZWlnaHQiOjAuMCwiQm9yZGVyU3R5bGUiOm51bGwsIlBhcmVudFN0eWxlIjpudWxsfSwiU2hhcGVTdHlsZSI6eyIkaWQiOiIxMjc4IiwiTWFyZ2luIjp7IiRpZCI6IjEyNzkiLCJUb3AiOjAuMCwiTGVmdCI6NC4wLCJSaWdodCI6NC4wLCJCb3R0b20iOjAuMH0sIlBhZGRpbmciOnsiJGlkIjoiMTI4MCIsIlRvcCI6MC4wLCJMZWZ0IjowLjAsIlJpZ2h0IjowLjAsIkJvdHRvbSI6MC4wfSwiQmFja2dyb3VuZCI6eyIkaWQiOiIxMjgxIiwiQ29sb3IiOnsiJGlkIjoiMTI4MiIsIkEiOjI1NSwiUiI6MjEsIkciOjk2LCJCIjoxMzB9fSwiSXNWaXNpYmxlIjp0cnVlLCJXaWR0aCI6MC4wLCJIZWlnaHQiOjEwLjAsIkJvcmRlclN0eWxlIjp7IiRpZCI6IjEyODMiLCJMaW5lQ29sb3IiOnsiJGlkIjoiMTI4NCIsIiR0eXBlIjoiTkxSRS5Db21tb24uRG9tLlNvbGlkQ29sb3JCcnVzaCwgTkxSRS5Db21tb24iLCJDb2xvciI6eyIkaWQiOiIxMjg1IiwiQSI6MjU1LCJSIjoyMzQsIkciOjIyLCJCIjozMH19LCJMaW5lV2VpZ2h0IjowLjAsIkxpbmVUeXBlIjowLCJQYXJlbnRTdHlsZSI6bnVsbH0sIlBhcmVudFN0eWxlIjpudWxsfSwiVGl0bGVTdHlsZSI6eyIkaWQiOiIxMjg2IiwiRm9udFNldHRpbmdzIjp7IiRpZCI6IjEyODciLCJGb250U2l6ZSI6MTEsIkZvbnROYW1lIjoiQ2FsaWJyaSIsIklzQm9sZCI6ZmFsc2UsIklzSXRhbGljIjpmYWxzZSwiSXNVbmRlcmxpbmVkIjpmYWxzZSwiUGFyZW50U3R5bGUiOm51bGx9LCJBdXRvU2l6ZSI6MCwiRm9yZWdyb3VuZCI6eyIkaWQiOiIxMjg4IiwiQ29sb3IiOnsiJGlkIjoiMTI4OS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MjkwIiwiVG9wIjowLjAsIkxlZnQiOjAuMCwiUmlnaHQiOjAuMCwiQm90dG9tIjowLjB9LCJQYWRkaW5nIjp7IiRpZCI6IjEyOTEiLCJUb3AiOjAuMCwiTGVmdCI6MC4wLCJSaWdodCI6MC4wLCJCb3R0b20iOjAuMH0sIkJhY2tncm91bmQiOnsiJGlkIjoiMTI5MiIsIkNvbG9yIjp7IiRpZCI6IjEyOTMiLCJBIjowLCJSIjoyNTUsIkciOjI1NSwiQiI6MjU1fX0sIklzVmlzaWJsZSI6dHJ1ZSwiV2lkdGgiOjAuMCwiSGVpZ2h0IjowLjAsIkJvcmRlclN0eWxlIjp7IiRpZCI6IjEyOTQiLCJMaW5lQ29sb3IiOm51bGwsIkxpbmVXZWlnaHQiOjAuMCwiTGluZVR5cGUiOjAsIlBhcmVudFN0eWxlIjpudWxsfSwiUGFyZW50U3R5bGUiOm51bGx9LCJEYXRlU3R5bGUiOnsiJGlkIjoiMTI5NSIsIkZvbnRTZXR0aW5ncyI6eyIkaWQiOiIxMjk2IiwiRm9udFNpemUiOjEwLCJGb250TmFtZSI6IkNhbGlicmkiLCJJc0JvbGQiOmZhbHNlLCJJc0l0YWxpYyI6ZmFsc2UsIklzVW5kZXJsaW5lZCI6ZmFsc2UsIlBhcmVudFN0eWxlIjpudWxsfSwiQXV0b1NpemUiOjAsIkZvcmVncm91bmQiOnsiJGlkIjoiMTI5NyIsIkNvbG9yIjp7IiRpZCI6IjEyOTg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I5OSIsIlRvcCI6MC4wLCJMZWZ0IjowLjAsIlJpZ2h0IjowLjAsIkJvdHRvbSI6MC4wfSwiUGFkZGluZyI6eyIkaWQiOiIxMzAwIiwiVG9wIjowLjAsIkxlZnQiOjAuMCwiUmlnaHQiOjAuMCwiQm90dG9tIjowLjB9LCJCYWNrZ3JvdW5kIjp7IiRpZCI6IjEzMDEiLCJDb2xvciI6eyIkaWQiOiIxMzAyIiwiQSI6MCwiUiI6MjU1LCJHIjoyNTUsIkIiOjI1NX19LCJJc1Zpc2libGUiOnRydWUsIldpZHRoIjowLjAsIkhlaWdodCI6MC4wLCJCb3JkZXJTdHlsZSI6eyIkaWQiOiIxMzAzIiwiTGluZUNvbG9yIjpudWxsLCJMaW5lV2VpZ2h0IjowLjAsIkxpbmVUeXBlIjowLCJQYXJlbnRTdHlsZSI6bnVsbH0sIlBhcmVudFN0eWxlIjpudWxsfSwiRGF0ZUZvcm1hdCI6eyIkaWQiOiIxMzA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MDUiLCJGb3JtYXQiOjAsIklzVmlzaWJsZSI6ZmFsc2UsIkxhc3RLbm93blZpc2liaWxpdHlTdGF0ZSI6ZmFsc2V9LCJJc1Zpc2libGUiOmZhbHNlLCJWYXJpYW5jZVN0eWxlIjp7IiRpZCI6IjEzMDYiLCJUZXh0U3R5bGUiOnsiJGlkIjoiMTMwNyIsIkZvbnRTZXR0aW5ncyI6eyIkaWQiOiIxMzA4IiwiRm9udFNpemUiOjEwLCJGb250TmFtZSI6IkNhbGlicmkiLCJJc0JvbGQiOmZhbHNlLCJJc0l0YWxpYyI6ZmFsc2UsIklzVW5kZXJsaW5lZCI6ZmFsc2UsIlBhcmVudFN0eWxlIjpudWxsfSwiQXV0b1NpemUiOjAsIkZvcmVncm91bmQiOnsiJGlkIjoiMTMwOSIsIkNvbG9yIjp7IiRpZCI6IjEzMT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xMSIsIlRvcCI6MC4wLCJMZWZ0IjowLjAsIlJpZ2h0IjowLjAsIkJvdHRvbSI6MC4wfSwiUGFkZGluZyI6eyIkaWQiOiIxMzEyIiwiVG9wIjowLjAsIkxlZnQiOjAuMCwiUmlnaHQiOjAuMCwiQm90dG9tIjowLjB9LCJCYWNrZ3JvdW5kIjp7IiRpZCI6IjEzMTMiLCJDb2xvciI6eyIkaWQiOiIxMzE0IiwiQSI6MjU1LCJSIjowLCJHIjowLCJCIjowfX0sIklzVmlzaWJsZSI6dHJ1ZSwiV2lkdGgiOjAuMCwiSGVpZ2h0IjowLjAsIkJvcmRlclN0eWxlIjp7IiRpZCI6IjEzMTUiLCJMaW5lQ29sb3IiOm51bGwsIkxpbmVXZWlnaHQiOjAuMCwiTGluZVR5cGUiOjAsIlBhcmVudFN0eWxlIjpudWxsfSwiUGFyZW50U3R5bGUiOm51bGx9LCJQYXJlbnRTdHlsZSI6bnVsbH0sIlBhcmVudFN0eWxlIjpudWxsfSwiSW5kZXgiOjAsIlNtYXJ0RHVyYXRpb25BY3RpdmF0ZWQiOmZhbHNlLCJEYXRlRm9ybWF0Ijp7IiRyZWYiOiIxMzA0In0sIldlZWtOdW1iZXJpbmciOnsiJGlkIjoiMTMxNiIsIkZvcm1hdCI6MCwiSXNWaXNpYmxlIjpmYWxzZSwiTGFzdEtub3duVmlzaWJpbGl0eVN0YXRlIjpmYWxzZX0sIkJhc2VsaW5lRGF0YSI6eyIkaWQiOiIxMzE3IiwiU3RhcnREYXRlIjoiMjAyNS0wOS0wNVQwMDowMDowMCIsIkVuZERhdGUiOiIyMDI1LTA5LTEwVDIzOjU5OjAwIn0sIklkIjoiNDk0ZmY5MWYtYjJmYi00NjQ2LWFjNDQtMDU4ZmEwZmY5MmZhIiwiSW1wb3J0SWQiOm51bGwsIlRpdGxlIjoiQWN0YSBkZSBDb25zdGl0dWNpw7NuIGFwcm9iYWRhIiwiTm90ZSI6bnVsbCwiSHlwZXJsaW5rIjp7IiRpZCI6IjEzMTgiLCJBZGRyZXNzIjoiIiwiU3ViQWRkcmVzcyI6IiJ9LCJJc0NoYW5nZWQiOmZhbHNlLCJJc05ldyI6ZmFsc2V9LHsiJGlkIjoiMTMxOSIsIkdyb3VwTmFtZSI6bnVsbCwiU3RhcnREYXRlIjoiMjAyNS0wOS0xMFQwMDowMDowMFoiLCJFbmREYXRlIjoiMjAyNS0wOS0yMFQyMzo1OTowMFoiLCJQZXJjZW50YWdlQ29tcGxldGUiOm51bGwsIlN0eWxlIjp7IiRpZCI6IjEzMjAiLCJTaGFwZSI6MywiU2hhcGVUaGlja25lc3MiOjAsIkR1cmF0aW9uRm9ybWF0IjowLCJJbmNsdWRlTm9uV29ya2luZ0RheXNJbkR1cmF0aW9uIjpmYWxzZSwiUGVyY2VudGFnZUNvbXBsZXRlU3R5bGUiOnsiJGlkIjoiMTMyMSIsIkZvbnRTZXR0aW5ncyI6eyIkaWQiOiIxMzIyIiwiRm9udFNpemUiOjEwLCJGb250TmFtZSI6IkNhbGlicmkiLCJJc0JvbGQiOmZhbHNlLCJJc0l0YWxpYyI6ZmFsc2UsIklzVW5kZXJsaW5lZCI6ZmFsc2UsIlBhcmVudFN0eWxlIjpudWxsfSwiQXV0b1NpemUiOjAsIkZvcmVncm91bmQiOnsiJGlkIjoiMTMyMyIsIkNvbG9yIjp7IiRpZCI6IjEzMj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MyNSIsIlRvcCI6MC4wLCJMZWZ0IjowLjAsIlJpZ2h0IjowLjAsIkJvdHRvbSI6MC4wfSwiUGFkZGluZyI6eyIkaWQiOiIxMzI2IiwiVG9wIjowLjAsIkxlZnQiOjAuMCwiUmlnaHQiOjAuMCwiQm90dG9tIjowLjB9LCJCYWNrZ3JvdW5kIjp7IiRpZCI6IjEzMjciLCJDb2xvciI6eyIkaWQiOiIxMzI4IiwiQSI6ODksIlIiOjAsIkciOjAsIkIiOjB9fSwiSXNWaXNpYmxlIjp0cnVlLCJXaWR0aCI6MC4wLCJIZWlnaHQiOjAuMCwiQm9yZGVyU3R5bGUiOnsiJGlkIjoiMTMyOSIsIkxpbmVDb2xvciI6bnVsbCwiTGluZVdlaWdodCI6MC4wLCJMaW5lVHlwZSI6MCwiUGFyZW50U3R5bGUiOm51bGx9LCJQYXJlbnRTdHlsZSI6bnVsbH0sIkR1cmF0aW9uU3R5bGUiOnsiJGlkIjoiMTMzMCIsIkZvbnRTZXR0aW5ncyI6eyIkaWQiOiIxMzMxIiwiRm9udFNpemUiOjEwLCJGb250TmFtZSI6IkNhbGlicmkiLCJJc0JvbGQiOmZhbHNlLCJJc0l0YWxpYyI6ZmFsc2UsIklzVW5kZXJsaW5lZCI6ZmFsc2UsIlBhcmVudFN0eWxlIjpudWxsfSwiQXV0b1NpemUiOjAsIkZvcmVncm91bmQiOnsiJGlkIjoiMTMzMiIsIkNvbG9yIjp7IiRpZCI6IjEzMz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MzM0IiwiVG9wIjowLjAsIkxlZnQiOjAuMCwiUmlnaHQiOjAuMCwiQm90dG9tIjowLjB9LCJQYWRkaW5nIjp7IiRpZCI6IjEzMzUiLCJUb3AiOjAuMCwiTGVmdCI6MC4wLCJSaWdodCI6MC4wLCJCb3R0b20iOjAuMH0sIkJhY2tncm91bmQiOnsiJGlkIjoiMTMzNiIsIkNvbG9yIjp7IiRpZCI6IjEzMzciLCJBIjoyNTUsIlIiOjIzNywiRyI6MTI1LCJCIjo0OX19LCJJc1Zpc2libGUiOnRydWUsIldpZHRoIjowLjAsIkhlaWdodCI6MC4wLCJCb3JkZXJTdHlsZSI6eyIkaWQiOiIxMzM4IiwiTGluZUNvbG9yIjpudWxsLCJMaW5lV2VpZ2h0IjowLjAsIkxpbmVUeXBlIjowLCJQYXJlbnRTdHlsZSI6bnVsbH0sIlBhcmVudFN0eWxlIjpudWxsfSwiSG9yaXpvbnRhbENvbm5lY3RvclN0eWxlIjp7IiRpZCI6IjEzMzkiLCJMaW5lQ29sb3IiOnsiJGlkIjoiMTM0MCIsIiR0eXBlIjoiTkxSRS5Db21tb24uRG9tLlNvbGlkQ29sb3JCcnVzaCwgTkxSRS5Db21tb24iLCJDb2xvciI6eyIkaWQiOiIxMzQxIiwiQSI6NTEsIlIiOjIxLCJHIjo5NiwiQiI6MTMwfX0sIkxpbmVXZWlnaHQiOjEuMCwiTGluZVR5cGUiOjAsIlBhcmVudFN0eWxlIjpudWxsfSwiVmVydGljYWxDb25uZWN0b3JTdHlsZSI6eyIkaWQiOiIxMzQyIiwiTGluZUNvbG9yIjp7IiRpZCI6IjEzNDMiLCIkdHlwZSI6Ik5MUkUuQ29tbW9uLkRvbS5Tb2xpZENvbG9yQnJ1c2gsIE5MUkUuQ29tbW9uIiwiQ29sb3IiOnsiJGlkIjoiMTM0NC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M0NSIsIlNoYXBlU3R5bGUiOnsiJGlkIjoiMTM0NiIsIk1hcmdpbiI6eyIkaWQiOiIxMzQ3IiwiVG9wIjowLjAsIkxlZnQiOjAuMCwiUmlnaHQiOjAuMCwiQm90dG9tIjowLjB9LCJQYWRkaW5nIjp7IiRpZCI6IjEzNDgiLCJUb3AiOjAuMCwiTGVmdCI6MC4wLCJSaWdodCI6MC4wLCJCb3R0b20iOjAuMH0sIkJhY2tncm91bmQiOnsiJGlkIjoiMTM0OSIsIkNvbG9yIjp7IiRpZCI6IjEzNTAiLCJBIjoxNTMsIlIiOjAsIkciOjAsIkIiOjB9fSwiSXNWaXNpYmxlIjp0cnVlLCJXaWR0aCI6MC4wLCJIZWlnaHQiOjAuMCwiQm9yZGVyU3R5bGUiOm51bGwsIlBhcmVudFN0eWxlIjpudWxsfSwiTWFyZ2luIjp7IiRpZCI6IjEzNTEiLCJUb3AiOjAuMCwiTGVmdCI6MC4wLCJSaWdodCI6MC4wLCJCb3R0b20iOjAuMH0sIlBhZGRpbmciOnsiJGlkIjoiMTM1MiIsIlRvcCI6MC4wLCJMZWZ0IjowLjAsIlJpZ2h0IjowLjAsIkJvdHRvbSI6MC4wfSwiQmFja2dyb3VuZCI6bnVsbCwiSXNWaXNpYmxlIjp0cnVlLCJXaWR0aCI6MC4wLCJIZWlnaHQiOjAuMCwiQm9yZGVyU3R5bGUiOm51bGwsIlBhcmVudFN0eWxlIjpudWxsfSwiU2hhcGVTdHlsZSI6eyIkaWQiOiIxMzUzIiwiTWFyZ2luIjp7IiRpZCI6IjEzNTQiLCJUb3AiOjAuMCwiTGVmdCI6NC4wLCJSaWdodCI6NC4wLCJCb3R0b20iOjAuMH0sIlBhZGRpbmciOnsiJGlkIjoiMTM1NSIsIlRvcCI6MC4wLCJMZWZ0IjowLjAsIlJpZ2h0IjowLjAsIkJvdHRvbSI6MC4wfSwiQmFja2dyb3VuZCI6eyIkaWQiOiIxMzU2IiwiQ29sb3IiOnsiJGlkIjoiMTM1NyIsIkEiOjI1NSwiUiI6MjEsIkciOjk2LCJCIjoxMzB9fSwiSXNWaXNpYmxlIjp0cnVlLCJXaWR0aCI6MC4wLCJIZWlnaHQiOjEwLjAsIkJvcmRlclN0eWxlIjp7IiRpZCI6IjEzNTgiLCJMaW5lQ29sb3IiOnsiJGlkIjoiMTM1OSIsIiR0eXBlIjoiTkxSRS5Db21tb24uRG9tLlNvbGlkQ29sb3JCcnVzaCwgTkxSRS5Db21tb24iLCJDb2xvciI6eyIkaWQiOiIxMzYwIiwiQSI6MjU1LCJSIjoyMzQsIkciOjIyLCJCIjozMH19LCJMaW5lV2VpZ2h0IjowLjAsIkxpbmVUeXBlIjowLCJQYXJlbnRTdHlsZSI6bnVsbH0sIlBhcmVudFN0eWxlIjpudWxsfSwiVGl0bGVTdHlsZSI6eyIkaWQiOiIxMzYxIiwiRm9udFNldHRpbmdzIjp7IiRpZCI6IjEzNjIiLCJGb250U2l6ZSI6MTEsIkZvbnROYW1lIjoiQ2FsaWJyaSIsIklzQm9sZCI6ZmFsc2UsIklzSXRhbGljIjpmYWxzZSwiSXNVbmRlcmxpbmVkIjpmYWxzZSwiUGFyZW50U3R5bGUiOm51bGx9LCJBdXRvU2l6ZSI6MCwiRm9yZWdyb3VuZCI6eyIkaWQiOiIxMzYzIiwiQ29sb3IiOnsiJGlkIjoiMTM2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MzY1IiwiVG9wIjowLjAsIkxlZnQiOjAuMCwiUmlnaHQiOjAuMCwiQm90dG9tIjowLjB9LCJQYWRkaW5nIjp7IiRpZCI6IjEzNjYiLCJUb3AiOjAuMCwiTGVmdCI6MC4wLCJSaWdodCI6MC4wLCJCb3R0b20iOjAuMH0sIkJhY2tncm91bmQiOnsiJGlkIjoiMTM2NyIsIkNvbG9yIjp7IiRpZCI6IjEzNjgiLCJBIjowLCJSIjoyNTUsIkciOjI1NSwiQiI6MjU1fX0sIklzVmlzaWJsZSI6dHJ1ZSwiV2lkdGgiOjAuMCwiSGVpZ2h0IjowLjAsIkJvcmRlclN0eWxlIjp7IiRpZCI6IjEzNjkiLCJMaW5lQ29sb3IiOm51bGwsIkxpbmVXZWlnaHQiOjAuMCwiTGluZVR5cGUiOjAsIlBhcmVudFN0eWxlIjpudWxsfSwiUGFyZW50U3R5bGUiOm51bGx9LCJEYXRlU3R5bGUiOnsiJGlkIjoiMTM3MCIsIkZvbnRTZXR0aW5ncyI6eyIkaWQiOiIxMzcxIiwiRm9udFNpemUiOjEwLCJGb250TmFtZSI6IkNhbGlicmkiLCJJc0JvbGQiOmZhbHNlLCJJc0l0YWxpYyI6ZmFsc2UsIklzVW5kZXJsaW5lZCI6ZmFsc2UsIlBhcmVudFN0eWxlIjpudWxsfSwiQXV0b1NpemUiOjAsIkZvcmVncm91bmQiOnsiJGlkIjoiMTM3MiIsIkNvbG9yIjp7IiRpZCI6IjEzNz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M3NCIsIlRvcCI6MC4wLCJMZWZ0IjowLjAsIlJpZ2h0IjowLjAsIkJvdHRvbSI6MC4wfSwiUGFkZGluZyI6eyIkaWQiOiIxMzc1IiwiVG9wIjowLjAsIkxlZnQiOjAuMCwiUmlnaHQiOjAuMCwiQm90dG9tIjowLjB9LCJCYWNrZ3JvdW5kIjp7IiRpZCI6IjEzNzYiLCJDb2xvciI6eyIkaWQiOiIxMzc3IiwiQSI6MCwiUiI6MjU1LCJHIjoyNTUsIkIiOjI1NX19LCJJc1Zpc2libGUiOnRydWUsIldpZHRoIjowLjAsIkhlaWdodCI6MC4wLCJCb3JkZXJTdHlsZSI6eyIkaWQiOiIxMzc4IiwiTGluZUNvbG9yIjpudWxsLCJMaW5lV2VpZ2h0IjowLjAsIkxpbmVUeXBlIjowLCJQYXJlbnRTdHlsZSI6bnVsbH0sIlBhcmVudFN0eWxlIjpudWxsfSwiRGF0ZUZvcm1hdCI6eyIkaWQiOiIxMzc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ODAiLCJGb3JtYXQiOjAsIklzVmlzaWJsZSI6ZmFsc2UsIkxhc3RLbm93blZpc2liaWxpdHlTdGF0ZSI6ZmFsc2V9LCJJc1Zpc2libGUiOmZhbHNlLCJWYXJpYW5jZVN0eWxlIjp7IiRpZCI6IjEzODEiLCJUZXh0U3R5bGUiOnsiJGlkIjoiMTM4MiIsIkZvbnRTZXR0aW5ncyI6eyIkaWQiOiIxMzgzIiwiRm9udFNpemUiOjEwLCJGb250TmFtZSI6IkNhbGlicmkiLCJJc0JvbGQiOmZhbHNlLCJJc0l0YWxpYyI6ZmFsc2UsIklzVW5kZXJsaW5lZCI6ZmFsc2UsIlBhcmVudFN0eWxlIjpudWxsfSwiQXV0b1NpemUiOjAsIkZvcmVncm91bmQiOnsiJGlkIjoiMTM4NCIsIkNvbG9yIjp7IiRpZCI6IjEzOD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4NiIsIlRvcCI6MC4wLCJMZWZ0IjowLjAsIlJpZ2h0IjowLjAsIkJvdHRvbSI6MC4wfSwiUGFkZGluZyI6eyIkaWQiOiIxMzg3IiwiVG9wIjowLjAsIkxlZnQiOjAuMCwiUmlnaHQiOjAuMCwiQm90dG9tIjowLjB9LCJCYWNrZ3JvdW5kIjp7IiRpZCI6IjEzODgiLCJDb2xvciI6eyIkaWQiOiIxMzg5IiwiQSI6MjU1LCJSIjowLCJHIjowLCJCIjowfX0sIklzVmlzaWJsZSI6dHJ1ZSwiV2lkdGgiOjAuMCwiSGVpZ2h0IjowLjAsIkJvcmRlclN0eWxlIjp7IiRpZCI6IjEzOTAiLCJMaW5lQ29sb3IiOm51bGwsIkxpbmVXZWlnaHQiOjAuMCwiTGluZVR5cGUiOjAsIlBhcmVudFN0eWxlIjpudWxsfSwiUGFyZW50U3R5bGUiOm51bGx9LCJQYXJlbnRTdHlsZSI6bnVsbH0sIlBhcmVudFN0eWxlIjpudWxsfSwiSW5kZXgiOjEsIlNtYXJ0RHVyYXRpb25BY3RpdmF0ZWQiOmZhbHNlLCJEYXRlRm9ybWF0Ijp7IiRyZWYiOiIxMzc5In0sIldlZWtOdW1iZXJpbmciOnsiJGlkIjoiMTM5MSIsIkZvcm1hdCI6MCwiSXNWaXNpYmxlIjpmYWxzZSwiTGFzdEtub3duVmlzaWJpbGl0eVN0YXRlIjpmYWxzZX0sIkJhc2VsaW5lRGF0YSI6eyIkaWQiOiIxMzkyIiwiU3RhcnREYXRlIjoiMjAyNS0wOS0xMFQwMDowMDowMCIsIkVuZERhdGUiOiIyMDI1LTA5LTIwVDIzOjU5OjAwIn0sIklkIjoiOGI4N2Q3ODctZTkzZi00MDMyLWIwM2EtYTRkNzVkOTFhMWYwIiwiSW1wb3J0SWQiOm51bGwsIlRpdGxlIjoiR2VzdGnDs24gZGUgUmVxdWlzaXRvcyIsIk5vdGUiOm51bGwsIkh5cGVybGluayI6eyIkaWQiOiIxMzkzIiwiQWRkcmVzcyI6IiIsIlN1YkFkZHJlc3MiOiIifSwiSXNDaGFuZ2VkIjpmYWxzZSwiSXNOZXciOmZhbHNlfSx7IiRpZCI6IjEzOTQiLCJHcm91cE5hbWUiOm51bGwsIlN0YXJ0RGF0ZSI6IjIwMjUtMDktMjBUMDA6MDA6MDBaIiwiRW5kRGF0ZSI6IjIwMjUtMTAtMjVUMjM6NTk6MDBaIiwiUGVyY2VudGFnZUNvbXBsZXRlIjpudWxsLCJTdHlsZSI6eyIkaWQiOiIxMzk1IiwiU2hhcGUiOjMsIlNoYXBlVGhpY2tuZXNzIjowLCJEdXJhdGlvbkZvcm1hdCI6MCwiSW5jbHVkZU5vbldvcmtpbmdEYXlzSW5EdXJhdGlvbiI6ZmFsc2UsIlBlcmNlbnRhZ2VDb21wbGV0ZVN0eWxlIjp7IiRpZCI6IjEzOTYiLCJGb250U2V0dGluZ3MiOnsiJGlkIjoiMTM5NyIsIkZvbnRTaXplIjoxMCwiRm9udE5hbWUiOiJDYWxpYnJpIiwiSXNCb2xkIjpmYWxzZSwiSXNJdGFsaWMiOmZhbHNlLCJJc1VuZGVybGluZWQiOmZhbHNlLCJQYXJlbnRTdHlsZSI6bnVsbH0sIkF1dG9TaXplIjowLCJGb3JlZ3JvdW5kIjp7IiRpZCI6IjEzOTgiLCJDb2xvciI6eyIkaWQiOiIxMzk5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E0MDAiLCJUb3AiOjAuMCwiTGVmdCI6MC4wLCJSaWdodCI6MC4wLCJCb3R0b20iOjAuMH0sIlBhZGRpbmciOnsiJGlkIjoiMTQwMSIsIlRvcCI6MC4wLCJMZWZ0IjowLjAsIlJpZ2h0IjowLjAsIkJvdHRvbSI6MC4wfSwiQmFja2dyb3VuZCI6eyIkaWQiOiIxNDAyIiwiQ29sb3IiOnsiJGlkIjoiMTQwMyIsIkEiOjg5LCJSIjowLCJHIjowLCJCIjowfX0sIklzVmlzaWJsZSI6dHJ1ZSwiV2lkdGgiOjAuMCwiSGVpZ2h0IjowLjAsIkJvcmRlclN0eWxlIjp7IiRpZCI6IjE0MDQiLCJMaW5lQ29sb3IiOm51bGwsIkxpbmVXZWlnaHQiOjAuMCwiTGluZVR5cGUiOjAsIlBhcmVudFN0eWxlIjpudWxsfSwiUGFyZW50U3R5bGUiOm51bGx9LCJEdXJhdGlvblN0eWxlIjp7IiRpZCI6IjE0MDUiLCJGb250U2V0dGluZ3MiOnsiJGlkIjoiMTQwNiIsIkZvbnRTaXplIjoxMCwiRm9udE5hbWUiOiJDYWxpYnJpIiwiSXNCb2xkIjpmYWxzZSwiSXNJdGFsaWMiOmZhbHNlLCJJc1VuZGVybGluZWQiOmZhbHNlLCJQYXJlbnRTdHlsZSI6bnVsbH0sIkF1dG9TaXplIjowLCJGb3JlZ3JvdW5kIjp7IiRpZCI6IjE0MDciLCJDb2xvciI6eyIkaWQiOiIxNDA4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MTQwOSIsIlRvcCI6MC4wLCJMZWZ0IjowLjAsIlJpZ2h0IjowLjAsIkJvdHRvbSI6MC4wfSwiUGFkZGluZyI6eyIkaWQiOiIxNDEwIiwiVG9wIjowLjAsIkxlZnQiOjAuMCwiUmlnaHQiOjAuMCwiQm90dG9tIjowLjB9LCJCYWNrZ3JvdW5kIjp7IiRpZCI6IjE0MTEiLCJDb2xvciI6eyIkaWQiOiIxNDEyIiwiQSI6MjU1LCJSIjoyMzcsIkciOjEyNSwiQiI6NDl9fSwiSXNWaXNpYmxlIjp0cnVlLCJXaWR0aCI6MC4wLCJIZWlnaHQiOjAuMCwiQm9yZGVyU3R5bGUiOnsiJGlkIjoiMTQxMyIsIkxpbmVDb2xvciI6bnVsbCwiTGluZVdlaWdodCI6MC4wLCJMaW5lVHlwZSI6MCwiUGFyZW50U3R5bGUiOm51bGx9LCJQYXJlbnRTdHlsZSI6bnVsbH0sIkhvcml6b250YWxDb25uZWN0b3JTdHlsZSI6eyIkaWQiOiIxNDE0IiwiTGluZUNvbG9yIjp7IiRpZCI6IjE0MTUiLCIkdHlwZSI6Ik5MUkUuQ29tbW9uLkRvbS5Tb2xpZENvbG9yQnJ1c2gsIE5MUkUuQ29tbW9uIiwiQ29sb3IiOnsiJGlkIjoiMTQxNiIsIkEiOjUxLCJSIjoyMSwiRyI6OTYsIkIiOjEzMH19LCJMaW5lV2VpZ2h0IjoxLjAsIkxpbmVUeXBlIjowLCJQYXJlbnRTdHlsZSI6bnVsbH0sIlZlcnRpY2FsQ29ubmVjdG9yU3R5bGUiOnsiJGlkIjoiMTQxNyIsIkxpbmVDb2xvciI6eyIkaWQiOiIxNDE4IiwiJHR5cGUiOiJOTFJFLkNvbW1vbi5Eb20uU29saWRDb2xvckJydXNoLCBOTFJFLkNvbW1vbiIsIkNvbG9yIjp7IiRpZCI6IjE0MTk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NiwiU3BhY2luZyI6MywiSXNCZWxvd1RpbWViYW5kIjp0cnVlLCJQZXJjZW50YWdlQ29tcGxldGVTaGFwZU9wYWNpdHkiOjM1LCJCYXNlbGluZVN0eWxlIjp7IiRpZCI6IjE0MjAiLCJTaGFwZVN0eWxlIjp7IiRpZCI6IjE0MjEiLCJNYXJnaW4iOnsiJGlkIjoiMTQyMiIsIlRvcCI6MC4wLCJMZWZ0IjowLjAsIlJpZ2h0IjowLjAsIkJvdHRvbSI6MC4wfSwiUGFkZGluZyI6eyIkaWQiOiIxNDIzIiwiVG9wIjowLjAsIkxlZnQiOjAuMCwiUmlnaHQiOjAuMCwiQm90dG9tIjowLjB9LCJCYWNrZ3JvdW5kIjp7IiRpZCI6IjE0MjQiLCJDb2xvciI6eyIkaWQiOiIxNDI1IiwiQSI6MTUzLCJSIjowLCJHIjowLCJCIjowfX0sIklzVmlzaWJsZSI6dHJ1ZSwiV2lkdGgiOjAuMCwiSGVpZ2h0IjowLjAsIkJvcmRlclN0eWxlIjpudWxsLCJQYXJlbnRTdHlsZSI6bnVsbH0sIk1hcmdpbiI6eyIkaWQiOiIxNDI2IiwiVG9wIjowLjAsIkxlZnQiOjAuMCwiUmlnaHQiOjAuMCwiQm90dG9tIjowLjB9LCJQYWRkaW5nIjp7IiRpZCI6IjE0MjciLCJUb3AiOjAuMCwiTGVmdCI6MC4wLCJSaWdodCI6MC4wLCJCb3R0b20iOjAuMH0sIkJhY2tncm91bmQiOm51bGwsIklzVmlzaWJsZSI6dHJ1ZSwiV2lkdGgiOjAuMCwiSGVpZ2h0IjowLjAsIkJvcmRlclN0eWxlIjpudWxsLCJQYXJlbnRTdHlsZSI6bnVsbH0sIlNoYXBlU3R5bGUiOnsiJGlkIjoiMTQyOCIsIk1hcmdpbiI6eyIkaWQiOiIxNDI5IiwiVG9wIjowLjAsIkxlZnQiOjQuMCwiUmlnaHQiOjQuMCwiQm90dG9tIjowLjB9LCJQYWRkaW5nIjp7IiRpZCI6IjE0MzAiLCJUb3AiOjAuMCwiTGVmdCI6MC4wLCJSaWdodCI6MC4wLCJCb3R0b20iOjAuMH0sIkJhY2tncm91bmQiOnsiJGlkIjoiMTQzMSIsIkNvbG9yIjp7IiRpZCI6IjE0MzIiLCJBIjoyNTUsIlIiOjIxLCJHIjo5NiwiQiI6MTMwfX0sIklzVmlzaWJsZSI6dHJ1ZSwiV2lkdGgiOjAuMCwiSGVpZ2h0IjoxMC4wLCJCb3JkZXJTdHlsZSI6eyIkaWQiOiIxNDMzIiwiTGluZUNvbG9yIjp7IiRpZCI6IjE0MzQiLCIkdHlwZSI6Ik5MUkUuQ29tbW9uLkRvbS5Tb2xpZENvbG9yQnJ1c2gsIE5MUkUuQ29tbW9uIiwiQ29sb3IiOnsiJGlkIjoiMTQzNSIsIkEiOjI1NSwiUiI6MjM0LCJHIjoyMiwiQiI6MzB9fSwiTGluZVdlaWdodCI6MC4wLCJMaW5lVHlwZSI6MCwiUGFyZW50U3R5bGUiOm51bGx9LCJQYXJlbnRTdHlsZSI6bnVsbH0sIlRpdGxlU3R5bGUiOnsiJGlkIjoiMTQzNiIsIkZvbnRTZXR0aW5ncyI6eyIkaWQiOiIxNDM3IiwiRm9udFNpemUiOjExLCJGb250TmFtZSI6IkNhbGlicmkiLCJJc0JvbGQiOmZhbHNlLCJJc0l0YWxpYyI6ZmFsc2UsIklzVW5kZXJsaW5lZCI6ZmFsc2UsIlBhcmVudFN0eWxlIjpudWxsfSwiQXV0b1NpemUiOjAsIkZvcmVncm91bmQiOnsiJGlkIjoiMTQzOCIsIkNvbG9yIjp7IiRpZCI6IjE0MzkiLCJBIjoyNTUsIlIiOjAsIkciOjAsIkIiOjB9fSwiTWF4V2lkdGgiOjcyMC4wLCJNYXhIZWlnaHQiOiJJbmZpbml0eSIsIlNtYXJ0Rm9yZWdyb3VuZElzQWN0aXZlIjpmYWxzZSwiSG9yaXpvbnRhbEFsaWdubWVudCI6MiwiVmVydGljYWxBbGlnbm1lbnQiOjEsIlNtYXJ0Rm9yZWdyb3VuZCI6bnVsbCwiQmFja2dyb3VuZEZpbGxUeXBlIjowLCJNYXJnaW4iOnsiJGlkIjoiMTQ0MCIsIlRvcCI6MC4wLCJMZWZ0IjowLjAsIlJpZ2h0IjowLjAsIkJvdHRvbSI6MC4wfSwiUGFkZGluZyI6eyIkaWQiOiIxNDQxIiwiVG9wIjowLjAsIkxlZnQiOjAuMCwiUmlnaHQiOjAuMCwiQm90dG9tIjowLjB9LCJCYWNrZ3JvdW5kIjp7IiRpZCI6IjE0NDIiLCJDb2xvciI6eyIkaWQiOiIxNDQzIiwiQSI6MCwiUiI6MjU1LCJHIjoyNTUsIkIiOjI1NX19LCJJc1Zpc2libGUiOnRydWUsIldpZHRoIjowLjAsIkhlaWdodCI6MC4wLCJCb3JkZXJTdHlsZSI6eyIkaWQiOiIxNDQ0IiwiTGluZUNvbG9yIjpudWxsLCJMaW5lV2VpZ2h0IjowLjAsIkxpbmVUeXBlIjowLCJQYXJlbnRTdHlsZSI6bnVsbH0sIlBhcmVudFN0eWxlIjpudWxsfSwiRGF0ZVN0eWxlIjp7IiRpZCI6IjE0NDUiLCJGb250U2V0dGluZ3MiOnsiJGlkIjoiMTQ0NiIsIkZvbnRTaXplIjoxMCwiRm9udE5hbWUiOiJDYWxpYnJpIiwiSXNCb2xkIjpmYWxzZSwiSXNJdGFsaWMiOmZhbHNlLCJJc1VuZGVybGluZWQiOmZhbHNlLCJQYXJlbnRTdHlsZSI6bnVsbH0sIkF1dG9TaXplIjowLCJGb3JlZ3JvdW5kIjp7IiRpZCI6IjE0NDciLCJDb2xvciI6eyIkaWQiOiIxNDQ4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0NDkiLCJUb3AiOjAuMCwiTGVmdCI6MC4wLCJSaWdodCI6MC4wLCJCb3R0b20iOjAuMH0sIlBhZGRpbmciOnsiJGlkIjoiMTQ1MCIsIlRvcCI6MC4wLCJMZWZ0IjowLjAsIlJpZ2h0IjowLjAsIkJvdHRvbSI6MC4wfSwiQmFja2dyb3VuZCI6eyIkaWQiOiIxNDUxIiwiQ29sb3IiOnsiJGlkIjoiMTQ1MiIsIkEiOjAsIlIiOjI1NSwiRyI6MjU1LCJCIjoyNTV9fSwiSXNWaXNpYmxlIjp0cnVlLCJXaWR0aCI6MC4wLCJIZWlnaHQiOjAuMCwiQm9yZGVyU3R5bGUiOnsiJGlkIjoiMTQ1MyIsIkxpbmVDb2xvciI6bnVsbCwiTGluZVdlaWdodCI6MC4wLCJMaW5lVHlwZSI6MCwiUGFyZW50U3R5bGUiOm51bGx9LCJQYXJlbnRTdHlsZSI6bnVsbH0sIkRhdGVGb3JtYXQiOnsiJGlkIjoiMTQ1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DU1IiwiRm9ybWF0IjowLCJJc1Zpc2libGUiOmZhbHNlLCJMYXN0S25vd25WaXNpYmlsaXR5U3RhdGUiOmZhbHNlfSwiSXNWaXNpYmxlIjpmYWxzZSwiVmFyaWFuY2VTdHlsZSI6eyIkaWQiOiIxNDU2IiwiVGV4dFN0eWxlIjp7IiRpZCI6IjE0NTciLCJGb250U2V0dGluZ3MiOnsiJGlkIjoiMTQ1OCIsIkZvbnRTaXplIjoxMCwiRm9udE5hbWUiOiJDYWxpYnJpIiwiSXNCb2xkIjpmYWxzZSwiSXNJdGFsaWMiOmZhbHNlLCJJc1VuZGVybGluZWQiOmZhbHNlLCJQYXJlbnRTdHlsZSI6bnVsbH0sIkF1dG9TaXplIjowLCJGb3JlZ3JvdW5kIjp7IiRpZCI6IjE0NTkiLCJDb2xvciI6eyIkaWQiOiIxNDY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0NjEiLCJUb3AiOjAuMCwiTGVmdCI6MC4wLCJSaWdodCI6MC4wLCJCb3R0b20iOjAuMH0sIlBhZGRpbmciOnsiJGlkIjoiMTQ2MiIsIlRvcCI6MC4wLCJMZWZ0IjowLjAsIlJpZ2h0IjowLjAsIkJvdHRvbSI6MC4wfSwiQmFja2dyb3VuZCI6eyIkaWQiOiIxNDYzIiwiQ29sb3IiOnsiJGlkIjoiMTQ2NCIsIkEiOjI1NSwiUiI6MCwiRyI6MCwiQiI6MH19LCJJc1Zpc2libGUiOnRydWUsIldpZHRoIjowLjAsIkhlaWdodCI6MC4wLCJCb3JkZXJTdHlsZSI6eyIkaWQiOiIxNDY1IiwiTGluZUNvbG9yIjpudWxsLCJMaW5lV2VpZ2h0IjowLjAsIkxpbmVUeXBlIjowLCJQYXJlbnRTdHlsZSI6bnVsbH0sIlBhcmVudFN0eWxlIjpudWxsfSwiUGFyZW50U3R5bGUiOm51bGx9LCJQYXJlbnRTdHlsZSI6bnVsbH0sIkluZGV4IjoyLCJTbWFydER1cmF0aW9uQWN0aXZhdGVkIjpmYWxzZSwiRGF0ZUZvcm1hdCI6eyIkcmVmIjoiMTQ1NCJ9LCJXZWVrTnVtYmVyaW5nIjp7IiRpZCI6IjE0NjYiLCJGb3JtYXQiOjAsIklzVmlzaWJsZSI6ZmFsc2UsIkxhc3RLbm93blZpc2liaWxpdHlTdGF0ZSI6ZmFsc2V9LCJCYXNlbGluZURhdGEiOnsiJGlkIjoiMTQ2NyIsIlN0YXJ0RGF0ZSI6IjIwMjUtMDktMjBUMDA6MDA6MDAiLCJFbmREYXRlIjoiMjAyNS0xMC0yNVQyMzo1OTowMCJ9LCJJZCI6IjE0NTdhYzUxLWNkMGItNGI5MS04MTViLTYwNzQyODE5OWM3OCIsIkltcG9ydElkIjpudWxsLCJUaXRsZSI6IlNwcmludCAxIiwiTm90ZSI6bnVsbCwiSHlwZXJsaW5rIjp7IiRpZCI6IjE0NjgiLCJBZGRyZXNzIjoiIiwiU3ViQWRkcmVzcyI6IiJ9LCJJc0NoYW5nZWQiOmZhbHNlLCJJc05ldyI6ZmFsc2V9LHsiJGlkIjoiMTQ2OSIsIkdyb3VwTmFtZSI6bnVsbCwiU3RhcnREYXRlIjoiMjAyNS0xMC0yNVQwMDowMDowMFoiLCJFbmREYXRlIjoiMjAyNS0xMS0xMVQyMzo1OTowMFoiLCJQZXJjZW50YWdlQ29tcGxldGUiOm51bGwsIlN0eWxlIjp7IiRpZCI6IjE0NzAiLCJTaGFwZSI6MywiU2hhcGVUaGlja25lc3MiOjAsIkR1cmF0aW9uRm9ybWF0IjowLCJJbmNsdWRlTm9uV29ya2luZ0RheXNJbkR1cmF0aW9uIjpmYWxzZSwiUGVyY2VudGFnZUNvbXBsZXRlU3R5bGUiOnsiJGlkIjoiMTQ3MSIsIkZvbnRTZXR0aW5ncyI6eyIkaWQiOiIxNDcyIiwiRm9udFNpemUiOjEwLCJGb250TmFtZSI6IkNhbGlicmkiLCJJc0JvbGQiOmZhbHNlLCJJc0l0YWxpYyI6ZmFsc2UsIklzVW5kZXJsaW5lZCI6ZmFsc2UsIlBhcmVudFN0eWxlIjpudWxsfSwiQXV0b1NpemUiOjAsIkZvcmVncm91bmQiOnsiJGlkIjoiMTQ3MyIsIkNvbG9yIjp7IiRpZCI6IjE0Nz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Q3NSIsIlRvcCI6MC4wLCJMZWZ0IjowLjAsIlJpZ2h0IjowLjAsIkJvdHRvbSI6MC4wfSwiUGFkZGluZyI6eyIkaWQiOiIxNDc2IiwiVG9wIjowLjAsIkxlZnQiOjAuMCwiUmlnaHQiOjAuMCwiQm90dG9tIjowLjB9LCJCYWNrZ3JvdW5kIjp7IiRpZCI6IjE0NzciLCJDb2xvciI6eyIkaWQiOiIxNDc4IiwiQSI6ODksIlIiOjAsIkciOjAsIkIiOjB9fSwiSXNWaXNpYmxlIjp0cnVlLCJXaWR0aCI6MC4wLCJIZWlnaHQiOjAuMCwiQm9yZGVyU3R5bGUiOnsiJGlkIjoiMTQ3OSIsIkxpbmVDb2xvciI6bnVsbCwiTGluZVdlaWdodCI6MC4wLCJMaW5lVHlwZSI6MCwiUGFyZW50U3R5bGUiOm51bGx9LCJQYXJlbnRTdHlsZSI6bnVsbH0sIkR1cmF0aW9uU3R5bGUiOnsiJGlkIjoiMTQ4MCIsIkZvbnRTZXR0aW5ncyI6eyIkaWQiOiIxNDgxIiwiRm9udFNpemUiOjEwLCJGb250TmFtZSI6IkNhbGlicmkiLCJJc0JvbGQiOmZhbHNlLCJJc0l0YWxpYyI6ZmFsc2UsIklzVW5kZXJsaW5lZCI6ZmFsc2UsIlBhcmVudFN0eWxlIjpudWxsfSwiQXV0b1NpemUiOjAsIkZvcmVncm91bmQiOnsiJGlkIjoiMTQ4MiIsIkNvbG9yIjp7IiRpZCI6IjE0OD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NDg0IiwiVG9wIjowLjAsIkxlZnQiOjAuMCwiUmlnaHQiOjAuMCwiQm90dG9tIjowLjB9LCJQYWRkaW5nIjp7IiRpZCI6IjE0ODUiLCJUb3AiOjAuMCwiTGVmdCI6MC4wLCJSaWdodCI6MC4wLCJCb3R0b20iOjAuMH0sIkJhY2tncm91bmQiOnsiJGlkIjoiMTQ4NiIsIkNvbG9yIjp7IiRpZCI6IjE0ODciLCJBIjoyNTUsIlIiOjIzNywiRyI6MTI1LCJCIjo0OX19LCJJc1Zpc2libGUiOnRydWUsIldpZHRoIjowLjAsIkhlaWdodCI6MC4wLCJCb3JkZXJTdHlsZSI6eyIkaWQiOiIxNDg4IiwiTGluZUNvbG9yIjpudWxsLCJMaW5lV2VpZ2h0IjowLjAsIkxpbmVUeXBlIjowLCJQYXJlbnRTdHlsZSI6bnVsbH0sIlBhcmVudFN0eWxlIjpudWxsfSwiSG9yaXpvbnRhbENvbm5lY3RvclN0eWxlIjp7IiRpZCI6IjE0ODkiLCJMaW5lQ29sb3IiOnsiJGlkIjoiMTQ5MCIsIiR0eXBlIjoiTkxSRS5Db21tb24uRG9tLlNvbGlkQ29sb3JCcnVzaCwgTkxSRS5Db21tb24iLCJDb2xvciI6eyIkaWQiOiIxNDkxIiwiQSI6NTEsIlIiOjIxLCJHIjo5NiwiQiI6MTMwfX0sIkxpbmVXZWlnaHQiOjEuMCwiTGluZVR5cGUiOjAsIlBhcmVudFN0eWxlIjpudWxsfSwiVmVydGljYWxDb25uZWN0b3JTdHlsZSI6eyIkaWQiOiIxNDkyIiwiTGluZUNvbG9yIjp7IiRpZCI6IjE0OTMiLCIkdHlwZSI6Ik5MUkUuQ29tbW9uLkRvbS5Tb2xpZENvbG9yQnJ1c2gsIE5MUkUuQ29tbW9uIiwiQ29sb3IiOnsiJGlkIjoiMTQ5NC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Q5NSIsIlNoYXBlU3R5bGUiOnsiJGlkIjoiMTQ5NiIsIk1hcmdpbiI6eyIkaWQiOiIxNDk3IiwiVG9wIjowLjAsIkxlZnQiOjAuMCwiUmlnaHQiOjAuMCwiQm90dG9tIjowLjB9LCJQYWRkaW5nIjp7IiRpZCI6IjE0OTgiLCJUb3AiOjAuMCwiTGVmdCI6MC4wLCJSaWdodCI6MC4wLCJCb3R0b20iOjAuMH0sIkJhY2tncm91bmQiOnsiJGlkIjoiMTQ5OSIsIkNvbG9yIjp7IiRpZCI6IjE1MDAiLCJBIjoxNTMsIlIiOjAsIkciOjAsIkIiOjB9fSwiSXNWaXNpYmxlIjp0cnVlLCJXaWR0aCI6MC4wLCJIZWlnaHQiOjAuMCwiQm9yZGVyU3R5bGUiOm51bGwsIlBhcmVudFN0eWxlIjpudWxsfSwiTWFyZ2luIjp7IiRpZCI6IjE1MDEiLCJUb3AiOjAuMCwiTGVmdCI6MC4wLCJSaWdodCI6MC4wLCJCb3R0b20iOjAuMH0sIlBhZGRpbmciOnsiJGlkIjoiMTUwMiIsIlRvcCI6MC4wLCJMZWZ0IjowLjAsIlJpZ2h0IjowLjAsIkJvdHRvbSI6MC4wfSwiQmFja2dyb3VuZCI6bnVsbCwiSXNWaXNpYmxlIjp0cnVlLCJXaWR0aCI6MC4wLCJIZWlnaHQiOjAuMCwiQm9yZGVyU3R5bGUiOm51bGwsIlBhcmVudFN0eWxlIjpudWxsfSwiU2hhcGVTdHlsZSI6eyIkaWQiOiIxNTAzIiwiTWFyZ2luIjp7IiRpZCI6IjE1MDQiLCJUb3AiOjAuMCwiTGVmdCI6NC4wLCJSaWdodCI6NC4wLCJCb3R0b20iOjAuMH0sIlBhZGRpbmciOnsiJGlkIjoiMTUwNSIsIlRvcCI6MC4wLCJMZWZ0IjowLjAsIlJpZ2h0IjowLjAsIkJvdHRvbSI6MC4wfSwiQmFja2dyb3VuZCI6eyIkaWQiOiIxNTA2IiwiQ29sb3IiOnsiJGlkIjoiMTUwNyIsIkEiOjI1NSwiUiI6MjEsIkciOjk2LCJCIjoxMzB9fSwiSXNWaXNpYmxlIjp0cnVlLCJXaWR0aCI6MC4wLCJIZWlnaHQiOjEwLjAsIkJvcmRlclN0eWxlIjp7IiRpZCI6IjE1MDgiLCJMaW5lQ29sb3IiOnsiJGlkIjoiMTUwOSIsIiR0eXBlIjoiTkxSRS5Db21tb24uRG9tLlNvbGlkQ29sb3JCcnVzaCwgTkxSRS5Db21tb24iLCJDb2xvciI6eyIkaWQiOiIxNTEwIiwiQSI6MjU1LCJSIjoyMzQsIkciOjIyLCJCIjozMH19LCJMaW5lV2VpZ2h0IjowLjAsIkxpbmVUeXBlIjowLCJQYXJlbnRTdHlsZSI6bnVsbH0sIlBhcmVudFN0eWxlIjpudWxsfSwiVGl0bGVTdHlsZSI6eyIkaWQiOiIxNTExIiwiRm9udFNldHRpbmdzIjp7IiRpZCI6IjE1MTIiLCJGb250U2l6ZSI6MTEsIkZvbnROYW1lIjoiQ2FsaWJyaSIsIklzQm9sZCI6ZmFsc2UsIklzSXRhbGljIjpmYWxzZSwiSXNVbmRlcmxpbmVkIjpmYWxzZSwiUGFyZW50U3R5bGUiOm51bGx9LCJBdXRvU2l6ZSI6MCwiRm9yZWdyb3VuZCI6eyIkaWQiOiIxNTEzIiwiQ29sb3IiOnsiJGlkIjoiMTUx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NTE1IiwiVG9wIjowLjAsIkxlZnQiOjAuMCwiUmlnaHQiOjAuMCwiQm90dG9tIjowLjB9LCJQYWRkaW5nIjp7IiRpZCI6IjE1MTYiLCJUb3AiOjAuMCwiTGVmdCI6MC4wLCJSaWdodCI6MC4wLCJCb3R0b20iOjAuMH0sIkJhY2tncm91bmQiOnsiJGlkIjoiMTUxNyIsIkNvbG9yIjp7IiRpZCI6IjE1MTgiLCJBIjowLCJSIjoyNTUsIkciOjI1NSwiQiI6MjU1fX0sIklzVmlzaWJsZSI6dHJ1ZSwiV2lkdGgiOjAuMCwiSGVpZ2h0IjowLjAsIkJvcmRlclN0eWxlIjp7IiRpZCI6IjE1MTkiLCJMaW5lQ29sb3IiOm51bGwsIkxpbmVXZWlnaHQiOjAuMCwiTGluZVR5cGUiOjAsIlBhcmVudFN0eWxlIjpudWxsfSwiUGFyZW50U3R5bGUiOm51bGx9LCJEYXRlU3R5bGUiOnsiJGlkIjoiMTUyMCIsIkZvbnRTZXR0aW5ncyI6eyIkaWQiOiIxNTIxIiwiRm9udFNpemUiOjEwLCJGb250TmFtZSI6IkNhbGlicmkiLCJJc0JvbGQiOmZhbHNlLCJJc0l0YWxpYyI6ZmFsc2UsIklzVW5kZXJsaW5lZCI6ZmFsc2UsIlBhcmVudFN0eWxlIjpudWxsfSwiQXV0b1NpemUiOjAsIkZvcmVncm91bmQiOnsiJGlkIjoiMTUyMiIsIkNvbG9yIjp7IiRpZCI6IjE1Mj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UyNCIsIlRvcCI6MC4wLCJMZWZ0IjowLjAsIlJpZ2h0IjowLjAsIkJvdHRvbSI6MC4wfSwiUGFkZGluZyI6eyIkaWQiOiIxNTI1IiwiVG9wIjowLjAsIkxlZnQiOjAuMCwiUmlnaHQiOjAuMCwiQm90dG9tIjowLjB9LCJCYWNrZ3JvdW5kIjp7IiRpZCI6IjE1MjYiLCJDb2xvciI6eyIkaWQiOiIxNTI3IiwiQSI6MCwiUiI6MjU1LCJHIjoyNTUsIkIiOjI1NX19LCJJc1Zpc2libGUiOnRydWUsIldpZHRoIjowLjAsIkhlaWdodCI6MC4wLCJCb3JkZXJTdHlsZSI6eyIkaWQiOiIxNTI4IiwiTGluZUNvbG9yIjpudWxsLCJMaW5lV2VpZ2h0IjowLjAsIkxpbmVUeXBlIjowLCJQYXJlbnRTdHlsZSI6bnVsbH0sIlBhcmVudFN0eWxlIjpudWxsfSwiRGF0ZUZvcm1hdCI6eyIkaWQiOiIxNTI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1MzAiLCJGb3JtYXQiOjAsIklzVmlzaWJsZSI6ZmFsc2UsIkxhc3RLbm93blZpc2liaWxpdHlTdGF0ZSI6ZmFsc2V9LCJJc1Zpc2libGUiOmZhbHNlLCJWYXJpYW5jZVN0eWxlIjp7IiRpZCI6IjE1MzEiLCJUZXh0U3R5bGUiOnsiJGlkIjoiMTUzMiIsIkZvbnRTZXR0aW5ncyI6eyIkaWQiOiIxNTMzIiwiRm9udFNpemUiOjEwLCJGb250TmFtZSI6IkNhbGlicmkiLCJJc0JvbGQiOmZhbHNlLCJJc0l0YWxpYyI6ZmFsc2UsIklzVW5kZXJsaW5lZCI6ZmFsc2UsIlBhcmVudFN0eWxlIjpudWxsfSwiQXV0b1NpemUiOjAsIkZvcmVncm91bmQiOnsiJGlkIjoiMTUzNCIsIkNvbG9yIjp7IiRpZCI6IjE1Mz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UzNiIsIlRvcCI6MC4wLCJMZWZ0IjowLjAsIlJpZ2h0IjowLjAsIkJvdHRvbSI6MC4wfSwiUGFkZGluZyI6eyIkaWQiOiIxNTM3IiwiVG9wIjowLjAsIkxlZnQiOjAuMCwiUmlnaHQiOjAuMCwiQm90dG9tIjowLjB9LCJCYWNrZ3JvdW5kIjp7IiRpZCI6IjE1MzgiLCJDb2xvciI6eyIkaWQiOiIxNTM5IiwiQSI6MjU1LCJSIjowLCJHIjowLCJCIjowfX0sIklzVmlzaWJsZSI6dHJ1ZSwiV2lkdGgiOjAuMCwiSGVpZ2h0IjowLjAsIkJvcmRlclN0eWxlIjp7IiRpZCI6IjE1NDAiLCJMaW5lQ29sb3IiOm51bGwsIkxpbmVXZWlnaHQiOjAuMCwiTGluZVR5cGUiOjAsIlBhcmVudFN0eWxlIjpudWxsfSwiUGFyZW50U3R5bGUiOm51bGx9LCJQYXJlbnRTdHlsZSI6bnVsbH0sIlBhcmVudFN0eWxlIjpudWxsfSwiSW5kZXgiOjMsIlNtYXJ0RHVyYXRpb25BY3RpdmF0ZWQiOmZhbHNlLCJEYXRlRm9ybWF0Ijp7IiRyZWYiOiIxNTI5In0sIldlZWtOdW1iZXJpbmciOnsiJGlkIjoiMTU0MSIsIkZvcm1hdCI6MCwiSXNWaXNpYmxlIjpmYWxzZSwiTGFzdEtub3duVmlzaWJpbGl0eVN0YXRlIjpmYWxzZX0sIkJhc2VsaW5lRGF0YSI6eyIkaWQiOiIxNTQyIiwiU3RhcnREYXRlIjoiMjAyNS0xMC0yNVQwMDowMDowMCIsIkVuZERhdGUiOiIyMDI1LTExLTExVDIzOjU5OjAwIn0sIklkIjoiZWY5M2MyYjMtYzdhZS00MDFmLTk3OTktMTYzZjg2ZGNjY2IxIiwiSW1wb3J0SWQiOm51bGwsIlRpdGxlIjoiU3ByaW50IDIiLCJOb3RlIjpudWxsLCJIeXBlcmxpbmsiOnsiJGlkIjoiMTU0MyIsIkFkZHJlc3MiOiIiLCJTdWJBZGRyZXNzIjoiIn0sIklzQ2hhbmdlZCI6ZmFsc2UsIklzTmV3IjpmYWxzZX0seyIkaWQiOiIxNTQ0IiwiR3JvdXBOYW1lIjpudWxsLCJTdGFydERhdGUiOiIyMDI1LTExLTExVDAwOjAwOjAwWiIsIkVuZERhdGUiOiIyMDI1LTExLTE4VDIzOjU5OjAwWiIsIlBlcmNlbnRhZ2VDb21wbGV0ZSI6bnVsbCwiU3R5bGUiOnsiJGlkIjoiMTU0NSIsIlNoYXBlIjozLCJTaGFwZVRoaWNrbmVzcyI6MCwiRHVyYXRpb25Gb3JtYXQiOjAsIkluY2x1ZGVOb25Xb3JraW5nRGF5c0luRHVyYXRpb24iOmZhbHNlLCJQZXJjZW50YWdlQ29tcGxldGVTdHlsZSI6eyIkaWQiOiIxNTQ2IiwiRm9udFNldHRpbmdzIjp7IiRpZCI6IjE1NDciLCJGb250U2l6ZSI6MTAsIkZvbnROYW1lIjoiQ2FsaWJyaSIsIklzQm9sZCI6ZmFsc2UsIklzSXRhbGljIjpmYWxzZSwiSXNVbmRlcmxpbmVkIjpmYWxzZSwiUGFyZW50U3R5bGUiOm51bGx9LCJBdXRvU2l6ZSI6MCwiRm9yZWdyb3VuZCI6eyIkaWQiOiIxNTQ4IiwiQ29sb3IiOnsiJGlkIjoiMTU0OS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xNTUwIiwiVG9wIjowLjAsIkxlZnQiOjAuMCwiUmlnaHQiOjAuMCwiQm90dG9tIjowLjB9LCJQYWRkaW5nIjp7IiRpZCI6IjE1NTEiLCJUb3AiOjAuMCwiTGVmdCI6MC4wLCJSaWdodCI6MC4wLCJCb3R0b20iOjAuMH0sIkJhY2tncm91bmQiOnsiJGlkIjoiMTU1MiIsIkNvbG9yIjp7IiRpZCI6IjE1NTMiLCJBIjo4OSwiUiI6MCwiRyI6MCwiQiI6MH19LCJJc1Zpc2libGUiOnRydWUsIldpZHRoIjowLjAsIkhlaWdodCI6MC4wLCJCb3JkZXJTdHlsZSI6eyIkaWQiOiIxNTU0IiwiTGluZUNvbG9yIjpudWxsLCJMaW5lV2VpZ2h0IjowLjAsIkxpbmVUeXBlIjowLCJQYXJlbnRTdHlsZSI6bnVsbH0sIlBhcmVudFN0eWxlIjpudWxsfSwiRHVyYXRpb25TdHlsZSI6eyIkaWQiOiIxNTU1IiwiRm9udFNldHRpbmdzIjp7IiRpZCI6IjE1NTYiLCJGb250U2l6ZSI6MTAsIkZvbnROYW1lIjoiQ2FsaWJyaSIsIklzQm9sZCI6ZmFsc2UsIklzSXRhbGljIjpmYWxzZSwiSXNVbmRlcmxpbmVkIjpmYWxzZSwiUGFyZW50U3R5bGUiOm51bGx9LCJBdXRvU2l6ZSI6MCwiRm9yZWdyb3VuZCI6eyIkaWQiOiIxNTU3IiwiQ29sb3IiOnsiJGlkIjoiMTU1OC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1NTkiLCJUb3AiOjAuMCwiTGVmdCI6MC4wLCJSaWdodCI6MC4wLCJCb3R0b20iOjAuMH0sIlBhZGRpbmciOnsiJGlkIjoiMTU2MCIsIlRvcCI6MC4wLCJMZWZ0IjowLjAsIlJpZ2h0IjowLjAsIkJvdHRvbSI6MC4wfSwiQmFja2dyb3VuZCI6eyIkaWQiOiIxNTYxIiwiQ29sb3IiOnsiJGlkIjoiMTU2MiIsIkEiOjI1NSwiUiI6MjM3LCJHIjoxMjUsIkIiOjQ5fX0sIklzVmlzaWJsZSI6dHJ1ZSwiV2lkdGgiOjAuMCwiSGVpZ2h0IjowLjAsIkJvcmRlclN0eWxlIjp7IiRpZCI6IjE1NjMiLCJMaW5lQ29sb3IiOm51bGwsIkxpbmVXZWlnaHQiOjAuMCwiTGluZVR5cGUiOjAsIlBhcmVudFN0eWxlIjpudWxsfSwiUGFyZW50U3R5bGUiOm51bGx9LCJIb3Jpem9udGFsQ29ubmVjdG9yU3R5bGUiOnsiJGlkIjoiMTU2NCIsIkxpbmVDb2xvciI6eyIkaWQiOiIxNTY1IiwiJHR5cGUiOiJOTFJFLkNvbW1vbi5Eb20uU29saWRDb2xvckJydXNoLCBOTFJFLkNvbW1vbiIsIkNvbG9yIjp7IiRpZCI6IjE1NjYiLCJBIjo1MSwiUiI6MjEsIkciOjk2LCJCIjoxMzB9fSwiTGluZVdlaWdodCI6MS4wLCJMaW5lVHlwZSI6MCwiUGFyZW50U3R5bGUiOm51bGx9LCJWZXJ0aWNhbENvbm5lY3RvclN0eWxlIjp7IiRpZCI6IjE1NjciLCJMaW5lQ29sb3IiOnsiJGlkIjoiMTU2OCIsIiR0eXBlIjoiTkxSRS5Db21tb24uRG9tLlNvbGlkQ29sb3JCcnVzaCwgTkxSRS5Db21tb24iLCJDb2xvciI6eyIkaWQiOiIxNTY5IiwiQSI6NTEsIlIiOjIxLCJHIjo5NiwiQiI6MTMwfX0sIkxpbmVXZWlnaHQiOjAuMCwiTGluZVR5cGUiOjAsIlBhcmVudFN0eWxlIjpudWxsfSwiTWFyZ2luIjpudWxsLCJTdGFydERhdGVQb3NpdGlvbiI6NCwiRW5kRGF0ZVBvc2l0aW9uIjo0LCJEYXRlSXNWaXNpYmxlIjp0cnVlLCJUaXRsZVBvc2l0aW9uIjozLCJEdXJhdGlvblBvc2l0aW9uIjo2LCJQZXJjZW50YWdlQ29tcGxldGVkUG9zaXRpb24iOjIsIlZhcmlhbmNlUG9zaXRpb24iOjYsIlNwYWNpbmciOjMsIklzQmVsb3dUaW1lYmFuZCI6dHJ1ZSwiUGVyY2VudGFnZUNvbXBsZXRlU2hhcGVPcGFjaXR5IjozNSwiQmFzZWxpbmVTdHlsZSI6eyIkaWQiOiIxNTcwIiwiU2hhcGVTdHlsZSI6eyIkaWQiOiIxNTcxIiwiTWFyZ2luIjp7IiRpZCI6IjE1NzIiLCJUb3AiOjAuMCwiTGVmdCI6MC4wLCJSaWdodCI6MC4wLCJCb3R0b20iOjAuMH0sIlBhZGRpbmciOnsiJGlkIjoiMTU3MyIsIlRvcCI6MC4wLCJMZWZ0IjowLjAsIlJpZ2h0IjowLjAsIkJvdHRvbSI6MC4wfSwiQmFja2dyb3VuZCI6eyIkaWQiOiIxNTc0IiwiQ29sb3IiOnsiJGlkIjoiMTU3NSIsIkEiOjE1MywiUiI6MCwiRyI6MCwiQiI6MH19LCJJc1Zpc2libGUiOnRydWUsIldpZHRoIjowLjAsIkhlaWdodCI6MC4wLCJCb3JkZXJTdHlsZSI6bnVsbCwiUGFyZW50U3R5bGUiOm51bGx9LCJNYXJnaW4iOnsiJGlkIjoiMTU3NiIsIlRvcCI6MC4wLCJMZWZ0IjowLjAsIlJpZ2h0IjowLjAsIkJvdHRvbSI6MC4wfSwiUGFkZGluZyI6eyIkaWQiOiIxNTc3IiwiVG9wIjowLjAsIkxlZnQiOjAuMCwiUmlnaHQiOjAuMCwiQm90dG9tIjowLjB9LCJCYWNrZ3JvdW5kIjpudWxsLCJJc1Zpc2libGUiOnRydWUsIldpZHRoIjowLjAsIkhlaWdodCI6MC4wLCJCb3JkZXJTdHlsZSI6bnVsbCwiUGFyZW50U3R5bGUiOm51bGx9LCJTaGFwZVN0eWxlIjp7IiRpZCI6IjE1NzgiLCJNYXJnaW4iOnsiJGlkIjoiMTU3OSIsIlRvcCI6MC4wLCJMZWZ0Ijo0LjAsIlJpZ2h0Ijo0LjAsIkJvdHRvbSI6MC4wfSwiUGFkZGluZyI6eyIkaWQiOiIxNTgwIiwiVG9wIjowLjAsIkxlZnQiOjAuMCwiUmlnaHQiOjAuMCwiQm90dG9tIjowLjB9LCJCYWNrZ3JvdW5kIjp7IiRpZCI6IjE1ODEiLCJDb2xvciI6eyIkaWQiOiIxNTgyIiwiQSI6MjU1LCJSIjoyMSwiRyI6OTYsIkIiOjEzMH19LCJJc1Zpc2libGUiOnRydWUsIldpZHRoIjowLjAsIkhlaWdodCI6MTAuMCwiQm9yZGVyU3R5bGUiOnsiJGlkIjoiMTU4MyIsIkxpbmVDb2xvciI6eyIkaWQiOiIxNTg0IiwiJHR5cGUiOiJOTFJFLkNvbW1vbi5Eb20uU29saWRDb2xvckJydXNoLCBOTFJFLkNvbW1vbiIsIkNvbG9yIjp7IiRpZCI6IjE1ODUiLCJBIjoyNTUsIlIiOjIzNCwiRyI6MjIsIkIiOjMwfX0sIkxpbmVXZWlnaHQiOjAuMCwiTGluZVR5cGUiOjAsIlBhcmVudFN0eWxlIjpudWxsfSwiUGFyZW50U3R5bGUiOm51bGx9LCJUaXRsZVN0eWxlIjp7IiRpZCI6IjE1ODYiLCJGb250U2V0dGluZ3MiOnsiJGlkIjoiMTU4NyIsIkZvbnRTaXplIjoxMSwiRm9udE5hbWUiOiJDYWxpYnJpIiwiSXNCb2xkIjpmYWxzZSwiSXNJdGFsaWMiOmZhbHNlLCJJc1VuZGVybGluZWQiOmZhbHNlLCJQYXJlbnRTdHlsZSI6bnVsbH0sIkF1dG9TaXplIjowLCJGb3JlZ3JvdW5kIjp7IiRpZCI6IjE1ODgiLCJDb2xvciI6eyIkaWQiOiIxNTg5IiwiQSI6MjU1LCJSIjowLCJHIjowLCJCIjowfX0sIk1heFdpZHRoIjo3MjAuMCwiTWF4SGVpZ2h0IjoiSW5maW5pdHkiLCJTbWFydEZvcmVncm91bmRJc0FjdGl2ZSI6ZmFsc2UsIkhvcml6b250YWxBbGlnbm1lbnQiOjIsIlZlcnRpY2FsQWxpZ25tZW50IjoxLCJTbWFydEZvcmVncm91bmQiOm51bGwsIkJhY2tncm91bmRGaWxsVHlwZSI6MCwiTWFyZ2luIjp7IiRpZCI6IjE1OTAiLCJUb3AiOjAuMCwiTGVmdCI6MC4wLCJSaWdodCI6MC4wLCJCb3R0b20iOjAuMH0sIlBhZGRpbmciOnsiJGlkIjoiMTU5MSIsIlRvcCI6MC4wLCJMZWZ0IjowLjAsIlJpZ2h0IjowLjAsIkJvdHRvbSI6MC4wfSwiQmFja2dyb3VuZCI6eyIkaWQiOiIxNTkyIiwiQ29sb3IiOnsiJGlkIjoiMTU5MyIsIkEiOjAsIlIiOjI1NSwiRyI6MjU1LCJCIjoyNTV9fSwiSXNWaXNpYmxlIjp0cnVlLCJXaWR0aCI6MC4wLCJIZWlnaHQiOjAuMCwiQm9yZGVyU3R5bGUiOnsiJGlkIjoiMTU5NCIsIkxpbmVDb2xvciI6bnVsbCwiTGluZVdlaWdodCI6MC4wLCJMaW5lVHlwZSI6MCwiUGFyZW50U3R5bGUiOm51bGx9LCJQYXJlbnRTdHlsZSI6bnVsbH0sIkRhdGVTdHlsZSI6eyIkaWQiOiIxNTk1IiwiRm9udFNldHRpbmdzIjp7IiRpZCI6IjE1OTYiLCJGb250U2l6ZSI6MTAsIkZvbnROYW1lIjoiQ2FsaWJyaSIsIklzQm9sZCI6ZmFsc2UsIklzSXRhbGljIjpmYWxzZSwiSXNVbmRlcmxpbmVkIjpmYWxzZSwiUGFyZW50U3R5bGUiOm51bGx9LCJBdXRvU2l6ZSI6MCwiRm9yZWdyb3VuZCI6eyIkaWQiOiIxNTk3IiwiQ29sb3IiOnsiJGlkIjoiMTU5OC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xNTk5IiwiVG9wIjowLjAsIkxlZnQiOjAuMCwiUmlnaHQiOjAuMCwiQm90dG9tIjowLjB9LCJQYWRkaW5nIjp7IiRpZCI6IjE2MDAiLCJUb3AiOjAuMCwiTGVmdCI6MC4wLCJSaWdodCI6MC4wLCJCb3R0b20iOjAuMH0sIkJhY2tncm91bmQiOnsiJGlkIjoiMTYwMSIsIkNvbG9yIjp7IiRpZCI6IjE2MDIiLCJBIjowLCJSIjoyNTUsIkciOjI1NSwiQiI6MjU1fX0sIklzVmlzaWJsZSI6dHJ1ZSwiV2lkdGgiOjAuMCwiSGVpZ2h0IjowLjAsIkJvcmRlclN0eWxlIjp7IiRpZCI6IjE2MDMiLCJMaW5lQ29sb3IiOm51bGwsIkxpbmVXZWlnaHQiOjAuMCwiTGluZVR5cGUiOjAsIlBhcmVudFN0eWxlIjpudWxsfSwiUGFyZW50U3R5bGUiOm51bGx9LCJEYXRlRm9ybWF0Ijp7IiRpZCI6IjE2MD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YwNSIsIkZvcm1hdCI6MCwiSXNWaXNpYmxlIjpmYWxzZSwiTGFzdEtub3duVmlzaWJpbGl0eVN0YXRlIjpmYWxzZX0sIklzVmlzaWJsZSI6ZmFsc2UsIlZhcmlhbmNlU3R5bGUiOnsiJGlkIjoiMTYwNiIsIlRleHRTdHlsZSI6eyIkaWQiOiIxNjA3IiwiRm9udFNldHRpbmdzIjp7IiRpZCI6IjE2MDgiLCJGb250U2l6ZSI6MTAsIkZvbnROYW1lIjoiQ2FsaWJyaSIsIklzQm9sZCI6ZmFsc2UsIklzSXRhbGljIjpmYWxzZSwiSXNVbmRlcmxpbmVkIjpmYWxzZSwiUGFyZW50U3R5bGUiOm51bGx9LCJBdXRvU2l6ZSI6MCwiRm9yZWdyb3VuZCI6eyIkaWQiOiIxNjA5IiwiQ29sb3IiOnsiJGlkIjoiMTYx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jExIiwiVG9wIjowLjAsIkxlZnQiOjAuMCwiUmlnaHQiOjAuMCwiQm90dG9tIjowLjB9LCJQYWRkaW5nIjp7IiRpZCI6IjE2MTIiLCJUb3AiOjAuMCwiTGVmdCI6MC4wLCJSaWdodCI6MC4wLCJCb3R0b20iOjAuMH0sIkJhY2tncm91bmQiOnsiJGlkIjoiMTYxMyIsIkNvbG9yIjp7IiRpZCI6IjE2MTQiLCJBIjoyNTUsIlIiOjAsIkciOjAsIkIiOjB9fSwiSXNWaXNpYmxlIjp0cnVlLCJXaWR0aCI6MC4wLCJIZWlnaHQiOjAuMCwiQm9yZGVyU3R5bGUiOnsiJGlkIjoiMTYxNSIsIkxpbmVDb2xvciI6bnVsbCwiTGluZVdlaWdodCI6MC4wLCJMaW5lVHlwZSI6MCwiUGFyZW50U3R5bGUiOm51bGx9LCJQYXJlbnRTdHlsZSI6bnVsbH0sIlBhcmVudFN0eWxlIjpudWxsfSwiUGFyZW50U3R5bGUiOm51bGx9LCJJbmRleCI6NCwiU21hcnREdXJhdGlvbkFjdGl2YXRlZCI6ZmFsc2UsIkRhdGVGb3JtYXQiOnsiJHJlZiI6IjE2MDQifSwiV2Vla051bWJlcmluZyI6eyIkaWQiOiIxNjE2IiwiRm9ybWF0IjowLCJJc1Zpc2libGUiOmZhbHNlLCJMYXN0S25vd25WaXNpYmlsaXR5U3RhdGUiOmZhbHNlfSwiQmFzZWxpbmVEYXRhIjp7IiRpZCI6IjE2MTciLCJTdGFydERhdGUiOiIyMDI1LTExLTExVDAwOjAwOjAwIiwiRW5kRGF0ZSI6IjIwMjUtMTEtMThUMjM6NTk6MDAifSwiSWQiOiJhYjI0YjYwMS05MTgwLTRhZjYtOTVlZC0wMmE1NGIyOGRjNTAiLCJJbXBvcnRJZCI6bnVsbCwiVGl0bGUiOiJTcHJpbnQgMyIsIk5vdGUiOm51bGwsIkh5cGVybGluayI6eyIkaWQiOiIxNjE4IiwiQWRkcmVzcyI6IiIsIlN1YkFkZHJlc3MiOiIifSwiSXNDaGFuZ2VkIjpmYWxzZSwiSXNOZXciOmZhbHNlfSx7IiRpZCI6IjE2MTkiLCJHcm91cE5hbWUiOm51bGwsIlN0YXJ0RGF0ZSI6IjIwMjUtMTEtMThUMDA6MDA6MDBaIiwiRW5kRGF0ZSI6IjIwMjUtMTEtMjdUMjM6NTk6MDBaIiwiUGVyY2VudGFnZUNvbXBsZXRlIjpudWxsLCJTdHlsZSI6eyIkaWQiOiIxNjIwIiwiU2hhcGUiOjMsIlNoYXBlVGhpY2tuZXNzIjowLCJEdXJhdGlvbkZvcm1hdCI6MCwiSW5jbHVkZU5vbldvcmtpbmdEYXlzSW5EdXJhdGlvbiI6ZmFsc2UsIlBlcmNlbnRhZ2VDb21wbGV0ZVN0eWxlIjp7IiRpZCI6IjE2MjEiLCJGb250U2V0dGluZ3MiOnsiJGlkIjoiMTYyMiIsIkZvbnRTaXplIjoxMCwiRm9udE5hbWUiOiJDYWxpYnJpIiwiSXNCb2xkIjpmYWxzZSwiSXNJdGFsaWMiOmZhbHNlLCJJc1VuZGVybGluZWQiOmZhbHNlLCJQYXJlbnRTdHlsZSI6bnVsbH0sIkF1dG9TaXplIjowLCJGb3JlZ3JvdW5kIjp7IiRpZCI6IjE2MjMiLCJDb2xvciI6eyIkaWQiOiIxNjI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E2MjUiLCJUb3AiOjAuMCwiTGVmdCI6MC4wLCJSaWdodCI6MC4wLCJCb3R0b20iOjAuMH0sIlBhZGRpbmciOnsiJGlkIjoiMTYyNiIsIlRvcCI6MC4wLCJMZWZ0IjowLjAsIlJpZ2h0IjowLjAsIkJvdHRvbSI6MC4wfSwiQmFja2dyb3VuZCI6eyIkaWQiOiIxNjI3IiwiQ29sb3IiOnsiJGlkIjoiMTYyOCIsIkEiOjg5LCJSIjowLCJHIjowLCJCIjowfX0sIklzVmlzaWJsZSI6dHJ1ZSwiV2lkdGgiOjAuMCwiSGVpZ2h0IjowLjAsIkJvcmRlclN0eWxlIjp7IiRpZCI6IjE2MjkiLCJMaW5lQ29sb3IiOm51bGwsIkxpbmVXZWlnaHQiOjAuMCwiTGluZVR5cGUiOjAsIlBhcmVudFN0eWxlIjpudWxsfSwiUGFyZW50U3R5bGUiOm51bGx9LCJEdXJhdGlvblN0eWxlIjp7IiRpZCI6IjE2MzAiLCJGb250U2V0dGluZ3MiOnsiJGlkIjoiMTYzMSIsIkZvbnRTaXplIjoxMCwiRm9udE5hbWUiOiJDYWxpYnJpIiwiSXNCb2xkIjpmYWxzZSwiSXNJdGFsaWMiOmZhbHNlLCJJc1VuZGVybGluZWQiOmZhbHNlLCJQYXJlbnRTdHlsZSI6bnVsbH0sIkF1dG9TaXplIjowLCJGb3JlZ3JvdW5kIjp7IiRpZCI6IjE2MzIiLCJDb2xvciI6eyIkaWQiOiIxNjMz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MTYzNCIsIlRvcCI6MC4wLCJMZWZ0IjowLjAsIlJpZ2h0IjowLjAsIkJvdHRvbSI6MC4wfSwiUGFkZGluZyI6eyIkaWQiOiIxNjM1IiwiVG9wIjowLjAsIkxlZnQiOjAuMCwiUmlnaHQiOjAuMCwiQm90dG9tIjowLjB9LCJCYWNrZ3JvdW5kIjp7IiRpZCI6IjE2MzYiLCJDb2xvciI6eyIkaWQiOiIxNjM3IiwiQSI6MjU1LCJSIjoyMzcsIkciOjEyNSwiQiI6NDl9fSwiSXNWaXNpYmxlIjp0cnVlLCJXaWR0aCI6MC4wLCJIZWlnaHQiOjAuMCwiQm9yZGVyU3R5bGUiOnsiJGlkIjoiMTYzOCIsIkxpbmVDb2xvciI6bnVsbCwiTGluZVdlaWdodCI6MC4wLCJMaW5lVHlwZSI6MCwiUGFyZW50U3R5bGUiOm51bGx9LCJQYXJlbnRTdHlsZSI6bnVsbH0sIkhvcml6b250YWxDb25uZWN0b3JTdHlsZSI6eyIkaWQiOiIxNjM5IiwiTGluZUNvbG9yIjp7IiRpZCI6IjE2NDAiLCIkdHlwZSI6Ik5MUkUuQ29tbW9uLkRvbS5Tb2xpZENvbG9yQnJ1c2gsIE5MUkUuQ29tbW9uIiwiQ29sb3IiOnsiJGlkIjoiMTY0MSIsIkEiOjUxLCJSIjoyMSwiRyI6OTYsIkIiOjEzMH19LCJMaW5lV2VpZ2h0IjoxLjAsIkxpbmVUeXBlIjowLCJQYXJlbnRTdHlsZSI6bnVsbH0sIlZlcnRpY2FsQ29ubmVjdG9yU3R5bGUiOnsiJGlkIjoiMTY0MiIsIkxpbmVDb2xvciI6eyIkaWQiOiIxNjQzIiwiJHR5cGUiOiJOTFJFLkNvbW1vbi5Eb20uU29saWRDb2xvckJydXNoLCBOTFJFLkNvbW1vbiIsIkNvbG9yIjp7IiRpZCI6IjE2NDQ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NiwiU3BhY2luZyI6MywiSXNCZWxvd1RpbWViYW5kIjp0cnVlLCJQZXJjZW50YWdlQ29tcGxldGVTaGFwZU9wYWNpdHkiOjM1LCJCYXNlbGluZVN0eWxlIjp7IiRpZCI6IjE2NDUiLCJTaGFwZVN0eWxlIjp7IiRpZCI6IjE2NDYiLCJNYXJnaW4iOnsiJGlkIjoiMTY0NyIsIlRvcCI6MC4wLCJMZWZ0IjowLjAsIlJpZ2h0IjowLjAsIkJvdHRvbSI6MC4wfSwiUGFkZGluZyI6eyIkaWQiOiIxNjQ4IiwiVG9wIjowLjAsIkxlZnQiOjAuMCwiUmlnaHQiOjAuMCwiQm90dG9tIjowLjB9LCJCYWNrZ3JvdW5kIjp7IiRpZCI6IjE2NDkiLCJDb2xvciI6eyIkaWQiOiIxNjUwIiwiQSI6MTUzLCJSIjowLCJHIjowLCJCIjowfX0sIklzVmlzaWJsZSI6dHJ1ZSwiV2lkdGgiOjAuMCwiSGVpZ2h0IjowLjAsIkJvcmRlclN0eWxlIjpudWxsLCJQYXJlbnRTdHlsZSI6bnVsbH0sIk1hcmdpbiI6eyIkaWQiOiIxNjUxIiwiVG9wIjowLjAsIkxlZnQiOjAuMCwiUmlnaHQiOjAuMCwiQm90dG9tIjowLjB9LCJQYWRkaW5nIjp7IiRpZCI6IjE2NTIiLCJUb3AiOjAuMCwiTGVmdCI6MC4wLCJSaWdodCI6MC4wLCJCb3R0b20iOjAuMH0sIkJhY2tncm91bmQiOm51bGwsIklzVmlzaWJsZSI6dHJ1ZSwiV2lkdGgiOjAuMCwiSGVpZ2h0IjowLjAsIkJvcmRlclN0eWxlIjpudWxsLCJQYXJlbnRTdHlsZSI6bnVsbH0sIlNoYXBlU3R5bGUiOnsiJGlkIjoiMTY1MyIsIk1hcmdpbiI6eyIkaWQiOiIxNjU0IiwiVG9wIjowLjAsIkxlZnQiOjQuMCwiUmlnaHQiOjQuMCwiQm90dG9tIjowLjB9LCJQYWRkaW5nIjp7IiRpZCI6IjE2NTUiLCJUb3AiOjAuMCwiTGVmdCI6MC4wLCJSaWdodCI6MC4wLCJCb3R0b20iOjAuMH0sIkJhY2tncm91bmQiOnsiJGlkIjoiMTY1NiIsIkNvbG9yIjp7IiRpZCI6IjE2NTciLCJBIjoyNTUsIlIiOjIxLCJHIjo5NiwiQiI6MTMwfX0sIklzVmlzaWJsZSI6dHJ1ZSwiV2lkdGgiOjAuMCwiSGVpZ2h0IjoxMC4wLCJCb3JkZXJTdHlsZSI6eyIkaWQiOiIxNjU4IiwiTGluZUNvbG9yIjp7IiRpZCI6IjE2NTkiLCIkdHlwZSI6Ik5MUkUuQ29tbW9uLkRvbS5Tb2xpZENvbG9yQnJ1c2gsIE5MUkUuQ29tbW9uIiwiQ29sb3IiOnsiJGlkIjoiMTY2MCIsIkEiOjI1NSwiUiI6MjM0LCJHIjoyMiwiQiI6MzB9fSwiTGluZVdlaWdodCI6MC4wLCJMaW5lVHlwZSI6MCwiUGFyZW50U3R5bGUiOm51bGx9LCJQYXJlbnRTdHlsZSI6bnVsbH0sIlRpdGxlU3R5bGUiOnsiJGlkIjoiMTY2MSIsIkZvbnRTZXR0aW5ncyI6eyIkaWQiOiIxNjYyIiwiRm9udFNpemUiOjExLCJGb250TmFtZSI6IkNhbGlicmkiLCJJc0JvbGQiOmZhbHNlLCJJc0l0YWxpYyI6ZmFsc2UsIklzVW5kZXJsaW5lZCI6ZmFsc2UsIlBhcmVudFN0eWxlIjpudWxsfSwiQXV0b1NpemUiOjAsIkZvcmVncm91bmQiOnsiJGlkIjoiMTY2MyIsIkNvbG9yIjp7IiRpZCI6IjE2NjQiLCJBIjoyNTUsIlIiOjAsIkciOjAsIkIiOjB9fSwiTWF4V2lkdGgiOjcyMC4wLCJNYXhIZWlnaHQiOiJJbmZpbml0eSIsIlNtYXJ0Rm9yZWdyb3VuZElzQWN0aXZlIjpmYWxzZSwiSG9yaXpvbnRhbEFsaWdubWVudCI6MiwiVmVydGljYWxBbGlnbm1lbnQiOjEsIlNtYXJ0Rm9yZWdyb3VuZCI6bnVsbCwiQmFja2dyb3VuZEZpbGxUeXBlIjowLCJNYXJnaW4iOnsiJGlkIjoiMTY2NSIsIlRvcCI6MC4wLCJMZWZ0IjowLjAsIlJpZ2h0IjowLjAsIkJvdHRvbSI6MC4wfSwiUGFkZGluZyI6eyIkaWQiOiIxNjY2IiwiVG9wIjowLjAsIkxlZnQiOjAuMCwiUmlnaHQiOjAuMCwiQm90dG9tIjowLjB9LCJCYWNrZ3JvdW5kIjp7IiRpZCI6IjE2NjciLCJDb2xvciI6eyIkaWQiOiIxNjY4IiwiQSI6MCwiUiI6MjU1LCJHIjoyNTUsIkIiOjI1NX19LCJJc1Zpc2libGUiOnRydWUsIldpZHRoIjowLjAsIkhlaWdodCI6MC4wLCJCb3JkZXJTdHlsZSI6eyIkaWQiOiIxNjY5IiwiTGluZUNvbG9yIjpudWxsLCJMaW5lV2VpZ2h0IjowLjAsIkxpbmVUeXBlIjowLCJQYXJlbnRTdHlsZSI6bnVsbH0sIlBhcmVudFN0eWxlIjpudWxsfSwiRGF0ZVN0eWxlIjp7IiRpZCI6IjE2NzAiLCJGb250U2V0dGluZ3MiOnsiJGlkIjoiMTY3MSIsIkZvbnRTaXplIjoxMCwiRm9udE5hbWUiOiJDYWxpYnJpIiwiSXNCb2xkIjpmYWxzZSwiSXNJdGFsaWMiOmZhbHNlLCJJc1VuZGVybGluZWQiOmZhbHNlLCJQYXJlbnRTdHlsZSI6bnVsbH0sIkF1dG9TaXplIjowLCJGb3JlZ3JvdW5kIjp7IiRpZCI6IjE2NzIiLCJDb2xvciI6eyIkaWQiOiIxNjcz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2NzQiLCJUb3AiOjAuMCwiTGVmdCI6MC4wLCJSaWdodCI6MC4wLCJCb3R0b20iOjAuMH0sIlBhZGRpbmciOnsiJGlkIjoiMTY3NSIsIlRvcCI6MC4wLCJMZWZ0IjowLjAsIlJpZ2h0IjowLjAsIkJvdHRvbSI6MC4wfSwiQmFja2dyb3VuZCI6eyIkaWQiOiIxNjc2IiwiQ29sb3IiOnsiJGlkIjoiMTY3NyIsIkEiOjAsIlIiOjI1NSwiRyI6MjU1LCJCIjoyNTV9fSwiSXNWaXNpYmxlIjp0cnVlLCJXaWR0aCI6MC4wLCJIZWlnaHQiOjAuMCwiQm9yZGVyU3R5bGUiOnsiJGlkIjoiMTY3OCIsIkxpbmVDb2xvciI6bnVsbCwiTGluZVdlaWdodCI6MC4wLCJMaW5lVHlwZSI6MCwiUGFyZW50U3R5bGUiOm51bGx9LCJQYXJlbnRTdHlsZSI6bnVsbH0sIkRhdGVGb3JtYXQiOnsiJGlkIjoiMTY3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jgwIiwiRm9ybWF0IjowLCJJc1Zpc2libGUiOmZhbHNlLCJMYXN0S25vd25WaXNpYmlsaXR5U3RhdGUiOmZhbHNlfSwiSXNWaXNpYmxlIjpmYWxzZSwiVmFyaWFuY2VTdHlsZSI6eyIkaWQiOiIxNjgxIiwiVGV4dFN0eWxlIjp7IiRpZCI6IjE2ODIiLCJGb250U2V0dGluZ3MiOnsiJGlkIjoiMTY4MyIsIkZvbnRTaXplIjoxMCwiRm9udE5hbWUiOiJDYWxpYnJpIiwiSXNCb2xkIjpmYWxzZSwiSXNJdGFsaWMiOmZhbHNlLCJJc1VuZGVybGluZWQiOmZhbHNlLCJQYXJlbnRTdHlsZSI6bnVsbH0sIkF1dG9TaXplIjowLCJGb3JlZ3JvdW5kIjp7IiRpZCI6IjE2ODQiLCJDb2xvciI6eyIkaWQiOiIxNjg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2ODYiLCJUb3AiOjAuMCwiTGVmdCI6MC4wLCJSaWdodCI6MC4wLCJCb3R0b20iOjAuMH0sIlBhZGRpbmciOnsiJGlkIjoiMTY4NyIsIlRvcCI6MC4wLCJMZWZ0IjowLjAsIlJpZ2h0IjowLjAsIkJvdHRvbSI6MC4wfSwiQmFja2dyb3VuZCI6eyIkaWQiOiIxNjg4IiwiQ29sb3IiOnsiJGlkIjoiMTY4OSIsIkEiOjI1NSwiUiI6MCwiRyI6MCwiQiI6MH19LCJJc1Zpc2libGUiOnRydWUsIldpZHRoIjowLjAsIkhlaWdodCI6MC4wLCJCb3JkZXJTdHlsZSI6eyIkaWQiOiIxNjkwIiwiTGluZUNvbG9yIjpudWxsLCJMaW5lV2VpZ2h0IjowLjAsIkxpbmVUeXBlIjowLCJQYXJlbnRTdHlsZSI6bnVsbH0sIlBhcmVudFN0eWxlIjpudWxsfSwiUGFyZW50U3R5bGUiOm51bGx9LCJQYXJlbnRTdHlsZSI6bnVsbH0sIkluZGV4Ijo1LCJTbWFydER1cmF0aW9uQWN0aXZhdGVkIjpmYWxzZSwiRGF0ZUZvcm1hdCI6eyIkcmVmIjoiMTY3OSJ9LCJXZWVrTnVtYmVyaW5nIjp7IiRpZCI6IjE2OTEiLCJGb3JtYXQiOjAsIklzVmlzaWJsZSI6ZmFsc2UsIkxhc3RLbm93blZpc2liaWxpdHlTdGF0ZSI6ZmFsc2V9LCJCYXNlbGluZURhdGEiOnsiJGlkIjoiMTY5MiIsIlN0YXJ0RGF0ZSI6IjIwMjUtMTEtMThUMDA6MDA6MDAiLCJFbmREYXRlIjoiMjAyNS0xMS0yN1QyMzo1OTowMCJ9LCJJZCI6ImI4MWFmOTNiLThlZDUtNDg1Zi05NzZhLTkwNTk2YjY4YzI2MiIsIkltcG9ydElkIjpudWxsLCJUaXRsZSI6IlNwcmludCA0IiwiTm90ZSI6bnVsbCwiSHlwZXJsaW5rIjp7IiRpZCI6IjE2OTMiLCJBZGRyZXNzIjoiIiwiU3ViQWRkcmVzcyI6IiJ9LCJJc0NoYW5nZWQiOmZhbHNlLCJJc05ldyI6ZmFsc2V9LHsiJGlkIjoiMTY5NCIsIkdyb3VwTmFtZSI6bnVsbCwiU3RhcnREYXRlIjoiMjAyNS0xMS0yN1QwMDowMDowMFoiLCJFbmREYXRlIjoiMjAyNS0xMi0wMlQyMzo1OTowMFoiLCJQZXJjZW50YWdlQ29tcGxldGUiOm51bGwsIlN0eWxlIjp7IiRpZCI6IjE2OTUiLCJTaGFwZSI6MywiU2hhcGVUaGlja25lc3MiOjAsIkR1cmF0aW9uRm9ybWF0IjowLCJJbmNsdWRlTm9uV29ya2luZ0RheXNJbkR1cmF0aW9uIjpmYWxzZSwiUGVyY2VudGFnZUNvbXBsZXRlU3R5bGUiOnsiJGlkIjoiMTY5NiIsIkZvbnRTZXR0aW5ncyI6eyIkaWQiOiIxNjk3IiwiRm9udFNpemUiOjEwLCJGb250TmFtZSI6IkNhbGlicmkiLCJJc0JvbGQiOmZhbHNlLCJJc0l0YWxpYyI6ZmFsc2UsIklzVW5kZXJsaW5lZCI6ZmFsc2UsIlBhcmVudFN0eWxlIjpudWxsfSwiQXV0b1NpemUiOjAsIkZvcmVncm91bmQiOnsiJGlkIjoiMTY5OCIsIkNvbG9yIjp7IiRpZCI6IjE2OTk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cwMCIsIlRvcCI6MC4wLCJMZWZ0IjowLjAsIlJpZ2h0IjowLjAsIkJvdHRvbSI6MC4wfSwiUGFkZGluZyI6eyIkaWQiOiIxNzAxIiwiVG9wIjowLjAsIkxlZnQiOjAuMCwiUmlnaHQiOjAuMCwiQm90dG9tIjowLjB9LCJCYWNrZ3JvdW5kIjp7IiRpZCI6IjE3MDIiLCJDb2xvciI6eyIkaWQiOiIxNzAzIiwiQSI6ODksIlIiOjAsIkciOjAsIkIiOjB9fSwiSXNWaXNpYmxlIjp0cnVlLCJXaWR0aCI6MC4wLCJIZWlnaHQiOjAuMCwiQm9yZGVyU3R5bGUiOnsiJGlkIjoiMTcwNCIsIkxpbmVDb2xvciI6bnVsbCwiTGluZVdlaWdodCI6MC4wLCJMaW5lVHlwZSI6MCwiUGFyZW50U3R5bGUiOm51bGx9LCJQYXJlbnRTdHlsZSI6bnVsbH0sIkR1cmF0aW9uU3R5bGUiOnsiJGlkIjoiMTcwNSIsIkZvbnRTZXR0aW5ncyI6eyIkaWQiOiIxNzA2IiwiRm9udFNpemUiOjEwLCJGb250TmFtZSI6IkNhbGlicmkiLCJJc0JvbGQiOmZhbHNlLCJJc0l0YWxpYyI6ZmFsc2UsIklzVW5kZXJsaW5lZCI6ZmFsc2UsIlBhcmVudFN0eWxlIjpudWxsfSwiQXV0b1NpemUiOjAsIkZvcmVncm91bmQiOnsiJGlkIjoiMTcwNyIsIkNvbG9yIjp7IiRpZCI6IjE3MDg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NzA5IiwiVG9wIjowLjAsIkxlZnQiOjAuMCwiUmlnaHQiOjAuMCwiQm90dG9tIjowLjB9LCJQYWRkaW5nIjp7IiRpZCI6IjE3MTAiLCJUb3AiOjAuMCwiTGVmdCI6MC4wLCJSaWdodCI6MC4wLCJCb3R0b20iOjAuMH0sIkJhY2tncm91bmQiOnsiJGlkIjoiMTcxMSIsIkNvbG9yIjp7IiRpZCI6IjE3MTIiLCJBIjoyNTUsIlIiOjIzNywiRyI6MTI1LCJCIjo0OX19LCJJc1Zpc2libGUiOnRydWUsIldpZHRoIjowLjAsIkhlaWdodCI6MC4wLCJCb3JkZXJTdHlsZSI6eyIkaWQiOiIxNzEzIiwiTGluZUNvbG9yIjpudWxsLCJMaW5lV2VpZ2h0IjowLjAsIkxpbmVUeXBlIjowLCJQYXJlbnRTdHlsZSI6bnVsbH0sIlBhcmVudFN0eWxlIjpudWxsfSwiSG9yaXpvbnRhbENvbm5lY3RvclN0eWxlIjp7IiRpZCI6IjE3MTQiLCJMaW5lQ29sb3IiOnsiJGlkIjoiMTcxNSIsIiR0eXBlIjoiTkxSRS5Db21tb24uRG9tLlNvbGlkQ29sb3JCcnVzaCwgTkxSRS5Db21tb24iLCJDb2xvciI6eyIkaWQiOiIxNzE2IiwiQSI6NTEsIlIiOjIxLCJHIjo5NiwiQiI6MTMwfX0sIkxpbmVXZWlnaHQiOjEuMCwiTGluZVR5cGUiOjAsIlBhcmVudFN0eWxlIjpudWxsfSwiVmVydGljYWxDb25uZWN0b3JTdHlsZSI6eyIkaWQiOiIxNzE3IiwiTGluZUNvbG9yIjp7IiRpZCI6IjE3MTgiLCIkdHlwZSI6Ik5MUkUuQ29tbW9uLkRvbS5Tb2xpZENvbG9yQnJ1c2gsIE5MUkUuQ29tbW9uIiwiQ29sb3IiOnsiJGlkIjoiMTcxOS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cyMCIsIlNoYXBlU3R5bGUiOnsiJGlkIjoiMTcyMSIsIk1hcmdpbiI6eyIkaWQiOiIxNzIyIiwiVG9wIjowLjAsIkxlZnQiOjAuMCwiUmlnaHQiOjAuMCwiQm90dG9tIjowLjB9LCJQYWRkaW5nIjp7IiRpZCI6IjE3MjMiLCJUb3AiOjAuMCwiTGVmdCI6MC4wLCJSaWdodCI6MC4wLCJCb3R0b20iOjAuMH0sIkJhY2tncm91bmQiOnsiJGlkIjoiMTcyNCIsIkNvbG9yIjp7IiRpZCI6IjE3MjUiLCJBIjoxNTMsIlIiOjAsIkciOjAsIkIiOjB9fSwiSXNWaXNpYmxlIjp0cnVlLCJXaWR0aCI6MC4wLCJIZWlnaHQiOjAuMCwiQm9yZGVyU3R5bGUiOm51bGwsIlBhcmVudFN0eWxlIjpudWxsfSwiTWFyZ2luIjp7IiRpZCI6IjE3MjYiLCJUb3AiOjAuMCwiTGVmdCI6MC4wLCJSaWdodCI6MC4wLCJCb3R0b20iOjAuMH0sIlBhZGRpbmciOnsiJGlkIjoiMTcyNyIsIlRvcCI6MC4wLCJMZWZ0IjowLjAsIlJpZ2h0IjowLjAsIkJvdHRvbSI6MC4wfSwiQmFja2dyb3VuZCI6bnVsbCwiSXNWaXNpYmxlIjp0cnVlLCJXaWR0aCI6MC4wLCJIZWlnaHQiOjAuMCwiQm9yZGVyU3R5bGUiOm51bGwsIlBhcmVudFN0eWxlIjpudWxsfSwiU2hhcGVTdHlsZSI6eyIkaWQiOiIxNzI4IiwiTWFyZ2luIjp7IiRpZCI6IjE3MjkiLCJUb3AiOjAuMCwiTGVmdCI6NC4wLCJSaWdodCI6NC4wLCJCb3R0b20iOjAuMH0sIlBhZGRpbmciOnsiJGlkIjoiMTczMCIsIlRvcCI6MC4wLCJMZWZ0IjowLjAsIlJpZ2h0IjowLjAsIkJvdHRvbSI6MC4wfSwiQmFja2dyb3VuZCI6eyIkaWQiOiIxNzMxIiwiQ29sb3IiOnsiJGlkIjoiMTczMiIsIkEiOjI1NSwiUiI6MjEsIkciOjk2LCJCIjoxMzB9fSwiSXNWaXNpYmxlIjp0cnVlLCJXaWR0aCI6MC4wLCJIZWlnaHQiOjEwLjAsIkJvcmRlclN0eWxlIjp7IiRpZCI6IjE3MzMiLCJMaW5lQ29sb3IiOnsiJGlkIjoiMTczNCIsIiR0eXBlIjoiTkxSRS5Db21tb24uRG9tLlNvbGlkQ29sb3JCcnVzaCwgTkxSRS5Db21tb24iLCJDb2xvciI6eyIkaWQiOiIxNzM1IiwiQSI6MjU1LCJSIjoyMzQsIkciOjIyLCJCIjozMH19LCJMaW5lV2VpZ2h0IjowLjAsIkxpbmVUeXBlIjowLCJQYXJlbnRTdHlsZSI6bnVsbH0sIlBhcmVudFN0eWxlIjpudWxsfSwiVGl0bGVTdHlsZSI6eyIkaWQiOiIxNzM2IiwiRm9udFNldHRpbmdzIjp7IiRpZCI6IjE3MzciLCJGb250U2l6ZSI6MTEsIkZvbnROYW1lIjoiQ2FsaWJyaSIsIklzQm9sZCI6ZmFsc2UsIklzSXRhbGljIjpmYWxzZSwiSXNVbmRlcmxpbmVkIjpmYWxzZSwiUGFyZW50U3R5bGUiOm51bGx9LCJBdXRvU2l6ZSI6MCwiRm9yZWdyb3VuZCI6eyIkaWQiOiIxNzM4IiwiQ29sb3IiOnsiJGlkIjoiMTczOS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NzQwIiwiVG9wIjowLjAsIkxlZnQiOjAuMCwiUmlnaHQiOjAuMCwiQm90dG9tIjowLjB9LCJQYWRkaW5nIjp7IiRpZCI6IjE3NDEiLCJUb3AiOjAuMCwiTGVmdCI6MC4wLCJSaWdodCI6MC4wLCJCb3R0b20iOjAuMH0sIkJhY2tncm91bmQiOnsiJGlkIjoiMTc0MiIsIkNvbG9yIjp7IiRpZCI6IjE3NDMiLCJBIjowLCJSIjoyNTUsIkciOjI1NSwiQiI6MjU1fX0sIklzVmlzaWJsZSI6dHJ1ZSwiV2lkdGgiOjAuMCwiSGVpZ2h0IjowLjAsIkJvcmRlclN0eWxlIjp7IiRpZCI6IjE3NDQiLCJMaW5lQ29sb3IiOm51bGwsIkxpbmVXZWlnaHQiOjAuMCwiTGluZVR5cGUiOjAsIlBhcmVudFN0eWxlIjpudWxsfSwiUGFyZW50U3R5bGUiOm51bGx9LCJEYXRlU3R5bGUiOnsiJGlkIjoiMTc0NSIsIkZvbnRTZXR0aW5ncyI6eyIkaWQiOiIxNzQ2IiwiRm9udFNpemUiOjEwLCJGb250TmFtZSI6IkNhbGlicmkiLCJJc0JvbGQiOmZhbHNlLCJJc0l0YWxpYyI6ZmFsc2UsIklzVW5kZXJsaW5lZCI6ZmFsc2UsIlBhcmVudFN0eWxlIjpudWxsfSwiQXV0b1NpemUiOjAsIkZvcmVncm91bmQiOnsiJGlkIjoiMTc0NyIsIkNvbG9yIjp7IiRpZCI6IjE3NDg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c0OSIsIlRvcCI6MC4wLCJMZWZ0IjowLjAsIlJpZ2h0IjowLjAsIkJvdHRvbSI6MC4wfSwiUGFkZGluZyI6eyIkaWQiOiIxNzUwIiwiVG9wIjowLjAsIkxlZnQiOjAuMCwiUmlnaHQiOjAuMCwiQm90dG9tIjowLjB9LCJCYWNrZ3JvdW5kIjp7IiRpZCI6IjE3NTEiLCJDb2xvciI6eyIkaWQiOiIxNzUyIiwiQSI6MCwiUiI6MjU1LCJHIjoyNTUsIkIiOjI1NX19LCJJc1Zpc2libGUiOnRydWUsIldpZHRoIjowLjAsIkhlaWdodCI6MC4wLCJCb3JkZXJTdHlsZSI6eyIkaWQiOiIxNzUzIiwiTGluZUNvbG9yIjpudWxsLCJMaW5lV2VpZ2h0IjowLjAsIkxpbmVUeXBlIjowLCJQYXJlbnRTdHlsZSI6bnVsbH0sIlBhcmVudFN0eWxlIjpudWxsfSwiRGF0ZUZvcm1hdCI6eyIkaWQiOiIxNzU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3NTUiLCJGb3JtYXQiOjAsIklzVmlzaWJsZSI6ZmFsc2UsIkxhc3RLbm93blZpc2liaWxpdHlTdGF0ZSI6ZmFsc2V9LCJJc1Zpc2libGUiOmZhbHNlLCJWYXJpYW5jZVN0eWxlIjp7IiRpZCI6IjE3NTYiLCJUZXh0U3R5bGUiOnsiJGlkIjoiMTc1NyIsIkZvbnRTZXR0aW5ncyI6eyIkaWQiOiIxNzU4IiwiRm9udFNpemUiOjEwLCJGb250TmFtZSI6IkNhbGlicmkiLCJJc0JvbGQiOmZhbHNlLCJJc0l0YWxpYyI6ZmFsc2UsIklzVW5kZXJsaW5lZCI6ZmFsc2UsIlBhcmVudFN0eWxlIjpudWxsfSwiQXV0b1NpemUiOjAsIkZvcmVncm91bmQiOnsiJGlkIjoiMTc1OSIsIkNvbG9yIjp7IiRpZCI6IjE3Nj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c2MSIsIlRvcCI6MC4wLCJMZWZ0IjowLjAsIlJpZ2h0IjowLjAsIkJvdHRvbSI6MC4wfSwiUGFkZGluZyI6eyIkaWQiOiIxNzYyIiwiVG9wIjowLjAsIkxlZnQiOjAuMCwiUmlnaHQiOjAuMCwiQm90dG9tIjowLjB9LCJCYWNrZ3JvdW5kIjp7IiRpZCI6IjE3NjMiLCJDb2xvciI6eyIkaWQiOiIxNzY0IiwiQSI6MjU1LCJSIjowLCJHIjowLCJCIjowfX0sIklzVmlzaWJsZSI6dHJ1ZSwiV2lkdGgiOjAuMCwiSGVpZ2h0IjowLjAsIkJvcmRlclN0eWxlIjp7IiRpZCI6IjE3NjUiLCJMaW5lQ29sb3IiOm51bGwsIkxpbmVXZWlnaHQiOjAuMCwiTGluZVR5cGUiOjAsIlBhcmVudFN0eWxlIjpudWxsfSwiUGFyZW50U3R5bGUiOm51bGx9LCJQYXJlbnRTdHlsZSI6bnVsbH0sIlBhcmVudFN0eWxlIjpudWxsfSwiSW5kZXgiOjYsIlNtYXJ0RHVyYXRpb25BY3RpdmF0ZWQiOmZhbHNlLCJEYXRlRm9ybWF0Ijp7IiRyZWYiOiIxNzU0In0sIldlZWtOdW1iZXJpbmciOnsiJGlkIjoiMTc2NiIsIkZvcm1hdCI6MCwiSXNWaXNpYmxlIjpmYWxzZSwiTGFzdEtub3duVmlzaWJpbGl0eVN0YXRlIjpmYWxzZX0sIkJhc2VsaW5lRGF0YSI6eyIkaWQiOiIxNzY3IiwiU3RhcnREYXRlIjoiMjAyNS0xMS0yN1QwMDowMDowMCIsIkVuZERhdGUiOiIyMDI1LTEyLTAyVDIzOjU5OjAwIn0sIklkIjoiZWMyZDAxZTMtYzEyOC00MjRhLTg1MTUtODkzMmIwNThmMmU3IiwiSW1wb3J0SWQiOm51bGwsIlRpdGxlIjoiU3ByaW50IDUiLCJOb3RlIjpudWxsLCJIeXBlcmxpbmsiOnsiJGlkIjoiMTc2OCIsIkFkZHJlc3MiOiIiLCJTdWJBZGRyZXNzIjoiIn0sIklzQ2hhbmdlZCI6ZmFsc2UsIklzTmV3IjpmYWxzZX0seyIkaWQiOiIxNzY5IiwiR3JvdXBOYW1lIjpudWxsLCJTdGFydERhdGUiOiIyMDI1LTExLTE4VDAwOjAwOjAwWiIsIkVuZERhdGUiOiIyMDI1LTEyLTA1VDIzOjU5OjAwWiIsIlBlcmNlbnRhZ2VDb21wbGV0ZSI6bnVsbCwiU3R5bGUiOnsiJGlkIjoiMTc3MCIsIlNoYXBlIjozLCJTaGFwZVRoaWNrbmVzcyI6MCwiRHVyYXRpb25Gb3JtYXQiOjAsIkluY2x1ZGVOb25Xb3JraW5nRGF5c0luRHVyYXRpb24iOmZhbHNlLCJQZXJjZW50YWdlQ29tcGxldGVTdHlsZSI6eyIkaWQiOiIxNzcxIiwiRm9udFNldHRpbmdzIjp7IiRpZCI6IjE3NzIiLCJGb250U2l6ZSI6MTAsIkZvbnROYW1lIjoiQ2FsaWJyaSIsIklzQm9sZCI6ZmFsc2UsIklzSXRhbGljIjpmYWxzZSwiSXNVbmRlcmxpbmVkIjpmYWxzZSwiUGFyZW50U3R5bGUiOm51bGx9LCJBdXRvU2l6ZSI6MCwiRm9yZWdyb3VuZCI6eyIkaWQiOiIxNzczIiwiQ29sb3IiOnsiJGlkIjoiMTc3NC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xNzc1IiwiVG9wIjowLjAsIkxlZnQiOjAuMCwiUmlnaHQiOjAuMCwiQm90dG9tIjowLjB9LCJQYWRkaW5nIjp7IiRpZCI6IjE3NzYiLCJUb3AiOjAuMCwiTGVmdCI6MC4wLCJSaWdodCI6MC4wLCJCb3R0b20iOjAuMH0sIkJhY2tncm91bmQiOnsiJGlkIjoiMTc3NyIsIkNvbG9yIjp7IiRpZCI6IjE3NzgiLCJBIjo4OSwiUiI6MCwiRyI6MCwiQiI6MH19LCJJc1Zpc2libGUiOnRydWUsIldpZHRoIjowLjAsIkhlaWdodCI6MC4wLCJCb3JkZXJTdHlsZSI6eyIkaWQiOiIxNzc5IiwiTGluZUNvbG9yIjpudWxsLCJMaW5lV2VpZ2h0IjowLjAsIkxpbmVUeXBlIjowLCJQYXJlbnRTdHlsZSI6bnVsbH0sIlBhcmVudFN0eWxlIjpudWxsfSwiRHVyYXRpb25TdHlsZSI6eyIkaWQiOiIxNzgwIiwiRm9udFNldHRpbmdzIjp7IiRpZCI6IjE3ODEiLCJGb250U2l6ZSI6MTAsIkZvbnROYW1lIjoiQ2FsaWJyaSIsIklzQm9sZCI6ZmFsc2UsIklzSXRhbGljIjpmYWxzZSwiSXNVbmRlcmxpbmVkIjpmYWxzZSwiUGFyZW50U3R5bGUiOm51bGx9LCJBdXRvU2l6ZSI6MCwiRm9yZWdyb3VuZCI6eyIkaWQiOiIxNzgyIiwiQ29sb3IiOnsiJGlkIjoiMTc4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3ODQiLCJUb3AiOjAuMCwiTGVmdCI6MC4wLCJSaWdodCI6MC4wLCJCb3R0b20iOjAuMH0sIlBhZGRpbmciOnsiJGlkIjoiMTc4NSIsIlRvcCI6MC4wLCJMZWZ0IjowLjAsIlJpZ2h0IjowLjAsIkJvdHRvbSI6MC4wfSwiQmFja2dyb3VuZCI6eyIkaWQiOiIxNzg2IiwiQ29sb3IiOnsiJGlkIjoiMTc4NyIsIkEiOjI1NSwiUiI6MjM3LCJHIjoxMjUsIkIiOjQ5fX0sIklzVmlzaWJsZSI6dHJ1ZSwiV2lkdGgiOjAuMCwiSGVpZ2h0IjowLjAsIkJvcmRlclN0eWxlIjp7IiRpZCI6IjE3ODgiLCJMaW5lQ29sb3IiOm51bGwsIkxpbmVXZWlnaHQiOjAuMCwiTGluZVR5cGUiOjAsIlBhcmVudFN0eWxlIjpudWxsfSwiUGFyZW50U3R5bGUiOm51bGx9LCJIb3Jpem9udGFsQ29ubmVjdG9yU3R5bGUiOnsiJGlkIjoiMTc4OSIsIkxpbmVDb2xvciI6eyIkaWQiOiIxNzkwIiwiJHR5cGUiOiJOTFJFLkNvbW1vbi5Eb20uU29saWRDb2xvckJydXNoLCBOTFJFLkNvbW1vbiIsIkNvbG9yIjp7IiRpZCI6IjE3OTEiLCJBIjo1MSwiUiI6MjEsIkciOjk2LCJCIjoxMzB9fSwiTGluZVdlaWdodCI6MS4wLCJMaW5lVHlwZSI6MCwiUGFyZW50U3R5bGUiOm51bGx9LCJWZXJ0aWNhbENvbm5lY3RvclN0eWxlIjp7IiRpZCI6IjE3OTIiLCJMaW5lQ29sb3IiOnsiJGlkIjoiMTc5MyIsIiR0eXBlIjoiTkxSRS5Db21tb24uRG9tLlNvbGlkQ29sb3JCcnVzaCwgTkxSRS5Db21tb24iLCJDb2xvciI6eyIkaWQiOiIxNzk0IiwiQSI6NTEsIlIiOjIxLCJHIjo5NiwiQiI6MTMwfX0sIkxpbmVXZWlnaHQiOjAuMCwiTGluZVR5cGUiOjAsIlBhcmVudFN0eWxlIjpudWxsfSwiTWFyZ2luIjpudWxsLCJTdGFydERhdGVQb3NpdGlvbiI6NCwiRW5kRGF0ZVBvc2l0aW9uIjo0LCJEYXRlSXNWaXNpYmxlIjp0cnVlLCJUaXRsZVBvc2l0aW9uIjozLCJEdXJhdGlvblBvc2l0aW9uIjo2LCJQZXJjZW50YWdlQ29tcGxldGVkUG9zaXRpb24iOjIsIlZhcmlhbmNlUG9zaXRpb24iOjYsIlNwYWNpbmciOjMsIklzQmVsb3dUaW1lYmFuZCI6dHJ1ZSwiUGVyY2VudGFnZUNvbXBsZXRlU2hhcGVPcGFjaXR5IjozNSwiQmFzZWxpbmVTdHlsZSI6eyIkaWQiOiIxNzk1IiwiU2hhcGVTdHlsZSI6eyIkaWQiOiIxNzk2IiwiTWFyZ2luIjp7IiRpZCI6IjE3OTciLCJUb3AiOjAuMCwiTGVmdCI6MC4wLCJSaWdodCI6MC4wLCJCb3R0b20iOjAuMH0sIlBhZGRpbmciOnsiJGlkIjoiMTc5OCIsIlRvcCI6MC4wLCJMZWZ0IjowLjAsIlJpZ2h0IjowLjAsIkJvdHRvbSI6MC4wfSwiQmFja2dyb3VuZCI6eyIkaWQiOiIxNzk5IiwiQ29sb3IiOnsiJGlkIjoiMTgwMCIsIkEiOjE1MywiUiI6MCwiRyI6MCwiQiI6MH19LCJJc1Zpc2libGUiOnRydWUsIldpZHRoIjowLjAsIkhlaWdodCI6MC4wLCJCb3JkZXJTdHlsZSI6bnVsbCwiUGFyZW50U3R5bGUiOm51bGx9LCJNYXJnaW4iOnsiJGlkIjoiMTgwMSIsIlRvcCI6MC4wLCJMZWZ0IjowLjAsIlJpZ2h0IjowLjAsIkJvdHRvbSI6MC4wfSwiUGFkZGluZyI6eyIkaWQiOiIxODAyIiwiVG9wIjowLjAsIkxlZnQiOjAuMCwiUmlnaHQiOjAuMCwiQm90dG9tIjowLjB9LCJCYWNrZ3JvdW5kIjpudWxsLCJJc1Zpc2libGUiOnRydWUsIldpZHRoIjowLjAsIkhlaWdodCI6MC4wLCJCb3JkZXJTdHlsZSI6bnVsbCwiUGFyZW50U3R5bGUiOm51bGx9LCJTaGFwZVN0eWxlIjp7IiRpZCI6IjE4MDMiLCJNYXJnaW4iOnsiJGlkIjoiMTgwNCIsIlRvcCI6MC4wLCJMZWZ0Ijo0LjAsIlJpZ2h0Ijo0LjAsIkJvdHRvbSI6MC4wfSwiUGFkZGluZyI6eyIkaWQiOiIxODA1IiwiVG9wIjowLjAsIkxlZnQiOjAuMCwiUmlnaHQiOjAuMCwiQm90dG9tIjowLjB9LCJCYWNrZ3JvdW5kIjp7IiRpZCI6IjE4MDYiLCJDb2xvciI6eyIkaWQiOiIxODA3IiwiQSI6MjU1LCJSIjoyNTQsIkciOjE4NiwiQiI6MTB9fSwiSXNWaXNpYmxlIjp0cnVlLCJXaWR0aCI6MC4wLCJIZWlnaHQiOjEwLjAsIkJvcmRlclN0eWxlIjp7IiRpZCI6IjE4MDgiLCJMaW5lQ29sb3IiOnsiJGlkIjoiMTgwOSIsIiR0eXBlIjoiTkxSRS5Db21tb24uRG9tLlNvbGlkQ29sb3JCcnVzaCwgTkxSRS5Db21tb24iLCJDb2xvciI6eyIkaWQiOiIxODEwIiwiQSI6MjU1LCJSIjoyMzQsIkciOjIyLCJCIjozMH19LCJMaW5lV2VpZ2h0IjowLjAsIkxpbmVUeXBlIjowLCJQYXJlbnRTdHlsZSI6bnVsbH0sIlBhcmVudFN0eWxlIjpudWxsfSwiVGl0bGVTdHlsZSI6eyIkaWQiOiIxODExIiwiRm9udFNldHRpbmdzIjp7IiRpZCI6IjE4MTIiLCJGb250U2l6ZSI6MTEsIkZvbnROYW1lIjoiQ2FsaWJyaSIsIklzQm9sZCI6ZmFsc2UsIklzSXRhbGljIjpmYWxzZSwiSXNVbmRlcmxpbmVkIjpmYWxzZSwiUGFyZW50U3R5bGUiOm51bGx9LCJBdXRvU2l6ZSI6MCwiRm9yZWdyb3VuZCI6eyIkaWQiOiIxODEzIiwiQ29sb3IiOnsiJGlkIjoiMTgx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ODE1IiwiVG9wIjowLjAsIkxlZnQiOjAuMCwiUmlnaHQiOjAuMCwiQm90dG9tIjowLjB9LCJQYWRkaW5nIjp7IiRpZCI6IjE4MTYiLCJUb3AiOjAuMCwiTGVmdCI6MC4wLCJSaWdodCI6MC4wLCJCb3R0b20iOjAuMH0sIkJhY2tncm91bmQiOnsiJGlkIjoiMTgxNyIsIkNvbG9yIjp7IiRpZCI6IjE4MTgiLCJBIjowLCJSIjoyNTUsIkciOjI1NSwiQiI6MjU1fX0sIklzVmlzaWJsZSI6dHJ1ZSwiV2lkdGgiOjAuMCwiSGVpZ2h0IjowLjAsIkJvcmRlclN0eWxlIjp7IiRpZCI6IjE4MTkiLCJMaW5lQ29sb3IiOm51bGwsIkxpbmVXZWlnaHQiOjAuMCwiTGluZVR5cGUiOjAsIlBhcmVudFN0eWxlIjpudWxsfSwiUGFyZW50U3R5bGUiOm51bGx9LCJEYXRlU3R5bGUiOnsiJGlkIjoiMTgyMCIsIkZvbnRTZXR0aW5ncyI6eyIkaWQiOiIxODIxIiwiRm9udFNpemUiOjEwLCJGb250TmFtZSI6IkNhbGlicmkiLCJJc0JvbGQiOmZhbHNlLCJJc0l0YWxpYyI6ZmFsc2UsIklzVW5kZXJsaW5lZCI6ZmFsc2UsIlBhcmVudFN0eWxlIjpudWxsfSwiQXV0b1NpemUiOjAsIkZvcmVncm91bmQiOnsiJGlkIjoiMTgyMiIsIkNvbG9yIjp7IiRpZCI6IjE4Mj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gyNCIsIlRvcCI6MC4wLCJMZWZ0IjowLjAsIlJpZ2h0IjowLjAsIkJvdHRvbSI6MC4wfSwiUGFkZGluZyI6eyIkaWQiOiIxODI1IiwiVG9wIjowLjAsIkxlZnQiOjAuMCwiUmlnaHQiOjAuMCwiQm90dG9tIjowLjB9LCJCYWNrZ3JvdW5kIjp7IiRpZCI6IjE4MjYiLCJDb2xvciI6eyIkaWQiOiIxODI3IiwiQSI6MCwiUiI6MjU1LCJHIjoyNTUsIkIiOjI1NX19LCJJc1Zpc2libGUiOnRydWUsIldpZHRoIjowLjAsIkhlaWdodCI6MC4wLCJCb3JkZXJTdHlsZSI6eyIkaWQiOiIxODI4IiwiTGluZUNvbG9yIjpudWxsLCJMaW5lV2VpZ2h0IjowLjAsIkxpbmVUeXBlIjowLCJQYXJlbnRTdHlsZSI6bnVsbH0sIlBhcmVudFN0eWxlIjpudWxsfSwiRGF0ZUZvcm1hdCI6eyIkaWQiOiIxODI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4MzAiLCJGb3JtYXQiOjAsIklzVmlzaWJsZSI6ZmFsc2UsIkxhc3RLbm93blZpc2liaWxpdHlTdGF0ZSI6ZmFsc2V9LCJJc1Zpc2libGUiOmZhbHNlLCJWYXJpYW5jZVN0eWxlIjp7IiRpZCI6IjE4MzEiLCJUZXh0U3R5bGUiOnsiJGlkIjoiMTgzMiIsIkZvbnRTZXR0aW5ncyI6eyIkaWQiOiIxODMzIiwiRm9udFNpemUiOjEwLCJGb250TmFtZSI6IkNhbGlicmkiLCJJc0JvbGQiOmZhbHNlLCJJc0l0YWxpYyI6ZmFsc2UsIklzVW5kZXJsaW5lZCI6ZmFsc2UsIlBhcmVudFN0eWxlIjpudWxsfSwiQXV0b1NpemUiOjAsIkZvcmVncm91bmQiOnsiJGlkIjoiMTgzNCIsIkNvbG9yIjp7IiRpZCI6IjE4Mz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gzNiIsIlRvcCI6MC4wLCJMZWZ0IjowLjAsIlJpZ2h0IjowLjAsIkJvdHRvbSI6MC4wfSwiUGFkZGluZyI6eyIkaWQiOiIxODM3IiwiVG9wIjowLjAsIkxlZnQiOjAuMCwiUmlnaHQiOjAuMCwiQm90dG9tIjowLjB9LCJCYWNrZ3JvdW5kIjp7IiRpZCI6IjE4MzgiLCJDb2xvciI6eyIkaWQiOiIxODM5IiwiQSI6MjU1LCJSIjowLCJHIjowLCJCIjowfX0sIklzVmlzaWJsZSI6dHJ1ZSwiV2lkdGgiOjAuMCwiSGVpZ2h0IjowLjAsIkJvcmRlclN0eWxlIjp7IiRpZCI6IjE4NDAiLCJMaW5lQ29sb3IiOm51bGwsIkxpbmVXZWlnaHQiOjAuMCwiTGluZVR5cGUiOjAsIlBhcmVudFN0eWxlIjpudWxsfSwiUGFyZW50U3R5bGUiOm51bGx9LCJQYXJlbnRTdHlsZSI6bnVsbH0sIlBhcmVudFN0eWxlIjpudWxsfSwiSW5kZXgiOjcsIlNtYXJ0RHVyYXRpb25BY3RpdmF0ZWQiOmZhbHNlLCJEYXRlRm9ybWF0Ijp7IiRyZWYiOiIxODI5In0sIldlZWtOdW1iZXJpbmciOnsiJGlkIjoiMTg0MSIsIkZvcm1hdCI6MCwiSXNWaXNpYmxlIjpmYWxzZSwiTGFzdEtub3duVmlzaWJpbGl0eVN0YXRlIjpmYWxzZX0sIkJhc2VsaW5lRGF0YSI6eyIkaWQiOiIxODQyIiwiU3RhcnREYXRlIjoiMjAyNS0xMS0xOFQwMDowMDowMCIsIkVuZERhdGUiOiIyMDI1LTEyLTA1VDIzOjU5OjAwIn0sIklkIjoiMWZlYmY0OTQtNWMwZC00NDVlLTliMDAtM2VhOGRhMGQ3NWM2IiwiSW1wb3J0SWQiOm51bGwsIlRpdGxlIjoiUHJ1ZWJhcyBmaW5hbGVzIiwiTm90ZSI6bnVsbCwiSHlwZXJsaW5rIjp7IiRpZCI6IjE4NDMiLCJBZGRyZXNzIjoiIiwiU3ViQWRkcmVzcyI6IiJ9LCJJc0NoYW5nZWQiOmZhbHNlLCJJc05ldyI6ZmFsc2V9LHsiJGlkIjoiMTg0NCIsIkdyb3VwTmFtZSI6bnVsbCwiU3RhcnREYXRlIjoiMjAyNS0xMS0xOFQwMDowMDowMFoiLCJFbmREYXRlIjoiMjAyNS0xMi0wNVQyMzo1OTowMFoiLCJQZXJjZW50YWdlQ29tcGxldGUiOm51bGwsIlN0eWxlIjp7IiRpZCI6IjE4NDUiLCJTaGFwZSI6MywiU2hhcGVUaGlja25lc3MiOjAsIkR1cmF0aW9uRm9ybWF0IjowLCJJbmNsdWRlTm9uV29ya2luZ0RheXNJbkR1cmF0aW9uIjpmYWxzZSwiUGVyY2VudGFnZUNvbXBsZXRlU3R5bGUiOnsiJGlkIjoiMTg0NiIsIkZvbnRTZXR0aW5ncyI6eyIkaWQiOiIxODQ3IiwiRm9udFNpemUiOjEwLCJGb250TmFtZSI6IkNhbGlicmkiLCJJc0JvbGQiOmZhbHNlLCJJc0l0YWxpYyI6ZmFsc2UsIklzVW5kZXJsaW5lZCI6ZmFsc2UsIlBhcmVudFN0eWxlIjpudWxsfSwiQXV0b1NpemUiOjAsIkZvcmVncm91bmQiOnsiJGlkIjoiMTg0OCIsIkNvbG9yIjp7IiRpZCI6IjE4NDk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g1MCIsIlRvcCI6MC4wLCJMZWZ0IjowLjAsIlJpZ2h0IjowLjAsIkJvdHRvbSI6MC4wfSwiUGFkZGluZyI6eyIkaWQiOiIxODUxIiwiVG9wIjowLjAsIkxlZnQiOjAuMCwiUmlnaHQiOjAuMCwiQm90dG9tIjowLjB9LCJCYWNrZ3JvdW5kIjp7IiRpZCI6IjE4NTIiLCJDb2xvciI6eyIkaWQiOiIxODUzIiwiQSI6ODksIlIiOjAsIkciOjAsIkIiOjB9fSwiSXNWaXNpYmxlIjp0cnVlLCJXaWR0aCI6MC4wLCJIZWlnaHQiOjAuMCwiQm9yZGVyU3R5bGUiOnsiJGlkIjoiMTg1NCIsIkxpbmVDb2xvciI6bnVsbCwiTGluZVdlaWdodCI6MC4wLCJMaW5lVHlwZSI6MCwiUGFyZW50U3R5bGUiOm51bGx9LCJQYXJlbnRTdHlsZSI6bnVsbH0sIkR1cmF0aW9uU3R5bGUiOnsiJGlkIjoiMTg1NSIsIkZvbnRTZXR0aW5ncyI6eyIkaWQiOiIxODU2IiwiRm9udFNpemUiOjEwLCJGb250TmFtZSI6IkNhbGlicmkiLCJJc0JvbGQiOmZhbHNlLCJJc0l0YWxpYyI6ZmFsc2UsIklzVW5kZXJsaW5lZCI6ZmFsc2UsIlBhcmVudFN0eWxlIjpudWxsfSwiQXV0b1NpemUiOjAsIkZvcmVncm91bmQiOnsiJGlkIjoiMTg1NyIsIkNvbG9yIjp7IiRpZCI6IjE4NTg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ODU5IiwiVG9wIjowLjAsIkxlZnQiOjAuMCwiUmlnaHQiOjAuMCwiQm90dG9tIjowLjB9LCJQYWRkaW5nIjp7IiRpZCI6IjE4NjAiLCJUb3AiOjAuMCwiTGVmdCI6MC4wLCJSaWdodCI6MC4wLCJCb3R0b20iOjAuMH0sIkJhY2tncm91bmQiOnsiJGlkIjoiMTg2MSIsIkNvbG9yIjp7IiRpZCI6IjE4NjIiLCJBIjoyNTUsIlIiOjIzNywiRyI6MTI1LCJCIjo0OX19LCJJc1Zpc2libGUiOnRydWUsIldpZHRoIjowLjAsIkhlaWdodCI6MC4wLCJCb3JkZXJTdHlsZSI6eyIkaWQiOiIxODYzIiwiTGluZUNvbG9yIjpudWxsLCJMaW5lV2VpZ2h0IjowLjAsIkxpbmVUeXBlIjowLCJQYXJlbnRTdHlsZSI6bnVsbH0sIlBhcmVudFN0eWxlIjpudWxsfSwiSG9yaXpvbnRhbENvbm5lY3RvclN0eWxlIjp7IiRpZCI6IjE4NjQiLCJMaW5lQ29sb3IiOnsiJGlkIjoiMTg2NSIsIiR0eXBlIjoiTkxSRS5Db21tb24uRG9tLlNvbGlkQ29sb3JCcnVzaCwgTkxSRS5Db21tb24iLCJDb2xvciI6eyIkaWQiOiIxODY2IiwiQSI6NTEsIlIiOjIxLCJHIjo5NiwiQiI6MTMwfX0sIkxpbmVXZWlnaHQiOjEuMCwiTGluZVR5cGUiOjAsIlBhcmVudFN0eWxlIjpudWxsfSwiVmVydGljYWxDb25uZWN0b3JTdHlsZSI6eyIkaWQiOiIxODY3IiwiTGluZUNvbG9yIjp7IiRpZCI6IjE4NjgiLCIkdHlwZSI6Ik5MUkUuQ29tbW9uLkRvbS5Tb2xpZENvbG9yQnJ1c2gsIE5MUkUuQ29tbW9uIiwiQ29sb3IiOnsiJGlkIjoiMTg2OS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g3MCIsIlNoYXBlU3R5bGUiOnsiJGlkIjoiMTg3MSIsIk1hcmdpbiI6eyIkaWQiOiIxODcyIiwiVG9wIjowLjAsIkxlZnQiOjAuMCwiUmlnaHQiOjAuMCwiQm90dG9tIjowLjB9LCJQYWRkaW5nIjp7IiRpZCI6IjE4NzMiLCJUb3AiOjAuMCwiTGVmdCI6MC4wLCJSaWdodCI6MC4wLCJCb3R0b20iOjAuMH0sIkJhY2tncm91bmQiOnsiJGlkIjoiMTg3NCIsIkNvbG9yIjp7IiRpZCI6IjE4NzUiLCJBIjoxNTMsIlIiOjAsIkciOjAsIkIiOjB9fSwiSXNWaXNpYmxlIjp0cnVlLCJXaWR0aCI6MC4wLCJIZWlnaHQiOjAuMCwiQm9yZGVyU3R5bGUiOm51bGwsIlBhcmVudFN0eWxlIjpudWxsfSwiTWFyZ2luIjp7IiRpZCI6IjE4NzYiLCJUb3AiOjAuMCwiTGVmdCI6MC4wLCJSaWdodCI6MC4wLCJCb3R0b20iOjAuMH0sIlBhZGRpbmciOnsiJGlkIjoiMTg3NyIsIlRvcCI6MC4wLCJMZWZ0IjowLjAsIlJpZ2h0IjowLjAsIkJvdHRvbSI6MC4wfSwiQmFja2dyb3VuZCI6bnVsbCwiSXNWaXNpYmxlIjp0cnVlLCJXaWR0aCI6MC4wLCJIZWlnaHQiOjAuMCwiQm9yZGVyU3R5bGUiOm51bGwsIlBhcmVudFN0eWxlIjpudWxsfSwiU2hhcGVTdHlsZSI6eyIkaWQiOiIxODc4IiwiTWFyZ2luIjp7IiRpZCI6IjE4NzkiLCJUb3AiOjAuMCwiTGVmdCI6NC4wLCJSaWdodCI6NC4wLCJCb3R0b20iOjAuMH0sIlBhZGRpbmciOnsiJGlkIjoiMTg4MCIsIlRvcCI6MC4wLCJMZWZ0IjowLjAsIlJpZ2h0IjowLjAsIkJvdHRvbSI6MC4wfSwiQmFja2dyb3VuZCI6eyIkaWQiOiIxODgxIiwiQ29sb3IiOnsiJGlkIjoiMTg4MiIsIkEiOjI1NSwiUiI6MTUsIkciOjE1OCwiQiI6MjEzfX0sIklzVmlzaWJsZSI6dHJ1ZSwiV2lkdGgiOjAuMCwiSGVpZ2h0IjoxMC4wLCJCb3JkZXJTdHlsZSI6eyIkaWQiOiIxODgzIiwiTGluZUNvbG9yIjp7IiRpZCI6IjE4ODQiLCIkdHlwZSI6Ik5MUkUuQ29tbW9uLkRvbS5Tb2xpZENvbG9yQnJ1c2gsIE5MUkUuQ29tbW9uIiwiQ29sb3IiOnsiJGlkIjoiMTg4NSIsIkEiOjI1NSwiUiI6MjM0LCJHIjoyMiwiQiI6MzB9fSwiTGluZVdlaWdodCI6MC4wLCJMaW5lVHlwZSI6MCwiUGFyZW50U3R5bGUiOm51bGx9LCJQYXJlbnRTdHlsZSI6bnVsbH0sIlRpdGxlU3R5bGUiOnsiJGlkIjoiMTg4NiIsIkZvbnRTZXR0aW5ncyI6eyIkaWQiOiIxODg3IiwiRm9udFNpemUiOjExLCJGb250TmFtZSI6IkNhbGlicmkiLCJJc0JvbGQiOmZhbHNlLCJJc0l0YWxpYyI6ZmFsc2UsIklzVW5kZXJsaW5lZCI6ZmFsc2UsIlBhcmVudFN0eWxlIjpudWxsfSwiQXV0b1NpemUiOjAsIkZvcmVncm91bmQiOnsiJGlkIjoiMTg4OCIsIkNvbG9yIjp7IiRpZCI6IjE4ODkiLCJBIjoyNTUsIlIiOjAsIkciOjAsIkIiOjB9fSwiTWF4V2lkdGgiOjcyMC4wLCJNYXhIZWlnaHQiOiJJbmZpbml0eSIsIlNtYXJ0Rm9yZWdyb3VuZElzQWN0aXZlIjpmYWxzZSwiSG9yaXpvbnRhbEFsaWdubWVudCI6MiwiVmVydGljYWxBbGlnbm1lbnQiOjEsIlNtYXJ0Rm9yZWdyb3VuZCI6bnVsbCwiQmFja2dyb3VuZEZpbGxUeXBlIjowLCJNYXJnaW4iOnsiJGlkIjoiMTg5MCIsIlRvcCI6MC4wLCJMZWZ0IjowLjAsIlJpZ2h0IjowLjAsIkJvdHRvbSI6MC4wfSwiUGFkZGluZyI6eyIkaWQiOiIxODkxIiwiVG9wIjowLjAsIkxlZnQiOjAuMCwiUmlnaHQiOjAuMCwiQm90dG9tIjowLjB9LCJCYWNrZ3JvdW5kIjp7IiRpZCI6IjE4OTIiLCJDb2xvciI6eyIkaWQiOiIxODkzIiwiQSI6MCwiUiI6MjU1LCJHIjoyNTUsIkIiOjI1NX19LCJJc1Zpc2libGUiOnRydWUsIldpZHRoIjowLjAsIkhlaWdodCI6MC4wLCJCb3JkZXJTdHlsZSI6eyIkaWQiOiIxODk0IiwiTGluZUNvbG9yIjpudWxsLCJMaW5lV2VpZ2h0IjowLjAsIkxpbmVUeXBlIjowLCJQYXJlbnRTdHlsZSI6bnVsbH0sIlBhcmVudFN0eWxlIjpudWxsfSwiRGF0ZVN0eWxlIjp7IiRpZCI6IjE4OTUiLCJGb250U2V0dGluZ3MiOnsiJGlkIjoiMTg5NiIsIkZvbnRTaXplIjoxMCwiRm9udE5hbWUiOiJDYWxpYnJpIiwiSXNCb2xkIjpmYWxzZSwiSXNJdGFsaWMiOmZhbHNlLCJJc1VuZGVybGluZWQiOmZhbHNlLCJQYXJlbnRTdHlsZSI6bnVsbH0sIkF1dG9TaXplIjowLCJGb3JlZ3JvdW5kIjp7IiRpZCI6IjE4OTciLCJDb2xvciI6eyIkaWQiOiIxODk4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4OTkiLCJUb3AiOjAuMCwiTGVmdCI6MC4wLCJSaWdodCI6MC4wLCJCb3R0b20iOjAuMH0sIlBhZGRpbmciOnsiJGlkIjoiMTkwMCIsIlRvcCI6MC4wLCJMZWZ0IjowLjAsIlJpZ2h0IjowLjAsIkJvdHRvbSI6MC4wfSwiQmFja2dyb3VuZCI6eyIkaWQiOiIxOTAxIiwiQ29sb3IiOnsiJGlkIjoiMTkwMiIsIkEiOjAsIlIiOjI1NSwiRyI6MjU1LCJCIjoyNTV9fSwiSXNWaXNpYmxlIjp0cnVlLCJXaWR0aCI6MC4wLCJIZWlnaHQiOjAuMCwiQm9yZGVyU3R5bGUiOnsiJGlkIjoiMTkwMyIsIkxpbmVDb2xvciI6bnVsbCwiTGluZVdlaWdodCI6MC4wLCJMaW5lVHlwZSI6MCwiUGFyZW50U3R5bGUiOm51bGx9LCJQYXJlbnRTdHlsZSI6bnVsbH0sIkRhdGVGb3JtYXQiOnsiJGlkIjoiMTkw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TA1IiwiRm9ybWF0IjowLCJJc1Zpc2libGUiOmZhbHNlLCJMYXN0S25vd25WaXNpYmlsaXR5U3RhdGUiOmZhbHNlfSwiSXNWaXNpYmxlIjpmYWxzZSwiVmFyaWFuY2VTdHlsZSI6eyIkaWQiOiIxOTA2IiwiVGV4dFN0eWxlIjp7IiRpZCI6IjE5MDciLCJGb250U2V0dGluZ3MiOnsiJGlkIjoiMTkwOCIsIkZvbnRTaXplIjoxMCwiRm9udE5hbWUiOiJDYWxpYnJpIiwiSXNCb2xkIjpmYWxzZSwiSXNJdGFsaWMiOmZhbHNlLCJJc1VuZGVybGluZWQiOmZhbHNlLCJQYXJlbnRTdHlsZSI6bnVsbH0sIkF1dG9TaXplIjowLCJGb3JlZ3JvdW5kIjp7IiRpZCI6IjE5MDkiLCJDb2xvciI6eyIkaWQiOiIxOTE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5MTEiLCJUb3AiOjAuMCwiTGVmdCI6MC4wLCJSaWdodCI6MC4wLCJCb3R0b20iOjAuMH0sIlBhZGRpbmciOnsiJGlkIjoiMTkxMiIsIlRvcCI6MC4wLCJMZWZ0IjowLjAsIlJpZ2h0IjowLjAsIkJvdHRvbSI6MC4wfSwiQmFja2dyb3VuZCI6eyIkaWQiOiIxOTEzIiwiQ29sb3IiOnsiJGlkIjoiMTkxNCIsIkEiOjI1NSwiUiI6MCwiRyI6MCwiQiI6MH19LCJJc1Zpc2libGUiOnRydWUsIldpZHRoIjowLjAsIkhlaWdodCI6MC4wLCJCb3JkZXJTdHlsZSI6eyIkaWQiOiIxOTE1IiwiTGluZUNvbG9yIjpudWxsLCJMaW5lV2VpZ2h0IjowLjAsIkxpbmVUeXBlIjowLCJQYXJlbnRTdHlsZSI6bnVsbH0sIlBhcmVudFN0eWxlIjpudWxsfSwiUGFyZW50U3R5bGUiOm51bGx9LCJQYXJlbnRTdHlsZSI6bnVsbH0sIkluZGV4Ijo4LCJTbWFydER1cmF0aW9uQWN0aXZhdGVkIjpmYWxzZSwiRGF0ZUZvcm1hdCI6eyIkcmVmIjoiMTkwNCJ9LCJXZWVrTnVtYmVyaW5nIjp7IiRpZCI6IjE5MTYiLCJGb3JtYXQiOjAsIklzVmlzaWJsZSI6ZmFsc2UsIkxhc3RLbm93blZpc2liaWxpdHlTdGF0ZSI6ZmFsc2V9LCJCYXNlbGluZURhdGEiOnsiJGlkIjoiMTkxNyIsIlN0YXJ0RGF0ZSI6IjIwMjUtMTEtMThUMDA6MDA6MDAiLCJFbmREYXRlIjoiMjAyNS0xMi0wNVQyMzo1OTowMCJ9LCJJZCI6ImQ4YzYyZTU4LWIzZTktNDZlNS05NmUwLTBiODg5OGMyYWFlYyIsIkltcG9ydElkIjpudWxsLCJUaXRsZSI6IkRvY3VtZW50YWNpw7NuIFTDqWNuaWNhIiwiTm90ZSI6bnVsbCwiSHlwZXJsaW5rIjp7IiRpZCI6IjE5MTgiLCJBZGRyZXNzIjoiIiwiU3ViQWRkcmVzcyI6IiJ9LCJJc0NoYW5nZWQiOmZhbHNlLCJJc05ldyI6ZmFsc2V9LHsiJGlkIjoiMTkxOSIsIkdyb3VwTmFtZSI6bnVsbCwiU3RhcnREYXRlIjoiMjAyNS0xMS0yMVQwMDowMDowMFoiLCJFbmREYXRlIjoiMjAyNS0xMS0yMlQyMzo1OTowMFoiLCJQZXJjZW50YWdlQ29tcGxldGUiOm51bGwsIlN0eWxlIjp7IiRpZCI6IjE5MjAiLCJTaGFwZSI6MSwiU2hhcGVUaGlja25lc3MiOjAsIkR1cmF0aW9uRm9ybWF0IjowLCJJbmNsdWRlTm9uV29ya2luZ0RheXNJbkR1cmF0aW9uIjpmYWxzZSwiUGVyY2VudGFnZUNvbXBsZXRlU3R5bGUiOnsiJGlkIjoiMTkyMSIsIkZvbnRTZXR0aW5ncyI6eyIkaWQiOiIxOTIyIiwiRm9udFNpemUiOjEwLCJGb250TmFtZSI6IkNhbGlicmkiLCJJc0JvbGQiOmZhbHNlLCJJc0l0YWxpYyI6ZmFsc2UsIklzVW5kZXJsaW5lZCI6ZmFsc2UsIlBhcmVudFN0eWxlIjpudWxsfSwiQXV0b1NpemUiOjAsIkZvcmVncm91bmQiOnsiJGlkIjoiMTkyMyIsIkNvbG9yIjp7IiRpZCI6IjE5Mj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kyNSIsIlRvcCI6MC4wLCJMZWZ0IjowLjAsIlJpZ2h0IjowLjAsIkJvdHRvbSI6MC4wfSwiUGFkZGluZyI6eyIkaWQiOiIxOTI2IiwiVG9wIjowLjAsIkxlZnQiOjAuMCwiUmlnaHQiOjAuMCwiQm90dG9tIjowLjB9LCJCYWNrZ3JvdW5kIjp7IiRpZCI6IjE5MjciLCJDb2xvciI6eyIkaWQiOiIxOTI4IiwiQSI6ODksIlIiOjAsIkciOjAsIkIiOjB9fSwiSXNWaXNpYmxlIjp0cnVlLCJXaWR0aCI6MC4wLCJIZWlnaHQiOjAuMCwiQm9yZGVyU3R5bGUiOnsiJGlkIjoiMTkyOSIsIkxpbmVDb2xvciI6bnVsbCwiTGluZVdlaWdodCI6MC4wLCJMaW5lVHlwZSI6MCwiUGFyZW50U3R5bGUiOm51bGx9LCJQYXJlbnRTdHlsZSI6bnVsbH0sIkR1cmF0aW9uU3R5bGUiOnsiJGlkIjoiMTkzMCIsIkZvbnRTZXR0aW5ncyI6eyIkaWQiOiIxOTMxIiwiRm9udFNpemUiOjEwLCJGb250TmFtZSI6IkNhbGlicmkiLCJJc0JvbGQiOmZhbHNlLCJJc0l0YWxpYyI6ZmFsc2UsIklzVW5kZXJsaW5lZCI6ZmFsc2UsIlBhcmVudFN0eWxlIjpudWxsfSwiQXV0b1NpemUiOjAsIkZvcmVncm91bmQiOnsiJGlkIjoiMTkzMiIsIkNvbG9yIjp7IiRpZCI6IjE5Mz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OTM0IiwiVG9wIjowLjAsIkxlZnQiOjAuMCwiUmlnaHQiOjAuMCwiQm90dG9tIjowLjB9LCJQYWRkaW5nIjp7IiRpZCI6IjE5MzUiLCJUb3AiOjAuMCwiTGVmdCI6MC4wLCJSaWdodCI6MC4wLCJCb3R0b20iOjAuMH0sIkJhY2tncm91bmQiOnsiJGlkIjoiMTkzNiIsIkNvbG9yIjp7IiRpZCI6IjE5MzciLCJBIjoyNTUsIlIiOjIzNywiRyI6MTI1LCJCIjo0OX19LCJJc1Zpc2libGUiOnRydWUsIldpZHRoIjowLjAsIkhlaWdodCI6MC4wLCJCb3JkZXJTdHlsZSI6eyIkaWQiOiIxOTM4IiwiTGluZUNvbG9yIjpudWxsLCJMaW5lV2VpZ2h0IjowLjAsIkxpbmVUeXBlIjowLCJQYXJlbnRTdHlsZSI6bnVsbH0sIlBhcmVudFN0eWxlIjpudWxsfSwiSG9yaXpvbnRhbENvbm5lY3RvclN0eWxlIjp7IiRpZCI6IjE5MzkiLCJMaW5lQ29sb3IiOnsiJGlkIjoiMTk0MCIsIiR0eXBlIjoiTkxSRS5Db21tb24uRG9tLlNvbGlkQ29sb3JCcnVzaCwgTkxSRS5Db21tb24iLCJDb2xvciI6eyIkaWQiOiIxOTQxIiwiQSI6NTEsIlIiOjIxLCJHIjo5NiwiQiI6MTMwfX0sIkxpbmVXZWlnaHQiOjEuMCwiTGluZVR5cGUiOjAsIlBhcmVudFN0eWxlIjpudWxsfSwiVmVydGljYWxDb25uZWN0b3JTdHlsZSI6eyIkaWQiOiIxOTQyIiwiTGluZUNvbG9yIjp7IiRpZCI6IjE5NDMiLCIkdHlwZSI6Ik5MUkUuQ29tbW9uLkRvbS5Tb2xpZENvbG9yQnJ1c2gsIE5MUkUuQ29tbW9uIiwiQ29sb3IiOnsiJGlkIjoiMTk0NC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k0NSIsIlNoYXBlU3R5bGUiOnsiJGlkIjoiMTk0NiIsIk1hcmdpbiI6eyIkaWQiOiIxOTQ3IiwiVG9wIjowLjAsIkxlZnQiOjAuMCwiUmlnaHQiOjAuMCwiQm90dG9tIjowLjB9LCJQYWRkaW5nIjp7IiRpZCI6IjE5NDgiLCJUb3AiOjAuMCwiTGVmdCI6MC4wLCJSaWdodCI6MC4wLCJCb3R0b20iOjAuMH0sIkJhY2tncm91bmQiOnsiJGlkIjoiMTk0OSIsIkNvbG9yIjp7IiRpZCI6IjE5NTAiLCJBIjoxNTMsIlIiOjAsIkciOjAsIkIiOjB9fSwiSXNWaXNpYmxlIjp0cnVlLCJXaWR0aCI6MC4wLCJIZWlnaHQiOjAuMCwiQm9yZGVyU3R5bGUiOm51bGwsIlBhcmVudFN0eWxlIjpudWxsfSwiTWFyZ2luIjp7IiRpZCI6IjE5NTEiLCJUb3AiOjAuMCwiTGVmdCI6MC4wLCJSaWdodCI6MC4wLCJCb3R0b20iOjAuMH0sIlBhZGRpbmciOnsiJGlkIjoiMTk1MiIsIlRvcCI6MC4wLCJMZWZ0IjowLjAsIlJpZ2h0IjowLjAsIkJvdHRvbSI6MC4wfSwiQmFja2dyb3VuZCI6bnVsbCwiSXNWaXNpYmxlIjp0cnVlLCJXaWR0aCI6MC4wLCJIZWlnaHQiOjAuMCwiQm9yZGVyU3R5bGUiOm51bGwsIlBhcmVudFN0eWxlIjpudWxsfSwiU2hhcGVTdHlsZSI6eyIkaWQiOiIxOTUzIiwiTWFyZ2luIjp7IiRpZCI6IjE5NTQiLCJUb3AiOjAuMCwiTGVmdCI6NC4wLCJSaWdodCI6NC4wLCJCb3R0b20iOjAuMH0sIlBhZGRpbmciOnsiJGlkIjoiMTk1NSIsIlRvcCI6MC4wLCJMZWZ0IjowLjAsIlJpZ2h0IjowLjAsIkJvdHRvbSI6MC4wfSwiQmFja2dyb3VuZCI6eyIkaWQiOiIxOTU2IiwiQ29sb3IiOnsiJGlkIjoiMTk1NyIsIkEiOjI1NSwiUiI6NzgsIkciOjE2NywiQiI6NDZ9fSwiSXNWaXNpYmxlIjp0cnVlLCJXaWR0aCI6MC4wLCJIZWlnaHQiOjEwLjAsIkJvcmRlclN0eWxlIjp7IiRpZCI6IjE5NTgiLCJMaW5lQ29sb3IiOnsiJGlkIjoiMTk1OSIsIiR0eXBlIjoiTkxSRS5Db21tb24uRG9tLlNvbGlkQ29sb3JCcnVzaCwgTkxSRS5Db21tb24iLCJDb2xvciI6eyIkaWQiOiIxOTYwIiwiQSI6MjU1LCJSIjoyMzQsIkciOjIyLCJCIjozMH19LCJMaW5lV2VpZ2h0IjowLjAsIkxpbmVUeXBlIjowLCJQYXJlbnRTdHlsZSI6bnVsbH0sIlBhcmVudFN0eWxlIjpudWxsfSwiVGl0bGVTdHlsZSI6eyIkaWQiOiIxOTYxIiwiRm9udFNldHRpbmdzIjp7IiRpZCI6IjE5NjIiLCJGb250U2l6ZSI6MTEsIkZvbnROYW1lIjoiQ2FsaWJyaSIsIklzQm9sZCI6ZmFsc2UsIklzSXRhbGljIjpmYWxzZSwiSXNVbmRlcmxpbmVkIjpmYWxzZSwiUGFyZW50U3R5bGUiOm51bGx9LCJBdXRvU2l6ZSI6MCwiRm9yZWdyb3VuZCI6eyIkaWQiOiIxOTYzIiwiQ29sb3IiOnsiJGlkIjoiMTk2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OTY1IiwiVG9wIjowLjAsIkxlZnQiOjAuMCwiUmlnaHQiOjAuMCwiQm90dG9tIjowLjB9LCJQYWRkaW5nIjp7IiRpZCI6IjE5NjYiLCJUb3AiOjAuMCwiTGVmdCI6MC4wLCJSaWdodCI6MC4wLCJCb3R0b20iOjAuMH0sIkJhY2tncm91bmQiOnsiJGlkIjoiMTk2NyIsIkNvbG9yIjp7IiRpZCI6IjE5NjgiLCJBIjowLCJSIjoyNTUsIkciOjI1NSwiQiI6MjU1fX0sIklzVmlzaWJsZSI6dHJ1ZSwiV2lkdGgiOjAuMCwiSGVpZ2h0IjowLjAsIkJvcmRlclN0eWxlIjp7IiRpZCI6IjE5NjkiLCJMaW5lQ29sb3IiOm51bGwsIkxpbmVXZWlnaHQiOjAuMCwiTGluZVR5cGUiOjAsIlBhcmVudFN0eWxlIjpudWxsfSwiUGFyZW50U3R5bGUiOm51bGx9LCJEYXRlU3R5bGUiOnsiJGlkIjoiMTk3MCIsIkZvbnRTZXR0aW5ncyI6eyIkaWQiOiIxOTcxIiwiRm9udFNpemUiOjEwLCJGb250TmFtZSI6IkNhbGlicmkiLCJJc0JvbGQiOmZhbHNlLCJJc0l0YWxpYyI6ZmFsc2UsIklzVW5kZXJsaW5lZCI6ZmFsc2UsIlBhcmVudFN0eWxlIjpudWxsfSwiQXV0b1NpemUiOjAsIkZvcmVncm91bmQiOnsiJGlkIjoiMTk3MiIsIkNvbG9yIjp7IiRpZCI6IjE5Nz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k3NCIsIlRvcCI6MC4wLCJMZWZ0IjowLjAsIlJpZ2h0IjowLjAsIkJvdHRvbSI6MC4wfSwiUGFkZGluZyI6eyIkaWQiOiIxOTc1IiwiVG9wIjowLjAsIkxlZnQiOjAuMCwiUmlnaHQiOjAuMCwiQm90dG9tIjowLjB9LCJCYWNrZ3JvdW5kIjp7IiRpZCI6IjE5NzYiLCJDb2xvciI6eyIkaWQiOiIxOTc3IiwiQSI6MCwiUiI6MjU1LCJHIjoyNTUsIkIiOjI1NX19LCJJc1Zpc2libGUiOnRydWUsIldpZHRoIjowLjAsIkhlaWdodCI6MC4wLCJCb3JkZXJTdHlsZSI6eyIkaWQiOiIxOTc4IiwiTGluZUNvbG9yIjpudWxsLCJMaW5lV2VpZ2h0IjowLjAsIkxpbmVUeXBlIjowLCJQYXJlbnRTdHlsZSI6bnVsbH0sIlBhcmVudFN0eWxlIjpudWxsfSwiRGF0ZUZvcm1hdCI6eyIkaWQiOiIxOTc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5ODAiLCJGb3JtYXQiOjAsIklzVmlzaWJsZSI6ZmFsc2UsIkxhc3RLbm93blZpc2liaWxpdHlTdGF0ZSI6ZmFsc2V9LCJJc1Zpc2libGUiOmZhbHNlLCJWYXJpYW5jZVN0eWxlIjp7IiRpZCI6IjE5ODEiLCJUZXh0U3R5bGUiOnsiJGlkIjoiMTk4MiIsIkZvbnRTZXR0aW5ncyI6eyIkaWQiOiIxOTgzIiwiRm9udFNpemUiOjEwLCJGb250TmFtZSI6IkNhbGlicmkiLCJJc0JvbGQiOmZhbHNlLCJJc0l0YWxpYyI6ZmFsc2UsIklzVW5kZXJsaW5lZCI6ZmFsc2UsIlBhcmVudFN0eWxlIjpudWxsfSwiQXV0b1NpemUiOjAsIkZvcmVncm91bmQiOnsiJGlkIjoiMTk4NCIsIkNvbG9yIjp7IiRpZCI6IjE5OD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k4NiIsIlRvcCI6MC4wLCJMZWZ0IjowLjAsIlJpZ2h0IjowLjAsIkJvdHRvbSI6MC4wfSwiUGFkZGluZyI6eyIkaWQiOiIxOTg3IiwiVG9wIjowLjAsIkxlZnQiOjAuMCwiUmlnaHQiOjAuMCwiQm90dG9tIjowLjB9LCJCYWNrZ3JvdW5kIjp7IiRpZCI6IjE5ODgiLCJDb2xvciI6eyIkaWQiOiIxOTg5IiwiQSI6MjU1LCJSIjowLCJHIjowLCJCIjowfX0sIklzVmlzaWJsZSI6dHJ1ZSwiV2lkdGgiOjAuMCwiSGVpZ2h0IjowLjAsIkJvcmRlclN0eWxlIjp7IiRpZCI6IjE5OTAiLCJMaW5lQ29sb3IiOm51bGwsIkxpbmVXZWlnaHQiOjAuMCwiTGluZVR5cGUiOjAsIlBhcmVudFN0eWxlIjpudWxsfSwiUGFyZW50U3R5bGUiOm51bGx9LCJQYXJlbnRTdHlsZSI6bnVsbH0sIlBhcmVudFN0eWxlIjpudWxsfSwiSW5kZXgiOjksIlNtYXJ0RHVyYXRpb25BY3RpdmF0ZWQiOmZhbHNlLCJEYXRlRm9ybWF0Ijp7IiRyZWYiOiIxOTc5In0sIldlZWtOdW1iZXJpbmciOnsiJGlkIjoiMTk5MSIsIkZvcm1hdCI6MCwiSXNWaXNpYmxlIjpmYWxzZSwiTGFzdEtub3duVmlzaWJpbGl0eVN0YXRlIjpmYWxzZX0sIkJhc2VsaW5lRGF0YSI6eyIkaWQiOiIxOTkyIiwiU3RhcnREYXRlIjoiMjAyNS0xMS0yMVQwMDowMDowMCIsIkVuZERhdGUiOiIyMDI1LTExLTIyVDIzOjU5OjAwIn0sIklkIjoiZjJhODQ4ZTEtOTIxYy00Y2ViLWFlYTktMGY4ODFmOWY5ZWY5IiwiSW1wb3J0SWQiOm51bGwsIlRpdGxlIjoiTWlncmFjacOzbiBCRCBhIFBvc3RncmUiLCJOb3RlIjpudWxsLCJIeXBlcmxpbmsiOnsiJGlkIjoiMTk5MyIsIkFkZHJlc3MiOiIiLCJTdWJBZGRyZXNzIjoiIn0sIklzQ2hhbmdlZCI6ZmFsc2UsIklzTmV3IjpmYWxzZX1dLCJTd2ltbGFuZXMiOltdLCJNc1Byb2plY3RJdGVtc1RyZWUiOnsiJGlkIjoiMTk5NCIsIlJvb3QiOnsiSW1wb3J0SWQiOm51bGwsIklzSW1wb3J0ZWQiOmZhbHNlLCJDaGlsZHJlbiI6W119fSwiTWV0YWRhdGEiOnsiJGlkIjoiMTk5NSIsIlNvdXJjZVRoZW1lIjoie1wiJGlkXCI6XCIxXCIsXCJJZFwiOlwiZTkyYzY1ZjAtMjhkNC00Njk3LWEwZDUtMjRiNTcyNTdiNTk3XCIsXCJDYXRlZ29yeVwiOjEsXCJDdWx0dXJlSW5mb05hbWVcIjpcImVuLVVTXCIsXCJWZXJzaW9uXCI6e1wiJGlkXCI6XCIyXCIsXCJUaGVtZURvbVZlcnNpb25cIjpcIjIuMS4wXCJ9LFwiU3R5bGVcIjp7XCIkaWRcIjpcIjNcIixcIlRpbWViYW5kU3R5bGVcIjp7XCIkaWRcIjpcIjRcIixcIlJpZ2h0RW5kQ2Fwc1N0eWxlXCI6e1wiJGlkXCI6XCI1XCIsXCJGb250U2V0dGluZ3NcIjp7XCIkaWRcIjpcIjZcIixcIkZvbnRTaXplXCI6MTgsXCJGb250TmFtZVwiOlwiQ2FsaWJyaVwiLFwiSXNCb2xkXCI6dHJ1ZSxcIklzSXRhbGljXCI6ZmFsc2UsXCJJc1VuZGVybGluZWRcIjpmYWxzZX0sXCJGb3JlZ3JvdW5kXCI6e1wiJGlkXCI6XCI3XCIsXCJDb2xvclwiOntcIiRpZFwiOlwiOFwiLFwiQVwiOjI1NSxcIlJcIjoyMzMsXCJHXCI6MTEzLFwiQlwiOjUwfX0sXCJIb3Jpem9udGFsQWxpZ25tZW50XCI6MCxcIklzVmlzaWJsZVwiOnRydWV9LFwiTGVmdEVuZENhcHNTdHlsZVwiOntcIiRpZFwiOlwiOVwiLFwiRm9udFNldHRpbmdzXCI6e1wiJGlkXCI6XCIxMFwiLFwiRm9udFNpemVcIjoxOCxcIkZvbnROYW1lXCI6XCJDYWxpYnJpXCIsXCJJc0JvbGRcIjp0cnVlLFwiSXNJdGFsaWNcIjpmYWxzZSxcIklzVW5kZXJsaW5lZFwiOmZhbHNlfSxcIkZvcmVncm91bmRcIjp7XCIkaWRcIjpcIjExXCIsXCJDb2xvclwiOntcIiRpZFwiOlwiMTJcIixcIkFcIjoyNTUsXCJSXCI6MjM3LFwiR1wiOjEyNSxcIkJcIjo0OX19LFwiSG9yaXpvbnRhbEFsaWdubWVudFwiOjAsXCJJc1Zpc2libGVcIjpmYWxzZX0sXCJUb2RheU1hcmtlclN0eWxlXCI6e1wiJGlkXCI6XCIxM1wiLFwiVG9kYXlUZXh0U3R5bGVcIjp7XCIkaWRcIjpcIjE0XCIsXCJGb250U2V0dGluZ3NcIjp7XCIkaWRcIjpcIjE1XCIsXCJGb250U2l6ZVwiOjEyLFwiRm9udE5hbWVcIjpcIkNhbGlicmlcIixcIklzQm9sZFwiOmZhbHNlLFwiSXNJdGFsaWNcIjpmYWxzZSxcIklzVW5kZXJsaW5lZFwiOmZhbHNlfSxcIkZvcmVncm91bmRcIjp7XCIkaWRcIjpcIjE2XCIsXCJDb2xvclwiOntcIiRpZFwiOlwiMTdcIixcIkFcIjoyNTUsXCJSXCI6MCxcIkdcIjowLFwiQlwiOjB9fSxcIkhvcml6b250YWxBbGlnbm1lbnRcIjowLFwiSXNWaXNpYmxlXCI6dHJ1ZX0sXCJUb2RheU1hcmtlclNoYXBlU3R5bGVcIjp7XCIkaWRcIjpcIjE4XCIsXCJNYXJnaW5cIjp7XCIkaWRcIjpcIjE5XCIsXCJUb3BcIjowLjAsXCJMZWZ0XCI6MC4wLFwiUmlnaHRcIjowLjAsXCJCb3R0b21cIjowLjB9LFwiUGFkZGluZ1wiOntcIiRpZFwiOlwiMjBcIixcIlRvcFwiOjAuMCxcIkxlZnRcIjowLjAsXCJSaWdodFwiOjAuMCxcIkJvdHRvbVwiOjAuMH0sXCJCYWNrZ3JvdW5kXCI6e1wiJGlkXCI6XCIyMVwiLFwiQ29sb3JcIjp7XCIkaWRcIjpcIjIyXCIsXCJBXCI6MjU1LFwiUlwiOjI1NSxcIkdcIjowLFwiQlwiOjB9fSxcIklzVmlzaWJsZVwiOnRydWUsXCJXaWR0aFwiOjAuMCxcIkhlaWdodFwiOjAuMCxcIkJvcmRlclN0eWxlXCI6bnVsbH0sXCJUb2RheU1hcmtlclBvc2l0aW9uXCI6MyxcIklzVmlzaWJsZVwiOnRydWV9LFwiU2NhbGVTdHlsZVwiOntcIiRpZFwiOlwiMjNcIixcIlNob3dTZWdtZW50U2VwYXJhdG9yc1wiOnRydWUsXCJTZWdtZW50U2VwYXJhdG9yT3BhY2l0eVwiOjMwLFwiU2hhcGVcIjozLFwiU2VnbWVudFRleHRTdHlsZVwiOntcIiRpZFwiOlwiMjRcIixcIkZvbnRTZXR0aW5nc1wiOntcIiRpZFwiOlwiMjVcIixcIkZvbnRTaXplXCI6MTIsXCJGb250TmFtZVwiOlwiQ2FsaWJyaVwiLFwiSXNCb2xkXCI6ZmFsc2UsXCJJc0l0YWxpY1wiOmZhbHNlLFwiSXNVbmRlcmxpbmVkXCI6ZmFsc2V9LFwiRm9yZWdyb3VuZFwiOntcIiRpZFwiOlwiMjZcIixcIkNvbG9yXCI6e1wiJGlkXCI6XCIyN1wiLFwiQVwiOjI1NSxcIlJcIjoyMzIsXCJHXCI6MjMyLFwiQlwiOjIzMn19LFwiSG9yaXpvbnRhbEFsaWdubWVudFwiOjAsXCJJc1Zpc2libGVcIjp0cnVlfSxcIlNoYXBlU3R5bGVcIjp7XCIkaWRcIjpcIjI4XCIsXCJNYXJnaW5cIjp7XCIkaWRcIjpcIjI5XCIsXCJUb3BcIjowLjAsXCJMZWZ0XCI6MTAuMCxcIlJpZ2h0XCI6MTAuMCxcIkJvdHRvbVwiOjAuMH0sXCJQYWRkaW5nXCI6e1wiJGlkXCI6XCIzMFwiLFwiVG9wXCI6MC4wLFwiTGVmdFwiOjAuMCxcIlJpZ2h0XCI6MC4wLFwiQm90dG9tXCI6MC4wfSxcIkJhY2tncm91bmRcIjp7XCIkaWRcIjpcIjMxXCIsXCJDb2xvclwiOntcIiRpZFwiOlwiMzJcIixcIkFcIjoyNTUsXCJSXCI6MTQsXCJHXCI6NDAsXCJCXCI6NjV9fSxcIklzVmlzaWJsZVwiOnRydWUsXCJXaWR0aFwiOjg1OC4wLFwiSGVpZ2h0XCI6MjAuMCxcIkJvcmRlclN0eWxlXCI6e1wiJGlkXCI6XCIzM1wiLFwiTGluZVN0eWxlXCI6e1wiJGlkXCI6XCIzNFwiLFwiTGluZUNvbG9yXCI6e1wiJGlkXCI6XCIzNVwiLFwiQ29sb3JcIjp7XCIkaWRcIjpcIjM2XCIsXCJBXCI6MjU1LFwiUlwiOjI1NSxcIkdcIjowLFwiQlwiOjB9fSxcIkxpbmVXZWlnaHRcIjowLjAsXCJMaW5lVHlwZVwiOjB9LFwiSXNWaXNpYmxlXCI6ZmFsc2V9fX0sXCJFbGFwc2VkVGltZVN0eWxlXCI6e1wiJGlkXCI6XCIzN1wiLFwiRWxhcHNlZFRpbWVCYWNrZ3JvdW5kXCI6e1wiJGlkXCI6XCIzOFwiLFwiQ29sb3JcIjp7XCIkaWRcIjpcIjM5XCIsXCJBXCI6MTkxLFwiUlwiOjI1NSxcIkdcIjowLFwiQlwiOjB9fSxcIkVsYXBzZWRUaW1lRm9ybWF0XCI6MSxcIklzVmlzaWJsZVwiOnRydWV9LFwiTWFyZ2luXCI6e1wiJGlkXCI6XCI0MFwiLFwiVG9wXCI6MC4wLFwiTGVmdFwiOjEwLjAsXCJSaWdodFwiOjEwLjAsXCJCb3R0b21cIjowLjB9LFwiUGFkZGluZ1wiOntcIiRpZFwiOlwiNDFcIixcIlRvcFwiOjAuMCxcIkxlZnRcIjowLjAsXCJSaWdodFwiOjAuMCxcIkJvdHRvbVwiOjAuMH0sXCJCYWNrZ3JvdW5kXCI6e1wiJGlkXCI6XCI0MlwiLFwiQ29sb3JcIjp7XCIkaWRcIjpcIjQzXCIsXCJBXCI6MjU1LFwiUlwiOjQ3LFwiR1wiOjU0LFwiQlwiOjE1M319LFwiSXNWaXNpYmxlXCI6ZmFsc2UsXCJXaWR0aFwiOjAuMCxcIkhlaWdodFwiOjAuMCxcIkJvcmRlclN0eWxlXCI6bnVsbH0sXCJUYXNrU3R5bGVcIjp7XCIkaWRcIjpcIjQ0XCIsXCJTaGFwZVwiOjMsXCJTaGFwZVRoaWNrbmVzc1wiOjAsXCJEdXJhdGlvbkZvcm1hdFwiOjAsXCJQZXJjZW50YWdlQ29tcGxldGVUZXh0U3R5bGVcIjp7XCIkaWRcIjpcIjQ1XCIsXCJGb250U2V0dGluZ3NcIjp7XCIkaWRcIjpcIjQ2XCIsXCJGb250U2l6ZVwiOjEwLFwiRm9udE5hbWVcIjpcIkNhbGlicmlcIixcIklzQm9sZFwiOmZhbHNlLFwiSXNJdGFsaWNcIjpmYWxzZSxcIklzVW5kZXJsaW5lZFwiOmZhbHNlfSxcIkZvcmVncm91bmRcIjp7XCIkaWRcIjpcIjQ3XCIsXCJDb2xvclwiOntcIiRpZFwiOlwiNDhcIixcIkFcIjoyNTUsXCJSXCI6MjMyLFwiR1wiOjIzMixcIkJcIjoyMzJ9fSxcIkhvcml6b250YWxBbGlnbm1lbnRcIjoxLFwiSXNWaXNpYmxlXCI6dHJ1ZX0sXCJQZXJjZW50YWdlQ29tcGxldGVIaWdobGlnaHRTdHlsZVwiOntcIiRpZFwiOlwiNDlcIixcIkJhY2tncm91bmRcIjp7XCIkaWRcIjpcIjUwXCIsXCJDb2xvclwiOntcIiRpZFwiOlwiNTFcIixcIkFcIjo4OSxcIlJcIjowLFwiR1wiOjAsXCJCXCI6MH19fSxcIkR1cmF0aW9uU3R5bGVcIjp7XCIkaWRcIjpcIjUyXCIsXCJGb250U2V0dGluZ3NcIjp7XCIkaWRcIjpcIjUzXCIsXCJGb250U2l6ZVwiOjEwLFwiRm9udE5hbWVcIjpcIkNhbGlicmlcIixcIklzQm9sZFwiOmZhbHNlLFwiSXNJdGFsaWNcIjpmYWxzZSxcIklzVW5kZXJsaW5lZFwiOmZhbHNlfSxcIkZvcmVncm91bmRcIjp7XCIkaWRcIjpcIjU0XCIsXCJDb2xvclwiOntcIiRpZFwiOlwiNTVcIixcIkFcIjoyNTUsXCJSXCI6MjM3LFwiR1wiOjEyNSxcIkJcIjo0OX19LFwiSG9yaXpvbnRhbEFsaWdubWVudFwiOjAsXCJJc1Zpc2libGVcIjpmYWxzZX0sXCJIb3Jpem9udGFsQ29ubmVjdG9yU3R5bGVcIjp7XCIkaWRcIjpcIjU2XCIsXCJMaW5lU3R5bGVcIjp7XCIkaWRcIjpcIjU3XCIsXCJMaW5lQ29sb3JcIjp7XCIkaWRcIjpcIjU4XCIsXCJDb2xvclwiOntcIiRpZFwiOlwiNTlcIixcIkFcIjo1MSxcIlJcIjoyMSxcIkdcIjo5NixcIkJcIjoxMzB9fSxcIkxpbmVXZWlnaHRcIjoxLjAsXCJMaW5lVHlwZVwiOjB9LFwiSXNWaXNpYmxlXCI6dHJ1ZX0sXCJWZXJ0aWNhbENvbm5lY3RvclN0eWxlXCI6e1wiJGlkXCI6XCI2MFwiLFwiTGluZVN0eWxlXCI6e1wiJGlkXCI6XCI2MVwiLFwiTGluZUNvbG9yXCI6e1wiJGlkXCI6XCI2MlwiLFwiQ29sb3JcIjp7XCIkaWRcIjpcIjYzXCIsXCJBXCI6NTEsXCJSXCI6MjEsXCJHXCI6OTYsXCJCXCI6MTMwfX0sXCJMaW5lV2VpZ2h0XCI6MS4wLFwiTGluZVR5cGVcIjowfSxcIklzVmlzaWJsZVwiOmZhbHNlfSxcIk1hcmdpblwiOntcIiRpZFwiOlwiNjRcIixcIlRvcFwiOjAuMCxcIkxlZnRcIjowLjAsXCJSaWdodFwiOjAuMCxcIkJvdHRvbVwiOjAuMH0sXCJTdGFydERhdGVQb3NpdGlvblwiOjQsXCJFbmREYXRlUG9zaXRpb25cIjo0LFwiVGl0bGVQb3NpdGlvblwiOjMsXCJEdXJhdGlvblBvc2l0aW9uXCI6MCxcIlBlcmNlbnRhZ2VDb21wbGV0ZWRQb3NpdGlvblwiOjIsXCJWYXJpYW5jZVBvc2l0aW9uXCI6MixcIlNwYWNpbmdcIjozLFwiSXNCZWxvd1RpbWViYW5kXCI6ZmFsc2UsXCJCYXNlbGluZVN0eWxlXCI6e1wiJGlkXCI6XCI2NVwiLFwiQmFzZWxpbmVTaGFwZVN0eWxlXCI6e1wiJGlkXCI6XCI2NlwiLFwiTWFyZ2luXCI6e1wiJGlkXCI6XCI2N1wiLFwiVG9wXCI6MC4wLFwiTGVmdFwiOjAuMCxcIlJpZ2h0XCI6MC4wLFwiQm90dG9tXCI6MC4wfSxcIlBhZGRpbmdcIjp7XCIkaWRcIjpcIjY4XCIsXCJUb3BcIjowLjAsXCJMZWZ0XCI6MC4wLFwiUmlnaHRcIjowLjAsXCJCb3R0b21cIjowLjB9LFwiQmFja2dyb3VuZFwiOntcIiRpZFwiOlwiNjlcIixcIkNvbG9yXCI6e1wiJGlkXCI6XCI3MFwiLFwiQVwiOjE1MyxcIlJcIjowLFwiR1wiOjAsXCJCXCI6MH19LFwiSXNWaXNpYmxlXCI6ZmFsc2UsXCJXaWR0aFwiOjAuMCxcIkhlaWdodFwiOjAuMCxcIkJvcmRlclN0eWxlXCI6e1wiJGlkXCI6XCI3MVwiLFwiTGluZVN0eWxlXCI6e1wiJGlkXCI6XCI3MlwiLFwiTGluZUNvbG9yXCI6e1wiJGlkXCI6XCI3M1wiLFwiQ29sb3JcIjp7XCIkaWRcIjpcIjc0XCIsXCJBXCI6MjU1LFwiUlwiOjI1NSxcIkdcIjowLFwiQlwiOjB9fSxcIkxpbmVXZWlnaHRcIjoyLjAsXCJMaW5lVHlwZVwiOjB9LFwiSXNWaXNpYmxlXCI6ZmFsc2V9fX0sXCJTaGFwZVN0eWxlXCI6e1wiJGlkXCI6XCI3NVwiLFwiTWFyZ2luXCI6e1wiJGlkXCI6XCI3NlwiLFwiVG9wXCI6MC4wLFwiTGVmdFwiOjQuMCxcIlJpZ2h0XCI6NC4wLFwiQm90dG9tXCI6MC4wfSxcIlBhZGRpbmdcIjp7XCIkaWRcIjpcIjc3XCIsXCJUb3BcIjowLjAsXCJMZWZ0XCI6MC4wLFwiUmlnaHRcIjowLjAsXCJCb3R0b21cIjowLjB9LFwiQmFja2dyb3VuZFwiOntcIiRpZFwiOlwiNzhcIixcIkNvbG9yXCI6e1wiJGlkXCI6XCI3OVwiLFwiQVwiOjI1NSxcIlJcIjoyMSxcIkdcIjo5NixcIkJcIjoxMzB9fSxcIklzVmlzaWJsZVwiOnRydWUsXCJXaWR0aFwiOjAuMCxcIkhlaWdodFwiOjEwLjAsXCJCb3JkZXJTdHlsZVwiOntcIiRpZFwiOlwiODBcIixcIkxpbmVTdHlsZVwiOntcIiRpZFwiOlwiODFcIixcIkxpbmVDb2xvclwiOntcIiRpZFwiOlwiODJcIixcIkNvbG9yXCI6e1wiJGlkXCI6XCI4M1wiLFwiQVwiOjI1NSxcIlJcIjoyMzQsXCJHXCI6MjIsXCJCXCI6MzB9fSxcIkxpbmVXZWlnaHRcIjoyLjAsXCJMaW5lVHlwZVwiOjB9LFwiSXNWaXNpYmxlXCI6ZmFsc2V9fSxcIlRpdGxlU3R5bGVcIjp7XCIkaWRcIjpcIjg0XCIsXCJGb250U2V0dGluZ3NcIjp7XCIkaWRcIjpcIjg1XCIsXCJGb250U2l6ZVwiOjExLFwiRm9udE5hbWVcIjpcIkNhbGlicmlcIixcIklzQm9sZFwiOmZhbHNlLFwiSXNJdGFsaWNcIjpmYWxzZSxcIklzVW5kZXJsaW5lZFwiOmZhbHNlfSxcIkZvcmVncm91bmRcIjp7XCIkaWRcIjpcIjg2XCIsXCJDb2xvclwiOntcIiRpZFwiOlwiODdcIixcIkFcIjoyNTUsXCJSXCI6MCxcIkdcIjowLFwiQlwiOjB9fSxcIkhvcml6b250YWxBbGlnbm1lbnRcIjoyLFwiSXNWaXNpYmxlXCI6dHJ1ZX0sXCJEYXRlU3R5bGVcIjp7XCIkaWRcIjpcIjg4XCIsXCJGb250U2V0dGluZ3NcIjp7XCIkaWRcIjpcIjg5XCIsXCJGb250U2l6ZVwiOjEwLFwiRm9udE5hbWVcIjpcIkNhbGlicmlcIixcIklzQm9sZFwiOmZhbHNlLFwiSXNJdGFsaWNcIjpmYWxzZSxcIklzVW5kZXJsaW5lZFwiOmZhbHNlfSxcIkZvcmVncm91bmRcIjp7XCIkaWRcIjpcIjkwXCIsXCJDb2xvclwiOntcIiRpZFwiOlwiOTFcIixcIkFcIjoyNTUsXCJSXCI6MTQsXCJHXCI6NDAsXCJCXCI6NjV9fSxcIkhvcml6b250YWxBbGlnbm1lbnRcIjowLFwiSXNWaXNpYmxlXCI6dHJ1ZX0sXCJEYXRlRm9ybWF0XCI6e1wiJGlkXCI6XCI5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5M1wiLFwiRm9ybWF0XCI6MCxcIklzVmlzaWJsZVwiOmZhbHNlLFwiTGFzdEtub3duVmlzaWJpbGl0eVN0YXRlXCI6ZmFsc2V9LFwiVmFyaWFuY2VTdHlsZVwiOntcIiRpZFwiOlwiOTRcIixcIlZhcmlhbmNlVGV4dFN0eWxlXCI6e1wiJGlkXCI6XCI5NVwiLFwiRm9udFNldHRpbmdzXCI6e1wiJGlkXCI6XCI5NlwiLFwiRm9udFNpemVcIjoxMCxcIkZvbnROYW1lXCI6XCJDYWxpYnJpXCIsXCJJc0JvbGRcIjpmYWxzZSxcIklzSXRhbGljXCI6ZmFsc2UsXCJJc1VuZGVybGluZWRcIjpmYWxzZX0sXCJGb3JlZ3JvdW5kXCI6e1wiJGlkXCI6XCI5N1wiLFwiQ29sb3JcIjp7XCIkaWRcIjpcIjk4XCIsXCJBXCI6MjU1LFwiUlwiOjAsXCJHXCI6MCxcIkJcIjowfX0sXCJIb3Jpem9udGFsQWxpZ25tZW50XCI6MCxcIklzVmlzaWJsZVwiOnRydWV9fX0sXCJNaWxlc3RvbmVTdHlsZVwiOntcIiRpZFwiOlwiOTlcIixcIlNoYXBlXCI6MixcIklzQmVsb3dUaW1lYmFuZFwiOmZhbHNlLFwiU2hhcGVTaXplXCI6MSxcIlBhZGRpbmdcIjp7XCIkaWRcIjpcIjEwMFwiLFwiVG9wXCI6NS4wLFwiTGVmdFwiOjMuMCxcIlJpZ2h0XCI6MC4wLFwiQm90dG9tXCI6Mi4wfSxcIlNoYXBlU3R5bGVcIjp7XCIkaWRcIjpcIjEwMVwiLFwiTWFyZ2luXCI6e1wiJGlkXCI6XCIxMDJcIixcIlRvcFwiOjAuMCxcIkxlZnRcIjowLjAsXCJSaWdodFwiOjAuMCxcIkJvdHRvbVwiOjAuMH0sXCJQYWRkaW5nXCI6e1wiJGlkXCI6XCIxMDNcIixcIlRvcFwiOjAuMCxcIkxlZnRcIjowLjAsXCJSaWdodFwiOjAuMCxcIkJvdHRvbVwiOjAuMH0sXCJCYWNrZ3JvdW5kXCI6e1wiJGlkXCI6XCIxMDRcIixcIkNvbG9yXCI6e1wiJGlkXCI6XCIxMDVcIixcIkFcIjoyNTUsXCJSXCI6MjMzLFwiR1wiOjExMyxcIkJcIjo1MH19LFwiSXNWaXNpYmxlXCI6dHJ1ZSxcIldpZHRoXCI6MTguMCxcIkhlaWdodFwiOjIwLjAsXCJCb3JkZXJTdHlsZVwiOntcIiRpZFwiOlwiMTA2XCIsXCJMaW5lU3R5bGVcIjp7XCIkaWRcIjpcIjEwN1wiLFwiTGluZUNvbG9yXCI6e1wiJGlkXCI6XCIxMDhcIixcIkNvbG9yXCI6e1wiJGlkXCI6XCIxMDlcIixcIkFcIjoyNTUsXCJSXCI6MjM0LFwiR1wiOjIyLFwiQlwiOjMwfX0sXCJMaW5lV2VpZ2h0XCI6Mi4wLFwiTGluZVR5cGVcIjowfSxcIklzVmlzaWJsZVwiOmZhbHNlfX0sXCJUaXRsZVN0eWxlXCI6e1wiJGlkXCI6XCIxMTBcIixcIkZvbnRTZXR0aW5nc1wiOntcIiRpZFwiOlwiMTExXCIsXCJGb250U2l6ZVwiOjExLFwiRm9udE5hbWVcIjpcIkNhbGlicmlcIixcIklzQm9sZFwiOnRydWUsXCJJc0l0YWxpY1wiOmZhbHNlLFwiSXNVbmRlcmxpbmVkXCI6ZmFsc2V9LFwiRm9yZWdyb3VuZFwiOntcIiRpZFwiOlwiMTEyXCIsXCJDb2xvclwiOntcIiRpZFwiOlwiMTEzXCIsXCJBXCI6MjU1LFwiUlwiOjAsXCJHXCI6MCxcIkJcIjowfX0sXCJIb3Jpem9udGFsQWxpZ25tZW50XCI6MCxcIklzVmlzaWJsZVwiOnRydWV9LFwiRGF0ZVN0eWxlXCI6e1wiJGlkXCI6XCIxMTRcIixcIkZvbnRTZXR0aW5nc1wiOntcIiRpZFwiOlwiMTE1XCIsXCJGb250U2l6ZVwiOjEwLFwiRm9udE5hbWVcIjpcIkNhbGlicmlcIixcIklzQm9sZFwiOmZhbHNlLFwiSXNJdGFsaWNcIjpmYWxzZSxcIklzVW5kZXJsaW5lZFwiOmZhbHNlfSxcIkZvcmVncm91bmRcIjp7XCIkaWRcIjpcIjExNlwiLFwiQ29sb3JcIjp7XCIkaWRcIjpcIjExN1wiLFwiQVwiOjI1NSxcIlJcIjoxNCxcIkdcIjo0MCxcIkJcIjo2NX19LFwiSG9yaXpvbnRhbEFsaWdubWVudFwiOjAsXCJJc1Zpc2libGVcIjp0cnVlfSxcIkRhdGVGb3JtYXRcIjp7XCIkaWRcIjpcIjExOF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xMTlcIixcIkZvcm1hdFwiOjAsXCJJc1Zpc2libGVcIjpmYWxzZSxcIkxhc3RLbm93blZpc2liaWxpdHlTdGF0ZVwiOmZhbHNlfSxcIlZhcmlhbmNlU3R5bGVcIjp7XCIkaWRcIjpcIjEyMFwiLFwiVmFyaWFuY2VUZXh0U3R5bGVcIjp7XCIkaWRcIjpcIjEyMVwiLFwiRm9udFNldHRpbmdzXCI6e1wiJGlkXCI6XCIxMjJcIixcIkZvbnRTaXplXCI6MTAsXCJGb250TmFtZVwiOlwiQ2FsaWJyaVwiLFwiSXNCb2xkXCI6ZmFsc2UsXCJJc0l0YWxpY1wiOmZhbHNlLFwiSXNVbmRlcmxpbmVkXCI6ZmFsc2V9LFwiRm9yZWdyb3VuZFwiOntcIiRpZFwiOlwiMTIzXCIsXCJDb2xvclwiOntcIiRpZFwiOlwiMTI0XCIsXCJBXCI6MjU1LFwiUlwiOjAsXCJHXCI6MCxcIkJcIjowfX0sXCJIb3Jpem9udGFsQWxpZ25tZW50XCI6MCxcIklzVmlzaWJsZVwiOnRydWV9fX0sXCJNb3RTdHlsZVwiOntcIiRpZFwiOlwiMTI1XCIsXCJTaGFwZVwiOjIsXCJTaGFwZVNpemVcIjoxLFwiRGV0YWlsc1NwYWNpbmdcIjowLjAsXCJQYWRkaW5nXCI6e1wiJGlkXCI6XCIxMjZcIixcIlRvcFwiOjUuMCxcIkxlZnRcIjozLjAsXCJSaWdodFwiOjAuMCxcIkJvdHRvbVwiOjIuMH0sXCJQb3NpdGlvbk9uVGFza1wiOjEsXCJTaGFwZVN0eWxlXCI6e1wiJGlkXCI6XCIxMjdcIixcIk1hcmdpblwiOntcIiRpZFwiOlwiMTI4XCIsXCJUb3BcIjowLjAsXCJMZWZ0XCI6MC4wLFwiUmlnaHRcIjowLjAsXCJCb3R0b21cIjowLjB9LFwiUGFkZGluZ1wiOntcIiRpZFwiOlwiMTI5XCIsXCJUb3BcIjowLjAsXCJMZWZ0XCI6MC4wLFwiUmlnaHRcIjowLjAsXCJCb3R0b21cIjowLjB9LFwiQmFja2dyb3VuZFwiOntcIiRpZFwiOlwiMTMwXCIsXCJDb2xvclwiOntcIiRpZFwiOlwiMTMxXCIsXCJBXCI6MjU1LFwiUlwiOjIzMyxcIkdcIjoxMTMsXCJCXCI6NTB9fSxcIklzVmlzaWJsZVwiOnRydWUsXCJXaWR0aFwiOjEzLjAsXCJIZWlnaHRcIjoxMy4wLFwiQm9yZGVyU3R5bGVcIjp7XCIkaWRcIjpcIjEzMlwiLFwiTGluZVN0eWxlXCI6e1wiJGlkXCI6XCIxMzNcIixcIkxpbmVDb2xvclwiOntcIiRpZFwiOlwiMTM0XCIsXCJDb2xvclwiOntcIiRpZFwiOlwiMTM1XCIsXCJBXCI6MjU1LFwiUlwiOjIzNCxcIkdcIjoyMixcIkJcIjozMH19LFwiTGluZVdlaWdodFwiOjIuMCxcIkxpbmVUeXBlXCI6MH0sXCJJc1Zpc2libGVcIjpmYWxzZX19LFwiVGl0bGVTdHlsZVwiOntcIiRpZFwiOlwiMTM2XCIsXCJGb250U2V0dGluZ3NcIjp7XCIkaWRcIjpcIjEzN1wiLFwiRm9udFNpemVcIjoxMSxcIkZvbnROYW1lXCI6XCJDYWxpYnJpXCIsXCJJc0JvbGRcIjp0cnVlLFwiSXNJdGFsaWNcIjpmYWxzZSxcIklzVW5kZXJsaW5lZFwiOmZhbHNlfSxcIkZvcmVncm91bmRcIjp7XCIkaWRcIjpcIjEzOFwiLFwiQ29sb3JcIjp7XCIkaWRcIjpcIjEzOVwiLFwiQVwiOjI1NSxcIlJcIjowLFwiR1wiOjAsXCJCXCI6MH19LFwiSG9yaXpvbnRhbEFsaWdubWVudFwiOjAsXCJJc1Zpc2libGVcIjp0cnVlfSxcIkRhdGVTdHlsZVwiOntcIiRpZFwiOlwiMTQwXCIsXCJGb250U2V0dGluZ3NcIjp7XCIkaWRcIjpcIjE0MVwiLFwiRm9udFNpemVcIjoxMCxcIkZvbnROYW1lXCI6XCJDYWxpYnJpXCIsXCJJc0JvbGRcIjpmYWxzZSxcIklzSXRhbGljXCI6ZmFsc2UsXCJJc1VuZGVybGluZWRcIjpmYWxzZX0sXCJGb3JlZ3JvdW5kXCI6e1wiJGlkXCI6XCIxNDJcIixcIkNvbG9yXCI6e1wiJGlkXCI6XCIxNDNcIixcIkFcIjoyNTUsXCJSXCI6MTQsXCJHXCI6NDAsXCJCXCI6NjV9fSxcIkhvcml6b250YWxBbGlnbm1lbnRcIjowLFwiSXNWaXNpYmxlXCI6dHJ1ZX0sXCJEYXRlRm9ybWF0XCI6e1wiJGlkXCI6XCIxNDRcIixcIkZvcm1hdFN0cmluZ1wiOlwiTU1NIGQsIHl5eXlcIixcIlNlcGFyYXRvclwiOlwiL1wiLFwiVXNlSW50ZXJuYXRpb25hbERhdGVGb3JtYXRcIjpmYWxzZSxcIkRhdGVJc1Zpc2libGVcIjp0cnVlLFwiVGltZUlzVmlzaWJsZVwiOmZhbHNlLFwiSG91ckRpZ2l0c1wiOjEsXCJBbVBtRGVzaWduYXRvclwiOjIsXCJUcmltMDBNaW51dGVzXCI6ZmFsc2V9LFwiV2Vla051bWJlcmluZ1wiOntcIiRpZFwiOlwiMTQ1XCIsXCJGb3JtYXRcIjowLFwiSXNWaXNpYmxlXCI6ZmFsc2UsXCJMYXN0S25vd25WaXNpYmlsaXR5U3RhdGVcIjpmYWxzZX0sXCJWYXJpYW5jZVN0eWxlXCI6e1wiJGlkXCI6XCIxNDZcIixcIlZhcmlhbmNlVGV4dFN0eWxlXCI6e1wiJGlkXCI6XCIxNDdcIixcIkZvbnRTZXR0aW5nc1wiOntcIiRpZFwiOlwiMTQ4XCIsXCJGb250U2l6ZVwiOjEwLFwiRm9udE5hbWVcIjpcIkNhbGlicmlcIixcIklzQm9sZFwiOmZhbHNlLFwiSXNJdGFsaWNcIjpmYWxzZSxcIklzVW5kZXJsaW5lZFwiOmZhbHNlfSxcIkZvcmVncm91bmRcIjp7XCIkaWRcIjpcIjE0OVwiLFwiQ29sb3JcIjp7XCIkaWRcIjpcIjE1MFwiLFwiQVwiOjI1NSxcIlJcIjowLFwiR1wiOjAsXCJCXCI6MH19LFwiSG9yaXpvbnRhbEFsaWdubWVudFwiOjAsXCJJc1Zpc2libGVcIjp0cnVlfX19LFwiU3dpbWxhbmVWMlN0eWxlXCI6e1wiJGlkXCI6XCIxNTFcIixcIlN0eWxlSWRcIjpcIjMzMmNmYjEzLWI0MDEtNGVjMy1iNjU1LTczOTY4ZDA0ZDc0OVwiLFwiTmFtZVwiOlwiU3dpbWxhbmUgU3R5bGUgMVwiLFwiSGVhZGVyU3R5bGVcIjp7XCIkaWRcIjpcIjE1MlwiLFwiVGV4dFN0eWxlXCI6e1wiJGlkXCI6XCIxNTNcIixcIkZvbnRTZXR0aW5nc1wiOntcIiRpZFwiOlwiMTU0XCIsXCJGb250U2l6ZVwiOjExLFwiRm9udE5hbWVcIjpcIkNhbGlicmlcIixcIklzQm9sZFwiOmZhbHNlLFwiSXNJdGFsaWNcIjpmYWxzZSxcIklzVW5kZXJsaW5lZFwiOmZhbHNlfSxcIkZvcmVncm91bmRcIjp7XCIkaWRcIjpcIjE1NVwiLFwiQ29sb3JcIjp7XCIkaWRcIjpcIjE1NlwiLFwiQVwiOjI1NSxcIlJcIjoyNTUsXCJHXCI6MjU1LFwiQlwiOjI1NX19LFwiSG9yaXpvbnRhbEFsaWdubWVudFwiOjAsXCJJc1Zpc2libGVcIjp0cnVlfSxcIlJlY3RhbmdsZVN0eWxlXCI6e1wiJGlkXCI6XCIxNTdcIixcIk1hcmdpblwiOntcIiRpZFwiOlwiMTU4XCIsXCJUb3BcIjowLjAsXCJMZWZ0XCI6MC4wLFwiUmlnaHRcIjowLjAsXCJCb3R0b21cIjowLjB9LFwiUGFkZGluZ1wiOntcIiRpZFwiOlwiMTU5XCIsXCJUb3BcIjowLjAsXCJMZWZ0XCI6MC4wLFwiUmlnaHRcIjowLjAsXCJCb3R0b21cIjowLjB9LFwiQmFja2dyb3VuZFwiOntcIiRpZFwiOlwiMTYwXCIsXCJDb2xvclwiOntcIiRpZFwiOlwiMTYxXCIsXCJBXCI6MjU1LFwiUlwiOjIxLFwiR1wiOjk2LFwiQlwiOjEzMH19LFwiSXNWaXNpYmxlXCI6dHJ1ZSxcIldpZHRoXCI6MC4wLFwiSGVpZ2h0XCI6MC4wLFwiQm9yZGVyU3R5bGVcIjp7XCIkaWRcIjpcIjE2MlwiLFwiTGluZVN0eWxlXCI6e1wiJGlkXCI6XCIxNjNcIixcIkxpbmVDb2xvclwiOntcIiRpZFwiOlwiMTY0XCIsXCJDb2xvclwiOntcIiRpZFwiOlwiMTY1XCIsXCJBXCI6MjU1LFwiUlwiOjI1NSxcIkdcIjoyNTUsXCJCXCI6MjU1fX0sXCJMaW5lV2VpZ2h0XCI6MC4wLFwiTGluZVR5cGVcIjowfSxcIklzVmlzaWJsZVwiOmZhbHNlfX19LFwiQmFja2dyb3VuZFN0eWxlXCI6e1wiJGlkXCI6XCIxNjZcIixcIk1hcmdpblwiOntcIiRpZFwiOlwiMTY3XCIsXCJUb3BcIjowLjAsXCJMZWZ0XCI6MC4wLFwiUmlnaHRcIjowLjAsXCJCb3R0b21cIjowLjB9LFwiUGFkZGluZ1wiOntcIiRpZFwiOlwiMTY4XCIsXCJUb3BcIjowLjAsXCJMZWZ0XCI6MC4wLFwiUmlnaHRcIjowLjAsXCJCb3R0b21cIjowLjB9LFwiQmFja2dyb3VuZFwiOntcIiRpZFwiOlwiMTY5XCIsXCJDb2xvclwiOntcIiRpZFwiOlwiMTcwXCIsXCJBXCI6NTEsXCJSXCI6MjAwLFwiR1wiOjIwMCxcIkJcIjoyMDB9fSxcIklzVmlzaWJsZVwiOnRydWUsXCJXaWR0aFwiOjAuMCxcIkhlaWdodFwiOjAuMCxcIkJvcmRlclN0eWxlXCI6e1wiJGlkXCI6XCIxNzFcIixcIkxpbmVTdHlsZVwiOntcIiRpZFwiOlwiMTcyXCIsXCJMaW5lQ29sb3JcIjp7XCIkaWRcIjpcIjE3M1wiLFwiQ29sb3JcIjp7XCIkaWRcIjpcIjE3NFwiLFwiQVwiOjI1NSxcIlJcIjoyMzQsXCJHXCI6MjIsXCJCXCI6MzB9fSxcIkxpbmVXZWlnaHRcIjoyLjAsXCJMaW5lVHlwZVwiOjB9LFwiSXNWaXNpYmxlXCI6ZmFsc2V9fSxcIklzQWJvdmVUaW1lYmFuZFwiOmZhbHNlLFwiU3BhY2luZ1wiOjMsXCJEZWZhdWx0U3dpbWxhbmVBY3Rpdml0eVN0eWxlXCI6e1wiJGlkXCI6XCIxNzVcIixcIkhlYWRlclN0eWxlXCI6e1wiJGlkXCI6XCIxNzZcIixcIlRleHRTdHlsZVwiOntcIiRpZFwiOlwiMTc3XCIsXCJGb250U2V0dGluZ3NcIjp7XCIkaWRcIjpcIjE3OFwiLFwiRm9udFNpemVcIjoxMSxcIkZvbnROYW1lXCI6XCJDYWxpYnJpXCIsXCJJc0JvbGRcIjpmYWxzZSxcIklzSXRhbGljXCI6ZmFsc2UsXCJJc1VuZGVybGluZWRcIjpmYWxzZX0sXCJGb3JlZ3JvdW5kXCI6e1wiJGlkXCI6XCIxNzlcIixcIkNvbG9yXCI6e1wiJGlkXCI6XCIxODBcIixcIkFcIjoyNTUsXCJSXCI6MCxcIkdcIjowLFwiQlwiOjB9fSxcIkhvcml6b250YWxBbGlnbm1lbnRcIjowLFwiSXNWaXNpYmxlXCI6dHJ1ZX0sXCJSZWN0YW5nbGVTdHlsZVwiOntcIiRpZFwiOlwiMTgxXCIsXCJNYXJnaW5cIjp7XCIkaWRcIjpcIjE4MlwiLFwiVG9wXCI6MC4wLFwiTGVmdFwiOjAuMCxcIlJpZ2h0XCI6MC4wLFwiQm90dG9tXCI6MC4wfSxcIlBhZGRpbmdcIjp7XCIkaWRcIjpcIjE4M1wiLFwiVG9wXCI6MC4wLFwiTGVmdFwiOjAuMCxcIlJpZ2h0XCI6MC4wLFwiQm90dG9tXCI6MC4wfSxcIkJhY2tncm91bmRcIjp7XCIkaWRcIjpcIjE4NFwiLFwiQ29sb3JcIjp7XCIkaWRcIjpcIjE4NVwiLFwiQVwiOjYzLFwiUlwiOjIxLFwiR1wiOjk2LFwiQlwiOjEzMH19LFwiSXNWaXNpYmxlXCI6dHJ1ZSxcIldpZHRoXCI6MC4wLFwiSGVpZ2h0XCI6MC4wLFwiQm9yZGVyU3R5bGVcIjp7XCIkaWRcIjpcIjE4NlwiLFwiTGluZVN0eWxlXCI6e1wiJGlkXCI6XCIxODdcIixcIkxpbmVDb2xvclwiOntcIiRpZFwiOlwiMTg4XCIsXCJDb2xvclwiOntcIiRpZFwiOlwiMTg5XCIsXCJBXCI6MjU1LFwiUlwiOjI1NSxcIkdcIjowLFwiQlwiOjB9fSxcIkxpbmVXZWlnaHRcIjowLjAsXCJMaW5lVHlwZVwiOjB9LFwiSXNWaXNpYmxlXCI6ZmFsc2V9fX0sXCJCYWNrZ3JvdW5kU3R5bGVcIjp7XCIkaWRcIjpcIjE5MFwiLFwiTWFyZ2luXCI6e1wiJGlkXCI6XCIxOTFcIixcIlRvcFwiOjAuMCxcIkxlZnRcIjowLjAsXCJSaWdodFwiOjAuMCxcIkJvdHRvbVwiOjAuMH0sXCJQYWRkaW5nXCI6e1wiJGlkXCI6XCIxOTJcIixcIlRvcFwiOjAuMCxcIkxlZnRcIjowLjAsXCJSaWdodFwiOjAuMCxcIkJvdHRvbVwiOjAuMH0sXCJCYWNrZ3JvdW5kXCI6e1wiJGlkXCI6XCIxOTNcIixcIkNvbG9yXCI6e1wiJGlkXCI6XCIxOTRcIixcIkFcIjo1MSxcIlJcIjoyMDAsXCJHXCI6MjAwLFwiQlwiOjIwMH19LFwiSXNWaXNpYmxlXCI6dHJ1ZSxcIldpZHRoXCI6MC4wLFwiSGVpZ2h0XCI6MC4wLFwiQm9yZGVyU3R5bGVcIjp7XCIkaWRcIjpcIjE5NVwiLFwiTGluZVN0eWxlXCI6e1wiJGlkXCI6XCIxOTZcIixcIkxpbmVDb2xvclwiOntcIiRpZFwiOlwiMTk3XCIsXCJDb2xvclwiOntcIiRpZFwiOlwiMTk4XCIsXCJBXCI6MjU1LFwiUlwiOjIzNCxcIkdcIjoyMixcIkJcIjozMH19LFwiTGluZVdlaWdodFwiOjIuMCxcIkxpbmVUeXBlXCI6MH0sXCJJc1Zpc2libGVcIjpmYWxzZX19fSxcIkRlZmF1bHRTd2ltbGFuZU1pbGVzdG9uZVN0eWxlXCI6e1wiJGlkXCI6XCIxOTlcIixcIlRpdGxlUG9zaXRpb25cIjowLFwiRGF0ZVBvc2l0aW9uXCI6MixcIlZhcmlhbmNlUG9zaXRpb25cIjoyLFwiU2hhcGVUeXBlXCI6MSxcIlNoYXBlU2l6ZVwiOjAsXCJTcGFjaW5nXCI6NSxcIlNoYXBlU3R5bGVcIjp7XCIkaWRcIjpcIjIwMFwiLFwiTWFyZ2luXCI6e1wiJGlkXCI6XCIyMDFcIixcIlRvcFwiOjAuMCxcIkxlZnRcIjowLjAsXCJSaWdodFwiOjAuMCxcIkJvdHRvbVwiOjAuMH0sXCJQYWRkaW5nXCI6e1wiJGlkXCI6XCIyMDJcIixcIlRvcFwiOjAuMCxcIkxlZnRcIjowLjAsXCJSaWdodFwiOjAuMCxcIkJvdHRvbVwiOjAuMH0sXCJCYWNrZ3JvdW5kXCI6e1wiJGlkXCI6XCIyMDNcIixcIkNvbG9yXCI6e1wiJGlkXCI6XCIyMDRcIixcIkFcIjoyNTUsXCJSXCI6MjEsXCJHXCI6OTYsXCJCXCI6MTMwfX0sXCJJc1Zpc2libGVcIjp0cnVlLFwiV2lkdGhcIjoxMi4wLFwiSGVpZ2h0XCI6MTQuMCxcIkJvcmRlclN0eWxlXCI6e1wiJGlkXCI6XCIyMDVcIixcIkxpbmVTdHlsZVwiOntcIiRpZFwiOlwiMjA2XCIsXCJMaW5lQ29sb3JcIjp7XCIkaWRcIjpcIjIwN1wiLFwiQ29sb3JcIjp7XCIkaWRcIjpcIjIwOFwiLFwiQVwiOjI1NSxcIlJcIjoyMzQsXCJHXCI6MjIsXCJCXCI6MzB9fSxcIkxpbmVXZWlnaHRcIjoyLjAsXCJMaW5lVHlwZVwiOjB9LFwiSXNWaXNpYmxlXCI6ZmFsc2V9fSxcIlRpdGxlU3R5bGVcIjp7XCIkaWRcIjpcIjIwOVwiLFwiRm9udFNldHRpbmdzXCI6e1wiJGlkXCI6XCIyMTBcIixcIkZvbnRTaXplXCI6MTEsXCJGb250TmFtZVwiOlwiQ2FsaWJyaVwiLFwiSXNCb2xkXCI6ZmFsc2UsXCJJc0l0YWxpY1wiOmZhbHNlLFwiSXNVbmRlcmxpbmVkXCI6ZmFsc2V9LFwiRm9yZWdyb3VuZFwiOntcIiRpZFwiOlwiMjExXCIsXCJDb2xvclwiOntcIiRpZFwiOlwiMjEyXCIsXCJBXCI6MjU1LFwiUlwiOjAsXCJHXCI6MCxcIkJcIjowfX0sXCJIb3Jpem9udGFsQWxpZ25tZW50XCI6MixcIklzVmlzaWJsZVwiOnRydWV9LFwiRGF0ZVN0eWxlXCI6e1wiJGlkXCI6XCIyMTNcIixcIkZvbnRTZXR0aW5nc1wiOntcIiRpZFwiOlwiMjE0XCIsXCJGb250U2l6ZVwiOjEwLFwiRm9udE5hbWVcIjpcIkNhbGlicmlcIixcIklzQm9sZFwiOmZhbHNlLFwiSXNJdGFsaWNcIjpmYWxzZSxcIklzVW5kZXJsaW5lZFwiOmZhbHNlfSxcIkZvcmVncm91bmRcIjp7XCIkaWRcIjpcIjIxNVwiLFwiQ29sb3JcIjp7XCIkaWRcIjpcIjIxNlwiLFwiQVwiOjI1NSxcIlJcIjoxNCxcIkdcIjo0MCxcIkJcIjo2NX19LFwiSG9yaXpvbnRhbEFsaWdubWVudFwiOjAsXCJJc1Zpc2libGVcIjp0cnVlfSxcIkRhdGVGb3JtYXRcIjp7XCIkaWRcIjpcIjIxN1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yMThcIixcIkZvcm1hdFwiOjAsXCJJc1Zpc2libGVcIjpmYWxzZSxcIkxhc3RLbm93blZpc2liaWxpdHlTdGF0ZVwiOmZhbHNlfSxcIlZhcmlhbmNlU3R5bGVcIjp7XCIkaWRcIjpcIjIxOVwiLFwiVmFyaWFuY2VUZXh0U3R5bGVcIjp7XCIkaWRcIjpcIjIyMFwiLFwiRm9udFNldHRpbmdzXCI6e1wiJGlkXCI6XCIyMjFcIixcIkZvbnRTaXplXCI6MTAsXCJGb250TmFtZVwiOlwiQ2FsaWJyaVwiLFwiSXNCb2xkXCI6ZmFsc2UsXCJJc0l0YWxpY1wiOmZhbHNlLFwiSXNVbmRlcmxpbmVkXCI6ZmFsc2V9LFwiRm9yZWdyb3VuZFwiOntcIiRpZFwiOlwiMjIyXCIsXCJDb2xvclwiOntcIiRpZFwiOlwiMjIzXCIsXCJBXCI6MjU1LFwiUlwiOjAsXCJHXCI6MCxcIkJcIjowfX0sXCJIb3Jpem9udGFsQWxpZ25tZW50XCI6MCxcIklzVmlzaWJsZVwiOnRydWV9fX0sXCJEZWZhdWx0U3dpbWxhbmVUYXNrU3R5bGVcIjp7XCIkaWRcIjpcIjIyNFwiLFwiU2hhcGVcIjoxLFwiU2hhcGVUaGlja25lc3NcIjowLFwiRHVyYXRpb25Gb3JtYXRcIjowLFwiUGVyY2VudGFnZUNvbXBsZXRlVGV4dFN0eWxlXCI6e1wiJGlkXCI6XCIyMjVcIixcIkZvbnRTZXR0aW5nc1wiOntcIiRpZFwiOlwiMjI2XCIsXCJGb250U2l6ZVwiOjEwLFwiRm9udE5hbWVcIjpcIkNhbGlicmlcIixcIklzQm9sZFwiOmZhbHNlLFwiSXNJdGFsaWNcIjpmYWxzZSxcIklzVW5kZXJsaW5lZFwiOmZhbHNlfSxcIkZvcmVncm91bmRcIjp7XCIkaWRcIjpcIjIyN1wiLFwiQ29sb3JcIjp7XCIkaWRcIjpcIjIyOFwiLFwiQVwiOjI1NSxcIlJcIjoyMzIsXCJHXCI6MjMyLFwiQlwiOjIzMn19LFwiSG9yaXpvbnRhbEFsaWdubWVudFwiOjEsXCJJc1Zpc2libGVcIjp0cnVlfSxcIlBlcmNlbnRhZ2VDb21wbGV0ZUhpZ2hsaWdodFN0eWxlXCI6e1wiJGlkXCI6XCIyMjlcIixcIkJhY2tncm91bmRcIjp7XCIkaWRcIjpcIjIzMFwiLFwiQ29sb3JcIjp7XCIkaWRcIjpcIjIzMVwiLFwiQVwiOjg5LFwiUlwiOjAsXCJHXCI6MCxcIkJcIjowfX19LFwiRHVyYXRpb25TdHlsZVwiOntcIiRpZFwiOlwiMjMyXCIsXCJGb250U2V0dGluZ3NcIjp7XCIkaWRcIjpcIjIzM1wiLFwiRm9udFNpemVcIjoxMCxcIkZvbnROYW1lXCI6XCJDYWxpYnJpXCIsXCJJc0JvbGRcIjpmYWxzZSxcIklzSXRhbGljXCI6ZmFsc2UsXCJJc1VuZGVybGluZWRcIjpmYWxzZX0sXCJGb3JlZ3JvdW5kXCI6e1wiJGlkXCI6XCIyMzRcIixcIkNvbG9yXCI6e1wiJGlkXCI6XCIyMzVcIixcIkFcIjoyNTUsXCJSXCI6MjM3LFwiR1wiOjEyNSxcIkJcIjo0OX19LFwiSG9yaXpvbnRhbEFsaWdubWVudFwiOjAsXCJJc1Zpc2libGVcIjpmYWxzZX0sXCJNYXJnaW5cIjp7XCIkaWRcIjpcIjIzNlwiLFwiVG9wXCI6MC4wLFwiTGVmdFwiOjAuMCxcIlJpZ2h0XCI6MC4wLFwiQm90dG9tXCI6MC4wfSxcIlN0YXJ0RGF0ZVBvc2l0aW9uXCI6MyxcIkVuZERhdGVQb3NpdGlvblwiOjMsXCJUaXRsZVBvc2l0aW9uXCI6NCxcIkR1cmF0aW9uUG9zaXRpb25cIjowLFwiUGVyY2VudGFnZUNvbXBsZXRlZFBvc2l0aW9uXCI6MixcIlZhcmlhbmNlUG9zaXRpb25cIjoyLFwiU3BhY2luZ1wiOjMsXCJCYXNlbGluZVN0eWxlXCI6e1wiJGlkXCI6XCIyMzdcIixcIkJhc2VsaW5lU2hhcGVTdHlsZVwiOntcIiRpZFwiOlwiMjM4XCIsXCJNYXJnaW5cIjp7XCIkaWRcIjpcIjIzOVwiLFwiVG9wXCI6MC4wLFwiTGVmdFwiOjAuMCxcIlJpZ2h0XCI6MC4wLFwiQm90dG9tXCI6MC4wfSxcIlBhZGRpbmdcIjp7XCIkaWRcIjpcIjI0MFwiLFwiVG9wXCI6MC4wLFwiTGVmdFwiOjAuMCxcIlJpZ2h0XCI6MC4wLFwiQm90dG9tXCI6MC4wfSxcIkJhY2tncm91bmRcIjp7XCIkaWRcIjpcIjI0MVwiLFwiQ29sb3JcIjp7XCIkaWRcIjpcIjI0MlwiLFwiQVwiOjE1MyxcIlJcIjowLFwiR1wiOjAsXCJCXCI6MH19LFwiSXNWaXNpYmxlXCI6ZmFsc2UsXCJXaWR0aFwiOjAuMCxcIkhlaWdodFwiOjAuMCxcIkJvcmRlclN0eWxlXCI6e1wiJGlkXCI6XCIyNDNcIixcIkxpbmVTdHlsZVwiOntcIiRpZFwiOlwiMjQ0XCIsXCJMaW5lQ29sb3JcIjp7XCIkaWRcIjpcIjI0NVwiLFwiQ29sb3JcIjp7XCIkaWRcIjpcIjI0NlwiLFwiQVwiOjI1NSxcIlJcIjoyNTUsXCJHXCI6MCxcIkJcIjowfX0sXCJMaW5lV2VpZ2h0XCI6Mi4wLFwiTGluZVR5cGVcIjowfSxcIklzVmlzaWJsZVwiOmZhbHNlfX19LFwiU2hhcGVTdHlsZVwiOntcIiRpZFwiOlwiMjQ3XCIsXCJNYXJnaW5cIjp7XCIkaWRcIjpcIjI0OFwiLFwiVG9wXCI6MC4wLFwiTGVmdFwiOjQuMCxcIlJpZ2h0XCI6NC4wLFwiQm90dG9tXCI6MC4wfSxcIlBhZGRpbmdcIjp7XCIkaWRcIjpcIjI0OVwiLFwiVG9wXCI6MC4wLFwiTGVmdFwiOjAuMCxcIlJpZ2h0XCI6MC4wLFwiQm90dG9tXCI6MC4wfSxcIkJhY2tncm91bmRcIjp7XCIkaWRcIjpcIjI1MFwiLFwiQ29sb3JcIjp7XCIkaWRcIjpcIjI1MVwiLFwiQVwiOjI1NSxcIlJcIjoyMSxcIkdcIjo5NixcIkJcIjoxMzB9fSxcIklzVmlzaWJsZVwiOnRydWUsXCJXaWR0aFwiOjAuMCxcIkhlaWdodFwiOjEwLjAsXCJCb3JkZXJTdHlsZVwiOntcIiRpZFwiOlwiMjUyXCIsXCJMaW5lU3R5bGVcIjp7XCIkaWRcIjpcIjI1M1wiLFwiTGluZUNvbG9yXCI6e1wiJGlkXCI6XCIyNTRcIixcIkNvbG9yXCI6e1wiJGlkXCI6XCIyNTVcIixcIkFcIjoyNTUsXCJSXCI6MjM0LFwiR1wiOjIyLFwiQlwiOjMwfX0sXCJMaW5lV2VpZ2h0XCI6Mi4wLFwiTGluZVR5cGVcIjowfSxcIklzVmlzaWJsZVwiOmZhbHNlfX0sXCJUaXRsZVN0eWxlXCI6e1wiJGlkXCI6XCIyNTZcIixcIkZvbnRTZXR0aW5nc1wiOntcIiRpZFwiOlwiMjU3XCIsXCJGb250U2l6ZVwiOjExLFwiRm9udE5hbWVcIjpcIkNhbGlicmlcIixcIklzQm9sZFwiOmZhbHNlLFwiSXNJdGFsaWNcIjpmYWxzZSxcIklzVW5kZXJsaW5lZFwiOmZhbHNlfSxcIkZvcmVncm91bmRcIjp7XCIkaWRcIjpcIjI1OFwiLFwiQ29sb3JcIjp7XCIkaWRcIjpcIjI1OVwiLFwiQVwiOjI1NSxcIlJcIjowLFwiR1wiOjAsXCJCXCI6MH19LFwiSG9yaXpvbnRhbEFsaWdubWVudFwiOjAsXCJJc1Zpc2libGVcIjp0cnVlfSxcIkRhdGVTdHlsZVwiOntcIiRpZFwiOlwiMjYwXCIsXCJGb250U2V0dGluZ3NcIjp7XCIkaWRcIjpcIjI2MVwiLFwiRm9udFNpemVcIjoxMCxcIkZvbnROYW1lXCI6XCJDYWxpYnJpXCIsXCJJc0JvbGRcIjpmYWxzZSxcIklzSXRhbGljXCI6ZmFsc2UsXCJJc1VuZGVybGluZWRcIjpmYWxzZX0sXCJGb3JlZ3JvdW5kXCI6e1wiJGlkXCI6XCIyNjJcIixcIkNvbG9yXCI6e1wiJGlkXCI6XCIyNjNcIixcIkFcIjoyNTUsXCJSXCI6MTQsXCJHXCI6NDAsXCJCXCI6NjV9fSxcIkhvcml6b250YWxBbGlnbm1lbnRcIjoyLFwiSXNWaXNpYmxlXCI6dHJ1ZX0sXCJEYXRlRm9ybWF0XCI6e1wiJGlkXCI6XCIyNjR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Y1XCIsXCJGb3JtYXRcIjowLFwiSXNWaXNpYmxlXCI6ZmFsc2UsXCJMYXN0S25vd25WaXNpYmlsaXR5U3RhdGVcIjpmYWxzZX0sXCJWYXJpYW5jZVN0eWxlXCI6e1wiJGlkXCI6XCIyNjZcIixcIlZhcmlhbmNlVGV4dFN0eWxlXCI6e1wiJGlkXCI6XCIyNjdcIixcIkZvbnRTZXR0aW5nc1wiOntcIiRpZFwiOlwiMjY4XCIsXCJGb250U2l6ZVwiOjEwLFwiRm9udE5hbWVcIjpcIkNhbGlicmlcIixcIklzQm9sZFwiOmZhbHNlLFwiSXNJdGFsaWNcIjpmYWxzZSxcIklzVW5kZXJsaW5lZFwiOmZhbHNlfSxcIkZvcmVncm91bmRcIjp7XCIkaWRcIjpcIjI2OVwiLFwiQ29sb3JcIjp7XCIkaWRcIjpcIjI3MFwiLFwiQVwiOjI1NSxcIlJcIjowLFwiR1wiOjAsXCJCXCI6MH19LFwiSG9yaXpvbnRhbEFsaWdubWVudFwiOjAsXCJJc1Zpc2libGVcIjp0cnVlfX19LFwiRGVmYXVsdFN3aW1sYW5lTW90U3R5bGVcIjp7XCIkaWRcIjpcIjI3MVwiLFwiU2hhcGVcIjoxLFwiU2hhcGVTaXplXCI6MCxcIkRldGFpbHNTcGFjaW5nXCI6MC4wLFwiUGFkZGluZ1wiOntcIiRpZFwiOlwiMjcyXCIsXCJUb3BcIjo1LjAsXCJMZWZ0XCI6My4wLFwiUmlnaHRcIjowLjAsXCJCb3R0b21cIjoyLjB9LFwiUG9zaXRpb25PblRhc2tcIjoxLFwiU2hhcGVTdHlsZVwiOntcIiRpZFwiOlwiMjczXCIsXCJNYXJnaW5cIjp7XCIkaWRcIjpcIjI3NFwiLFwiVG9wXCI6MC4wLFwiTGVmdFwiOjAuMCxcIlJpZ2h0XCI6MC4wLFwiQm90dG9tXCI6MC4wfSxcIlBhZGRpbmdcIjp7XCIkaWRcIjpcIjI3NVwiLFwiVG9wXCI6MC4wLFwiTGVmdFwiOjAuMCxcIlJpZ2h0XCI6MC4wLFwiQm90dG9tXCI6MC4wfSxcIkJhY2tncm91bmRcIjp7XCIkaWRcIjpcIjI3NlwiLFwiQ29sb3JcIjp7XCIkaWRcIjpcIjI3N1wiLFwiQVwiOjI1NSxcIlJcIjoxMSxcIkdcIjo0OCxcIkJcIjo2NX19LFwiSXNWaXNpYmxlXCI6dHJ1ZSxcIldpZHRoXCI6MTIuMCxcIkhlaWdodFwiOjE0LjAsXCJCb3JkZXJTdHlsZVwiOntcIiRpZFwiOlwiMjc4XCIsXCJMaW5lU3R5bGVcIjp7XCIkaWRcIjpcIjI3OVwiLFwiTGluZUNvbG9yXCI6e1wiJGlkXCI6XCIyODBcIixcIkNvbG9yXCI6e1wiJGlkXCI6XCIyODFcIixcIkFcIjoyNTUsXCJSXCI6MjU1LFwiR1wiOjAsXCJCXCI6MH19LFwiTGluZVdlaWdodFwiOjAuMCxcIkxpbmVUeXBlXCI6MH0sXCJJc1Zpc2libGVcIjpmYWxzZX19LFwiVGl0bGVTdHlsZVwiOntcIiRpZFwiOlwiMjgyXCIsXCJGb250U2V0dGluZ3NcIjp7XCIkaWRcIjpcIjI4M1wiLFwiRm9udFNpemVcIjoxMSxcIkZvbnROYW1lXCI6XCJDYWxpYnJpXCIsXCJJc0JvbGRcIjpmYWxzZSxcIklzSXRhbGljXCI6ZmFsc2UsXCJJc1VuZGVybGluZWRcIjpmYWxzZX0sXCJGb3JlZ3JvdW5kXCI6e1wiJGlkXCI6XCIyODRcIixcIkNvbG9yXCI6e1wiJGlkXCI6XCIyODVcIixcIkFcIjoyNTUsXCJSXCI6MCxcIkdcIjowLFwiQlwiOjB9fSxcIkhvcml6b250YWxBbGlnbm1lbnRcIjoxLFwiSXNWaXNpYmxlXCI6dHJ1ZX0sXCJEYXRlU3R5bGVcIjp7XCIkaWRcIjpcIjI4NlwiLFwiRm9udFNldHRpbmdzXCI6e1wiJGlkXCI6XCIyODdcIixcIkZvbnRTaXplXCI6MTAsXCJGb250TmFtZVwiOlwiQ2FsaWJyaVwiLFwiSXNCb2xkXCI6ZmFsc2UsXCJJc0l0YWxpY1wiOmZhbHNlLFwiSXNVbmRlcmxpbmVkXCI6ZmFsc2V9LFwiRm9yZWdyb3VuZFwiOntcIiRpZFwiOlwiMjg4XCIsXCJDb2xvclwiOntcIiRpZFwiOlwiMjg5XCIsXCJBXCI6MjU1LFwiUlwiOjE0LFwiR1wiOjQwLFwiQlwiOjY1fX0sXCJIb3Jpem9udGFsQWxpZ25tZW50XCI6MSxcIklzVmlzaWJsZVwiOnRydWV9LFwiRGF0ZUZvcm1hdFwiOntcIiRpZFwiOlwiMjkw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I5MVwiLFwiRm9ybWF0XCI6MCxcIklzVmlzaWJsZVwiOmZhbHNlLFwiTGFzdEtub3duVmlzaWJpbGl0eVN0YXRlXCI6ZmFsc2V9LFwiVmFyaWFuY2VTdHlsZVwiOntcIiRpZFwiOlwiMjkyXCIsXCJWYXJpYW5jZVRleHRTdHlsZVwiOntcIiRpZFwiOlwiMjkzXCIsXCJGb250U2V0dGluZ3NcIjp7XCIkaWRcIjpcIjI5NFwiLFwiRm9udFNpemVcIjoxMCxcIkZvbnROYW1lXCI6XCJDYWxpYnJpXCIsXCJJc0JvbGRcIjpmYWxzZSxcIklzSXRhbGljXCI6ZmFsc2UsXCJJc1VuZGVybGluZWRcIjpmYWxzZX0sXCJGb3JlZ3JvdW5kXCI6e1wiJGlkXCI6XCIyOTVcIixcIkNvbG9yXCI6e1wiJGlkXCI6XCIyOTZcIixcIkFcIjoyNTUsXCJSXCI6MCxcIkdcIjowLFwiQlwiOjB9fSxcIkhvcml6b250YWxBbGlnbm1lbnRcIjowLFwiSXNWaXNpYmxlXCI6dHJ1ZX19fX0sXCJfYWRkaXRpb25hbFN3aW1sYW5lVjJTdHlsZXNcIjpbe1wiJGlkXCI6XCIyOTdcIixcIlN0eWxlSWRcIjpcIjk4NTEzZTEwLTU1MWMtNGYzMC1hYzExLWEwNjkwZTkwMzEzNFwiLFwiTmFtZVwiOlwiU3dpbWxhbmUgU3R5bGUgMlwiLFwiSGVhZGVyU3R5bGVcIjp7XCIkaWRcIjpcIjI5OFwiLFwiVGV4dFN0eWxlXCI6e1wiJGlkXCI6XCIyOTlcIixcIkZvbnRTZXR0aW5nc1wiOntcIiRpZFwiOlwiMzAwXCIsXCJGb250U2l6ZVwiOjExLFwiRm9udE5hbWVcIjpcIkNhbGlicmlcIixcIklzQm9sZFwiOmZhbHNlLFwiSXNJdGFsaWNcIjpmYWxzZSxcIklzVW5kZXJsaW5lZFwiOmZhbHNlfSxcIkZvcmVncm91bmRcIjp7XCIkaWRcIjpcIjMwMVwiLFwiQ29sb3JcIjp7XCIkaWRcIjpcIjMwMlwiLFwiQVwiOjI1NSxcIlJcIjoyNTUsXCJHXCI6MjU1LFwiQlwiOjI1NX19LFwiSG9yaXpvbnRhbEFsaWdubWVudFwiOjEsXCJJc1Zpc2libGVcIjp0cnVlfSxcIlJlY3RhbmdsZVN0eWxlXCI6e1wiJGlkXCI6XCIzMDNcIixcIk1hcmdpblwiOntcIiRpZFwiOlwiMzA0XCIsXCJUb3BcIjowLjAsXCJMZWZ0XCI6MC4wLFwiUmlnaHRcIjowLjAsXCJCb3R0b21cIjowLjB9LFwiUGFkZGluZ1wiOntcIiRpZFwiOlwiMzA1XCIsXCJUb3BcIjowLjAsXCJMZWZ0XCI6MC4wLFwiUmlnaHRcIjowLjAsXCJCb3R0b21cIjowLjB9LFwiQmFja2dyb3VuZFwiOntcIiRpZFwiOlwiMzA2XCIsXCJDb2xvclwiOntcIiRpZFwiOlwiMzA3XCIsXCJBXCI6MjU1LFwiUlwiOjIzMyxcIkdcIjoxMTMsXCJCXCI6NTB9fSxcIklzVmlzaWJsZVwiOnRydWUsXCJXaWR0aFwiOjAuMCxcIkhlaWdodFwiOjAuMCxcIkJvcmRlclN0eWxlXCI6e1wiJGlkXCI6XCIzMDhcIixcIkxpbmVTdHlsZVwiOntcIiRpZFwiOlwiMzA5XCIsXCJMaW5lQ29sb3JcIjp7XCIkaWRcIjpcIjMxMFwiLFwiQ29sb3JcIjp7XCIkaWRcIjpcIjMxMVwiLFwiQVwiOjI1NSxcIlJcIjoyNTUsXCJHXCI6MjU1LFwiQlwiOjI1NX19LFwiTGluZVdlaWdodFwiOjAuMCxcIkxpbmVUeXBlXCI6MH0sXCJJc1Zpc2libGVcIjpmYWxzZX19fSxcIkJhY2tncm91bmRTdHlsZVwiOntcIiRpZFwiOlwiMzEyXCIsXCJNYXJnaW5cIjp7XCIkaWRcIjpcIjMxM1wiLFwiVG9wXCI6MC4wLFwiTGVmdFwiOjAuMCxcIlJpZ2h0XCI6MC4wLFwiQm90dG9tXCI6MC4wfSxcIlBhZGRpbmdcIjp7XCIkaWRcIjpcIjMxNFwiLFwiVG9wXCI6MC4wLFwiTGVmdFwiOjAuMCxcIlJpZ2h0XCI6MC4wLFwiQm90dG9tXCI6MC4wfSxcIkJhY2tncm91bmRcIjp7XCIkaWRcIjpcIjMxNVwiLFwiQ29sb3JcIjp7XCIkaWRcIjpcIjMxNlwiLFwiQVwiOjUxLFwiUlwiOjIwMCxcIkdcIjoyMDAsXCJCXCI6MjAwfX0sXCJJc1Zpc2libGVcIjp0cnVlLFwiV2lkdGhcIjowLjAsXCJIZWlnaHRcIjowLjAsXCJCb3JkZXJTdHlsZVwiOntcIiRpZFwiOlwiMzE3XCIsXCJMaW5lU3R5bGVcIjp7XCIkaWRcIjpcIjMxOFwiLFwiTGluZUNvbG9yXCI6e1wiJGlkXCI6XCIzMTlcIixcIkNvbG9yXCI6e1wiJGlkXCI6XCIzMjBcIixcIkFcIjoyNTUsXCJSXCI6MjM0LFwiR1wiOjIyLFwiQlwiOjMwfX0sXCJMaW5lV2VpZ2h0XCI6Mi4wLFwiTGluZVR5cGVcIjowfSxcIklzVmlzaWJsZVwiOmZhbHNlfX0sXCJJc0Fib3ZlVGltZWJhbmRcIjpmYWxzZSxcIlNwYWNpbmdcIjozLFwiRGVmYXVsdFN3aW1sYW5lQWN0aXZpdHlTdHlsZVwiOntcIiRpZFwiOlwiMzIxXCIsXCJIZWFkZXJTdHlsZVwiOntcIiRpZFwiOlwiMzIyXCIsXCJUZXh0U3R5bGVcIjp7XCIkaWRcIjpcIjMyM1wiLFwiRm9udFNldHRpbmdzXCI6e1wiJGlkXCI6XCIzMjRcIixcIkZvbnRTaXplXCI6MTEsXCJGb250TmFtZVwiOlwiQ2FsaWJyaVwiLFwiSXNCb2xkXCI6ZmFsc2UsXCJJc0l0YWxpY1wiOmZhbHNlLFwiSXNVbmRlcmxpbmVkXCI6ZmFsc2V9LFwiRm9yZWdyb3VuZFwiOntcIiRpZFwiOlwiMzI1XCIsXCJDb2xvclwiOntcIiRpZFwiOlwiMzI2XCIsXCJBXCI6MjU1LFwiUlwiOjAsXCJHXCI6MCxcIkJcIjowfX0sXCJIb3Jpem9udGFsQWxpZ25tZW50XCI6MCxcIklzVmlzaWJsZVwiOnRydWV9LFwiUmVjdGFuZ2xlU3R5bGVcIjp7XCIkaWRcIjpcIjMyN1wiLFwiTWFyZ2luXCI6e1wiJGlkXCI6XCIzMjhcIixcIlRvcFwiOjAuMCxcIkxlZnRcIjowLjAsXCJSaWdodFwiOjAuMCxcIkJvdHRvbVwiOjAuMH0sXCJQYWRkaW5nXCI6e1wiJGlkXCI6XCIzMjlcIixcIlRvcFwiOjAuMCxcIkxlZnRcIjowLjAsXCJSaWdodFwiOjAuMCxcIkJvdHRvbVwiOjAuMH0sXCJCYWNrZ3JvdW5kXCI6e1wiJGlkXCI6XCIzMzBcIixcIkNvbG9yXCI6e1wiJGlkXCI6XCIzMzFcIixcIkFcIjo2MyxcIlJcIjoyMzMsXCJHXCI6MTEzLFwiQlwiOjUwfX0sXCJJc1Zpc2libGVcIjp0cnVlLFwiV2lkdGhcIjowLjAsXCJIZWlnaHRcIjowLjAsXCJCb3JkZXJTdHlsZVwiOntcIiRpZFwiOlwiMzMyXCIsXCJMaW5lU3R5bGVcIjp7XCIkaWRcIjpcIjMzM1wiLFwiTGluZUNvbG9yXCI6e1wiJGlkXCI6XCIzMzRcIixcIkNvbG9yXCI6e1wiJGlkXCI6XCIzMzVcIixcIkFcIjoyNTUsXCJSXCI6MjU1LFwiR1wiOjI1NSxcIkJcIjoyNTV9fSxcIkxpbmVXZWlnaHRcIjowLjAsXCJMaW5lVHlwZVwiOjB9LFwiSXNWaXNpYmxlXCI6ZmFsc2V9fX0sXCJCYWNrZ3JvdW5kU3R5bGVcIjp7XCIkaWRcIjpcIjMzNlwiLFwiTWFyZ2luXCI6e1wiJGlkXCI6XCIzMzdcIixcIlRvcFwiOjAuMCxcIkxlZnRcIjowLjAsXCJSaWdodFwiOjAuMCxcIkJvdHRvbVwiOjAuMH0sXCJQYWRkaW5nXCI6e1wiJGlkXCI6XCIzMzhcIixcIlRvcFwiOjAuMCxcIkxlZnRcIjowLjAsXCJSaWdodFwiOjAuMCxcIkJvdHRvbVwiOjAuMH0sXCJCYWNrZ3JvdW5kXCI6e1wiJGlkXCI6XCIzMzlcIixcIkNvbG9yXCI6e1wiJGlkXCI6XCIzNDBcIixcIkFcIjo1MSxcIlJcIjoyMDAsXCJHXCI6MjAwLFwiQlwiOjIwMH19LFwiSXNWaXNpYmxlXCI6dHJ1ZSxcIldpZHRoXCI6MC4wLFwiSGVpZ2h0XCI6MC4wLFwiQm9yZGVyU3R5bGVcIjp7XCIkaWRcIjpcIjM0MVwiLFwiTGluZVN0eWxlXCI6e1wiJGlkXCI6XCIzNDJcIixcIkxpbmVDb2xvclwiOntcIiRpZFwiOlwiMzQzXCIsXCJDb2xvclwiOntcIiRpZFwiOlwiMzQ0XCIsXCJBXCI6MjU1LFwiUlwiOjIzNCxcIkdcIjoyMixcIkJcIjozMH19LFwiTGluZVdlaWdodFwiOjIuMCxcIkxpbmVUeXBlXCI6MH0sXCJJc1Zpc2libGVcIjpmYWxzZX19fSxcIkRlZmF1bHRTd2ltbGFuZU1pbGVzdG9uZVN0eWxlXCI6e1wiJGlkXCI6XCIzNDVcIixcIlRpdGxlUG9zaXRpb25cIjowLFwiRGF0ZVBvc2l0aW9uXCI6MixcIlZhcmlhbmNlUG9zaXRpb25cIjoyLFwiU2hhcGVUeXBlXCI6MSxcIlNoYXBlU2l6ZVwiOjAsXCJTcGFjaW5nXCI6NSxcIlNoYXBlU3R5bGVcIjp7XCIkaWRcIjpcIjM0NlwiLFwiTWFyZ2luXCI6e1wiJGlkXCI6XCIzNDdcIixcIlRvcFwiOjAuMCxcIkxlZnRcIjowLjAsXCJSaWdodFwiOjAuMCxcIkJvdHRvbVwiOjAuMH0sXCJQYWRkaW5nXCI6e1wiJGlkXCI6XCIzNDhcIixcIlRvcFwiOjAuMCxcIkxlZnRcIjowLjAsXCJSaWdodFwiOjAuMCxcIkJvdHRvbVwiOjAuMH0sXCJCYWNrZ3JvdW5kXCI6e1wiJGlkXCI6XCIzNDlcIixcIkNvbG9yXCI6e1wiJGlkXCI6XCIzNTBcIixcIkFcIjoyNTUsXCJSXCI6MjMzLFwiR1wiOjExMyxcIkJcIjo1MH19LFwiSXNWaXNpYmxlXCI6dHJ1ZSxcIldpZHRoXCI6MTIuMCxcIkhlaWdodFwiOjE0LjAsXCJCb3JkZXJTdHlsZVwiOntcIiRpZFwiOlwiMzUxXCIsXCJMaW5lU3R5bGVcIjp7XCIkaWRcIjpcIjM1MlwiLFwiTGluZUNvbG9yXCI6e1wiJGlkXCI6XCIzNTNcIixcIkNvbG9yXCI6e1wiJGlkXCI6XCIzNTRcIixcIkFcIjoyNTUsXCJSXCI6MjM0LFwiR1wiOjIyLFwiQlwiOjMwfX0sXCJMaW5lV2VpZ2h0XCI6Mi4wLFwiTGluZVR5cGVcIjowfSxcIklzVmlzaWJsZVwiOmZhbHNlfX0sXCJUaXRsZVN0eWxlXCI6e1wiJGlkXCI6XCIzNTVcIixcIkZvbnRTZXR0aW5nc1wiOntcIiRpZFwiOlwiMzU2XCIsXCJGb250U2l6ZVwiOjExLFwiRm9udE5hbWVcIjpcIkNhbGlicmlcIixcIklzQm9sZFwiOmZhbHNlLFwiSXNJdGFsaWNcIjpmYWxzZSxcIklzVW5kZXJsaW5lZFwiOmZhbHNlfSxcIkZvcmVncm91bmRcIjp7XCIkaWRcIjpcIjM1N1wiLFwiQ29sb3JcIjp7XCIkaWRcIjpcIjM1OFwiLFwiQVwiOjI1NSxcIlJcIjowLFwiR1wiOjAsXCJCXCI6MH19LFwiSG9yaXpvbnRhbEFsaWdubWVudFwiOjIsXCJJc1Zpc2libGVcIjp0cnVlfSxcIkRhdGVTdHlsZVwiOntcIiRpZFwiOlwiMzU5XCIsXCJGb250U2V0dGluZ3NcIjp7XCIkaWRcIjpcIjM2MFwiLFwiRm9udFNpemVcIjoxMCxcIkZvbnROYW1lXCI6XCJDYWxpYnJpXCIsXCJJc0JvbGRcIjpmYWxzZSxcIklzSXRhbGljXCI6ZmFsc2UsXCJJc1VuZGVybGluZWRcIjpmYWxzZX0sXCJGb3JlZ3JvdW5kXCI6e1wiJGlkXCI6XCIzNjFcIixcIkNvbG9yXCI6e1wiJGlkXCI6XCIzNjJcIixcIkFcIjoyNTUsXCJSXCI6MTQsXCJHXCI6NDAsXCJCXCI6NjV9fSxcIkhvcml6b250YWxBbGlnbm1lbnRcIjowLFwiSXNWaXNpYmxlXCI6dHJ1ZX0sXCJEYXRlRm9ybWF0XCI6e1wiJGlkXCI6XCIzNjN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zY0XCIsXCJGb3JtYXRcIjowLFwiSXNWaXNpYmxlXCI6ZmFsc2UsXCJMYXN0S25vd25WaXNpYmlsaXR5U3RhdGVcIjpmYWxzZX0sXCJWYXJpYW5jZVN0eWxlXCI6e1wiJGlkXCI6XCIzNjVcIixcIlZhcmlhbmNlVGV4dFN0eWxlXCI6e1wiJGlkXCI6XCIzNjZcIixcIkZvbnRTZXR0aW5nc1wiOntcIiRpZFwiOlwiMzY3XCIsXCJGb250U2l6ZVwiOjEwLFwiRm9udE5hbWVcIjpcIkNhbGlicmlcIixcIklzQm9sZFwiOmZhbHNlLFwiSXNJdGFsaWNcIjpmYWxzZSxcIklzVW5kZXJsaW5lZFwiOmZhbHNlfSxcIkZvcmVncm91bmRcIjp7XCIkaWRcIjpcIjM2OFwiLFwiQ29sb3JcIjp7XCIkaWRcIjpcIjM2OVwiLFwiQVwiOjI1NSxcIlJcIjowLFwiR1wiOjAsXCJCXCI6MH19LFwiSG9yaXpvbnRhbEFsaWdubWVudFwiOjAsXCJJc1Zpc2libGVcIjp0cnVlfX19LFwiRGVmYXVsdFN3aW1sYW5lVGFza1N0eWxlXCI6e1wiJGlkXCI6XCIzNzBcIixcIlNoYXBlXCI6MSxcIlNoYXBlVGhpY2tuZXNzXCI6MCxcIkR1cmF0aW9uRm9ybWF0XCI6MCxcIlBlcmNlbnRhZ2VDb21wbGV0ZVRleHRTdHlsZVwiOntcIiRpZFwiOlwiMzcxXCIsXCJGb250U2V0dGluZ3NcIjp7XCIkaWRcIjpcIjM3MlwiLFwiRm9udFNpemVcIjoxMCxcIkZvbnROYW1lXCI6XCJDYWxpYnJpXCIsXCJJc0JvbGRcIjpmYWxzZSxcIklzSXRhbGljXCI6ZmFsc2UsXCJJc1VuZGVybGluZWRcIjpmYWxzZX0sXCJGb3JlZ3JvdW5kXCI6e1wiJGlkXCI6XCIzNzNcIixcIkNvbG9yXCI6e1wiJGlkXCI6XCIzNzRcIixcIkFcIjoyNTUsXCJSXCI6MjMyLFwiR1wiOjIzMixcIkJcIjoyMzJ9fSxcIkhvcml6b250YWxBbGlnbm1lbnRcIjoxLFwiSXNWaXNpYmxlXCI6dHJ1ZX0sXCJQZXJjZW50YWdlQ29tcGxldGVIaWdobGlnaHRTdHlsZVwiOntcIiRpZFwiOlwiMzc1XCIsXCJCYWNrZ3JvdW5kXCI6e1wiJGlkXCI6XCIzNzZcIixcIkNvbG9yXCI6e1wiJGlkXCI6XCIzNzdcIixcIkFcIjo4OSxcIlJcIjowLFwiR1wiOjAsXCJCXCI6MH19fSxcIkR1cmF0aW9uU3R5bGVcIjp7XCIkaWRcIjpcIjM3OFwiLFwiRm9udFNldHRpbmdzXCI6e1wiJGlkXCI6XCIzNzlcIixcIkZvbnRTaXplXCI6MTAsXCJGb250TmFtZVwiOlwiQ2FsaWJyaVwiLFwiSXNCb2xkXCI6ZmFsc2UsXCJJc0l0YWxpY1wiOmZhbHNlLFwiSXNVbmRlcmxpbmVkXCI6ZmFsc2V9LFwiRm9yZWdyb3VuZFwiOntcIiRpZFwiOlwiMzgwXCIsXCJDb2xvclwiOntcIiRpZFwiOlwiMzgxXCIsXCJBXCI6MjU1LFwiUlwiOjIzNyxcIkdcIjoxMjUsXCJCXCI6NDl9fSxcIkhvcml6b250YWxBbGlnbm1lbnRcIjowLFwiSXNWaXNpYmxlXCI6ZmFsc2V9LFwiTWFyZ2luXCI6e1wiJGlkXCI6XCIzODJcIixcIlRvcFwiOjAuMCxcIkxlZnRcIjowLjAsXCJSaWdodFwiOjAuMCxcIkJvdHRvbVwiOjAuMH0sXCJTdGFydERhdGVQb3NpdGlvblwiOjMsXCJFbmREYXRlUG9zaXRpb25cIjozLFwiVGl0bGVQb3NpdGlvblwiOjQsXCJEdXJhdGlvblBvc2l0aW9uXCI6MCxcIlBlcmNlbnRhZ2VDb21wbGV0ZWRQb3NpdGlvblwiOjIsXCJWYXJpYW5jZVBvc2l0aW9uXCI6MixcIlNwYWNpbmdcIjozLFwiQmFzZWxpbmVTdHlsZVwiOntcIiRpZFwiOlwiMzgzXCIsXCJCYXNlbGluZVNoYXBlU3R5bGVcIjp7XCIkaWRcIjpcIjM4NFwiLFwiTWFyZ2luXCI6e1wiJGlkXCI6XCIzODVcIixcIlRvcFwiOjAuMCxcIkxlZnRcIjowLjAsXCJSaWdodFwiOjAuMCxcIkJvdHRvbVwiOjAuMH0sXCJQYWRkaW5nXCI6e1wiJGlkXCI6XCIzODZcIixcIlRvcFwiOjAuMCxcIkxlZnRcIjowLjAsXCJSaWdodFwiOjAuMCxcIkJvdHRvbVwiOjAuMH0sXCJCYWNrZ3JvdW5kXCI6e1wiJGlkXCI6XCIzODdcIixcIkNvbG9yXCI6e1wiJGlkXCI6XCIzODhcIixcIkFcIjoxNTMsXCJSXCI6MCxcIkdcIjowLFwiQlwiOjB9fSxcIklzVmlzaWJsZVwiOmZhbHNlLFwiV2lkdGhcIjowLjAsXCJIZWlnaHRcIjowLjAsXCJCb3JkZXJTdHlsZVwiOntcIiRpZFwiOlwiMzg5XCIsXCJMaW5lU3R5bGVcIjp7XCIkaWRcIjpcIjM5MFwiLFwiTGluZUNvbG9yXCI6e1wiJGlkXCI6XCIzOTFcIixcIkNvbG9yXCI6e1wiJGlkXCI6XCIzOTJcIixcIkFcIjoyNTUsXCJSXCI6MjU1LFwiR1wiOjAsXCJCXCI6MH19LFwiTGluZVdlaWdodFwiOjIuMCxcIkxpbmVUeXBlXCI6MH0sXCJJc1Zpc2libGVcIjpmYWxzZX19fSxcIlNoYXBlU3R5bGVcIjp7XCIkaWRcIjpcIjM5M1wiLFwiTWFyZ2luXCI6e1wiJGlkXCI6XCIzOTRcIixcIlRvcFwiOjAuMCxcIkxlZnRcIjo0LjAsXCJSaWdodFwiOjQuMCxcIkJvdHRvbVwiOjAuMH0sXCJQYWRkaW5nXCI6e1wiJGlkXCI6XCIzOTVcIixcIlRvcFwiOjAuMCxcIkxlZnRcIjowLjAsXCJSaWdodFwiOjAuMCxcIkJvdHRvbVwiOjAuMH0sXCJCYWNrZ3JvdW5kXCI6e1wiJGlkXCI6XCIzOTZcIixcIkNvbG9yXCI6e1wiJGlkXCI6XCIzOTdcIixcIkFcIjoyNTUsXCJSXCI6MjMzLFwiR1wiOjExMyxcIkJcIjo1MH19LFwiSXNWaXNpYmxlXCI6dHJ1ZSxcIldpZHRoXCI6MC4wLFwiSGVpZ2h0XCI6MTAuMCxcIkJvcmRlclN0eWxlXCI6e1wiJGlkXCI6XCIzOThcIixcIkxpbmVTdHlsZVwiOntcIiRpZFwiOlwiMzk5XCIsXCJMaW5lQ29sb3JcIjp7XCIkaWRcIjpcIjQwMFwiLFwiQ29sb3JcIjp7XCIkaWRcIjpcIjQwMVwiLFwiQVwiOjI1NSxcIlJcIjoyMzQsXCJHXCI6MjIsXCJCXCI6MzB9fSxcIkxpbmVXZWlnaHRcIjoyLjAsXCJMaW5lVHlwZVwiOjB9LFwiSXNWaXNpYmxlXCI6ZmFsc2V9fSxcIlRpdGxlU3R5bGVcIjp7XCIkaWRcIjpcIjQwMlwiLFwiRm9udFNldHRpbmdzXCI6e1wiJGlkXCI6XCI0MDNcIixcIkZvbnRTaXplXCI6MTEsXCJGb250TmFtZVwiOlwiQ2FsaWJyaVwiLFwiSXNCb2xkXCI6ZmFsc2UsXCJJc0l0YWxpY1wiOmZhbHNlLFwiSXNVbmRlcmxpbmVkXCI6ZmFsc2V9LFwiRm9yZWdyb3VuZFwiOntcIiRpZFwiOlwiNDA0XCIsXCJDb2xvclwiOntcIiRpZFwiOlwiNDA1XCIsXCJBXCI6MjU1LFwiUlwiOjAsXCJHXCI6MCxcIkJcIjowfX0sXCJIb3Jpem9udGFsQWxpZ25tZW50XCI6MCxcIklzVmlzaWJsZVwiOnRydWV9LFwiRGF0ZVN0eWxlXCI6e1wiJGlkXCI6XCI0MDZcIixcIkZvbnRTZXR0aW5nc1wiOntcIiRpZFwiOlwiNDA3XCIsXCJGb250U2l6ZVwiOjEwLFwiRm9udE5hbWVcIjpcIkNhbGlicmlcIixcIklzQm9sZFwiOmZhbHNlLFwiSXNJdGFsaWNcIjpmYWxzZSxcIklzVW5kZXJsaW5lZFwiOmZhbHNlfSxcIkZvcmVncm91bmRcIjp7XCIkaWRcIjpcIjQwOFwiLFwiQ29sb3JcIjp7XCIkaWRcIjpcIjQwOVwiLFwiQVwiOjI1NSxcIlJcIjoxNCxcIkdcIjo0MCxcIkJcIjo2NX19LFwiSG9yaXpvbnRhbEFsaWdubWVudFwiOjIsXCJJc1Zpc2libGVcIjp0cnVlfSxcIkRhdGVGb3JtYXRcIjp7XCIkaWRcIjpcIjQxM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MTFcIixcIkZvcm1hdFwiOjAsXCJJc1Zpc2libGVcIjpmYWxzZSxcIkxhc3RLbm93blZpc2liaWxpdHlTdGF0ZVwiOmZhbHNlfSxcIlZhcmlhbmNlU3R5bGVcIjp7XCIkaWRcIjpcIjQxMlwiLFwiVmFyaWFuY2VUZXh0U3R5bGVcIjp7XCIkaWRcIjpcIjQxM1wiLFwiRm9udFNldHRpbmdzXCI6e1wiJGlkXCI6XCI0MTRcIixcIkZvbnRTaXplXCI6MTAsXCJGb250TmFtZVwiOlwiQ2FsaWJyaVwiLFwiSXNCb2xkXCI6ZmFsc2UsXCJJc0l0YWxpY1wiOmZhbHNlLFwiSXNVbmRlcmxpbmVkXCI6ZmFsc2V9LFwiRm9yZWdyb3VuZFwiOntcIiRpZFwiOlwiNDE1XCIsXCJDb2xvclwiOntcIiRpZFwiOlwiNDE2XCIsXCJBXCI6MjU1LFwiUlwiOjAsXCJHXCI6MCxcIkJcIjowfX0sXCJIb3Jpem9udGFsQWxpZ25tZW50XCI6MCxcIklzVmlzaWJsZVwiOnRydWV9fX0sXCJEZWZhdWx0U3dpbWxhbmVNb3RTdHlsZVwiOntcIiRpZFwiOlwiNDE3XCIsXCJTaGFwZVwiOjEsXCJTaGFwZVNpemVcIjowLFwiRGV0YWlsc1NwYWNpbmdcIjowLjAsXCJQYWRkaW5nXCI6e1wiJGlkXCI6XCI0MThcIixcIlRvcFwiOjUuMCxcIkxlZnRcIjozLjAsXCJSaWdodFwiOjAuMCxcIkJvdHRvbVwiOjIuMH0sXCJQb3NpdGlvbk9uVGFza1wiOjEsXCJTaGFwZVN0eWxlXCI6e1wiJGlkXCI6XCI0MTlcIixcIk1hcmdpblwiOntcIiRpZFwiOlwiNDIwXCIsXCJUb3BcIjowLjAsXCJMZWZ0XCI6MC4wLFwiUmlnaHRcIjowLjAsXCJCb3R0b21cIjowLjB9LFwiUGFkZGluZ1wiOntcIiRpZFwiOlwiNDIxXCIsXCJUb3BcIjowLjAsXCJMZWZ0XCI6MC4wLFwiUmlnaHRcIjowLjAsXCJCb3R0b21cIjowLjB9LFwiQmFja2dyb3VuZFwiOntcIiRpZFwiOlwiNDIyXCIsXCJDb2xvclwiOntcIiRpZFwiOlwiNDIzXCIsXCJBXCI6MjU1LFwiUlwiOjEyOCxcIkdcIjo1MyxcIkJcIjoxNH19LFwiSXNWaXNpYmxlXCI6dHJ1ZSxcIldpZHRoXCI6MTIuMCxcIkhlaWdodFwiOjE0LjAsXCJCb3JkZXJTdHlsZVwiOntcIiRpZFwiOlwiNDI0XCIsXCJMaW5lU3R5bGVcIjp7XCIkaWRcIjpcIjQyNVwiLFwiTGluZUNvbG9yXCI6e1wiJGlkXCI6XCI0MjZcIixcIkNvbG9yXCI6e1wiJGlkXCI6XCI0MjdcIixcIkFcIjoyNTUsXCJSXCI6MjU1LFwiR1wiOjI1NSxcIkJcIjoyNTV9fSxcIkxpbmVXZWlnaHRcIjowLjAsXCJMaW5lVHlwZVwiOjB9LFwiSXNWaXNpYmxlXCI6ZmFsc2V9fSxcIlRpdGxlU3R5bGVcIjp7XCIkaWRcIjpcIjQyOFwiLFwiRm9udFNldHRpbmdzXCI6e1wiJGlkXCI6XCI0MjlcIixcIkZvbnRTaXplXCI6MTEsXCJGb250TmFtZVwiOlwiQ2FsaWJyaVwiLFwiSXNCb2xkXCI6ZmFsc2UsXCJJc0l0YWxpY1wiOmZhbHNlLFwiSXNVbmRlcmxpbmVkXCI6ZmFsc2V9LFwiRm9yZWdyb3VuZFwiOntcIiRpZFwiOlwiNDMwXCIsXCJDb2xvclwiOntcIiRpZFwiOlwiNDMxXCIsXCJBXCI6MjU1LFwiUlwiOjAsXCJHXCI6MCxcIkJcIjowfX0sXCJIb3Jpem9udGFsQWxpZ25tZW50XCI6MSxcIklzVmlzaWJsZVwiOnRydWV9LFwiRGF0ZVN0eWxlXCI6e1wiJGlkXCI6XCI0MzJcIixcIkZvbnRTZXR0aW5nc1wiOntcIiRpZFwiOlwiNDMzXCIsXCJGb250U2l6ZVwiOjEwLFwiRm9udE5hbWVcIjpcIkNhbGlicmlcIixcIklzQm9sZFwiOmZhbHNlLFwiSXNJdGFsaWNcIjpmYWxzZSxcIklzVW5kZXJsaW5lZFwiOmZhbHNlfSxcIkZvcmVncm91bmRcIjp7XCIkaWRcIjpcIjQzNFwiLFwiQ29sb3JcIjp7XCIkaWRcIjpcIjQzNVwiLFwiQVwiOjI1NSxcIlJcIjoxNCxcIkdcIjo0MCxcIkJcIjo2NX19LFwiSG9yaXpvbnRhbEFsaWdubWVudFwiOjEsXCJJc1Zpc2libGVcIjp0cnVlfSxcIkRhdGVGb3JtYXRcIjp7XCIkaWRcIjpcIjQzN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MzdcIixcIkZvcm1hdFwiOjAsXCJJc1Zpc2libGVcIjpmYWxzZSxcIkxhc3RLbm93blZpc2liaWxpdHlTdGF0ZVwiOmZhbHNlfSxcIlZhcmlhbmNlU3R5bGVcIjp7XCIkaWRcIjpcIjQzOFwiLFwiVmFyaWFuY2VUZXh0U3R5bGVcIjp7XCIkaWRcIjpcIjQzOVwiLFwiRm9udFNldHRpbmdzXCI6e1wiJGlkXCI6XCI0NDBcIixcIkZvbnRTaXplXCI6MTAsXCJGb250TmFtZVwiOlwiQ2FsaWJyaVwiLFwiSXNCb2xkXCI6ZmFsc2UsXCJJc0l0YWxpY1wiOmZhbHNlLFwiSXNVbmRlcmxpbmVkXCI6ZmFsc2V9LFwiRm9yZWdyb3VuZFwiOntcIiRpZFwiOlwiNDQxXCIsXCJDb2xvclwiOntcIiRpZFwiOlwiNDQyXCIsXCJBXCI6MjU1LFwiUlwiOjAsXCJHXCI6MCxcIkJcIjowfX0sXCJIb3Jpem9udGFsQWxpZ25tZW50XCI6MCxcIklzVmlzaWJsZVwiOnRydWV9fX19LHtcIiRpZFwiOlwiNDQzXCIsXCJTdHlsZUlkXCI6XCJiMjRmODA0NS1mNjliLTRhNDMtODI5Zi1hNTY1MDNmZGNkNjlcIixcIk5hbWVcIjpcIlN3aW1sYW5lIFN0eWxlIDNcIixcIkhlYWRlclN0eWxlXCI6e1wiJGlkXCI6XCI0NDRcIixcIlRleHRTdHlsZVwiOntcIiRpZFwiOlwiNDQ1XCIsXCJGb250U2V0dGluZ3NcIjp7XCIkaWRcIjpcIjQ0NlwiLFwiRm9udFNpemVcIjoxMSxcIkZvbnROYW1lXCI6XCJDYWxpYnJpXCIsXCJJc0JvbGRcIjpmYWxzZSxcIklzSXRhbGljXCI6ZmFsc2UsXCJJc1VuZGVybGluZWRcIjpmYWxzZX0sXCJGb3JlZ3JvdW5kXCI6e1wiJGlkXCI6XCI0NDdcIixcIkNvbG9yXCI6e1wiJGlkXCI6XCI0NDhcIixcIkFcIjoyNTUsXCJSXCI6MjU1LFwiR1wiOjI1NSxcIkJcIjoyNTV9fSxcIkhvcml6b250YWxBbGlnbm1lbnRcIjoxLFwiSXNWaXNpYmxlXCI6dHJ1ZX0sXCJSZWN0YW5nbGVTdHlsZVwiOntcIiRpZFwiOlwiNDQ5XCIsXCJNYXJnaW5cIjp7XCIkaWRcIjpcIjQ1MFwiLFwiVG9wXCI6MC4wLFwiTGVmdFwiOjAuMCxcIlJpZ2h0XCI6MC4wLFwiQm90dG9tXCI6MC4wfSxcIlBhZGRpbmdcIjp7XCIkaWRcIjpcIjQ1MVwiLFwiVG9wXCI6MC4wLFwiTGVmdFwiOjAuMCxcIlJpZ2h0XCI6MC4wLFwiQm90dG9tXCI6MC4wfSxcIkJhY2tncm91bmRcIjp7XCIkaWRcIjpcIjQ1MlwiLFwiQ29sb3JcIjp7XCIkaWRcIjpcIjQ1M1wiLFwiQVwiOjI1NSxcIlJcIjoyNSxcIkdcIjoxMDcsXCJCXCI6MzZ9fSxcIklzVmlzaWJsZVwiOnRydWUsXCJXaWR0aFwiOjAuMCxcIkhlaWdodFwiOjAuMCxcIkJvcmRlclN0eWxlXCI6e1wiJGlkXCI6XCI0NTRcIixcIkxpbmVTdHlsZVwiOntcIiRpZFwiOlwiNDU1XCIsXCJMaW5lQ29sb3JcIjp7XCIkaWRcIjpcIjQ1NlwiLFwiQ29sb3JcIjp7XCIkaWRcIjpcIjQ1N1wiLFwiQVwiOjI1NSxcIlJcIjoyNTUsXCJHXCI6MjU1LFwiQlwiOjI1NX19LFwiTGluZVdlaWdodFwiOjAuMCxcIkxpbmVUeXBlXCI6MH0sXCJJc1Zpc2libGVcIjpmYWxzZX19fSxcIkJhY2tncm91bmRTdHlsZVwiOntcIiRpZFwiOlwiNDU4XCIsXCJNYXJnaW5cIjp7XCIkaWRcIjpcIjQ1OVwiLFwiVG9wXCI6MC4wLFwiTGVmdFwiOjAuMCxcIlJpZ2h0XCI6MC4wLFwiQm90dG9tXCI6MC4wfSxcIlBhZGRpbmdcIjp7XCIkaWRcIjpcIjQ2MFwiLFwiVG9wXCI6MC4wLFwiTGVmdFwiOjAuMCxcIlJpZ2h0XCI6MC4wLFwiQm90dG9tXCI6MC4wfSxcIkJhY2tncm91bmRcIjp7XCIkaWRcIjpcIjQ2MVwiLFwiQ29sb3JcIjp7XCIkaWRcIjpcIjQ2MlwiLFwiQVwiOjUxLFwiUlwiOjIwMCxcIkdcIjoyMDAsXCJCXCI6MjAwfX0sXCJJc1Zpc2libGVcIjp0cnVlLFwiV2lkdGhcIjowLjAsXCJIZWlnaHRcIjowLjAsXCJCb3JkZXJTdHlsZVwiOntcIiRpZFwiOlwiNDYzXCIsXCJMaW5lU3R5bGVcIjp7XCIkaWRcIjpcIjQ2NFwiLFwiTGluZUNvbG9yXCI6e1wiJGlkXCI6XCI0NjVcIixcIkNvbG9yXCI6e1wiJGlkXCI6XCI0NjZcIixcIkFcIjoyNTUsXCJSXCI6MjM0LFwiR1wiOjIyLFwiQlwiOjMwfX0sXCJMaW5lV2VpZ2h0XCI6Mi4wLFwiTGluZVR5cGVcIjowfSxcIklzVmlzaWJsZVwiOmZhbHNlfX0sXCJJc0Fib3ZlVGltZWJhbmRcIjpmYWxzZSxcIlNwYWNpbmdcIjozLFwiRGVmYXVsdFN3aW1sYW5lQWN0aXZpdHlTdHlsZVwiOntcIiRpZFwiOlwiNDY3XCIsXCJIZWFkZXJTdHlsZVwiOntcIiRpZFwiOlwiNDY4XCIsXCJUZXh0U3R5bGVcIjp7XCIkaWRcIjpcIjQ2OVwiLFwiRm9udFNldHRpbmdzXCI6e1wiJGlkXCI6XCI0NzBcIixcIkZvbnRTaXplXCI6MTEsXCJGb250TmFtZVwiOlwiQ2FsaWJyaVwiLFwiSXNCb2xkXCI6ZmFsc2UsXCJJc0l0YWxpY1wiOmZhbHNlLFwiSXNVbmRlcmxpbmVkXCI6ZmFsc2V9LFwiRm9yZWdyb3VuZFwiOntcIiRpZFwiOlwiNDcxXCIsXCJDb2xvclwiOntcIiRpZFwiOlwiNDcyXCIsXCJBXCI6MjU1LFwiUlwiOjAsXCJHXCI6MCxcIkJcIjowfX0sXCJIb3Jpem9udGFsQWxpZ25tZW50XCI6MCxcIklzVmlzaWJsZVwiOnRydWV9LFwiUmVjdGFuZ2xlU3R5bGVcIjp7XCIkaWRcIjpcIjQ3M1wiLFwiTWFyZ2luXCI6e1wiJGlkXCI6XCI0NzRcIixcIlRvcFwiOjAuMCxcIkxlZnRcIjowLjAsXCJSaWdodFwiOjAuMCxcIkJvdHRvbVwiOjAuMH0sXCJQYWRkaW5nXCI6e1wiJGlkXCI6XCI0NzVcIixcIlRvcFwiOjAuMCxcIkxlZnRcIjowLjAsXCJSaWdodFwiOjAuMCxcIkJvdHRvbVwiOjAuMH0sXCJCYWNrZ3JvdW5kXCI6e1wiJGlkXCI6XCI0NzZcIixcIkNvbG9yXCI6e1wiJGlkXCI6XCI0NzdcIixcIkFcIjo2MyxcIlJcIjoyNSxcIkdcIjoxMDcsXCJCXCI6MzZ9fSxcIklzVmlzaWJsZVwiOnRydWUsXCJXaWR0aFwiOjAuMCxcIkhlaWdodFwiOjAuMCxcIkJvcmRlclN0eWxlXCI6e1wiJGlkXCI6XCI0NzhcIixcIkxpbmVTdHlsZVwiOntcIiRpZFwiOlwiNDc5XCIsXCJMaW5lQ29sb3JcIjp7XCIkaWRcIjpcIjQ4MFwiLFwiQ29sb3JcIjp7XCIkaWRcIjpcIjQ4MVwiLFwiQVwiOjI1NSxcIlJcIjoyNTUsXCJHXCI6MjU1LFwiQlwiOjI1NX19LFwiTGluZVdlaWdodFwiOjAuMCxcIkxpbmVUeXBlXCI6MH0sXCJJc1Zpc2libGVcIjpmYWxzZX19fSxcIkJhY2tncm91bmRTdHlsZVwiOntcIiRpZFwiOlwiNDgyXCIsXCJNYXJnaW5cIjp7XCIkaWRcIjpcIjQ4M1wiLFwiVG9wXCI6MC4wLFwiTGVmdFwiOjAuMCxcIlJpZ2h0XCI6MC4wLFwiQm90dG9tXCI6MC4wfSxcIlBhZGRpbmdcIjp7XCIkaWRcIjpcIjQ4NFwiLFwiVG9wXCI6MC4wLFwiTGVmdFwiOjAuMCxcIlJpZ2h0XCI6MC4wLFwiQm90dG9tXCI6MC4wfSxcIkJhY2tncm91bmRcIjp7XCIkaWRcIjpcIjQ4NVwiLFwiQ29sb3JcIjp7XCIkaWRcIjpcIjQ4NlwiLFwiQVwiOjUxLFwiUlwiOjIwMCxcIkdcIjoyMDAsXCJCXCI6MjAwfX0sXCJJc1Zpc2libGVcIjp0cnVlLFwiV2lkdGhcIjowLjAsXCJIZWlnaHRcIjowLjAsXCJCb3JkZXJTdHlsZVwiOntcIiRpZFwiOlwiNDg3XCIsXCJMaW5lU3R5bGVcIjp7XCIkaWRcIjpcIjQ4OFwiLFwiTGluZUNvbG9yXCI6e1wiJGlkXCI6XCI0ODlcIixcIkNvbG9yXCI6e1wiJGlkXCI6XCI0OTBcIixcIkFcIjoyNTUsXCJSXCI6MjM0LFwiR1wiOjIyLFwiQlwiOjMwfX0sXCJMaW5lV2VpZ2h0XCI6Mi4wLFwiTGluZVR5cGVcIjowfSxcIklzVmlzaWJsZVwiOmZhbHNlfX19LFwiRGVmYXVsdFN3aW1sYW5lTWlsZXN0b25lU3R5bGVcIjp7XCIkaWRcIjpcIjQ5MVwiLFwiVGl0bGVQb3NpdGlvblwiOjAsXCJEYXRlUG9zaXRpb25cIjoyLFwiVmFyaWFuY2VQb3NpdGlvblwiOjIsXCJTaGFwZVR5cGVcIjoxLFwiU2hhcGVTaXplXCI6MCxcIlNwYWNpbmdcIjo1LFwiU2hhcGVTdHlsZVwiOntcIiRpZFwiOlwiNDkyXCIsXCJNYXJnaW5cIjp7XCIkaWRcIjpcIjQ5M1wiLFwiVG9wXCI6MC4wLFwiTGVmdFwiOjAuMCxcIlJpZ2h0XCI6MC4wLFwiQm90dG9tXCI6MC4wfSxcIlBhZGRpbmdcIjp7XCIkaWRcIjpcIjQ5NFwiLFwiVG9wXCI6MC4wLFwiTGVmdFwiOjAuMCxcIlJpZ2h0XCI6MC4wLFwiQm90dG9tXCI6MC4wfSxcIkJhY2tncm91bmRcIjp7XCIkaWRcIjpcIjQ5NVwiLFwiQ29sb3JcIjp7XCIkaWRcIjpcIjQ5NlwiLFwiQVwiOjI1NSxcIlJcIjoyNSxcIkdcIjoxMDcsXCJCXCI6MzZ9fSxcIklzVmlzaWJsZVwiOnRydWUsXCJXaWR0aFwiOjEyLjAsXCJIZWlnaHRcIjoxNC4wLFwiQm9yZGVyU3R5bGVcIjp7XCIkaWRcIjpcIjQ5N1wiLFwiTGluZVN0eWxlXCI6e1wiJGlkXCI6XCI0OThcIixcIkxpbmVDb2xvclwiOntcIiRpZFwiOlwiNDk5XCIsXCJDb2xvclwiOntcIiRpZFwiOlwiNTAwXCIsXCJBXCI6MjU1LFwiUlwiOjIzNCxcIkdcIjoyMixcIkJcIjozMH19LFwiTGluZVdlaWdodFwiOjIuMCxcIkxpbmVUeXBlXCI6MH0sXCJJc1Zpc2libGVcIjpmYWxzZX19LFwiVGl0bGVTdHlsZVwiOntcIiRpZFwiOlwiNTAxXCIsXCJGb250U2V0dGluZ3NcIjp7XCIkaWRcIjpcIjUwMlwiLFwiRm9udFNpemVcIjoxMSxcIkZvbnROYW1lXCI6XCJDYWxpYnJpXCIsXCJJc0JvbGRcIjpmYWxzZSxcIklzSXRhbGljXCI6ZmFsc2UsXCJJc1VuZGVybGluZWRcIjpmYWxzZX0sXCJGb3JlZ3JvdW5kXCI6e1wiJGlkXCI6XCI1MDNcIixcIkNvbG9yXCI6e1wiJGlkXCI6XCI1MDRcIixcIkFcIjoyNTUsXCJSXCI6MCxcIkdcIjowLFwiQlwiOjB9fSxcIkhvcml6b250YWxBbGlnbm1lbnRcIjoyLFwiSXNWaXNpYmxlXCI6dHJ1ZX0sXCJEYXRlU3R5bGVcIjp7XCIkaWRcIjpcIjUwNVwiLFwiRm9udFNldHRpbmdzXCI6e1wiJGlkXCI6XCI1MDZcIixcIkZvbnRTaXplXCI6MTAsXCJGb250TmFtZVwiOlwiQ2FsaWJyaVwiLFwiSXNCb2xkXCI6ZmFsc2UsXCJJc0l0YWxpY1wiOmZhbHNlLFwiSXNVbmRlcmxpbmVkXCI6ZmFsc2V9LFwiRm9yZWdyb3VuZFwiOntcIiRpZFwiOlwiNTA3XCIsXCJDb2xvclwiOntcIiRpZFwiOlwiNTA4XCIsXCJBXCI6MjU1LFwiUlwiOjE0LFwiR1wiOjQwLFwiQlwiOjY1fX0sXCJIb3Jpem9udGFsQWxpZ25tZW50XCI6MCxcIklzVmlzaWJsZVwiOnRydWV9LFwiRGF0ZUZvcm1hdFwiOntcIiRpZFwiOlwiNTA5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xMFwiLFwiRm9ybWF0XCI6MCxcIklzVmlzaWJsZVwiOmZhbHNlLFwiTGFzdEtub3duVmlzaWJpbGl0eVN0YXRlXCI6ZmFsc2V9LFwiVmFyaWFuY2VTdHlsZVwiOntcIiRpZFwiOlwiNTExXCIsXCJWYXJpYW5jZVRleHRTdHlsZVwiOntcIiRpZFwiOlwiNTEyXCIsXCJGb250U2V0dGluZ3NcIjp7XCIkaWRcIjpcIjUxM1wiLFwiRm9udFNpemVcIjoxMCxcIkZvbnROYW1lXCI6XCJDYWxpYnJpXCIsXCJJc0JvbGRcIjpmYWxzZSxcIklzSXRhbGljXCI6ZmFsc2UsXCJJc1VuZGVybGluZWRcIjpmYWxzZX0sXCJGb3JlZ3JvdW5kXCI6e1wiJGlkXCI6XCI1MTRcIixcIkNvbG9yXCI6e1wiJGlkXCI6XCI1MTVcIixcIkFcIjoyNTUsXCJSXCI6MCxcIkdcIjowLFwiQlwiOjB9fSxcIkhvcml6b250YWxBbGlnbm1lbnRcIjowLFwiSXNWaXNpYmxlXCI6dHJ1ZX19fSxcIkRlZmF1bHRTd2ltbGFuZVRhc2tTdHlsZVwiOntcIiRpZFwiOlwiNTE2XCIsXCJTaGFwZVwiOjEsXCJTaGFwZVRoaWNrbmVzc1wiOjAsXCJEdXJhdGlvbkZvcm1hdFwiOjAsXCJQZXJjZW50YWdlQ29tcGxldGVUZXh0U3R5bGVcIjp7XCIkaWRcIjpcIjUxN1wiLFwiRm9udFNldHRpbmdzXCI6e1wiJGlkXCI6XCI1MThcIixcIkZvbnRTaXplXCI6MTAsXCJGb250TmFtZVwiOlwiQ2FsaWJyaVwiLFwiSXNCb2xkXCI6ZmFsc2UsXCJJc0l0YWxpY1wiOmZhbHNlLFwiSXNVbmRlcmxpbmVkXCI6ZmFsc2V9LFwiRm9yZWdyb3VuZFwiOntcIiRpZFwiOlwiNTE5XCIsXCJDb2xvclwiOntcIiRpZFwiOlwiNTIwXCIsXCJBXCI6MjU1LFwiUlwiOjIzMixcIkdcIjoyMzIsXCJCXCI6MjMyfX0sXCJIb3Jpem9udGFsQWxpZ25tZW50XCI6MSxcIklzVmlzaWJsZVwiOnRydWV9LFwiUGVyY2VudGFnZUNvbXBsZXRlSGlnaGxpZ2h0U3R5bGVcIjp7XCIkaWRcIjpcIjUyMVwiLFwiQmFja2dyb3VuZFwiOntcIiRpZFwiOlwiNTIyXCIsXCJDb2xvclwiOntcIiRpZFwiOlwiNTIzXCIsXCJBXCI6ODksXCJSXCI6MCxcIkdcIjowLFwiQlwiOjB9fX0sXCJEdXJhdGlvblN0eWxlXCI6e1wiJGlkXCI6XCI1MjRcIixcIkZvbnRTZXR0aW5nc1wiOntcIiRpZFwiOlwiNTI1XCIsXCJGb250U2l6ZVwiOjEwLFwiRm9udE5hbWVcIjpcIkNhbGlicmlcIixcIklzQm9sZFwiOmZhbHNlLFwiSXNJdGFsaWNcIjpmYWxzZSxcIklzVW5kZXJsaW5lZFwiOmZhbHNlfSxcIkZvcmVncm91bmRcIjp7XCIkaWRcIjpcIjUyNlwiLFwiQ29sb3JcIjp7XCIkaWRcIjpcIjUyN1wiLFwiQVwiOjI1NSxcIlJcIjoyMzcsXCJHXCI6MTI1LFwiQlwiOjQ5fX0sXCJIb3Jpem9udGFsQWxpZ25tZW50XCI6MCxcIklzVmlzaWJsZVwiOmZhbHNlfSxcIk1hcmdpblwiOntcIiRpZFwiOlwiNTI4XCIsXCJUb3BcIjowLjAsXCJMZWZ0XCI6MC4wLFwiUmlnaHRcIjowLjAsXCJCb3R0b21cIjowLjB9LFwiU3RhcnREYXRlUG9zaXRpb25cIjozLFwiRW5kRGF0ZVBvc2l0aW9uXCI6MyxcIlRpdGxlUG9zaXRpb25cIjo0LFwiRHVyYXRpb25Qb3NpdGlvblwiOjAsXCJQZXJjZW50YWdlQ29tcGxldGVkUG9zaXRpb25cIjoyLFwiVmFyaWFuY2VQb3NpdGlvblwiOjIsXCJTcGFjaW5nXCI6MyxcIkJhc2VsaW5lU3R5bGVcIjp7XCIkaWRcIjpcIjUyOVwiLFwiQmFzZWxpbmVTaGFwZVN0eWxlXCI6e1wiJGlkXCI6XCI1MzBcIixcIk1hcmdpblwiOntcIiRpZFwiOlwiNTMxXCIsXCJUb3BcIjowLjAsXCJMZWZ0XCI6MC4wLFwiUmlnaHRcIjowLjAsXCJCb3R0b21cIjowLjB9LFwiUGFkZGluZ1wiOntcIiRpZFwiOlwiNTMyXCIsXCJUb3BcIjowLjAsXCJMZWZ0XCI6MC4wLFwiUmlnaHRcIjowLjAsXCJCb3R0b21cIjowLjB9LFwiQmFja2dyb3VuZFwiOntcIiRpZFwiOlwiNTMzXCIsXCJDb2xvclwiOntcIiRpZFwiOlwiNTM0XCIsXCJBXCI6MTUzLFwiUlwiOjAsXCJHXCI6MCxcIkJcIjowfX0sXCJJc1Zpc2libGVcIjpmYWxzZSxcIldpZHRoXCI6MC4wLFwiSGVpZ2h0XCI6MC4wLFwiQm9yZGVyU3R5bGVcIjp7XCIkaWRcIjpcIjUzNVwiLFwiTGluZVN0eWxlXCI6e1wiJGlkXCI6XCI1MzZcIixcIkxpbmVDb2xvclwiOntcIiRpZFwiOlwiNTM3XCIsXCJDb2xvclwiOntcIiRpZFwiOlwiNTM4XCIsXCJBXCI6MjU1LFwiUlwiOjI1NSxcIkdcIjowLFwiQlwiOjB9fSxcIkxpbmVXZWlnaHRcIjoyLjAsXCJMaW5lVHlwZVwiOjB9LFwiSXNWaXNpYmxlXCI6ZmFsc2V9fX0sXCJTaGFwZVN0eWxlXCI6e1wiJGlkXCI6XCI1MzlcIixcIk1hcmdpblwiOntcIiRpZFwiOlwiNTQwXCIsXCJUb3BcIjowLjAsXCJMZWZ0XCI6NC4wLFwiUmlnaHRcIjo0LjAsXCJCb3R0b21cIjowLjB9LFwiUGFkZGluZ1wiOntcIiRpZFwiOlwiNTQxXCIsXCJUb3BcIjowLjAsXCJMZWZ0XCI6MC4wLFwiUmlnaHRcIjowLjAsXCJCb3R0b21cIjowLjB9LFwiQmFja2dyb3VuZFwiOntcIiRpZFwiOlwiNTQyXCIsXCJDb2xvclwiOntcIiRpZFwiOlwiNTQzXCIsXCJBXCI6MjU1LFwiUlwiOjI1LFwiR1wiOjEwNyxcIkJcIjozNn19LFwiSXNWaXNpYmxlXCI6dHJ1ZSxcIldpZHRoXCI6MC4wLFwiSGVpZ2h0XCI6MTAuMCxcIkJvcmRlclN0eWxlXCI6e1wiJGlkXCI6XCI1NDRcIixcIkxpbmVTdHlsZVwiOntcIiRpZFwiOlwiNTQ1XCIsXCJMaW5lQ29sb3JcIjp7XCIkaWRcIjpcIjU0NlwiLFwiQ29sb3JcIjp7XCIkaWRcIjpcIjU0N1wiLFwiQVwiOjI1NSxcIlJcIjoyMzQsXCJHXCI6MjIsXCJCXCI6MzB9fSxcIkxpbmVXZWlnaHRcIjoyLjAsXCJMaW5lVHlwZVwiOjB9LFwiSXNWaXNpYmxlXCI6ZmFsc2V9fSxcIlRpdGxlU3R5bGVcIjp7XCIkaWRcIjpcIjU0OFwiLFwiRm9udFNldHRpbmdzXCI6e1wiJGlkXCI6XCI1NDlcIixcIkZvbnRTaXplXCI6MTEsXCJGb250TmFtZVwiOlwiQ2FsaWJyaVwiLFwiSXNCb2xkXCI6ZmFsc2UsXCJJc0l0YWxpY1wiOmZhbHNlLFwiSXNVbmRlcmxpbmVkXCI6ZmFsc2V9LFwiRm9yZWdyb3VuZFwiOntcIiRpZFwiOlwiNTUwXCIsXCJDb2xvclwiOntcIiRpZFwiOlwiNTUxXCIsXCJBXCI6MjU1LFwiUlwiOjAsXCJHXCI6MCxcIkJcIjowfX0sXCJIb3Jpem9udGFsQWxpZ25tZW50XCI6MCxcIklzVmlzaWJsZVwiOnRydWV9LFwiRGF0ZVN0eWxlXCI6e1wiJGlkXCI6XCI1NTJcIixcIkZvbnRTZXR0aW5nc1wiOntcIiRpZFwiOlwiNTUzXCIsXCJGb250U2l6ZVwiOjEwLFwiRm9udE5hbWVcIjpcIkNhbGlicmlcIixcIklzQm9sZFwiOmZhbHNlLFwiSXNJdGFsaWNcIjpmYWxzZSxcIklzVW5kZXJsaW5lZFwiOmZhbHNlfSxcIkZvcmVncm91bmRcIjp7XCIkaWRcIjpcIjU1NFwiLFwiQ29sb3JcIjp7XCIkaWRcIjpcIjU1NVwiLFwiQVwiOjI1NSxcIlJcIjoxNCxcIkdcIjo0MCxcIkJcIjo2NX19LFwiSG9yaXpvbnRhbEFsaWdubWVudFwiOjIsXCJJc1Zpc2libGVcIjp0cnVlfSxcIkRhdGVGb3JtYXRcIjp7XCIkaWRcIjpcIjU1N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NTdcIixcIkZvcm1hdFwiOjAsXCJJc1Zpc2libGVcIjpmYWxzZSxcIkxhc3RLbm93blZpc2liaWxpdHlTdGF0ZVwiOmZhbHNlfSxcIlZhcmlhbmNlU3R5bGVcIjp7XCIkaWRcIjpcIjU1OFwiLFwiVmFyaWFuY2VUZXh0U3R5bGVcIjp7XCIkaWRcIjpcIjU1OVwiLFwiRm9udFNldHRpbmdzXCI6e1wiJGlkXCI6XCI1NjBcIixcIkZvbnRTaXplXCI6MTAsXCJGb250TmFtZVwiOlwiQ2FsaWJyaVwiLFwiSXNCb2xkXCI6ZmFsc2UsXCJJc0l0YWxpY1wiOmZhbHNlLFwiSXNVbmRlcmxpbmVkXCI6ZmFsc2V9LFwiRm9yZWdyb3VuZFwiOntcIiRpZFwiOlwiNTYxXCIsXCJDb2xvclwiOntcIiRpZFwiOlwiNTYyXCIsXCJBXCI6MjU1LFwiUlwiOjAsXCJHXCI6MCxcIkJcIjowfX0sXCJIb3Jpem9udGFsQWxpZ25tZW50XCI6MCxcIklzVmlzaWJsZVwiOnRydWV9fX0sXCJEZWZhdWx0U3dpbWxhbmVNb3RTdHlsZVwiOntcIiRpZFwiOlwiNTYzXCIsXCJTaGFwZVwiOjEsXCJTaGFwZVNpemVcIjowLFwiRGV0YWlsc1NwYWNpbmdcIjowLjAsXCJQYWRkaW5nXCI6e1wiJGlkXCI6XCI1NjRcIixcIlRvcFwiOjUuMCxcIkxlZnRcIjozLjAsXCJSaWdodFwiOjAuMCxcIkJvdHRvbVwiOjIuMH0sXCJQb3NpdGlvbk9uVGFza1wiOjEsXCJTaGFwZVN0eWxlXCI6e1wiJGlkXCI6XCI1NjVcIixcIk1hcmdpblwiOntcIiRpZFwiOlwiNTY2XCIsXCJUb3BcIjowLjAsXCJMZWZ0XCI6MC4wLFwiUmlnaHRcIjowLjAsXCJCb3R0b21cIjowLjB9LFwiUGFkZGluZ1wiOntcIiRpZFwiOlwiNTY3XCIsXCJUb3BcIjowLjAsXCJMZWZ0XCI6MC4wLFwiUmlnaHRcIjowLjAsXCJCb3R0b21cIjowLjB9LFwiQmFja2dyb3VuZFwiOntcIiRpZFwiOlwiNTY4XCIsXCJDb2xvclwiOntcIiRpZFwiOlwiNTY5XCIsXCJBXCI6MjU1LFwiUlwiOjEzLFwiR1wiOjUzLFwiQlwiOjE4fX0sXCJJc1Zpc2libGVcIjp0cnVlLFwiV2lkdGhcIjoxMi4wLFwiSGVpZ2h0XCI6MTQuMCxcIkJvcmRlclN0eWxlXCI6e1wiJGlkXCI6XCI1NzBcIixcIkxpbmVTdHlsZVwiOntcIiRpZFwiOlwiNTcxXCIsXCJMaW5lQ29sb3JcIjp7XCIkaWRcIjpcIjU3MlwiLFwiQ29sb3JcIjp7XCIkaWRcIjpcIjU3M1wiLFwiQVwiOjI1NSxcIlJcIjoyNTUsXCJHXCI6MjU1LFwiQlwiOjI1NX19LFwiTGluZVdlaWdodFwiOjAuMCxcIkxpbmVUeXBlXCI6MH0sXCJJc1Zpc2libGVcIjpmYWxzZX19LFwiVGl0bGVTdHlsZVwiOntcIiRpZFwiOlwiNTc0XCIsXCJGb250U2V0dGluZ3NcIjp7XCIkaWRcIjpcIjU3NVwiLFwiRm9udFNpemVcIjoxMSxcIkZvbnROYW1lXCI6XCJDYWxpYnJpXCIsXCJJc0JvbGRcIjpmYWxzZSxcIklzSXRhbGljXCI6ZmFsc2UsXCJJc1VuZGVybGluZWRcIjpmYWxzZX0sXCJGb3JlZ3JvdW5kXCI6e1wiJGlkXCI6XCI1NzZcIixcIkNvbG9yXCI6e1wiJGlkXCI6XCI1NzdcIixcIkFcIjoyNTUsXCJSXCI6MCxcIkdcIjowLFwiQlwiOjB9fSxcIkhvcml6b250YWxBbGlnbm1lbnRcIjoxLFwiSXNWaXNpYmxlXCI6dHJ1ZX0sXCJEYXRlU3R5bGVcIjp7XCIkaWRcIjpcIjU3OFwiLFwiRm9udFNldHRpbmdzXCI6e1wiJGlkXCI6XCI1NzlcIixcIkZvbnRTaXplXCI6MTAsXCJGb250TmFtZVwiOlwiQ2FsaWJyaVwiLFwiSXNCb2xkXCI6ZmFsc2UsXCJJc0l0YWxpY1wiOmZhbHNlLFwiSXNVbmRlcmxpbmVkXCI6ZmFsc2V9LFwiRm9yZWdyb3VuZFwiOntcIiRpZFwiOlwiNTgwXCIsXCJDb2xvclwiOntcIiRpZFwiOlwiNTgxXCIsXCJBXCI6MjU1LFwiUlwiOjE0LFwiR1wiOjQwLFwiQlwiOjY1fX0sXCJIb3Jpem9udGFsQWxpZ25tZW50XCI6MSxcIklzVmlzaWJsZVwiOnRydWV9LFwiRGF0ZUZvcm1hdFwiOntcIiRpZFwiOlwiNTg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4M1wiLFwiRm9ybWF0XCI6MCxcIklzVmlzaWJsZVwiOmZhbHNlLFwiTGFzdEtub3duVmlzaWJpbGl0eVN0YXRlXCI6ZmFsc2V9LFwiVmFyaWFuY2VTdHlsZVwiOntcIiRpZFwiOlwiNTg0XCIsXCJWYXJpYW5jZVRleHRTdHlsZVwiOntcIiRpZFwiOlwiNTg1XCIsXCJGb250U2V0dGluZ3NcIjp7XCIkaWRcIjpcIjU4NlwiLFwiRm9udFNpemVcIjoxMCxcIkZvbnROYW1lXCI6XCJDYWxpYnJpXCIsXCJJc0JvbGRcIjpmYWxzZSxcIklzSXRhbGljXCI6ZmFsc2UsXCJJc1VuZGVybGluZWRcIjpmYWxzZX0sXCJGb3JlZ3JvdW5kXCI6e1wiJGlkXCI6XCI1ODdcIixcIkNvbG9yXCI6e1wiJGlkXCI6XCI1ODhcIixcIkFcIjoyNTUsXCJSXCI6MCxcIkdcIjowLFwiQlwiOjB9fSxcIkhvcml6b250YWxBbGlnbm1lbnRcIjowLFwiSXNWaXNpYmxlXCI6dHJ1ZX19fX0se1wiJGlkXCI6XCI1ODlcIixcIlN0eWxlSWRcIjpcIjA3MDJkZWE4LWMxMTQtNGQ3MS1iZTQwLWNkMzA2MmM0Njk3MFwiLFwiTmFtZVwiOlwiU3dpbWxhbmUgU3R5bGUgNFwiLFwiSGVhZGVyU3R5bGVcIjp7XCIkaWRcIjpcIjU5MFwiLFwiVGV4dFN0eWxlXCI6e1wiJGlkXCI6XCI1OTFcIixcIkZvbnRTZXR0aW5nc1wiOntcIiRpZFwiOlwiNTkyXCIsXCJGb250U2l6ZVwiOjExLFwiRm9udE5hbWVcIjpcIkNhbGlicmlcIixcIklzQm9sZFwiOmZhbHNlLFwiSXNJdGFsaWNcIjpmYWxzZSxcIklzVW5kZXJsaW5lZFwiOmZhbHNlfSxcIkZvcmVncm91bmRcIjp7XCIkaWRcIjpcIjU5M1wiLFwiQ29sb3JcIjp7XCIkaWRcIjpcIjU5NFwiLFwiQVwiOjI1NSxcIlJcIjoyNTUsXCJHXCI6MjU1LFwiQlwiOjI1NX19LFwiSG9yaXpvbnRhbEFsaWdubWVudFwiOjAsXCJJc1Zpc2libGVcIjp0cnVlfSxcIlJlY3RhbmdsZVN0eWxlXCI6e1wiJGlkXCI6XCI1OTVcIixcIk1hcmdpblwiOntcIiRpZFwiOlwiNTk2XCIsXCJUb3BcIjowLjAsXCJMZWZ0XCI6MC4wLFwiUmlnaHRcIjowLjAsXCJCb3R0b21cIjowLjB9LFwiUGFkZGluZ1wiOntcIiRpZFwiOlwiNTk3XCIsXCJUb3BcIjowLjAsXCJMZWZ0XCI6MC4wLFwiUmlnaHRcIjowLjAsXCJCb3R0b21cIjowLjB9LFwiQmFja2dyb3VuZFwiOntcIiRpZFwiOlwiNTk4XCIsXCJDb2xvclwiOntcIiRpZFwiOlwiNTk5XCIsXCJBXCI6MjU1LFwiUlwiOjE1LFwiR1wiOjE1OCxcIkJcIjoyMTN9fSxcIklzVmlzaWJsZVwiOnRydWUsXCJXaWR0aFwiOjAuMCxcIkhlaWdodFwiOjAuMCxcIkJvcmRlclN0eWxlXCI6e1wiJGlkXCI6XCI2MDBcIixcIkxpbmVTdHlsZVwiOntcIiRpZFwiOlwiNjAxXCIsXCJMaW5lQ29sb3JcIjp7XCIkaWRcIjpcIjYwMlwiLFwiQ29sb3JcIjp7XCIkaWRcIjpcIjYwM1wiLFwiQVwiOjI1NSxcIlJcIjoyNTUsXCJHXCI6MjU1LFwiQlwiOjI1NX19LFwiTGluZVdlaWdodFwiOjAuMCxcIkxpbmVUeXBlXCI6MH0sXCJJc1Zpc2libGVcIjpmYWxzZX19fSxcIkJhY2tncm91bmRTdHlsZVwiOntcIiRpZFwiOlwiNjA0XCIsXCJNYXJnaW5cIjp7XCIkaWRcIjpcIjYwNVwiLFwiVG9wXCI6MC4wLFwiTGVmdFwiOjAuMCxcIlJpZ2h0XCI6MC4wLFwiQm90dG9tXCI6MC4wfSxcIlBhZGRpbmdcIjp7XCIkaWRcIjpcIjYwNlwiLFwiVG9wXCI6MC4wLFwiTGVmdFwiOjAuMCxcIlJpZ2h0XCI6MC4wLFwiQm90dG9tXCI6MC4wfSxcIkJhY2tncm91bmRcIjp7XCIkaWRcIjpcIjYwN1wiLFwiQ29sb3JcIjp7XCIkaWRcIjpcIjYwOFwiLFwiQVwiOjUxLFwiUlwiOjIwMCxcIkdcIjoyMDAsXCJCXCI6MjAwfX0sXCJJc1Zpc2libGVcIjp0cnVlLFwiV2lkdGhcIjowLjAsXCJIZWlnaHRcIjowLjAsXCJCb3JkZXJTdHlsZVwiOntcIiRpZFwiOlwiNjA5XCIsXCJMaW5lU3R5bGVcIjp7XCIkaWRcIjpcIjYxMFwiLFwiTGluZUNvbG9yXCI6e1wiJGlkXCI6XCI2MTFcIixcIkNvbG9yXCI6e1wiJGlkXCI6XCI2MTJcIixcIkFcIjoyNTUsXCJSXCI6MjM0LFwiR1wiOjIyLFwiQlwiOjMwfX0sXCJMaW5lV2VpZ2h0XCI6Mi4wLFwiTGluZVR5cGVcIjowfSxcIklzVmlzaWJsZVwiOmZhbHNlfX0sXCJJc0Fib3ZlVGltZWJhbmRcIjpmYWxzZSxcIlNwYWNpbmdcIjozLFwiRGVmYXVsdFN3aW1sYW5lQWN0aXZpdHlTdHlsZVwiOntcIiRpZFwiOlwiNjEzXCIsXCJIZWFkZXJTdHlsZVwiOntcIiRpZFwiOlwiNjE0XCIsXCJUZXh0U3R5bGVcIjp7XCIkaWRcIjpcIjYxNVwiLFwiRm9udFNldHRpbmdzXCI6e1wiJGlkXCI6XCI2MTZcIixcIkZvbnRTaXplXCI6MTEsXCJGb250TmFtZVwiOlwiQ2FsaWJyaVwiLFwiSXNCb2xkXCI6ZmFsc2UsXCJJc0l0YWxpY1wiOmZhbHNlLFwiSXNVbmRlcmxpbmVkXCI6ZmFsc2V9LFwiRm9yZWdyb3VuZFwiOntcIiRpZFwiOlwiNjE3XCIsXCJDb2xvclwiOntcIiRpZFwiOlwiNjE4XCIsXCJBXCI6MjU1LFwiUlwiOjAsXCJHXCI6MCxcIkJcIjowfX0sXCJIb3Jpem9udGFsQWxpZ25tZW50XCI6MCxcIklzVmlzaWJsZVwiOnRydWV9LFwiUmVjdGFuZ2xlU3R5bGVcIjp7XCIkaWRcIjpcIjYxOVwiLFwiTWFyZ2luXCI6e1wiJGlkXCI6XCI2MjBcIixcIlRvcFwiOjAuMCxcIkxlZnRcIjowLjAsXCJSaWdodFwiOjAuMCxcIkJvdHRvbVwiOjAuMH0sXCJQYWRkaW5nXCI6e1wiJGlkXCI6XCI2MjFcIixcIlRvcFwiOjAuMCxcIkxlZnRcIjowLjAsXCJSaWdodFwiOjAuMCxcIkJvdHRvbVwiOjAuMH0sXCJCYWNrZ3JvdW5kXCI6e1wiJGlkXCI6XCI2MjJcIixcIkNvbG9yXCI6e1wiJGlkXCI6XCI2MjNcIixcIkFcIjoxMjcsXCJSXCI6MTUsXCJHXCI6MTU4LFwiQlwiOjIxM319LFwiSXNWaXNpYmxlXCI6dHJ1ZSxcIldpZHRoXCI6MC4wLFwiSGVpZ2h0XCI6MC4wLFwiQm9yZGVyU3R5bGVcIjp7XCIkaWRcIjpcIjYyNFwiLFwiTGluZVN0eWxlXCI6e1wiJGlkXCI6XCI2MjVcIixcIkxpbmVDb2xvclwiOntcIiRpZFwiOlwiNjI2XCIsXCJDb2xvclwiOntcIiRpZFwiOlwiNjI3XCIsXCJBXCI6MjU1LFwiUlwiOjI1NSxcIkdcIjowLFwiQlwiOjB9fSxcIkxpbmVXZWlnaHRcIjowLjAsXCJMaW5lVHlwZVwiOjB9LFwiSXNWaXNpYmxlXCI6ZmFsc2V9fX0sXCJCYWNrZ3JvdW5kU3R5bGVcIjp7XCIkaWRcIjpcIjYyOFwiLFwiTWFyZ2luXCI6e1wiJGlkXCI6XCI2MjlcIixcIlRvcFwiOjAuMCxcIkxlZnRcIjowLjAsXCJSaWdodFwiOjAuMCxcIkJvdHRvbVwiOjAuMH0sXCJQYWRkaW5nXCI6e1wiJGlkXCI6XCI2MzBcIixcIlRvcFwiOjAuMCxcIkxlZnRcIjowLjAsXCJSaWdodFwiOjAuMCxcIkJvdHRvbVwiOjAuMH0sXCJCYWNrZ3JvdW5kXCI6e1wiJGlkXCI6XCI2MzFcIixcIkNvbG9yXCI6e1wiJGlkXCI6XCI2MzJcIixcIkFcIjo1MSxcIlJcIjoyMDAsXCJHXCI6MjAwLFwiQlwiOjIwMH19LFwiSXNWaXNpYmxlXCI6dHJ1ZSxcIldpZHRoXCI6MC4wLFwiSGVpZ2h0XCI6MC4wLFwiQm9yZGVyU3R5bGVcIjp7XCIkaWRcIjpcIjYzM1wiLFwiTGluZVN0eWxlXCI6e1wiJGlkXCI6XCI2MzRcIixcIkxpbmVDb2xvclwiOntcIiRpZFwiOlwiNjM1XCIsXCJDb2xvclwiOntcIiRpZFwiOlwiNjM2XCIsXCJBXCI6MjU1LFwiUlwiOjIzNCxcIkdcIjoyMixcIkJcIjozMH19LFwiTGluZVdlaWdodFwiOjIuMCxcIkxpbmVUeXBlXCI6MH0sXCJJc1Zpc2libGVcIjpmYWxzZX19fSxcIkRlZmF1bHRTd2ltbGFuZU1pbGVzdG9uZVN0eWxlXCI6e1wiJGlkXCI6XCI2MzdcIixcIlRpdGxlUG9zaXRpb25cIjowLFwiRGF0ZVBvc2l0aW9uXCI6MixcIlZhcmlhbmNlUG9zaXRpb25cIjoyLFwiU2hhcGVUeXBlXCI6MSxcIlNoYXBlU2l6ZVwiOjAsXCJTcGFjaW5nXCI6NSxcIlNoYXBlU3R5bGVcIjp7XCIkaWRcIjpcIjYzOFwiLFwiTWFyZ2luXCI6e1wiJGlkXCI6XCI2MzlcIixcIlRvcFwiOjAuMCxcIkxlZnRcIjowLjAsXCJSaWdodFwiOjAuMCxcIkJvdHRvbVwiOjAuMH0sXCJQYWRkaW5nXCI6e1wiJGlkXCI6XCI2NDBcIixcIlRvcFwiOjAuMCxcIkxlZnRcIjowLjAsXCJSaWdodFwiOjAuMCxcIkJvdHRvbVwiOjAuMH0sXCJCYWNrZ3JvdW5kXCI6e1wiJGlkXCI6XCI2NDFcIixcIkNvbG9yXCI6e1wiJGlkXCI6XCI2NDJcIixcIkFcIjoyNTUsXCJSXCI6MTUsXCJHXCI6MTU4LFwiQlwiOjIxM319LFwiSXNWaXNpYmxlXCI6dHJ1ZSxcIldpZHRoXCI6MTIuMCxcIkhlaWdodFwiOjE0LjAsXCJCb3JkZXJTdHlsZVwiOntcIiRpZFwiOlwiNjQzXCIsXCJMaW5lU3R5bGVcIjp7XCIkaWRcIjpcIjY0NFwiLFwiTGluZUNvbG9yXCI6e1wiJGlkXCI6XCI2NDVcIixcIkNvbG9yXCI6e1wiJGlkXCI6XCI2NDZcIixcIkFcIjoyNTUsXCJSXCI6MjM0LFwiR1wiOjIyLFwiQlwiOjMwfX0sXCJMaW5lV2VpZ2h0XCI6Mi4wLFwiTGluZVR5cGVcIjowfSxcIklzVmlzaWJsZVwiOmZhbHNlfX0sXCJUaXRsZVN0eWxlXCI6e1wiJGlkXCI6XCI2NDdcIixcIkZvbnRTZXR0aW5nc1wiOntcIiRpZFwiOlwiNjQ4XCIsXCJGb250U2l6ZVwiOjExLFwiRm9udE5hbWVcIjpcIkNhbGlicmlcIixcIklzQm9sZFwiOmZhbHNlLFwiSXNJdGFsaWNcIjpmYWxzZSxcIklzVW5kZXJsaW5lZFwiOmZhbHNlfSxcIkZvcmVncm91bmRcIjp7XCIkaWRcIjpcIjY0OVwiLFwiQ29sb3JcIjp7XCIkaWRcIjpcIjY1MFwiLFwiQVwiOjI1NSxcIlJcIjowLFwiR1wiOjAsXCJCXCI6MH19LFwiSG9yaXpvbnRhbEFsaWdubWVudFwiOjIsXCJJc1Zpc2libGVcIjp0cnVlfSxcIkRhdGVTdHlsZVwiOntcIiRpZFwiOlwiNjUxXCIsXCJGb250U2V0dGluZ3NcIjp7XCIkaWRcIjpcIjY1MlwiLFwiRm9udFNpemVcIjoxMCxcIkZvbnROYW1lXCI6XCJDYWxpYnJpXCIsXCJJc0JvbGRcIjpmYWxzZSxcIklzSXRhbGljXCI6ZmFsc2UsXCJJc1VuZGVybGluZWRcIjpmYWxzZX0sXCJGb3JlZ3JvdW5kXCI6e1wiJGlkXCI6XCI2NTNcIixcIkNvbG9yXCI6e1wiJGlkXCI6XCI2NTRcIixcIkFcIjoyNTUsXCJSXCI6MTQsXCJHXCI6NDAsXCJCXCI6NjV9fSxcIkhvcml6b250YWxBbGlnbm1lbnRcIjowLFwiSXNWaXNpYmxlXCI6dHJ1ZX0sXCJEYXRlRm9ybWF0XCI6e1wiJGlkXCI6XCI2NTV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jU2XCIsXCJGb3JtYXRcIjowLFwiSXNWaXNpYmxlXCI6ZmFsc2UsXCJMYXN0S25vd25WaXNpYmlsaXR5U3RhdGVcIjpmYWxzZX0sXCJWYXJpYW5jZVN0eWxlXCI6e1wiJGlkXCI6XCI2NTdcIixcIlZhcmlhbmNlVGV4dFN0eWxlXCI6e1wiJGlkXCI6XCI2NThcIixcIkZvbnRTZXR0aW5nc1wiOntcIiRpZFwiOlwiNjU5XCIsXCJGb250U2l6ZVwiOjEwLFwiRm9udE5hbWVcIjpcIkNhbGlicmlcIixcIklzQm9sZFwiOmZhbHNlLFwiSXNJdGFsaWNcIjpmYWxzZSxcIklzVW5kZXJsaW5lZFwiOmZhbHNlfSxcIkZvcmVncm91bmRcIjp7XCIkaWRcIjpcIjY2MFwiLFwiQ29sb3JcIjp7XCIkaWRcIjpcIjY2MVwiLFwiQVwiOjI1NSxcIlJcIjowLFwiR1wiOjAsXCJCXCI6MH19LFwiSG9yaXpvbnRhbEFsaWdubWVudFwiOjAsXCJJc1Zpc2libGVcIjp0cnVlfX19LFwiRGVmYXVsdFN3aW1sYW5lVGFza1N0eWxlXCI6e1wiJGlkXCI6XCI2NjJcIixcIlNoYXBlXCI6MSxcIlNoYXBlVGhpY2tuZXNzXCI6MCxcIkR1cmF0aW9uRm9ybWF0XCI6MCxcIlBlcmNlbnRhZ2VDb21wbGV0ZVRleHRTdHlsZVwiOntcIiRpZFwiOlwiNjYzXCIsXCJGb250U2V0dGluZ3NcIjp7XCIkaWRcIjpcIjY2NFwiLFwiRm9udFNpemVcIjoxMCxcIkZvbnROYW1lXCI6XCJDYWxpYnJpXCIsXCJJc0JvbGRcIjpmYWxzZSxcIklzSXRhbGljXCI6ZmFsc2UsXCJJc1VuZGVybGluZWRcIjpmYWxzZX0sXCJGb3JlZ3JvdW5kXCI6e1wiJGlkXCI6XCI2NjVcIixcIkNvbG9yXCI6e1wiJGlkXCI6XCI2NjZcIixcIkFcIjoyNTUsXCJSXCI6MjMyLFwiR1wiOjIzMixcIkJcIjoyMzJ9fSxcIkhvcml6b250YWxBbGlnbm1lbnRcIjoxLFwiSXNWaXNpYmxlXCI6dHJ1ZX0sXCJQZXJjZW50YWdlQ29tcGxldGVIaWdobGlnaHRTdHlsZVwiOntcIiRpZFwiOlwiNjY3XCIsXCJCYWNrZ3JvdW5kXCI6e1wiJGlkXCI6XCI2NjhcIixcIkNvbG9yXCI6e1wiJGlkXCI6XCI2NjlcIixcIkFcIjo4OSxcIlJcIjowLFwiR1wiOjAsXCJCXCI6MH19fSxcIkR1cmF0aW9uU3R5bGVcIjp7XCIkaWRcIjpcIjY3MFwiLFwiRm9udFNldHRpbmdzXCI6e1wiJGlkXCI6XCI2NzFcIixcIkZvbnRTaXplXCI6MTAsXCJGb250TmFtZVwiOlwiQ2FsaWJyaVwiLFwiSXNCb2xkXCI6ZmFsc2UsXCJJc0l0YWxpY1wiOmZhbHNlLFwiSXNVbmRlcmxpbmVkXCI6ZmFsc2V9LFwiRm9yZWdyb3VuZFwiOntcIiRpZFwiOlwiNjcyXCIsXCJDb2xvclwiOntcIiRpZFwiOlwiNjczXCIsXCJBXCI6MjU1LFwiUlwiOjIzNyxcIkdcIjoxMjUsXCJCXCI6NDl9fSxcIkhvcml6b250YWxBbGlnbm1lbnRcIjowLFwiSXNWaXNpYmxlXCI6ZmFsc2V9LFwiTWFyZ2luXCI6e1wiJGlkXCI6XCI2NzRcIixcIlRvcFwiOjAuMCxcIkxlZnRcIjowLjAsXCJSaWdodFwiOjAuMCxcIkJvdHRvbVwiOjAuMH0sXCJTdGFydERhdGVQb3NpdGlvblwiOjMsXCJFbmREYXRlUG9zaXRpb25cIjozLFwiVGl0bGVQb3NpdGlvblwiOjQsXCJEdXJhdGlvblBvc2l0aW9uXCI6MCxcIlBlcmNlbnRhZ2VDb21wbGV0ZWRQb3NpdGlvblwiOjIsXCJWYXJpYW5jZVBvc2l0aW9uXCI6MixcIlNwYWNpbmdcIjozLFwiQmFzZWxpbmVTdHlsZVwiOntcIiRpZFwiOlwiNjc1XCIsXCJCYXNlbGluZVNoYXBlU3R5bGVcIjp7XCIkaWRcIjpcIjY3NlwiLFwiTWFyZ2luXCI6e1wiJGlkXCI6XCI2NzdcIixcIlRvcFwiOjAuMCxcIkxlZnRcIjowLjAsXCJSaWdodFwiOjAuMCxcIkJvdHRvbVwiOjAuMH0sXCJQYWRkaW5nXCI6e1wiJGlkXCI6XCI2NzhcIixcIlRvcFwiOjAuMCxcIkxlZnRcIjowLjAsXCJSaWdodFwiOjAuMCxcIkJvdHRvbVwiOjAuMH0sXCJCYWNrZ3JvdW5kXCI6e1wiJGlkXCI6XCI2NzlcIixcIkNvbG9yXCI6e1wiJGlkXCI6XCI2ODBcIixcIkFcIjoxNTMsXCJSXCI6MCxcIkdcIjowLFwiQlwiOjB9fSxcIklzVmlzaWJsZVwiOmZhbHNlLFwiV2lkdGhcIjowLjAsXCJIZWlnaHRcIjowLjAsXCJCb3JkZXJTdHlsZVwiOntcIiRpZFwiOlwiNjgxXCIsXCJMaW5lU3R5bGVcIjp7XCIkaWRcIjpcIjY4MlwiLFwiTGluZUNvbG9yXCI6e1wiJGlkXCI6XCI2ODNcIixcIkNvbG9yXCI6e1wiJGlkXCI6XCI2ODRcIixcIkFcIjoyNTUsXCJSXCI6MjU1LFwiR1wiOjAsXCJCXCI6MH19LFwiTGluZVdlaWdodFwiOjIuMCxcIkxpbmVUeXBlXCI6MH0sXCJJc1Zpc2libGVcIjpmYWxzZX19fSxcIlNoYXBlU3R5bGVcIjp7XCIkaWRcIjpcIjY4NVwiLFwiTWFyZ2luXCI6e1wiJGlkXCI6XCI2ODZcIixcIlRvcFwiOjAuMCxcIkxlZnRcIjo0LjAsXCJSaWdodFwiOjQuMCxcIkJvdHRvbVwiOjAuMH0sXCJQYWRkaW5nXCI6e1wiJGlkXCI6XCI2ODdcIixcIlRvcFwiOjAuMCxcIkxlZnRcIjowLjAsXCJSaWdodFwiOjAuMCxcIkJvdHRvbVwiOjAuMH0sXCJCYWNrZ3JvdW5kXCI6e1wiJGlkXCI6XCI2ODhcIixcIkNvbG9yXCI6e1wiJGlkXCI6XCI2ODlcIixcIkFcIjoyNTUsXCJSXCI6MTUsXCJHXCI6MTU4LFwiQlwiOjIxM319LFwiSXNWaXNpYmxlXCI6dHJ1ZSxcIldpZHRoXCI6MC4wLFwiSGVpZ2h0XCI6MTAuMCxcIkJvcmRlclN0eWxlXCI6e1wiJGlkXCI6XCI2OTBcIixcIkxpbmVTdHlsZVwiOntcIiRpZFwiOlwiNjkxXCIsXCJMaW5lQ29sb3JcIjp7XCIkaWRcIjpcIjY5MlwiLFwiQ29sb3JcIjp7XCIkaWRcIjpcIjY5M1wiLFwiQVwiOjI1NSxcIlJcIjoyMzQsXCJHXCI6MjIsXCJCXCI6MzB9fSxcIkxpbmVXZWlnaHRcIjoyLjAsXCJMaW5lVHlwZVwiOjB9LFwiSXNWaXNpYmxlXCI6ZmFsc2V9fSxcIlRpdGxlU3R5bGVcIjp7XCIkaWRcIjpcIjY5NFwiLFwiRm9udFNldHRpbmdzXCI6e1wiJGlkXCI6XCI2OTVcIixcIkZvbnRTaXplXCI6MTEsXCJGb250TmFtZVwiOlwiQ2FsaWJyaVwiLFwiSXNCb2xkXCI6ZmFsc2UsXCJJc0l0YWxpY1wiOmZhbHNlLFwiSXNVbmRlcmxpbmVkXCI6ZmFsc2V9LFwiRm9yZWdyb3VuZFwiOntcIiRpZFwiOlwiNjk2XCIsXCJDb2xvclwiOntcIiRpZFwiOlwiNjk3XCIsXCJBXCI6MjU1LFwiUlwiOjAsXCJHXCI6MCxcIkJcIjowfX0sXCJIb3Jpem9udGFsQWxpZ25tZW50XCI6MCxcIklzVmlzaWJsZVwiOnRydWV9LFwiRGF0ZVN0eWxlXCI6e1wiJGlkXCI6XCI2OThcIixcIkZvbnRTZXR0aW5nc1wiOntcIiRpZFwiOlwiNjk5XCIsXCJGb250U2l6ZVwiOjEwLFwiRm9udE5hbWVcIjpcIkNhbGlicmlcIixcIklzQm9sZFwiOmZhbHNlLFwiSXNJdGFsaWNcIjpmYWxzZSxcIklzVW5kZXJsaW5lZFwiOmZhbHNlfSxcIkZvcmVncm91bmRcIjp7XCIkaWRcIjpcIjcwMFwiLFwiQ29sb3JcIjp7XCIkaWRcIjpcIjcwMVwiLFwiQVwiOjI1NSxcIlJcIjoxNCxcIkdcIjo0MCxcIkJcIjo2NX19LFwiSG9yaXpvbnRhbEFsaWdubWVudFwiOjIsXCJJc1Zpc2libGVcIjp0cnVlfSxcIkRhdGVGb3JtYXRcIjp7XCIkaWRcIjpcIjcw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DNcIixcIkZvcm1hdFwiOjAsXCJJc1Zpc2libGVcIjpmYWxzZSxcIkxhc3RLbm93blZpc2liaWxpdHlTdGF0ZVwiOmZhbHNlfSxcIlZhcmlhbmNlU3R5bGVcIjp7XCIkaWRcIjpcIjcwNFwiLFwiVmFyaWFuY2VUZXh0U3R5bGVcIjp7XCIkaWRcIjpcIjcwNVwiLFwiRm9udFNldHRpbmdzXCI6e1wiJGlkXCI6XCI3MDZcIixcIkZvbnRTaXplXCI6MTAsXCJGb250TmFtZVwiOlwiQ2FsaWJyaVwiLFwiSXNCb2xkXCI6ZmFsc2UsXCJJc0l0YWxpY1wiOmZhbHNlLFwiSXNVbmRlcmxpbmVkXCI6ZmFsc2V9LFwiRm9yZWdyb3VuZFwiOntcIiRpZFwiOlwiNzA3XCIsXCJDb2xvclwiOntcIiRpZFwiOlwiNzA4XCIsXCJBXCI6MjU1LFwiUlwiOjAsXCJHXCI6MCxcIkJcIjowfX0sXCJIb3Jpem9udGFsQWxpZ25tZW50XCI6MCxcIklzVmlzaWJsZVwiOnRydWV9fX0sXCJEZWZhdWx0U3dpbWxhbmVNb3RTdHlsZVwiOntcIiRpZFwiOlwiNzA5XCIsXCJTaGFwZVwiOjEsXCJTaGFwZVNpemVcIjowLFwiRGV0YWlsc1NwYWNpbmdcIjowLjAsXCJQYWRkaW5nXCI6e1wiJGlkXCI6XCI3MTBcIixcIlRvcFwiOjUuMCxcIkxlZnRcIjozLjAsXCJSaWdodFwiOjAuMCxcIkJvdHRvbVwiOjIuMH0sXCJQb3NpdGlvbk9uVGFza1wiOjEsXCJTaGFwZVN0eWxlXCI6e1wiJGlkXCI6XCI3MTFcIixcIk1hcmdpblwiOntcIiRpZFwiOlwiNzEyXCIsXCJUb3BcIjowLjAsXCJMZWZ0XCI6MC4wLFwiUmlnaHRcIjowLjAsXCJCb3R0b21cIjowLjB9LFwiUGFkZGluZ1wiOntcIiRpZFwiOlwiNzEzXCIsXCJUb3BcIjowLjAsXCJMZWZ0XCI6MC4wLFwiUmlnaHRcIjowLjAsXCJCb3R0b21cIjowLjB9LFwiQmFja2dyb3VuZFwiOntcIiRpZFwiOlwiNzE0XCIsXCJDb2xvclwiOntcIiRpZFwiOlwiNzE1XCIsXCJBXCI6MjU1LFwiUlwiOjExLFwiR1wiOjExOCxcIkJcIjoxNTl9fSxcIklzVmlzaWJsZVwiOnRydWUsXCJXaWR0aFwiOjEyLjAsXCJIZWlnaHRcIjoxNC4wLFwiQm9yZGVyU3R5bGVcIjp7XCIkaWRcIjpcIjcxNlwiLFwiTGluZVN0eWxlXCI6e1wiJGlkXCI6XCI3MTdcIixcIkxpbmVDb2xvclwiOntcIiRpZFwiOlwiNzE4XCIsXCJDb2xvclwiOntcIiRpZFwiOlwiNzE5XCIsXCJBXCI6MjU1LFwiUlwiOjI1NSxcIkdcIjowLFwiQlwiOjB9fSxcIkxpbmVXZWlnaHRcIjowLjAsXCJMaW5lVHlwZVwiOjB9LFwiSXNWaXNpYmxlXCI6ZmFsc2V9fSxcIlRpdGxlU3R5bGVcIjp7XCIkaWRcIjpcIjcyMFwiLFwiRm9udFNldHRpbmdzXCI6e1wiJGlkXCI6XCI3MjFcIixcIkZvbnRTaXplXCI6MTEsXCJGb250TmFtZVwiOlwiQ2FsaWJyaVwiLFwiSXNCb2xkXCI6ZmFsc2UsXCJJc0l0YWxpY1wiOmZhbHNlLFwiSXNVbmRlcmxpbmVkXCI6ZmFsc2V9LFwiRm9yZWdyb3VuZFwiOntcIiRpZFwiOlwiNzIyXCIsXCJDb2xvclwiOntcIiRpZFwiOlwiNzIzXCIsXCJBXCI6MjU1LFwiUlwiOjAsXCJHXCI6MCxcIkJcIjowfX0sXCJIb3Jpem9udGFsQWxpZ25tZW50XCI6MSxcIklzVmlzaWJsZVwiOnRydWV9LFwiRGF0ZVN0eWxlXCI6e1wiJGlkXCI6XCI3MjRcIixcIkZvbnRTZXR0aW5nc1wiOntcIiRpZFwiOlwiNzI1XCIsXCJGb250U2l6ZVwiOjEwLFwiRm9udE5hbWVcIjpcIkNhbGlicmlcIixcIklzQm9sZFwiOmZhbHNlLFwiSXNJdGFsaWNcIjpmYWxzZSxcIklzVW5kZXJsaW5lZFwiOmZhbHNlfSxcIkZvcmVncm91bmRcIjp7XCIkaWRcIjpcIjcyNlwiLFwiQ29sb3JcIjp7XCIkaWRcIjpcIjcyN1wiLFwiQVwiOjI1NSxcIlJcIjoxNCxcIkdcIjo0MCxcIkJcIjo2NX19LFwiSG9yaXpvbnRhbEFsaWdubWVudFwiOjEsXCJJc1Zpc2libGVcIjp0cnVlfSxcIkRhdGVGb3JtYXRcIjp7XCIkaWRcIjpcIjcyO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jlcIixcIkZvcm1hdFwiOjAsXCJJc1Zpc2libGVcIjpmYWxzZSxcIkxhc3RLbm93blZpc2liaWxpdHlTdGF0ZVwiOmZhbHNlfSxcIlZhcmlhbmNlU3R5bGVcIjp7XCIkaWRcIjpcIjczMFwiLFwiVmFyaWFuY2VUZXh0U3R5bGVcIjp7XCIkaWRcIjpcIjczMVwiLFwiRm9udFNldHRpbmdzXCI6e1wiJGlkXCI6XCI3MzJcIixcIkZvbnRTaXplXCI6MTAsXCJGb250TmFtZVwiOlwiQ2FsaWJyaVwiLFwiSXNCb2xkXCI6ZmFsc2UsXCJJc0l0YWxpY1wiOmZhbHNlLFwiSXNVbmRlcmxpbmVkXCI6ZmFsc2V9LFwiRm9yZWdyb3VuZFwiOntcIiRpZFwiOlwiNzMzXCIsXCJDb2xvclwiOntcIiRpZFwiOlwiNzM0XCIsXCJBXCI6MjU1LFwiUlwiOjAsXCJHXCI6MCxcIkJcIjowfX0sXCJIb3Jpem9udGFsQWxpZ25tZW50XCI6MCxcIklzVmlzaWJsZVwiOnRydWV9fX19XSxcIkdyaWRsaW5lUGFuZWxTdHlsZVwiOntcIiRpZFwiOlwiNzM1XCIsXCJHcmlkbGluZVN0eWxlXCI6e1wiJGlkXCI6XCI3MzZcIixcIkxpbmVDb2xvclwiOntcIiRpZFwiOlwiNzM3XCIsXCJDb2xvclwiOntcIiRpZFwiOlwiNzM4XCIsXCJBXCI6MzgsXCJSXCI6OTEsXCJHXCI6MTU1LFwiQlwiOjIxM319LFwiTGluZVdlaWdodFwiOjEuMCxcIkxpbmVUeXBlXCI6MH0sXCJJc1Zpc2libGVcIjp0cnVlfSxcIkFjdGl2aXR5TGluZVBhbmVsU3R5bGVcIjp7XCIkaWRcIjpcIjczOVwiLFwiQWN0aXZpdHlMaW5lU3R5bGVcIjp7XCIkaWRcIjpcIjc0MFwiLFwiTGluZUNvbG9yXCI6e1wiJGlkXCI6XCI3NDFcIixcIkNvbG9yXCI6e1wiJGlkXCI6XCI3NDJcIixcIkFcIjozOCxcIlJcIjo2OCxcIkdcIjoxMTQsXCJCXCI6MTk2fX0sXCJMaW5lV2VpZ2h0XCI6MS4wLFwiTGluZVR5cGVcIjowfSxcIklzVmlzaWJsZVwiOnRydWV9LFwiRGVmYXVsdERlcGVuZGVuY3lTdHlsZVwiOntcIiRpZFwiOlwiNzQzXCIsXCJMaW5lU3R5bGVcIjp7XCIkaWRcIjpcIjc0NFwiLFwiTGluZUNvbG9yXCI6e1wiJGlkXCI6XCI3NDVcIixcIkNvbG9yXCI6e1wiJGlkXCI6XCI3NDZcIixcIkFcIjoyNTUsXCJSXCI6MCxcIkdcIjowLFwiQlwiOjB9fSxcIkxpbmVXZWlnaHRcIjoxLjAsXCJMaW5lVHlwZVwiOjB9LFwiRW5kQXJyb3doZWFkTGluZVN0eWxlXCI6e1wiJGlkXCI6XCI3NDdcIixcIktpbmRcIjoxLFwiV2lkdGhcIjoxLFwiTGVuZ3RoXCI6MH0sXCJCcmluZ1RvRnJvbnRcIjpmYWxzZSxcIlJhZGl1c1wiOjMuMH0sXCJDcml0aWNhbFBhdGhTdHlsZVwiOntcIiRpZFwiOlwiNzQ4XCIsXCJDcml0aWNhbFBhdGhTdHlsZU9wdGlvbnNcIjozMCxcIkxpbmVTdHlsZVwiOntcIiRpZFwiOlwiNzQ5XCIsXCJMaW5lQ29sb3JcIjp7XCIkaWRcIjpcIjc1MFwiLFwiQ29sb3JcIjp7XCIkaWRcIjpcIjc1MVwiLFwiQVwiOjI1NSxcIlJcIjoyMjIsXCJHXCI6NTAsXCJCXCI6NTB9fSxcIkxpbmVXZWlnaHRcIjoxLjAsXCJMaW5lVHlwZVwiOjB9LFwiVGl0bGVGb3JlZ3JvdW5kXCI6e1wiJGlkXCI6XCI3NTJcIixcIkNvbG9yXCI6e1wiJGlkXCI6XCI3NTNcIixcIkFcIjoyNTUsXCJSXCI6MTc2LFwiR1wiOjE5LFwiQlwiOjI1fX0sXCJTaGFwZXNCYWNrZ3JvdW5kXCI6e1wiJGlkXCI6XCI3NTRcIixcIkNvbG9yXCI6e1wiJGlkXCI6XCI3NTVcIixcIkFcIjoyNTUsXCJSXCI6MjUzLFwiR1wiOjIwMyxcIkJcIjoyMDh9fSxcIlNoYXBlc0JvcmRlclN0eWxlXCI6e1wiJGlkXCI6XCI3NTZcIixcIkxpbmVDb2xvclwiOntcIiRpZFwiOlwiNzU3XCIsXCJDb2xvclwiOntcIiRpZFwiOlwiNzU4XCIsXCJBXCI6MjU1LFwiUlwiOjIzNCxcIkdcIjoyMixcIkJcIjozMH19LFwiTGluZVdlaWdodFwiOjIuMCxcIkxpbmVUeXBlXCI6MH19LFwiUGFuZWxzU3BhY2luZ0RlZmluaXRpb25cIjp7XCIkaWRcIjpcIjc1OVwiLFwiU3BhY2luZ0Fib3ZlVGltZWJhbmRcIjozLFwiU3BhY2luZ0JlbG93VGltZWJhbmRcIjozLFwiU3BhY2luZ0Fib3ZlQmV0d2VlblN3aW1sYW5lc0FuZFRhc2tzXCI6NSxcIlNwYWNpbmdCZWxvd0JldHdlZW5Td2ltbGFuZXNBbmRUYXNrc1wiOjV9LFwiQ29uZGl0aW9uYWxGb3JtYXR0aW5nXCI6e1wiJGlkXCI6XCI3NjBcIixcIlB2QUZvcm1hdHRpbmdcIjp7XCIkaWRcIjpcIjc2MVwiLFwiRGVsYXlUYXNrU3R5bGVcIjp7XCIkaWRcIjpcIjc2MlwiLFwiU3R5bGVPcHRpb25zXCI6MjQsXCJUaXRsZUZvcmVncm91bmRcIjp7XCIkaWRcIjpcIjc2M1wiLFwiQ29sb3JcIjp7XCIkaWRcIjpcIjc2NFwiLFwiQVwiOjI1NSxcIlJcIjoxNzUsXCJHXCI6MCxcIkJcIjowfX0sXCJBY3R1YWxTaGFwZXNCYWNrZ3JvdW5kXCI6e1wiJGlkXCI6XCI3NjVcIixcIkNvbG9yXCI6e1wiJGlkXCI6XCI3NjZcIixcIkFcIjo2MixcIlJcIjoyNTUsXCJHXCI6MCxcIkJcIjowfX0sXCJBY3R1YWxTaGFwZXNCb3JkZXJTdHlsZVwiOntcIiRpZFwiOlwiNzY3XCIsXCJMaW5lQ29sb3JcIjp7XCIkaWRcIjpcIjc2OFwiLFwiQ29sb3JcIjp7XCIkaWRcIjpcIjc2OVwiLFwiQVwiOjE2MyxcIlJcIjoyNTUsXCJHXCI6MCxcIkJcIjowfX0sXCJMaW5lV2VpZ2h0XCI6My4wLFwiTGluZVR5cGVcIjowfSxcIkJhc2VsaW5lU2hhcGVzQmFja2dyb3VuZFwiOntcIiRpZFwiOlwiNzcwXCIsXCJDb2xvclwiOntcIiRpZFwiOlwiNzcxXCIsXCJBXCI6MTg0LFwiUlwiOjI1NSxcIkdcIjowLFwiQlwiOjB9fSxcIlZhcmlhbmNlRm9yZWdyb3VuZFwiOntcIiRpZFwiOlwiNzcyXCIsXCJDb2xvclwiOntcIiRpZFwiOlwiNzczXCIsXCJBXCI6MjU1LFwiUlwiOjE3NSxcIkdcIjowLFwiQlwiOjB9fX0sXCJEZWxheU1pbGVzdG9uZVN0eWxlXCI6e1wiJGlkXCI6XCI3NzRcIixcIlN0eWxlT3B0aW9uc1wiOjE4LFwiVGl0bGVGb3JlZ3JvdW5kXCI6e1wiJGlkXCI6XCI3NzVcIixcIkNvbG9yXCI6e1wiJGlkXCI6XCI3NzZcIixcIkFcIjoyNTUsXCJSXCI6MTc1LFwiR1wiOjAsXCJCXCI6MH19LFwiQWN0dWFsU2hhcGVzQmFja2dyb3VuZFwiOntcIiRpZFwiOlwiNzc3XCIsXCJDb2xvclwiOntcIiRpZFwiOlwiNzc4XCIsXCJBXCI6MjU1LFwiUlwiOjIyMixcIkdcIjo4MCxcIkJcIjo1MH19LFwiQWN0dWFsU2hhcGVzQm9yZGVyU3R5bGVcIjp7XCIkaWRcIjpcIjc3OVwiLFwiTGluZUNvbG9yXCI6e1wiJGlkXCI6XCI3ODBcIixcIkNvbG9yXCI6e1wiJGlkXCI6XCI3ODFcIixcIkFcIjoxNjMsXCJSXCI6MjU1LFwiR1wiOjAsXCJCXCI6MH19LFwiTGluZVdlaWdodFwiOjMuMCxcIkxpbmVUeXBlXCI6MH0sXCJCYXNlbGluZVNoYXBlc0JhY2tncm91bmRcIjp7XCIkaWRcIjpcIjc4MlwiLFwiQ29sb3JcIjp7XCIkaWRcIjpcIjc4M1wiLFwiQVwiOjE4NCxcIlJcIjoyNTUsXCJHXCI6MCxcIkJcIjowfX0sXCJWYXJpYW5jZUZvcmVncm91bmRcIjp7XCIkaWRcIjpcIjc4NFwiLFwiQ29sb3JcIjp7XCIkaWRcIjpcIjc4NVwiLFwiQVwiOjI1NSxcIlJcIjoxNzUsXCJHXCI6MCxcIkJcIjowfX19LFwiQWR2YW5jZVRhc2tTdHlsZVwiOntcIiRpZFwiOlwiNzg2XCIsXCJTdHlsZU9wdGlvbnNcIjoyNCxcIlRpdGxlRm9yZWdyb3VuZFwiOntcIiRpZFwiOlwiNzg3XCIsXCJDb2xvclwiOntcIiRpZFwiOlwiNzg4XCIsXCJBXCI6MjU1LFwiUlwiOjAsXCJHXCI6MTEwLFwiQlwiOjB9fSxcIkFjdHVhbFNoYXBlc0JhY2tncm91bmRcIjp7XCIkaWRcIjpcIjc4OVwiLFwiQ29sb3JcIjp7XCIkaWRcIjpcIjc5MFwiLFwiQVwiOjYxLFwiUlwiOjAsXCJHXCI6MTI4LFwiQlwiOjB9fSxcIkFjdHVhbFNoYXBlc0JvcmRlclN0eWxlXCI6e1wiJGlkXCI6XCI3OTFcIixcIkxpbmVDb2xvclwiOntcIiRpZFwiOlwiNzkyXCIsXCJDb2xvclwiOntcIiRpZFwiOlwiNzkzXCIsXCJBXCI6MTYzLFwiUlwiOjAsXCJHXCI6MTI4LFwiQlwiOjB9fSxcIkxpbmVXZWlnaHRcIjozLjAsXCJMaW5lVHlwZVwiOjB9LFwiQmFzZWxpbmVTaGFwZXNCYWNrZ3JvdW5kXCI6e1wiJGlkXCI6XCI3OTRcIixcIkNvbG9yXCI6e1wiJGlkXCI6XCI3OTVcIixcIkFcIjoxODQsXCJSXCI6MCxcIkdcIjoxMjgsXCJCXCI6MH19LFwiVmFyaWFuY2VGb3JlZ3JvdW5kXCI6e1wiJGlkXCI6XCI3OTZcIixcIkNvbG9yXCI6e1wiJGlkXCI6XCI3OTdcIixcIkFcIjoyNTUsXCJSXCI6MCxcIkdcIjoxMTAsXCJCXCI6MH19fSxcIkFkdmFuY2VNaWxlc3RvbmVTdHlsZVwiOntcIiRpZFwiOlwiNzk4XCIsXCJTdHlsZU9wdGlvbnNcIjoxOCxcIlRpdGxlRm9yZWdyb3VuZFwiOntcIiRpZFwiOlwiNzk5XCIsXCJDb2xvclwiOntcIiRpZFwiOlwiODAwXCIsXCJBXCI6MjU1LFwiUlwiOjAsXCJHXCI6MTEwLFwiQlwiOjB9fSxcIkFjdHVhbFNoYXBlc0JhY2tncm91bmRcIjp7XCIkaWRcIjpcIjgwMVwiLFwiQ29sb3JcIjp7XCIkaWRcIjpcIjgwMlwiLFwiQVwiOjI1NSxcIlJcIjoyMCxcIkdcIjoxMDAsXCJCXCI6MH19LFwiQWN0dWFsU2hhcGVzQm9yZGVyU3R5bGVcIjp7XCIkaWRcIjpcIjgwM1wiLFwiTGluZUNvbG9yXCI6e1wiJGlkXCI6XCI4MDRcIixcIkNvbG9yXCI6e1wiJGlkXCI6XCI4MDVcIixcIkFcIjoxNjMsXCJSXCI6MCxcIkdcIjoxMjgsXCJCXCI6MH19LFwiTGluZVdlaWdodFwiOjMuMCxcIkxpbmVUeXBlXCI6MH0sXCJCYXNlbGluZVNoYXBlc0JhY2tncm91bmRcIjp7XCIkaWRcIjpcIjgwNlwiLFwiQ29sb3JcIjp7XCIkaWRcIjpcIjgwN1wiLFwiQVwiOjE4NCxcIlJcIjowLFwiR1wiOjEyOCxcIkJcIjowfX0sXCJWYXJpYW5jZUZvcmVncm91bmRcIjp7XCIkaWRcIjpcIjgwOFwiLFwiQ29sb3JcIjp7XCIkaWRcIjpcIjgwOVwiLFwiQVwiOjI1NSxcIlJcIjowLFwiR1wiOjExMCxcIkJcIjowfX19fX0sXCJfc2VsZWN0ZWRUaGVtZVByZXNldENvbG9yc1wiOntcIiRpZFwiOlwiODEwXCIsXCJUZXh0TGlnaHRcIjp7XCIkaWRcIjpcIjgxMVwiLFwiQVwiOjI1NSxcIlJcIjoyNTUsXCJHXCI6MjU1LFwiQlwiOjI1NX0sXCJUZXh0RGFya1wiOntcIiRpZFwiOlwiODEyXCIsXCJBXCI6MjU1LFwiUlwiOjAsXCJHXCI6MCxcIkJcIjowfSxcIkFjY2VudDFcIjp7XCIkaWRcIjpcIjgxM1wiLFwiQVwiOjI1NSxcIlJcIjoyMzIsXCJHXCI6MjMyLFwiQlwiOjIzMn0sXCJBY2NlbnQyXCI6e1wiJGlkXCI6XCI4MTRcIixcIkFcIjoyNTUsXCJSXCI6MTQsXCJHXCI6NDAsXCJCXCI6NjV9LFwiQWNjZW50M1wiOntcIiRpZFwiOlwiODE1XCIsXCJBXCI6MjU1LFwiUlwiOjIxLFwiR1wiOjk2LFwiQlwiOjEzMH0sXCJBY2NlbnQ0XCI6e1wiJGlkXCI6XCI4MTZcIixcIkFcIjoyNTUsXCJSXCI6MjMzLFwiR1wiOjExMyxcIkJcIjo1MH0sXCJBY2NlbnQ1XCI6e1wiJGlkXCI6XCI4MTdcIixcIkFcIjoyNTUsXCJSXCI6MjUsXCJHXCI6MTA3LFwiQlwiOjM2fSxcIkFjY2VudDZcIjp7XCIkaWRcIjpcIjgxOFwiLFwiQVwiOjI1NSxcIlJcIjoxNSxcIkdcIjoxNTgsXCJCXCI6MjEzfSxcIkFjY2VudDdcIjp7XCIkaWRcIjpcIjgxOVwiLFwiQVwiOjI1NSxcIlJcIjoxNjAsXCJHXCI6NDMsXCJCXCI6MTQ3fSxcIkFjY2VudDhcIjp7XCIkaWRcIjpcIjgyMFwiLFwiQVwiOjI1NSxcIlJcIjo3OCxcIkdcIjoxNjcsXCJCXCI6NDZ9fSxcIl9jdXN0b21QcmVzZXRDb2xvcnNcIjp7XCIkaWRcIjpcIjgyMVwifX19IiwiUmVjZW50Q29sb3JzQ29sbGVjdGlvbiI6IltcIiNGRjRFQTcyRVwiLFwiI0ZGRkVCQTBBXCIsXCIjRkYwRjlFRDVcIl0ifSwiU2V0dGluZ3MiOnsiJGlkIjoiMTk5NiIsIkltcGFPcHRpb25zIjp7IiRpZCI6IjE5OTciLCJMZWZ0VG9SaWdodCI6ZmFsc2UsIlBheWxvYWRPcHRpb25zIjoy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ZmFsc2UsIkltcG9ydFR5cGUiOjAsIkZpbGVQYXRoIjpudWxsLCJUaW1lQ29uZmlndXJhdGlvbiI6eyIkaWQiOiIxOTk4IiwiVXNlVGltZSI6ZmFsc2UsIldvcmtEYXlTdGFydCI6IjAwOjAwOjAwIiwiV29ya0RheUVuZCI6IjIzOjU5OjAwIn0sIkxhc3RVc2VkVGVtcGxhdGVJZCI6IjAwMDAwMDAwLTAwMDAtMDAwMC0wMDAwLTAwMDAwMDAwMDAwMCIsIkxhc3RVc2VkVGhlbWVEZXRhaWxzIjp7IiRpZCI6IjE5OTkiLCJJZCI6IjA0ODcxNWIwLWQ1NzgtNGMyZi1hMzI2LTg4MThiZTI0NzI0OSIsIlRpdGxlIjoiQmFzZWxpbmUiLCJDYXRlZ29yeSI6MX0sIkZpcnN0V2Vla09mWWVhciI6MCwiUGxhY2VNaWxlc3RvbmVBdFRoZUJlZ2lubmluZ09mVGhlRGF5IjpmYWxzZSwiRGVwZW5kZW5jeVNjaGVkdWxpbmdTZXR0aW5ncyI6eyIkaWQiOiIyMDAwIiwiRGVwZW5kZW5jaWVzU2NoZWR1bGluZ01vZGVTZXR0aW5nIjoiRmxleGlibGUiLCJEZXBlbmRlbmNpZXNQcmV2aW91c1NjaGVkdWxpbmdNb2RlIjoiRmxleGlibGUiLCJPbkJyZWFraW5nRmxleGlibGVTY2hlZHVsaW5nTW9kZVNldHRpbmciOiJBc2tFdmVyeXRpbWUiLCJPbkJyZWFraW5nU3RyaWN0U2NoZWR1bGluZ01vZGVTZXR0aW5nIjoiQXNrRXZlcnl0aW1lIn0sIkRlcGVuZGVuY3lNb2R1bGVFbmFibGVkIjp0cnVlLCJQbGFubmVkTW9kdWxlRW5hYmxlZCI6ZmFsc2UsIk9sZEZpeGVkSW50ZXJ2YWxzUmVuZGVyaW5nU3RyYXRlZ3lVc2VkQmVmb3JlIjpmYWxzZSwiRGVwZW5kZW5jaWVzIjp7Il9kZXBlbmRlbmNpZXMiOltdfX0="/>
  <p:tag name="__MASTER" val="__part_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XSwiSGFzQmFzZWxpbmVzIjpmYWxzZSwiQ3VsdHVyZUluZm9OYW1lIjoiZW4tVVMiLCJTdHlsZU5hbWUiOm51bGwsIlZlcnNpb24iOnsiJGlkIjoiMiIsIlZlcnNpb24iOiI1LjYuMCIsIk9yaWdpbmFsQXNzZW1ibHlWZXJzaW9uIjpudWxsLCJFZGl0aW9uIjpudWxsLCJMYXN0U2F2ZWRFZGl0aW9uIjowLCJJc1BsdXNFZGl0aW9uIjpmYWxzZSwiSXNQcm9FZGl0aW9uIjpmYWxzZX0sIkVmZmVjdCI6MCwiU3R5bGUiOnsiJGlkIjoiMyIsIkRlZmF1bHREZXBlbmRlbmN5U3R5bGUiOnsiJGlkIjoiNCIsIkxpbmVTdHlsZSI6eyIkaWQiOiI1IiwiTGluZUNvbG9yIjp7IiRpZCI6IjYiLCIkdHlwZSI6Ik5MUkUuQ29tbW9uLkRvbS5Tb2xpZENvbG9yQnJ1c2gsIE5MUkUuQ29tbW9uIiwiQ29sb3IiOnsiJGlkIjoiNyIsIkEiOjI1NSwiUiI6MCwiRyI6MCwiQiI6MH19LCJMaW5lV2VpZ2h0IjoxLjAsIkxpbmVUeXBlIjowLCJQYXJlbnRTdHlsZSI6bnVsbH0sIkVuZEFycm93aGVhZExpbmVTdHlsZSI6eyIkaWQiOiI4IiwiS2luZCI6MSwiV2lkdGgiOjEsIkxlbmd0aCI6MCwiUGFyZW50U3R5bGUiOm51bGx9LCJCcmluZ1RvRnJvbnQiOmZhbHNlLCJFbGJvd1JhZGl1cyI6My4wLCJNYXJnaW4iOnsiJGlkIjoiOSIsIlRvcCI6MC4wLCJMZWZ0IjowLjAsIlJpZ2h0IjowLjAsIkJvdHRvbSI6MC4wfSwiUGFkZGluZyI6eyIkaWQiOiIxMCIsIlRvcCI6MC4wLCJMZWZ0IjowLjAsIlJpZ2h0IjowLjAsIkJvdHRvbSI6MC4wfSwiQmFja2dyb3VuZCI6bnVsbCwiSXNWaXNpYmxlIjp0cnVlLCJXaWR0aCI6MC4wLCJIZWlnaHQiOjAuMCwiQm9yZGVyU3R5bGUiOm51bGwsIlBhcmVudFN0eWxlIjpudWxsfSwiQ3JpdGljYWxQYXRoU3R5bGUiOnsiJGlkIjoiMTEiLCJDcml0aWNhbFBhdGhTdHlsZU9wdGlvbnMiOjMwLCJMaW5lU3R5bGUiOnsiJGlkIjoiMTIiLCJMaW5lQ29sb3IiOnsiJGlkIjoiMTMiLCIkdHlwZSI6Ik5MUkUuQ29tbW9uLkRvbS5Tb2xpZENvbG9yQnJ1c2gsIE5MUkUuQ29tbW9uIiwiQ29sb3IiOnsiJGlkIjoiMTQiLCJBIjoyNTUsIlIiOjIyMiwiRyI6NTAsIkIiOjUwfX0sIkxpbmVXZWlnaHQiOjEuMCwiTGluZVR5cGUiOjAsIlBhcmVudFN0eWxlIjpudWxsfSwiVGl0bGVGb3JlZ3JvdW5kIjp7IiRpZCI6IjE1IiwiQ29sb3IiOnsiJGlkIjoiMTYiLCJBIjoyNTUsIlIiOjE3NiwiRyI6MTksIkIiOjI1fX0sIlNoYXBlc0JhY2tncm91bmQiOnsiJGlkIjoiMTciLCJDb2xvciI6eyIkaWQiOiIxOCIsIkEiOjI1NSwiUiI6MjUzLCJHIjoyMDMsIkIiOjIwOH19LCJTaGFwZXNCb3JkZXJTdHlsZSI6eyIkaWQiOiIxOSIsIkxpbmVDb2xvciI6eyIkaWQiOiIyMCIsIiR0eXBlIjoiTkxSRS5Db21tb24uRG9tLlNvbGlkQ29sb3JCcnVzaCwgTkxSRS5Db21tb24iLCJDb2xvciI6eyIkaWQiOiIyMSIsIkEiOjI1NSwiUiI6MjM0LCJHIjoyMiwiQiI6MzB9fSwiTGluZVdlaWdodCI6Mi4wLCJMaW5lVHlwZSI6MCwiUGFyZW50U3R5bGUiOm51bGx9LCJNYXJnaW4iOnsiJGlkIjoiMjIiLCJUb3AiOjAuMCwiTGVmdCI6MC4wLCJSaWdodCI6MC4wLCJCb3R0b20iOjAuMH0sIlBhZGRpbmciOnsiJGlkIjoiMjMiLCJUb3AiOjAuMCwiTGVmdCI6MC4wLCJSaWdodCI6MC4wLCJCb3R0b20iOjAuMH0sIkJhY2tncm91bmQiOm51bGwsIklzVmlzaWJsZSI6ZmFsc2UsIldpZHRoIjowLjAsIkhlaWdodCI6MC4wLCJCb3JkZXJTdHlsZSI6eyIkaWQiOiIyNCIsIkxpbmVDb2xvciI6bnVsbCwiTGluZVdlaWdodCI6MC4wLCJMaW5lVHlwZSI6MCwiUGFyZW50U3R5bGUiOm51bGx9LCJQYXJlbnRTdHlsZSI6bnVsbH0sIlBhbmVsc1NwYWNpbmdEZWZpbml0aW9uIjp7IiRpZCI6IjI1IiwiU3BhY2luZ0Fib3ZlVGltZWJhbmQiOjMsIlNwYWNpbmdCZWxvd1RpbWViYW5kIjozLCJTcGFjaW5nQWJvdmVCZXR3ZWVuU3dpbWxhbmVzQW5kVGFza3MiOjUsIlNwYWNpbmdCZWxvd0JldHdlZW5Td2ltbGFuZXNBbmRUYXNrcyI6NX0sIlRpbWViYW5kU3R5bGUiOnsiJGlkIjoiMjYiLCJTY2FsZU1hcmtpbmciOjAsIlNoYXBlIjowLCJTaGFwZVN0eWxlIjp7IiRpZCI6IjI3IiwiTWFyZ2luIjp7IiRpZCI6IjI4IiwiVG9wIjowLjAsIkxlZnQiOjEwLjAsIlJpZ2h0IjoxMC4wLCJCb3R0b20iOjAuMH0sIlBhZGRpbmciOnsiJGlkIjoiMjkiLCJUb3AiOjAuMCwiTGVmdCI6MC4wLCJSaWdodCI6MC4wLCJCb3R0b20iOjAuMH0sIkJhY2tncm91bmQiOnsiJGlkIjoiMzAiLCJDb2xvciI6eyIkaWQiOiIzMSIsIkEiOjI1NSwiUiI6MTQsIkciOjQwLCJCIjo2NX19LCJJc1Zpc2libGUiOnRydWUsIldpZHRoIjowLjAsIkhlaWdodCI6MjAuMCwiQm9yZGVyU3R5bGUiOnsiJGlkIjoiMzIiLCJMaW5lQ29sb3IiOnsiJGlkIjoiMzMiLCIkdHlwZSI6Ik5MUkUuQ29tbW9uLkRvbS5Tb2xpZENvbG9yQnJ1c2gsIE5MUkUuQ29tbW9uIiwiQ29sb3IiOnsiJGlkIjoiMzQiLCJBIjoyNTUsIlIiOjI1NSwiRyI6MCwiQiI6MH19LCJMaW5lV2VpZ2h0IjowLjAsIkxpbmVUeXBlIjowLCJQYXJlbnRTdHlsZSI6bnVsbH0sIlBhcmVudFN0eWxlIjpudWxsfSwiTWlkZGxlVGllclNoYXBlU3R5bGUiOnsiJGlkIjoiMzUiLCJNYXJnaW4iOnsiJGlkIjoiMzYiLCJUb3AiOjAuMCwiTGVmdCI6MTAuMCwiUmlnaHQiOjEwLjAsIkJvdHRvbSI6MC4wfSwiUGFkZGluZyI6eyIkaWQiOiIzNyIsIlRvcCI6MC4wLCJMZWZ0IjowLjAsIlJpZ2h0IjowLjAsIkJvdHRvbSI6MC4wfSwiQmFja2dyb3VuZCI6eyIkaWQiOiIzOCIsIkNvbG9yIjp7IiRpZCI6IjM5IiwiQSI6MjU1LCJSIjoxNCwiRyI6NDAsIkIiOjY1fX0sIklzVmlzaWJsZSI6dHJ1ZSwiV2lkdGgiOjAuMCwiSGVpZ2h0IjoyMC4wLCJCb3JkZXJTdHlsZSI6eyIkaWQiOiI0MCIsIkxpbmVDb2xvciI6eyIkcmVmIjoiMzMifSwiTGluZVdlaWdodCI6MC4wLCJMaW5lVHlwZSI6MCwiUGFyZW50U3R5bGUiOm51bGx9LCJQYXJlbnRTdHlsZSI6bnVsbH0sIkJvdHRvbVRpZXJTaGFwZVN0eWxlIjp7IiRpZCI6IjQxIiwiTWFyZ2luIjp7IiRpZCI6IjQyIiwiVG9wIjowLjAsIkxlZnQiOjEwLjAsIlJpZ2h0IjoxMC4wLCJCb3R0b20iOjAuMH0sIlBhZGRpbmciOnsiJGlkIjoiNDMiLCJUb3AiOjAuMCwiTGVmdCI6MC4wLCJSaWdodCI6MC4wLCJCb3R0b20iOjAuMH0sIkJhY2tncm91bmQiOnsiJGlkIjoiNDQiLCJDb2xvciI6eyIkaWQiOiI0NSIsIkEiOjI1NSwiUiI6MTQsIkciOjQwLCJCIjo2NX19LCJJc1Zpc2libGUiOnRydWUsIldpZHRoIjowLjAsIkhlaWdodCI6MjAuMCwiQm9yZGVyU3R5bGUiOnsiJGlkIjoiNDYiLCJMaW5lQ29sb3IiOnsiJHJlZiI6IjMzIn0sIkxpbmVXZWlnaHQiOjAuMCwiTGluZVR5cGUiOjAsIlBhcmVudFN0eWxlIjpudWxsfSwiUGFyZW50U3R5bGUiOm51bGx9LCJSaWdodEVuZENhcHNTdHlsZSI6eyIkaWQiOiI0NyIsIkZvbnRTZXR0aW5ncyI6eyIkaWQiOiI0OCIsIkZvbnRTaXplIjoxOCwiRm9udE5hbWUiOiJDYWxpYnJpIiwiSXNCb2xkIjp0cnVlLCJJc0l0YWxpYyI6ZmFsc2UsIklzVW5kZXJsaW5lZCI6ZmFsc2UsIlBhcmVudFN0eWxlIjpudWxsfSwiQXV0b1NpemUiOjAsIkZvcmVncm91bmQiOnsiJGlkIjoiNDkiLCJDb2xvciI6eyIkaWQiOiI1MCIsIkEiOjI1NSwiUiI6MjMzLCJHIjoxMTMsIkIiOjUwfX0sIk1heFdpZHRoIjoyMDAuMCwiTWF4SGVpZ2h0IjoiSW5maW5pdHkiLCJTbWFydEZvcmVncm91bmRJc0FjdGl2ZSI6ZmFsc2UsIkhvcml6b250YWxBbGlnbm1lbnQiOjAsIlZlcnRpY2FsQWxpZ25tZW50IjoxLCJTbWFydEZvcmVncm91bmQiOm51bGwsIkJhY2tncm91bmRGaWxsVHlwZSI6MCwiTWFyZ2luIjp7IiRpZCI6IjUxIiwiVG9wIjowLjAsIkxlZnQiOjAuMCwiUmlnaHQiOjIwLjAsIkJvdHRvbSI6MC4wfSwiUGFkZGluZyI6eyIkaWQiOiI1MiIsIlRvcCI6MC4wLCJMZWZ0IjowLjAsIlJpZ2h0IjowLjAsIkJvdHRvbSI6MC4wfSwiQmFja2dyb3VuZCI6eyIkaWQiOiI1MyIsIkNvbG9yIjp7IiRpZCI6IjU0IiwiQSI6MjU1LCJSIjoyMzMsIkciOjExMywiQiI6NTB9fSwiSXNWaXNpYmxlIjpmYWxzZSwiV2lkdGgiOjAuMCwiSGVpZ2h0IjowLjAsIkJvcmRlclN0eWxlIjp7IiRpZCI6IjU1IiwiTGluZUNvbG9yIjpudWxsLCJMaW5lV2VpZ2h0IjowLjAsIkxpbmVUeXBlIjowLCJQYXJlbnRTdHlsZSI6bnVsbH0sIlBhcmVudFN0eWxlIjpudWxsfSwiTGVmdEVuZENhcHNTdHlsZSI6eyIkaWQiOiI1NiIsIkZvbnRTZXR0aW5ncyI6eyIkaWQiOiI1NyIsIkZvbnRTaXplIjoxOCwiRm9udE5hbWUiOiJDYWxpYnJpIiwiSXNCb2xkIjp0cnVlLCJJc0l0YWxpYyI6ZmFsc2UsIklzVW5kZXJsaW5lZCI6ZmFsc2UsIlBhcmVudFN0eWxlIjpudWxsfSwiQXV0b1NpemUiOjAsIkZvcmVncm91bmQiOnsiJGlkIjoiNTgiLCJDb2xvciI6eyIkaWQiOiI1OS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YwIiwiVG9wIjowLjAsIkxlZnQiOjIwLjAsIlJpZ2h0IjowLjAsIkJvdHRvbSI6MC4wfSwiUGFkZGluZyI6eyIkaWQiOiI2MSIsIlRvcCI6MC4wLCJMZWZ0IjowLjAsIlJpZ2h0IjowLjAsIkJvdHRvbSI6MC4wfSwiQmFja2dyb3VuZCI6eyIkaWQiOiI2MiIsIkNvbG9yIjp7IiRpZCI6IjYzIiwiQSI6MjU1LCJSIjoyMzcsIkciOjEyNSwiQiI6NDl9fSwiSXNWaXNpYmxlIjpmYWxzZSwiV2lkdGgiOjAuMCwiSGVpZ2h0IjowLjAsIkJvcmRlclN0eWxlIjp7IiRpZCI6IjY0IiwiTGluZUNvbG9yIjpudWxsLCJMaW5lV2VpZ2h0IjowLjAsIkxpbmVUeXBlIjowLCJQYXJlbnRTdHlsZSI6bnVsbH0sIlBhcmVudFN0eWxlIjpudWxsfSwiVG9kYXlUZXh0U3R5bGUiOnsiJGlkIjoiNjUiLCJGb250U2V0dGluZ3MiOnsiJGlkIjoiNjYiLCJGb250U2l6ZSI6MTIsIkZvbnROYW1lIjoiQ2FsaWJyaSIsIklzQm9sZCI6ZmFsc2UsIklzSXRhbGljIjpmYWxzZSwiSXNVbmRlcmxpbmVkIjpmYWxzZSwiUGFyZW50U3R5bGUiOm51bGx9LCJBdXRvU2l6ZSI6MCwiRm9yZWdyb3VuZCI6eyIkaWQiOiI2NyIsIkNvbG9yIjp7IiRpZCI6IjY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5IiwiVG9wIjowLjAsIkxlZnQiOjAuMCwiUmlnaHQiOjAuMCwiQm90dG9tIjowLjB9LCJQYWRkaW5nIjp7IiRpZCI6IjcwIiwiVG9wIjowLjAsIkxlZnQiOjAuMCwiUmlnaHQiOjAuMCwiQm90dG9tIjowLjB9LCJCYWNrZ3JvdW5kIjp7IiRpZCI6IjcxIiwiQ29sb3IiOnsiJGlkIjoiNzIiLCJBIjoyNTUsIlIiOjAsIkciOjAsIkIiOjB9fSwiSXNWaXNpYmxlIjpmYWxzZSwiV2lkdGgiOjAuMCwiSGVpZ2h0IjowLjAsIkJvcmRlclN0eWxlIjp7IiRpZCI6IjczIiwiTGluZUNvbG9yIjpudWxsLCJMaW5lV2VpZ2h0IjowLjAsIkxpbmVUeXBlIjowLCJQYXJlbnRTdHlsZSI6bnVsbH0sIlBhcmVudFN0eWxlIjpudWxsfSwiVG9kYXlNYXJrZXJTdHlsZSI6eyIkaWQiOiI3NCIsIk1hcmdpbiI6eyIkaWQiOiI3NSIsIlRvcCI6MC4wLCJMZWZ0IjowLjAsIlJpZ2h0IjowLjAsIkJvdHRvbSI6MC4wfSwiUGFkZGluZyI6eyIkaWQiOiI3NiIsIlRvcCI6MC4wLCJMZWZ0IjowLjAsIlJpZ2h0IjowLjAsIkJvdHRvbSI6MC4wfSwiQmFja2dyb3VuZCI6eyIkaWQiOiI3NyIsIkNvbG9yIjp7IiRpZCI6Ijc4IiwiQSI6MjU1LCJSIjoyNTUsIkciOjAsIkIiOjB9fSwiSXNWaXNpYmxlIjp0cnVlLCJXaWR0aCI6MC4wLCJIZWlnaHQiOjAuMCwiQm9yZGVyU3R5bGUiOm51bGwsIlBhcmVudFN0eWxlIjpudWxsfSwiU2NhbGVTdHlsZSI6eyIkaWQiOiI3OSIsIlNoYXBlIjozLCJTaG93U2VnbWVudFNlcGFyYXRvcnMiOnRydWUsIlNlZ21lbnRTZXBhcmF0b3JPcGFjaXR5IjozMCwiSGFzQmVlblZpc2libGVCZWZvcmUiOmZhbHNlLCJGb250U2V0dGluZ3MiOnsiJGlkIjoiODAiLCJGb250U2l6ZSI6MTIsIkZvbnROYW1lIjoiQ2FsaWJyaSIsIklzQm9sZCI6ZmFsc2UsIklzSXRhbGljIjpmYWxzZSwiSXNVbmRlcmxpbmVkIjpmYWxzZSwiUGFyZW50U3R5bGUiOm51bGx9LCJBdXRvU2l6ZSI6MCwiRm9yZWdyb3VuZCI6eyIkaWQiOiI4MSIsIkNvbG9yIjp7IiRpZCI6IjgyIiwiQSI6MjU1LCJSIjoyMzIsIkciOjIzMiwiQiI6MjMyfX0sIk1heFdpZHRoIjoyMDAuMCwiTWF4SGVpZ2h0IjoiSW5maW5pdHkiLCJTbWFydEZvcmVncm91bmRJc0FjdGl2ZSI6ZmFsc2UsIkhvcml6b250YWxBbGlnbm1lbnQiOjAsIlZlcnRpY2FsQWxpZ25tZW50IjoxLCJTbWFydEZvcmVncm91bmQiOm51bGwsIkJhY2tncm91bmRGaWxsVHlwZSI6MCwiTWFyZ2luIjp7IiRpZCI6IjgzIiwiVG9wIjowLjAsIkxlZnQiOjQuMCwiUmlnaHQiOjQuMCwiQm90dG9tIjowLjB9LCJQYWRkaW5nIjp7IiRpZCI6Ijg0IiwiVG9wIjowLjAsIkxlZnQiOjAuMCwiUmlnaHQiOjAuMCwiQm90dG9tIjowLjB9LCJCYWNrZ3JvdW5kIjp7IiRpZCI6Ijg1IiwiQ29sb3IiOnsiJGlkIjoiODYiLCJBIjoyNTUsIlIiOjE0LCJHIjo0MCwiQiI6NjV9fSwiSXNWaXNpYmxlIjp0cnVlLCJXaWR0aCI6MC4wLCJIZWlnaHQiOjAuMCwiQm9yZGVyU3R5bGUiOnsiJGlkIjoiODciLCJMaW5lQ29sb3IiOm51bGwsIkxpbmVXZWlnaHQiOjAuMCwiTGluZVR5cGUiOjAsIlBhcmVudFN0eWxlIjpudWxsfSwiUGFyZW50U3R5bGUiOm51bGx9LCJTaW5nbGVTY2FsZVNoYXBlU3R5bGUiOnsiJGlkIjoiODgiLCJTaGFwZSI6MCwiSGVpZ2h0IjowLjB9LCJNaWRkbGVUaWVyU2NhbGVTdHlsZSI6eyIkaWQiOiI4OSIsIlNoYXBlIjozLCJTaG93U2VnbWVudFNlcGFyYXRvcnMiOnRydWUsIlNlZ21lbnRTZXBhcmF0b3JPcGFjaXR5IjozMCwiSGFzQmVlblZpc2libGVCZWZvcmUiOmZhbHNlLCJGb250U2V0dGluZ3MiOnsiJGlkIjoiOTAiLCJGb250U2l6ZSI6MTIsIkZvbnROYW1lIjoiQ2FsaWJyaSIsIklzQm9sZCI6ZmFsc2UsIklzSXRhbGljIjpmYWxzZSwiSXNVbmRlcmxpbmVkIjpmYWxzZSwiUGFyZW50U3R5bGUiOm51bGx9LCJBdXRvU2l6ZSI6MCwiRm9yZWdyb3VuZCI6eyIkaWQiOiI5MSIsIkNvbG9yIjp7IiRpZCI6IjkyIiwiQSI6MjU1LCJSIjoyMzIsIkciOjIzMiwiQiI6MjMyfX0sIk1heFdpZHRoIjoyMDAuMCwiTWF4SGVpZ2h0IjoiSW5maW5pdHkiLCJTbWFydEZvcmVncm91bmRJc0FjdGl2ZSI6ZmFsc2UsIkhvcml6b250YWxBbGlnbm1lbnQiOjAsIlZlcnRpY2FsQWxpZ25tZW50IjoxLCJTbWFydEZvcmVncm91bmQiOm51bGwsIkJhY2tncm91bmRGaWxsVHlwZSI6MCwiTWFyZ2luIjp7IiRpZCI6IjkzIiwiVG9wIjowLjAsIkxlZnQiOjQuMCwiUmlnaHQiOjQuMCwiQm90dG9tIjowLjB9LCJQYWRkaW5nIjp7IiRpZCI6Ijk0IiwiVG9wIjowLjAsIkxlZnQiOjAuMCwiUmlnaHQiOjAuMCwiQm90dG9tIjowLjB9LCJCYWNrZ3JvdW5kIjp7IiRpZCI6Ijk1IiwiQ29sb3IiOnsiJGlkIjoiOTYiLCJBIjoyNTUsIlIiOjE0LCJHIjo0MCwiQiI6NjV9fSwiSXNWaXNpYmxlIjpmYWxzZSwiV2lkdGgiOjAuMCwiSGVpZ2h0IjowLjAsIkJvcmRlclN0eWxlIjp7IiRpZCI6Ijk3IiwiTGluZUNvbG9yIjpudWxsLCJMaW5lV2VpZ2h0IjowLjAsIkxpbmVUeXBlIjowLCJQYXJlbnRTdHlsZSI6bnVsbH0sIlBhcmVudFN0eWxlIjpudWxsfSwiQm90dG9tVGllclNjYWxlU3R5bGUiOnsiJGlkIjoiOTgiLCJTaGFwZSI6MywiU2hvd1NlZ21lbnRTZXBhcmF0b3JzIjp0cnVlLCJTZWdtZW50U2VwYXJhdG9yT3BhY2l0eSI6MzAsIkhhc0JlZW5WaXNpYmxlQmVmb3JlIjpmYWxzZSwiRm9udFNldHRpbmdzIjp7IiRpZCI6Ijk5IiwiRm9udFNpemUiOjEyLCJGb250TmFtZSI6IkNhbGlicmkiLCJJc0JvbGQiOmZhbHNlLCJJc0l0YWxpYyI6ZmFsc2UsIklzVW5kZXJsaW5lZCI6ZmFsc2UsIlBhcmVudFN0eWxlIjpudWxsfSwiQXV0b1NpemUiOjAsIkZvcmVncm91bmQiOnsiJGlkIjoiMTAwIiwiQ29sb3IiOnsiJGlkIjoiMTAxIiwiQSI6MjU1LCJSIjoyMzIsIkciOjIzMiwiQiI6MjMyfX0sIk1heFdpZHRoIjoyMDAuMCwiTWF4SGVpZ2h0IjoiSW5maW5pdHkiLCJTbWFydEZvcmVncm91bmRJc0FjdGl2ZSI6ZmFsc2UsIkhvcml6b250YWxBbGlnbm1lbnQiOjAsIlZlcnRpY2FsQWxpZ25tZW50IjoxLCJTbWFydEZvcmVncm91bmQiOm51bGwsIkJhY2tncm91bmRGaWxsVHlwZSI6MCwiTWFyZ2luIjp7IiRpZCI6IjEwMiIsIlRvcCI6MC4wLCJMZWZ0Ijo0LjAsIlJpZ2h0Ijo0LjAsIkJvdHRvbSI6MC4wfSwiUGFkZGluZyI6eyIkaWQiOiIxMDMiLCJUb3AiOjAuMCwiTGVmdCI6MC4wLCJSaWdodCI6MC4wLCJCb3R0b20iOjAuMH0sIkJhY2tncm91bmQiOnsiJGlkIjoiMTA0IiwiQ29sb3IiOnsiJGlkIjoiMTA1IiwiQSI6MjU1LCJSIjoxNCwiRyI6NDAsIkIiOjY1fX0sIklzVmlzaWJsZSI6ZmFsc2UsIldpZHRoIjowLjAsIkhlaWdodCI6MC4wLCJCb3JkZXJTdHlsZSI6eyIkaWQiOiIxMDYiLCJMaW5lQ29sb3IiOm51bGwsIkxpbmVXZWlnaHQiOjAuMCwiTGluZVR5cGUiOjAsIlBhcmVudFN0eWxlIjpudWxsfSwiUGFyZW50U3R5bGUiOm51bGx9LCJFbGFwc2VkVGltZUJhY2tncm91bmQiOnsiJGlkIjoiMTA3IiwiQ29sb3IiOnsiJGlkIjoiMTA4IiwiQSI6MTkxLCJSIjoyNTUsIkciOjAsIkIiOjB9fSwiQXBwZW5kWWVhck9uWWVhckNoYW5nZSI6ZmFsc2UsIkVsYXBzZWRUaW1lRm9ybWF0IjowLCJUb2RheU1hcmtlclBvc2l0aW9uIjowLCJRdWlja1Bvc2l0aW9uIjozLCJBYnNvbHV0ZVBvc2l0aW9uIjoxMzUuMCwiTWFyZ2luIjp7IiRpZCI6IjEwOSIsIlRvcCI6MC4wLCJMZWZ0IjoxMC4wLCJSaWdodCI6MTAuMCwiQm90dG9tIjowLjB9LCJQYWRkaW5nIjp7IiRpZCI6IjExMCIsIlRvcCI6MC4wLCJMZWZ0IjowLjAsIlJpZ2h0IjowLjAsIkJvdHRvbSI6MC4wfSwiQmFja2dyb3VuZCI6eyIkaWQiOiIxMTEiLCJDb2xvciI6eyIkaWQiOiIxMTIiLCJBIjoyNTUsIlIiOjQ3LCJHIjo1NCwiQiI6MTUzfX0sIklzVmlzaWJsZSI6ZmFsc2UsIldpZHRoIjowLjAsIkhlaWdodCI6MC4wLCJCb3JkZXJTdHlsZSI6bnVsbCwiUGFyZW50U3R5bGUiOm51bGx9LCJEZWZhdWx0TWlsZXN0b25lU3R5bGUiOnsiJGlkIjoiMTEzIiwiU2hhcGUiOjIsIkNvbm5lY3Rvck1hcmdpbiI6eyIkaWQiOiIxMTQiLCJUb3AiOjAuMCwiTGVmdCI6Mi4wLCJSaWdodCI6Mi4wLCJCb3R0b20iOjAuMH0sIkNvbm5lY3RvclN0eWxlIjp7IiRpZCI6IjExNSIsIkxpbmVDb2xvciI6eyIkaWQiOiIxMTYiLCIkdHlwZSI6Ik5MUkUuQ29tbW9uLkRvbS5Tb2xpZENvbG9yQnJ1c2gsIE5MUkUuQ29tbW9uIiwiQ29sb3IiOnsiJGlkIjoiMTE3IiwiQSI6MTI3LCJSIjoyMzMsIkciOjExMywiQiI6NTB9fSwiTGluZVdlaWdodCI6MS4wLCJMaW5lVHlwZSI6MCwiUGFyZW50U3R5bGUiOm51bGx9LCJJc0JlbG93VGltZWJhbmQiOmZhbHNlLCJQb3NpdGlvbk9uVGFzayI6MCwiSGlkZURhdGUiOmZhbHNlLCJTaGFwZVNpemUiOjEsIlNwYWNpbmciOjAuMCwiUGFkZGluZyI6eyIkaWQiOiIxMTgiLCJUb3AiOjUuMCwiTGVmdCI6My4wLCJSaWdodCI6MC4wLCJCb3R0b20iOjIuMH0sIlNoYXBlU3R5bGUiOnsiJGlkIjoiMTE5IiwiTWFyZ2luIjp7IiRpZCI6IjEyMCIsIlRvcCI6MC4wLCJMZWZ0IjowLjAsIlJpZ2h0IjowLjAsIkJvdHRvbSI6MC4wfSwiUGFkZGluZyI6eyIkaWQiOiIxMjEiLCJUb3AiOjAuMCwiTGVmdCI6MC4wLCJSaWdodCI6MC4wLCJCb3R0b20iOjAuMH0sIkJhY2tncm91bmQiOnsiJGlkIjoiMTIyIiwiQ29sb3IiOnsiJGlkIjoiMTIzIiwiQSI6MjU1LCJSIjoyMzMsIkciOjExMywiQiI6NTB9fSwiSXNWaXNpYmxlIjp0cnVlLCJXaWR0aCI6MTguMCwiSGVpZ2h0IjoyMC4wLCJCb3JkZXJTdHlsZSI6eyIkaWQiOiIxMjQiLCJMaW5lQ29sb3IiOnsiJGlkIjoiMTI1IiwiJHR5cGUiOiJOTFJFLkNvbW1vbi5Eb20uU29saWRDb2xvckJydXNoLCBOTFJFLkNvbW1vbiIsIkNvbG9yIjp7IiRpZCI6IjEyNiIsIkEiOjI1NSwiUiI6MjM0LCJHIjoyMiwiQiI6MzB9fSwiTGluZVdlaWdodCI6MC4wLCJMaW5lVHlwZSI6MCwiUGFyZW50U3R5bGUiOm51bGx9LCJQYXJlbnRTdHlsZSI6bnVsbH0sIlRpdGxlU3R5bGUiOnsiJGlkIjoiMTI3IiwiRm9udFNldHRpbmdzIjp7IiRpZCI6IjEyOCIsIkZvbnRTaXplIjoxMSwiRm9udE5hbWUiOiJDYWxpYnJpIiwiSXNCb2xkIjp0cnVlLCJJc0l0YWxpYyI6ZmFsc2UsIklzVW5kZXJsaW5lZCI6ZmFsc2UsIlBhcmVudFN0eWxlIjpudWxsfSwiQXV0b1NpemUiOjAsIkZvcmVncm91bmQiOnsiJGlkIjoiMTI5IiwiQ29sb3IiOnsiJGlkIjoiMTM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zMSIsIlRvcCI6MC4wLCJMZWZ0IjowLjAsIlJpZ2h0IjowLjAsIkJvdHRvbSI6MC4wfSwiUGFkZGluZyI6eyIkaWQiOiIxMzIiLCJUb3AiOjAuMCwiTGVmdCI6MC4wLCJSaWdodCI6MC4wLCJCb3R0b20iOjAuMH0sIkJhY2tncm91bmQiOnsiJGlkIjoiMTMzIiwiQ29sb3IiOnsiJGlkIjoiMTM0IiwiQSI6MjU1LCJSIjowLCJHIjowLCJCIjowfX0sIklzVmlzaWJsZSI6dHJ1ZSwiV2lkdGgiOjAuMCwiSGVpZ2h0IjowLjAsIkJvcmRlclN0eWxlIjp7IiRpZCI6IjEzNSIsIkxpbmVDb2xvciI6bnVsbCwiTGluZVdlaWdodCI6MC4wLCJMaW5lVHlwZSI6MCwiUGFyZW50U3R5bGUiOm51bGx9LCJQYXJlbnRTdHlsZSI6bnVsbH0sIkRhdGVTdHlsZSI6eyIkaWQiOiIxMzYiLCJGb250U2V0dGluZ3MiOnsiJGlkIjoiMTM3IiwiRm9udFNpemUiOjEwLCJGb250TmFtZSI6IkNhbGlicmkiLCJJc0JvbGQiOmZhbHNlLCJJc0l0YWxpYyI6ZmFsc2UsIklzVW5kZXJsaW5lZCI6ZmFsc2UsIlBhcmVudFN0eWxlIjpudWxsfSwiQXV0b1NpemUiOjAsIkZvcmVncm91bmQiOnsiJGlkIjoiMTM4IiwiQ29sb3IiOnsiJGlkIjoiMTM5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0MCIsIlRvcCI6MC4wLCJMZWZ0IjowLjAsIlJpZ2h0IjowLjAsIkJvdHRvbSI6MC4wfSwiUGFkZGluZyI6eyIkaWQiOiIxNDEiLCJUb3AiOjAuMCwiTGVmdCI6MC4wLCJSaWdodCI6MC4wLCJCb3R0b20iOjAuMH0sIkJhY2tncm91bmQiOnsiJGlkIjoiMTQyIiwiQ29sb3IiOnsiJGlkIjoiMTQzIiwiQSI6MjU1LCJSIjoxNCwiRyI6NDAsIkIiOjY1fX0sIklzVmlzaWJsZSI6dHJ1ZSwiV2lkdGgiOjAuMCwiSGVpZ2h0IjowLjAsIkJvcmRlclN0eWxlIjp7IiRpZCI6IjE0NCIsIkxpbmVDb2xvciI6bnVsbCwiTGluZVdlaWdodCI6MC4wLCJMaW5lVHlwZSI6MCwiUGFyZW50U3R5bGUiOm51bGx9LCJQYXJlbnRTdHlsZSI6bnVsbH0sIkRhdGVGb3JtYXQiOnsiJGlkIjoiMTQ1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0NiIsIkZvcm1hdCI6MCwiSXNWaXNpYmxlIjpmYWxzZSwiTGFzdEtub3duVmlzaWJpbGl0eVN0YXRlIjpmYWxzZX0sIklzVmlzaWJsZSI6dHJ1ZSwiVmFyaWFuY2VTdHlsZSI6eyIkaWQiOiIxNDciLCJUZXh0U3R5bGUiOnsiJGlkIjoiMTQ4IiwiRm9udFNldHRpbmdzIjp7IiRpZCI6IjE0OSIsIkZvbnRTaXplIjoxMCwiRm9udE5hbWUiOiJDYWxpYnJpIiwiSXNCb2xkIjpmYWxzZSwiSXNJdGFsaWMiOmZhbHNlLCJJc1VuZGVybGluZWQiOmZhbHNlLCJQYXJlbnRTdHlsZSI6bnVsbH0sIkF1dG9TaXplIjowLCJGb3JlZ3JvdW5kIjp7IiRpZCI6IjE1MCIsIkNvbG9yIjp7IiRpZCI6IjE1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TIiLCJUb3AiOjAuMCwiTGVmdCI6MC4wLCJSaWdodCI6MC4wLCJCb3R0b20iOjAuMH0sIlBhZGRpbmciOnsiJGlkIjoiMTUzIiwiVG9wIjowLjAsIkxlZnQiOjAuMCwiUmlnaHQiOjAuMCwiQm90dG9tIjowLjB9LCJCYWNrZ3JvdW5kIjp7IiRpZCI6IjE1NCIsIkNvbG9yIjp7IiRpZCI6IjE1NSIsIkEiOjI1NSwiUiI6MCwiRyI6MCwiQiI6MH19LCJJc1Zpc2libGUiOnRydWUsIldpZHRoIjowLjAsIkhlaWdodCI6MC4wLCJCb3JkZXJTdHlsZSI6eyIkaWQiOiIxNTYiLCJMaW5lQ29sb3IiOm51bGwsIkxpbmVXZWlnaHQiOjAuMCwiTGluZVR5cGUiOjAsIlBhcmVudFN0eWxlIjpudWxsfSwiUGFyZW50U3R5bGUiOm51bGx9LCJQYXJlbnRTdHlsZSI6bnVsbH0sIlBhcmVudFN0eWxlIjpudWxsfSwiRGVmYXVsdE1vdFN0eWxlIjp7IiRpZCI6IjE1NyIsIlNoYXBlIjoyLCJDb25uZWN0b3JNYXJnaW4iOnsiJGlkIjoiMTU4IiwiVG9wIjowLjAsIkxlZnQiOjIuMCwiUmlnaHQiOjIuMCwiQm90dG9tIjowLjB9LCJDb25uZWN0b3JTdHlsZSI6eyIkaWQiOiIxNTkiLCJMaW5lQ29sb3IiOnsiJGlkIjoiMTYwIiwiJHR5cGUiOiJOTFJFLkNvbW1vbi5Eb20uU29saWRDb2xvckJydXNoLCBOTFJFLkNvbW1vbiIsIkNvbG9yIjp7IiRpZCI6IjE2MSIsIkEiOjEyNywiUiI6MjMzLCJHIjoxMTMsIkIiOjUwfX0sIkxpbmVXZWlnaHQiOjEuMCwiTGluZVR5cGUiOjAsIlBhcmVudFN0eWxlIjpudWxsfSwiSXNCZWxvd1RpbWViYW5kIjpmYWxzZSwiUG9zaXRpb25PblRhc2siOjEsIkhpZGVEYXRlIjpmYWxzZSwiU2hhcGVTaXplIjoxLCJTcGFjaW5nIjowLjAsIlBhZGRpbmciOnsiJGlkIjoiMTYyIiwiVG9wIjo1LjAsIkxlZnQiOjMuMCwiUmlnaHQiOjAuMCwiQm90dG9tIjoyLjB9LCJTaGFwZVN0eWxlIjp7IiRpZCI6IjE2MyIsIk1hcmdpbiI6eyIkaWQiOiIxNjQiLCJUb3AiOjAuMCwiTGVmdCI6MC4wLCJSaWdodCI6MC4wLCJCb3R0b20iOjAuMH0sIlBhZGRpbmciOnsiJGlkIjoiMTY1IiwiVG9wIjowLjAsIkxlZnQiOjAuMCwiUmlnaHQiOjAuMCwiQm90dG9tIjowLjB9LCJCYWNrZ3JvdW5kIjp7IiRpZCI6IjE2NiIsIkNvbG9yIjp7IiRpZCI6IjE2NyIsIkEiOjI1NSwiUiI6MjMzLCJHIjoxMTMsIkIiOjUwfX0sIklzVmlzaWJsZSI6dHJ1ZSwiV2lkdGgiOjEzLjAsIkhlaWdodCI6MTMuMCwiQm9yZGVyU3R5bGUiOnsiJGlkIjoiMTY4IiwiTGluZUNvbG9yIjp7IiRpZCI6IjE2OSIsIiR0eXBlIjoiTkxSRS5Db21tb24uRG9tLlNvbGlkQ29sb3JCcnVzaCwgTkxSRS5Db21tb24iLCJDb2xvciI6eyIkaWQiOiIxNzAiLCJBIjoyNTUsIlIiOjIzNCwiRyI6MjIsIkIiOjMwfX0sIkxpbmVXZWlnaHQiOjAuMCwiTGluZVR5cGUiOjAsIlBhcmVudFN0eWxlIjpudWxsfSwiUGFyZW50U3R5bGUiOm51bGx9LCJUaXRsZVN0eWxlIjp7IiRpZCI6IjE3MSIsIkZvbnRTZXR0aW5ncyI6eyIkaWQiOiIxNzIiLCJGb250U2l6ZSI6MTEsIkZvbnROYW1lIjoiQ2FsaWJyaSIsIklzQm9sZCI6dHJ1ZSwiSXNJdGFsaWMiOmZhbHNlLCJJc1VuZGVybGluZWQiOmZhbHNlLCJQYXJlbnRTdHlsZSI6bnVsbH0sIkF1dG9TaXplIjowLCJGb3JlZ3JvdW5kIjp7IiRpZCI6IjE3MyIsIkNvbG9yIjp7IiRpZCI6IjE3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zUiLCJUb3AiOjAuMCwiTGVmdCI6MC4wLCJSaWdodCI6MC4wLCJCb3R0b20iOjAuMH0sIlBhZGRpbmciOnsiJGlkIjoiMTc2IiwiVG9wIjowLjAsIkxlZnQiOjAuMCwiUmlnaHQiOjAuMCwiQm90dG9tIjowLjB9LCJCYWNrZ3JvdW5kIjp7IiRpZCI6IjE3NyIsIkNvbG9yIjp7IiRpZCI6IjE3OCIsIkEiOjI1NSwiUiI6MCwiRyI6MCwiQiI6MH19LCJJc1Zpc2libGUiOnRydWUsIldpZHRoIjowLjAsIkhlaWdodCI6MC4wLCJCb3JkZXJTdHlsZSI6eyIkaWQiOiIxNzkiLCJMaW5lQ29sb3IiOm51bGwsIkxpbmVXZWlnaHQiOjAuMCwiTGluZVR5cGUiOjAsIlBhcmVudFN0eWxlIjpudWxsfSwiUGFyZW50U3R5bGUiOm51bGx9LCJEYXRlU3R5bGUiOnsiJGlkIjoiMTgwIiwiRm9udFNldHRpbmdzIjp7IiRpZCI6IjE4MSIsIkZvbnRTaXplIjoxMCwiRm9udE5hbWUiOiJDYWxpYnJpIiwiSXNCb2xkIjpmYWxzZSwiSXNJdGFsaWMiOmZhbHNlLCJJc1VuZGVybGluZWQiOmZhbHNlLCJQYXJlbnRTdHlsZSI6bnVsbH0sIkF1dG9TaXplIjowLCJGb3JlZ3JvdW5kIjp7IiRpZCI6IjE4MiIsIkNvbG9yIjp7IiRpZCI6IjE4My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xODQiLCJUb3AiOjAuMCwiTGVmdCI6MC4wLCJSaWdodCI6MC4wLCJCb3R0b20iOjAuMH0sIlBhZGRpbmciOnsiJGlkIjoiMTg1IiwiVG9wIjowLjAsIkxlZnQiOjAuMCwiUmlnaHQiOjAuMCwiQm90dG9tIjowLjB9LCJCYWNrZ3JvdW5kIjp7IiRpZCI6IjE4NiIsIkNvbG9yIjp7IiRpZCI6IjE4NyIsIkEiOjI1NSwiUiI6MTQsIkciOjQwLCJCIjo2NX19LCJJc1Zpc2libGUiOnRydWUsIldpZHRoIjowLjAsIkhlaWdodCI6MC4wLCJCb3JkZXJTdHlsZSI6eyIkaWQiOiIxODgiLCJMaW5lQ29sb3IiOm51bGwsIkxpbmVXZWlnaHQiOjAuMCwiTGluZVR5cGUiOjAsIlBhcmVudFN0eWxlIjpudWxsfSwiUGFyZW50U3R5bGUiOm51bGx9LCJEYXRlRm9ybWF0Ijp7IiRpZCI6IjE4O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TAiLCJGb3JtYXQiOjAsIklzVmlzaWJsZSI6ZmFsc2UsIkxhc3RLbm93blZpc2liaWxpdHlTdGF0ZSI6ZmFsc2V9LCJJc1Zpc2libGUiOnRydWUsIlZhcmlhbmNlU3R5bGUiOnsiJGlkIjoiMTkxIiwiVGV4dFN0eWxlIjp7IiRpZCI6IjE5MiIsIkZvbnRTZXR0aW5ncyI6eyIkaWQiOiIxOTMiLCJGb250U2l6ZSI6MTAsIkZvbnROYW1lIjoiQ2FsaWJyaSIsIklzQm9sZCI6ZmFsc2UsIklzSXRhbGljIjpmYWxzZSwiSXNVbmRlcmxpbmVkIjpmYWxzZSwiUGFyZW50U3R5bGUiOm51bGx9LCJBdXRvU2l6ZSI6MCwiRm9yZWdyb3VuZCI6eyIkaWQiOiIxOTQiLCJDb2xvciI6eyIkaWQiOiIxOT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k2IiwiVG9wIjowLjAsIkxlZnQiOjAuMCwiUmlnaHQiOjAuMCwiQm90dG9tIjowLjB9LCJQYWRkaW5nIjp7IiRpZCI6IjE5NyIsIlRvcCI6MC4wLCJMZWZ0IjowLjAsIlJpZ2h0IjowLjAsIkJvdHRvbSI6MC4wfSwiQmFja2dyb3VuZCI6eyIkaWQiOiIxOTgiLCJDb2xvciI6eyIkaWQiOiIxOTkiLCJBIjoyNTUsIlIiOjAsIkciOjAsIkIiOjB9fSwiSXNWaXNpYmxlIjp0cnVlLCJXaWR0aCI6MC4wLCJIZWlnaHQiOjAuMCwiQm9yZGVyU3R5bGUiOnsiJGlkIjoiMjAwIiwiTGluZUNvbG9yIjpudWxsLCJMaW5lV2VpZ2h0IjowLjAsIkxpbmVUeXBlIjowLCJQYXJlbnRTdHlsZSI6bnVsbH0sIlBhcmVudFN0eWxlIjpudWxsfSwiUGFyZW50U3R5bGUiOm51bGx9LCJQYXJlbnRTdHlsZSI6bnVsbH0sIkRlZmF1bHRUYXNrU3R5bGUiOnsiJGlkIjoiMjAxIiwiU2hhcGUiOjMsIlNoYXBlVGhpY2tuZXNzIjowLCJEdXJhdGlvbkZvcm1hdCI6MCwiSW5jbHVkZU5vbldvcmtpbmdEYXlzSW5EdXJhdGlvbiI6ZmFsc2UsIlBlcmNlbnRhZ2VDb21wbGV0ZVN0eWxlIjp7IiRpZCI6IjIwMiIsIkZvbnRTZXR0aW5ncyI6eyIkaWQiOiIyMDMiLCJGb250U2l6ZSI6MTAsIkZvbnROYW1lIjoiQ2FsaWJyaSIsIklzQm9sZCI6ZmFsc2UsIklzSXRhbGljIjpmYWxzZSwiSXNVbmRlcmxpbmVkIjpmYWxzZSwiUGFyZW50U3R5bGUiOm51bGx9LCJBdXRvU2l6ZSI6MCwiRm9yZWdyb3VuZCI6eyIkaWQiOiIyMDQiLCJDb2xvciI6eyIkaWQiOiIyMDU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jA2IiwiVG9wIjowLjAsIkxlZnQiOjAuMCwiUmlnaHQiOjAuMCwiQm90dG9tIjowLjB9LCJQYWRkaW5nIjp7IiRpZCI6IjIwNyIsIlRvcCI6MC4wLCJMZWZ0IjowLjAsIlJpZ2h0IjowLjAsIkJvdHRvbSI6MC4wfSwiQmFja2dyb3VuZCI6eyIkaWQiOiIyMDgiLCJDb2xvciI6eyIkaWQiOiIyMDkiLCJBIjo4OSwiUiI6MCwiRyI6MCwiQiI6MH19LCJJc1Zpc2libGUiOnRydWUsIldpZHRoIjowLjAsIkhlaWdodCI6MC4wLCJCb3JkZXJTdHlsZSI6eyIkaWQiOiIyMTAiLCJMaW5lQ29sb3IiOm51bGwsIkxpbmVXZWlnaHQiOjAuMCwiTGluZVR5cGUiOjAsIlBhcmVudFN0eWxlIjpudWxsfSwiUGFyZW50U3R5bGUiOm51bGx9LCJEdXJhdGlvblN0eWxlIjp7IiRpZCI6IjIxMSIsIkZvbnRTZXR0aW5ncyI6eyIkaWQiOiIyMTIiLCJGb250U2l6ZSI6MTAsIkZvbnROYW1lIjoiQ2FsaWJyaSIsIklzQm9sZCI6ZmFsc2UsIklzSXRhbGljIjpmYWxzZSwiSXNVbmRlcmxpbmVkIjpmYWxzZSwiUGFyZW50U3R5bGUiOm51bGx9LCJBdXRvU2l6ZSI6MCwiRm9yZWdyb3VuZCI6eyIkaWQiOiIyMTMiLCJDb2xvciI6eyIkaWQiOiIyMTQ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yMTUiLCJUb3AiOjAuMCwiTGVmdCI6MC4wLCJSaWdodCI6MC4wLCJCb3R0b20iOjAuMH0sIlBhZGRpbmciOnsiJGlkIjoiMjE2IiwiVG9wIjowLjAsIkxlZnQiOjAuMCwiUmlnaHQiOjAuMCwiQm90dG9tIjowLjB9LCJCYWNrZ3JvdW5kIjp7IiRpZCI6IjIxNyIsIkNvbG9yIjp7IiRpZCI6IjIxOCIsIkEiOjI1NSwiUiI6MjM3LCJHIjoxMjUsIkIiOjQ5fX0sIklzVmlzaWJsZSI6dHJ1ZSwiV2lkdGgiOjAuMCwiSGVpZ2h0IjowLjAsIkJvcmRlclN0eWxlIjp7IiRpZCI6IjIxOSIsIkxpbmVDb2xvciI6bnVsbCwiTGluZVdlaWdodCI6MC4wLCJMaW5lVHlwZSI6MCwiUGFyZW50U3R5bGUiOm51bGx9LCJQYXJlbnRTdHlsZSI6bnVsbH0sIkhvcml6b250YWxDb25uZWN0b3JTdHlsZSI6eyIkaWQiOiIyMjAiLCJMaW5lQ29sb3IiOnsiJGlkIjoiMjIxIiwiJHR5cGUiOiJOTFJFLkNvbW1vbi5Eb20uU29saWRDb2xvckJydXNoLCBOTFJFLkNvbW1vbiIsIkNvbG9yIjp7IiRpZCI6IjIyMiIsIkEiOjUxLCJSIjoyMSwiRyI6OTYsIkIiOjEzMH19LCJMaW5lV2VpZ2h0IjoxLjAsIkxpbmVUeXBlIjowLCJQYXJlbnRTdHlsZSI6bnVsbH0sIlZlcnRpY2FsQ29ubmVjdG9yU3R5bGUiOnsiJGlkIjoiMjIzIiwiTGluZUNvbG9yIjp7IiRpZCI6IjIyNCIsIiR0eXBlIjoiTkxSRS5Db21tb24uRG9tLlNvbGlkQ29sb3JCcnVzaCwgTkxSRS5Db21tb24iLCJDb2xvciI6eyIkaWQiOiIyMjU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MiwiU3BhY2luZyI6MywiSXNCZWxvd1RpbWViYW5kIjpmYWxzZSwiUGVyY2VudGFnZUNvbXBsZXRlU2hhcGVPcGFjaXR5IjozNSwiQmFzZWxpbmVTdHlsZSI6eyIkaWQiOiIyMjYiLCJTaGFwZVN0eWxlIjp7IiRpZCI6IjIyNyIsIk1hcmdpbiI6eyIkaWQiOiIyMjgiLCJUb3AiOjAuMCwiTGVmdCI6MC4wLCJSaWdodCI6MC4wLCJCb3R0b20iOjAuMH0sIlBhZGRpbmciOnsiJGlkIjoiMjI5IiwiVG9wIjowLjAsIkxlZnQiOjAuMCwiUmlnaHQiOjAuMCwiQm90dG9tIjowLjB9LCJCYWNrZ3JvdW5kIjp7IiRpZCI6IjIzMCIsIkNvbG9yIjp7IiRpZCI6IjIzMSIsIkEiOjE1MywiUiI6MCwiRyI6MCwiQiI6MH19LCJJc1Zpc2libGUiOnRydWUsIldpZHRoIjowLjAsIkhlaWdodCI6MC4wLCJCb3JkZXJTdHlsZSI6eyIkaWQiOiIyMzIiLCJMaW5lQ29sb3IiOnsiJGlkIjoiMjMzIiwiJHR5cGUiOiJOTFJFLkNvbW1vbi5Eb20uU29saWRDb2xvckJydXNoLCBOTFJFLkNvbW1vbiIsIkNvbG9yIjp7IiRpZCI6IjIzNCIsIkEiOjI1NSwiUiI6MjU1LCJHIjowLCJCIjowfX0sIkxpbmVXZWlnaHQiOjAuMCwiTGluZVR5cGUiOjAsIlBhcmVudFN0eWxlIjpudWxsfSwiUGFyZW50U3R5bGUiOm51bGx9LCJNYXJnaW4iOnsiJGlkIjoiMjM1IiwiVG9wIjowLjAsIkxlZnQiOjAuMCwiUmlnaHQiOjAuMCwiQm90dG9tIjowLjB9LCJQYWRkaW5nIjp7IiRpZCI6IjIzNiIsIlRvcCI6MC4wLCJMZWZ0IjowLjAsIlJpZ2h0IjowLjAsIkJvdHRvbSI6MC4wfSwiQmFja2dyb3VuZCI6bnVsbCwiSXNWaXNpYmxlIjp0cnVlLCJXaWR0aCI6MC4wLCJIZWlnaHQiOjAuMCwiQm9yZGVyU3R5bGUiOm51bGwsIlBhcmVudFN0eWxlIjpudWxsfSwiU2hhcGVTdHlsZSI6eyIkaWQiOiIyMzciLCJNYXJnaW4iOnsiJGlkIjoiMjM4IiwiVG9wIjowLjAsIkxlZnQiOjQuMCwiUmlnaHQiOjQuMCwiQm90dG9tIjowLjB9LCJQYWRkaW5nIjp7IiRpZCI6IjIzOSIsIlRvcCI6MC4wLCJMZWZ0IjowLjAsIlJpZ2h0IjowLjAsIkJvdHRvbSI6MC4wfSwiQmFja2dyb3VuZCI6eyIkaWQiOiIyNDAiLCJDb2xvciI6eyIkaWQiOiIyNDEiLCJBIjoyNTUsIlIiOjIxLCJHIjo5NiwiQiI6MTMwfX0sIklzVmlzaWJsZSI6dHJ1ZSwiV2lkdGgiOjAuMCwiSGVpZ2h0IjoxMC4wLCJCb3JkZXJTdHlsZSI6eyIkaWQiOiIyNDIiLCJMaW5lQ29sb3IiOnsiJGlkIjoiMjQzIiwiJHR5cGUiOiJOTFJFLkNvbW1vbi5Eb20uU29saWRDb2xvckJydXNoLCBOTFJFLkNvbW1vbiIsIkNvbG9yIjp7IiRpZCI6IjI0NCIsIkEiOjI1NSwiUiI6MjM0LCJHIjoyMiwiQiI6MzB9fSwiTGluZVdlaWdodCI6MC4wLCJMaW5lVHlwZSI6MCwiUGFyZW50U3R5bGUiOm51bGx9LCJQYXJlbnRTdHlsZSI6bnVsbH0sIlRpdGxlU3R5bGUiOnsiJGlkIjoiMjQ1IiwiRm9udFNldHRpbmdzIjp7IiRpZCI6IjI0NiIsIkZvbnRTaXplIjoxMSwiRm9udE5hbWUiOiJDYWxpYnJpIiwiSXNCb2xkIjpmYWxzZSwiSXNJdGFsaWMiOmZhbHNlLCJJc1VuZGVybGluZWQiOmZhbHNlLCJQYXJlbnRTdHlsZSI6bnVsbH0sIkF1dG9TaXplIjowLCJGb3JlZ3JvdW5kIjp7IiRpZCI6IjI0NyIsIkNvbG9yIjp7IiRpZCI6IjI0OC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yNDkiLCJUb3AiOjAuMCwiTGVmdCI6MC4wLCJSaWdodCI6MC4wLCJCb3R0b20iOjAuMH0sIlBhZGRpbmciOnsiJGlkIjoiMjUwIiwiVG9wIjowLjAsIkxlZnQiOjAuMCwiUmlnaHQiOjAuMCwiQm90dG9tIjowLjB9LCJCYWNrZ3JvdW5kIjp7IiRpZCI6IjI1MSIsIkNvbG9yIjp7IiRpZCI6IjI1MiIsIkEiOjI1NSwiUiI6MCwiRyI6MCwiQiI6MH19LCJJc1Zpc2libGUiOnRydWUsIldpZHRoIjowLjAsIkhlaWdodCI6MC4wLCJCb3JkZXJTdHlsZSI6eyIkaWQiOiIyNTMiLCJMaW5lQ29sb3IiOm51bGwsIkxpbmVXZWlnaHQiOjAuMCwiTGluZVR5cGUiOjAsIlBhcmVudFN0eWxlIjpudWxsfSwiUGFyZW50U3R5bGUiOm51bGx9LCJEYXRlU3R5bGUiOnsiJGlkIjoiMjU0IiwiRm9udFNldHRpbmdzIjp7IiRpZCI6IjI1NSIsIkZvbnRTaXplIjoxMCwiRm9udE5hbWUiOiJDYWxpYnJpIiwiSXNCb2xkIjpmYWxzZSwiSXNJdGFsaWMiOmZhbHNlLCJJc1VuZGVybGluZWQiOmZhbHNlLCJQYXJlbnRTdHlsZSI6bnVsbH0sIkF1dG9TaXplIjowLCJGb3JlZ3JvdW5kIjp7IiRpZCI6IjI1NiIsIkNvbG9yIjp7IiRpZCI6IjI1Ny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yNTgiLCJUb3AiOjAuMCwiTGVmdCI6MC4wLCJSaWdodCI6MC4wLCJCb3R0b20iOjAuMH0sIlBhZGRpbmciOnsiJGlkIjoiMjU5IiwiVG9wIjowLjAsIkxlZnQiOjAuMCwiUmlnaHQiOjAuMCwiQm90dG9tIjowLjB9LCJCYWNrZ3JvdW5kIjp7IiRpZCI6IjI2MCIsIkNvbG9yIjp7IiRpZCI6IjI2MSIsIkEiOjI1NSwiUiI6MTQsIkciOjQwLCJCIjo2NX19LCJJc1Zpc2libGUiOnRydWUsIldpZHRoIjowLjAsIkhlaWdodCI6MC4wLCJCb3JkZXJTdHlsZSI6eyIkaWQiOiIyNjIiLCJMaW5lQ29sb3IiOm51bGwsIkxpbmVXZWlnaHQiOjAuMCwiTGluZVR5cGUiOjAsIlBhcmVudFN0eWxlIjpudWxsfSwiUGFyZW50U3R5bGUiOm51bGx9LCJEYXRlRm9ybWF0Ijp7IiRpZCI6IjI2M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NjQiLCJGb3JtYXQiOjAsIklzVmlzaWJsZSI6ZmFsc2UsIkxhc3RLbm93blZpc2liaWxpdHlTdGF0ZSI6ZmFsc2V9LCJJc1Zpc2libGUiOnRydWUsIlZhcmlhbmNlU3R5bGUiOnsiJGlkIjoiMjY1IiwiVGV4dFN0eWxlIjp7IiRpZCI6IjI2NiIsIkZvbnRTZXR0aW5ncyI6eyIkaWQiOiIyNjciLCJGb250U2l6ZSI6MTAsIkZvbnROYW1lIjoiQ2FsaWJyaSIsIklzQm9sZCI6ZmFsc2UsIklzSXRhbGljIjpmYWxzZSwiSXNVbmRlcmxpbmVkIjpmYWxzZSwiUGFyZW50U3R5bGUiOm51bGx9LCJBdXRvU2l6ZSI6MCwiRm9yZWdyb3VuZCI6eyIkaWQiOiIyNjgiLCJDb2xvciI6eyIkaWQiOiIyNj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cwIiwiVG9wIjowLjAsIkxlZnQiOjAuMCwiUmlnaHQiOjAuMCwiQm90dG9tIjowLjB9LCJQYWRkaW5nIjp7IiRpZCI6IjI3MSIsIlRvcCI6MC4wLCJMZWZ0IjowLjAsIlJpZ2h0IjowLjAsIkJvdHRvbSI6MC4wfSwiQmFja2dyb3VuZCI6eyIkaWQiOiIyNzIiLCJDb2xvciI6eyIkaWQiOiIyNzMiLCJBIjoyNTUsIlIiOjAsIkciOjAsIkIiOjB9fSwiSXNWaXNpYmxlIjp0cnVlLCJXaWR0aCI6MC4wLCJIZWlnaHQiOjAuMCwiQm9yZGVyU3R5bGUiOnsiJGlkIjoiMjc0IiwiTGluZUNvbG9yIjpudWxsLCJMaW5lV2VpZ2h0IjowLjAsIkxpbmVUeXBlIjowLCJQYXJlbnRTdHlsZSI6bnVsbH0sIlBhcmVudFN0eWxlIjpudWxsfSwiUGFyZW50U3R5bGUiOm51bGx9LCJQYXJlbnRTdHlsZSI6bnVsbCwiX2V4cGxpY2l0bHlTZXQiOnsiJGlkIjoiMjc1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lsZXN0b25lU3R5bGUiOm51bGwsIkdyaWRsaW5lUGFuZWxTdHlsZSI6eyIkaWQiOiIyNzYiLCJHcmlkbGluZVN0eWxlIjp7IiRpZCI6IjI3NyIsIkxpbmVDb2xvciI6eyIkaWQiOiIyNzgiLCIkdHlwZSI6Ik5MUkUuQ29tbW9uLkRvbS5Tb2xpZENvbG9yQnJ1c2gsIE5MUkUuQ29tbW9uIiwiQ29sb3IiOnsiJGlkIjoiMjc5IiwiQSI6MzgsIlIiOjkxLCJHIjoxNTUsIkIiOjIxM319LCJMaW5lV2VpZ2h0IjoxLjAsIkxpbmVUeXBlIjowLCJQYXJlbnRTdHlsZSI6bnVsbH0sIk1hcmdpbiI6eyIkaWQiOiIyODAiLCJUb3AiOjAuMCwiTGVmdCI6MC4wLCJSaWdodCI6MC4wLCJCb3R0b20iOjAuMH0sIlBhZGRpbmciOnsiJGlkIjoiMjgxIiwiVG9wIjowLjAsIkxlZnQiOjAuMCwiUmlnaHQiOjAuMCwiQm90dG9tIjowLjB9LCJCYWNrZ3JvdW5kIjpudWxsLCJJc1Zpc2libGUiOnRydWUsIldpZHRoIjowLjAsIkhlaWdodCI6MC4wLCJCb3JkZXJTdHlsZSI6eyIkaWQiOiIyODIiLCJMaW5lQ29sb3IiOm51bGwsIkxpbmVXZWlnaHQiOjAuMCwiTGluZVR5cGUiOjAsIlBhcmVudFN0eWxlIjpudWxsfSwiUGFyZW50U3R5bGUiOm51bGx9LCJBY3Rpdml0eUxpbmVQYW5lbFN0eWxlIjp7IiRpZCI6IjI4MyIsIkFjdGl2aXR5TGluZVN0eWxlIjp7IiRpZCI6IjI4NCIsIkxpbmVDb2xvciI6eyIkaWQiOiIyODUiLCIkdHlwZSI6Ik5MUkUuQ29tbW9uLkRvbS5Tb2xpZENvbG9yQnJ1c2gsIE5MUkUuQ29tbW9uIiwiQ29sb3IiOnsiJGlkIjoiMjg2IiwiQSI6MzgsIlIiOjY4LCJHIjoxMTQsIkIiOjE5Nn19LCJMaW5lV2VpZ2h0IjoxLjAsIkxpbmVUeXBlIjowLCJQYXJlbnRTdHlsZSI6bnVsbH0sIk1hcmdpbiI6eyIkaWQiOiIyODciLCJUb3AiOjAuMCwiTGVmdCI6MC4wLCJSaWdodCI6MC4wLCJCb3R0b20iOjAuMH0sIlBhZGRpbmciOnsiJGlkIjoiMjg4IiwiVG9wIjowLjAsIkxlZnQiOjAuMCwiUmlnaHQiOjAuMCwiQm90dG9tIjowLjB9LCJCYWNrZ3JvdW5kIjpudWxsLCJJc1Zpc2libGUiOnRydWUsIldpZHRoIjowLjAsIkhlaWdodCI6MC4wLCJCb3JkZXJTdHlsZSI6eyIkaWQiOiIyODkiLCJMaW5lQ29sb3IiOm51bGwsIkxpbmVXZWlnaHQiOjAuMCwiTGluZVR5cGUiOjAsIlBhcmVudFN0eWxlIjpudWxsfSwiUGFyZW50U3R5bGUiOm51bGx9LCJfc2VsZWN0ZWRUaGVtZVByZXNldENvbG9ycyI6eyIkaWQiOiIyOTAiLCJUZXh0TGlnaHQiOnsiJGlkIjoiMjkxIiwiQSI6MjU1LCJSIjoyNTUsIkciOjI1NSwiQiI6MjU1fSwiVGV4dERhcmsiOnsiJGlkIjoiMjkyIiwiQSI6MjU1LCJSIjowLCJHIjowLCJCIjowfSwiQWNjZW50MSI6eyIkaWQiOiIyOTMiLCJBIjoyNTUsIlIiOjIzMiwiRyI6MjMyLCJCIjoyMzJ9LCJBY2NlbnQyIjp7IiRpZCI6IjI5NCIsIkEiOjI1NSwiUiI6MTQsIkciOjQwLCJCIjo2NX0sIkFjY2VudDMiOnsiJGlkIjoiMjk1IiwiQSI6MjU1LCJSIjoyMSwiRyI6OTYsIkIiOjEzMH0sIkFjY2VudDQiOnsiJGlkIjoiMjk2IiwiQSI6MjU1LCJSIjoyMzMsIkciOjExMywiQiI6NTB9LCJBY2NlbnQ1Ijp7IiRpZCI6IjI5NyIsIkEiOjI1NSwiUiI6MjUsIkciOjEwNywiQiI6MzZ9LCJBY2NlbnQ2Ijp7IiRpZCI6IjI5OCIsIkEiOjI1NSwiUiI6MTUsIkciOjE1OCwiQiI6MjEzfSwiQWNjZW50NyI6eyIkaWQiOiIyOTkiLCJBIjoyNTUsIlIiOjE2MCwiRyI6NDMsIkIiOjE0N30sIkFjY2VudDgiOnsiJGlkIjoiMzAwIiwiQSI6MjU1LCJSIjo3OCwiRyI6MTY3LCJCIjo0Nn19LCJTaG93RWxhcHNlZFRpbWVHcmFkaWVudFN0eWxlIjpmYWxzZSwiVGltZWJhbmRSZXNlcnZlZExlZnRBcmVhU3R5bGUiOnsiJGlkIjoiMzAxIiwiQWN0aXZpdHlIZWFkZXJXaWR0aCI6MC4wLCJJc1NldCI6ZmFsc2V9LCJEZWZhdWx0U3dpbWxhbmVTdHlsZSI6bnVsbCwiRGVmYXVsdFN3aW1sYW5lVjJTdHlsZSI6eyIkaWQiOiIzMDIiLCJTdHlsZUlkIjoiMzMyY2ZiMTMtYjQwMS00ZWMzLWI2NTUtNzM5NjhkMDRkNzQ5IiwiSGVhZGVyU3R5bGUiOnsiJGlkIjoiMzAzIiwiVGV4dElzVmVydGljYWwiOmZhbHNlLCJUZXh0U3R5bGUiOnsiJGlkIjoiMzA0IiwiRm9udFNldHRpbmdzIjp7IiRpZCI6IjMwNSIsIkZvbnRTaXplIjoxMSwiRm9udE5hbWUiOiJDYWxpYnJpIiwiSXNCb2xkIjpmYWxzZSwiSXNJdGFsaWMiOmZhbHNlLCJJc1VuZGVybGluZWQiOmZhbHNlLCJQYXJlbnRTdHlsZSI6bnVsbH0sIkF1dG9TaXplIjoyLCJGb3JlZ3JvdW5kIjp7IiRpZCI6IjMwNiIsIkNvbG9yIjp7IiRpZCI6IjMwNy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MwOCIsIlRvcCI6MC4wLCJMZWZ0IjowLjAsIlJpZ2h0IjowLjAsIkJvdHRvbSI6MC4wfSwiUGFkZGluZyI6eyIkaWQiOiIzMDkiLCJUb3AiOjAuMCwiTGVmdCI6MC4wLCJSaWdodCI6MC4wLCJCb3R0b20iOjAuMH0sIkJhY2tncm91bmQiOnsiJGlkIjoiMzEwIiwiQ29sb3IiOnsiJGlkIjoiMzExIiwiQSI6MjU1LCJSIjoyNTUsIkciOjI1NSwiQiI6MjU1fX0sIklzVmlzaWJsZSI6dHJ1ZSwiV2lkdGgiOjAuMCwiSGVpZ2h0IjowLjAsIkJvcmRlclN0eWxlIjpudWxsLCJQYXJlbnRTdHlsZSI6bnVsbH0sIlJlY3RhbmdsZVN0eWxlIjp7IiRpZCI6IjMxMiIsIk1hcmdpbiI6eyIkaWQiOiIzMTMiLCJUb3AiOjAuMCwiTGVmdCI6MC4wLCJSaWdodCI6MC4wLCJCb3R0b20iOjAuMH0sIlBhZGRpbmciOnsiJGlkIjoiMzE0IiwiVG9wIjowLjAsIkxlZnQiOjAuMCwiUmlnaHQiOjAuMCwiQm90dG9tIjowLjB9LCJCYWNrZ3JvdW5kIjp7IiRpZCI6IjMxNSIsIkNvbG9yIjp7IiRpZCI6IjMxNiIsIkEiOjI1NSwiUiI6MjEsIkciOjk2LCJCIjoxMzB9fSwiSXNWaXNpYmxlIjp0cnVlLCJXaWR0aCI6MC4wLCJIZWlnaHQiOjAuMCwiQm9yZGVyU3R5bGUiOnsiJGlkIjoiMzE3IiwiTGluZUNvbG9yIjp7IiRpZCI6IjMxOCIsIiR0eXBlIjoiTkxSRS5Db21tb24uRG9tLlNvbGlkQ29sb3JCcnVzaCwgTkxSRS5Db21tb24iLCJDb2xvciI6eyIkaWQiOiIzMTkiLCJBIjoyNTUsIlIiOjI1NSwiRyI6MjU1LCJCIjoyNTV9fSwiTGluZVdlaWdodCI6MC4wLCJMaW5lVHlwZSI6MCwiUGFyZW50U3R5bGUiOm51bGx9LCJQYXJlbnRTdHlsZSI6bnVsbH0sIk1hcmdpbiI6eyIkaWQiOiIzMjAiLCJUb3AiOjAuMCwiTGVmdCI6MC4wLCJSaWdodCI6MC4wLCJCb3R0b20iOjAuMH0sIlBhZGRpbmciOnsiJGlkIjoiMzIxIiwiVG9wIjowLjAsIkxlZnQiOjAuMCwiUmlnaHQiOjAuMCwiQm90dG9tIjowLjB9LCJCYWNrZ3JvdW5kIjpudWxsLCJJc1Zpc2libGUiOnRydWUsIldpZHRoIjowLjAsIkhlaWdodCI6MC4wLCJCb3JkZXJTdHlsZSI6bnVsbCwiUGFyZW50U3R5bGUiOm51bGx9LCJCYWNrZ3JvdW5kU3R5bGUiOnsiJGlkIjoiMzIyIiwiTWFyZ2luIjp7IiRpZCI6IjMyMyIsIlRvcCI6MC4wLCJMZWZ0IjowLjAsIlJpZ2h0IjowLjAsIkJvdHRvbSI6MC4wfSwiUGFkZGluZyI6eyIkaWQiOiIzMjQiLCJUb3AiOjAuMCwiTGVmdCI6MC4wLCJSaWdodCI6MC4wLCJCb3R0b20iOjAuMH0sIkJhY2tncm91bmQiOnsiJGlkIjoiMzI1IiwiQ29sb3IiOnsiJGlkIjoiMzI2IiwiQSI6NTEsIlIiOjIwMCwiRyI6MjAwLCJCIjoyMDB9fSwiSXNWaXNpYmxlIjp0cnVlLCJXaWR0aCI6MC4wLCJIZWlnaHQiOjAuMCwiQm9yZGVyU3R5bGUiOnsiJGlkIjoiMzI3IiwiTGluZUNvbG9yIjp7IiRpZCI6IjMyOCIsIiR0eXBlIjoiTkxSRS5Db21tb24uRG9tLlNvbGlkQ29sb3JCcnVzaCwgTkxSRS5Db21tb24iLCJDb2xvciI6eyIkaWQiOiIzMjkiLCJBIjoyNTUsIlIiOjIzNCwiRyI6MjIsIkIiOjMwfX0sIkxpbmVXZWlnaHQiOjAuMCwiTGluZVR5cGUiOjAsIlBhcmVudFN0eWxlIjpudWxsfSwiUGFyZW50U3R5bGUiOm51bGx9LCJJc0Fib3ZlVGltZWJhbmQiOmZhbHNlLCJTcGFjaW5nIjozLCJEZWZhdWx0U3dpbWxhbmVUYXNrU3R5bGUiOnsiJGlkIjoiMzMwIiwiJHR5cGUiOiJOTFJFLkNvbW1vbi5Eb20uU3R5bGVzLkV4cGxpY2l0U2V0YWJsZVRhc2tTdHlsZSwgTkxSRS5Db21tb24iLCJTaGFwZSI6MSwiU2hhcGVUaGlja25lc3MiOjAsIkR1cmF0aW9uRm9ybWF0IjowLCJJbmNsdWRlTm9uV29ya2luZ0RheXNJbkR1cmF0aW9uIjpmYWxzZSwiUGVyY2VudGFnZUNvbXBsZXRlU3R5bGUiOnsiJGlkIjoiMzMxIiwiRm9udFNldHRpbmdzIjp7IiRpZCI6IjMzMiIsIkZvbnRTaXplIjoxMCwiRm9udE5hbWUiOiJDYWxpYnJpIiwiSXNCb2xkIjpmYWxzZSwiSXNJdGFsaWMiOmZhbHNlLCJJc1VuZGVybGluZWQiOmZhbHNlLCJQYXJlbnRTdHlsZSI6bnVsbH0sIkF1dG9TaXplIjowLCJGb3JlZ3JvdW5kIjp7IiRpZCI6IjMzMyIsIkNvbG9yIjp7IiRpZCI6IjMzNC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zMzUiLCJUb3AiOjAuMCwiTGVmdCI6MC4wLCJSaWdodCI6MC4wLCJCb3R0b20iOjAuMH0sIlBhZGRpbmciOnsiJGlkIjoiMzM2IiwiVG9wIjowLjAsIkxlZnQiOjAuMCwiUmlnaHQiOjAuMCwiQm90dG9tIjowLjB9LCJCYWNrZ3JvdW5kIjp7IiRpZCI6IjMzNyIsIkNvbG9yIjp7IiRpZCI6IjMzOCIsIkEiOjg5LCJSIjowLCJHIjowLCJCIjowfX0sIklzVmlzaWJsZSI6dHJ1ZSwiV2lkdGgiOjAuMCwiSGVpZ2h0IjowLjAsIkJvcmRlclN0eWxlIjp7IiRpZCI6IjMzOSIsIkxpbmVDb2xvciI6bnVsbCwiTGluZVdlaWdodCI6MC4wLCJMaW5lVHlwZSI6MCwiUGFyZW50U3R5bGUiOm51bGx9LCJQYXJlbnRTdHlsZSI6bnVsbH0sIkR1cmF0aW9uU3R5bGUiOnsiJGlkIjoiMzQwIiwiRm9udFNldHRpbmdzIjp7IiRpZCI6IjM0MSIsIkZvbnRTaXplIjoxMCwiRm9udE5hbWUiOiJDYWxpYnJpIiwiSXNCb2xkIjpmYWxzZSwiSXNJdGFsaWMiOmZhbHNlLCJJc1VuZGVybGluZWQiOmZhbHNlLCJQYXJlbnRTdHlsZSI6bnVsbH0sIkF1dG9TaXplIjowLCJGb3JlZ3JvdW5kIjp7IiRpZCI6IjM0MiIsIkNvbG9yIjp7IiRpZCI6IjM0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M0NCIsIlRvcCI6MC4wLCJMZWZ0IjowLjAsIlJpZ2h0IjowLjAsIkJvdHRvbSI6MC4wfSwiUGFkZGluZyI6eyIkaWQiOiIzNDUiLCJUb3AiOjAuMCwiTGVmdCI6MC4wLCJSaWdodCI6MC4wLCJCb3R0b20iOjAuMH0sIkJhY2tncm91bmQiOnsiJGlkIjoiMzQ2IiwiQ29sb3IiOnsiJGlkIjoiMzQ3IiwiQSI6MjU1LCJSIjoyMzcsIkciOjEyNSwiQiI6NDl9fSwiSXNWaXNpYmxlIjp0cnVlLCJXaWR0aCI6MC4wLCJIZWlnaHQiOjAuMCwiQm9yZGVyU3R5bGUiOnsiJGlkIjoiMzQ4IiwiTGluZUNvbG9yIjpudWxsLCJMaW5lV2VpZ2h0IjowLjAsIkxpbmVUeXBlIjowLCJQYXJlbnRTdHlsZSI6bnVsbH0sIlBhcmVudFN0eWxlIjpudWxsfSwiSG9yaXpvbnRhbENvbm5lY3RvclN0eWxlIjp7IiRpZCI6IjM0OSIsIkxpbmVDb2xvciI6eyIkaWQiOiIzNTAiLCIkdHlwZSI6Ik5MUkUuQ29tbW9uLkRvbS5Tb2xpZENvbG9yQnJ1c2gsIE5MUkUuQ29tbW9uIiwiQ29sb3IiOnsiJGlkIjoiMzUxIiwiQSI6MjU1LCJSIjowLCJHIjowLCJCIjowfX0sIkxpbmVXZWlnaHQiOjAuMCwiTGluZVR5cGUiOjAsIlBhcmVudFN0eWxlIjpudWxsfSwiVmVydGljYWxDb25uZWN0b3JTdHlsZSI6eyIkaWQiOiIzNTIiLCJMaW5lQ29sb3IiOnsiJGlkIjoiMzUzIiwiJHR5cGUiOiJOTFJFLkNvbW1vbi5Eb20uU29saWRDb2xvckJydXNoLCBOTFJFLkNvbW1vbiIsIkNvbG9yIjp7IiRpZCI6IjM1NC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yLCJTcGFjaW5nIjozLCJJc0JlbG93VGltZWJhbmQiOmZhbHNlLCJQZXJjZW50YWdlQ29tcGxldGVTaGFwZU9wYWNpdHkiOjM1LCJCYXNlbGluZVN0eWxlIjp7IiRpZCI6IjM1NSIsIlNoYXBlU3R5bGUiOnsiJGlkIjoiMzU2IiwiTWFyZ2luIjp7IiRpZCI6IjM1NyIsIlRvcCI6MC4wLCJMZWZ0IjowLjAsIlJpZ2h0IjowLjAsIkJvdHRvbSI6MC4wfSwiUGFkZGluZyI6eyIkaWQiOiIzNTgiLCJUb3AiOjAuMCwiTGVmdCI6MC4wLCJSaWdodCI6MC4wLCJCb3R0b20iOjAuMH0sIkJhY2tncm91bmQiOnsiJGlkIjoiMzU5IiwiQ29sb3IiOnsiJGlkIjoiMzYwIiwiQSI6MTUzLCJSIjowLCJHIjowLCJCIjowfX0sIklzVmlzaWJsZSI6dHJ1ZSwiV2lkdGgiOjAuMCwiSGVpZ2h0IjowLjAsIkJvcmRlclN0eWxlIjp7IiRpZCI6IjM2MSIsIkxpbmVDb2xvciI6eyIkaWQiOiIzNjIiLCIkdHlwZSI6Ik5MUkUuQ29tbW9uLkRvbS5Tb2xpZENvbG9yQnJ1c2gsIE5MUkUuQ29tbW9uIiwiQ29sb3IiOnsiJGlkIjoiMzYzIiwiQSI6MjU1LCJSIjoyNTUsIkciOjAsIkIiOjB9fSwiTGluZVdlaWdodCI6MC4wLCJMaW5lVHlwZSI6MCwiUGFyZW50U3R5bGUiOm51bGx9LCJQYXJlbnRTdHlsZSI6bnVsbH0sIk1hcmdpbiI6eyIkaWQiOiIzNjQiLCJUb3AiOjAuMCwiTGVmdCI6MC4wLCJSaWdodCI6MC4wLCJCb3R0b20iOjAuMH0sIlBhZGRpbmciOnsiJGlkIjoiMzY1IiwiVG9wIjowLjAsIkxlZnQiOjAuMCwiUmlnaHQiOjAuMCwiQm90dG9tIjowLjB9LCJCYWNrZ3JvdW5kIjpudWxsLCJJc1Zpc2libGUiOnRydWUsIldpZHRoIjowLjAsIkhlaWdodCI6MC4wLCJCb3JkZXJTdHlsZSI6bnVsbCwiUGFyZW50U3R5bGUiOm51bGx9LCJTaGFwZVN0eWxlIjp7IiRpZCI6IjM2NiIsIk1hcmdpbiI6eyIkaWQiOiIzNjciLCJUb3AiOjAuMCwiTGVmdCI6NC4wLCJSaWdodCI6NC4wLCJCb3R0b20iOjAuMH0sIlBhZGRpbmciOnsiJGlkIjoiMzY4IiwiVG9wIjowLjAsIkxlZnQiOjAuMCwiUmlnaHQiOjAuMCwiQm90dG9tIjowLjB9LCJCYWNrZ3JvdW5kIjp7IiRpZCI6IjM2OSIsIkNvbG9yIjp7IiRpZCI6IjM3MCIsIkEiOjI1NSwiUiI6MjEsIkciOjk2LCJCIjoxMzB9fSwiSXNWaXNpYmxlIjp0cnVlLCJXaWR0aCI6MC4wLCJIZWlnaHQiOjEwLjAsIkJvcmRlclN0eWxlIjp7IiRpZCI6IjM3MSIsIkxpbmVDb2xvciI6eyIkaWQiOiIzNzIiLCIkdHlwZSI6Ik5MUkUuQ29tbW9uLkRvbS5Tb2xpZENvbG9yQnJ1c2gsIE5MUkUuQ29tbW9uIiwiQ29sb3IiOnsiJGlkIjoiMzczIiwiQSI6MjU1LCJSIjoyMzQsIkciOjIyLCJCIjozMH19LCJMaW5lV2VpZ2h0IjowLjAsIkxpbmVUeXBlIjowLCJQYXJlbnRTdHlsZSI6bnVsbH0sIlBhcmVudFN0eWxlIjpudWxsfSwiVGl0bGVTdHlsZSI6eyIkaWQiOiIzNzQiLCJGb250U2V0dGluZ3MiOnsiJGlkIjoiMzc1IiwiRm9udFNpemUiOjExLCJGb250TmFtZSI6IkNhbGlicmkiLCJJc0JvbGQiOmZhbHNlLCJJc0l0YWxpYyI6ZmFsc2UsIklzVW5kZXJsaW5lZCI6ZmFsc2UsIlBhcmVudFN0eWxlIjpudWxsfSwiQXV0b1NpemUiOjAsIkZvcmVncm91bmQiOnsiJGlkIjoiMzc2IiwiQ29sb3IiOnsiJGlkIjoiMzc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3OCIsIlRvcCI6MC4wLCJMZWZ0IjowLjAsIlJpZ2h0IjowLjAsIkJvdHRvbSI6MC4wfSwiUGFkZGluZyI6eyIkaWQiOiIzNzkiLCJUb3AiOjAuMCwiTGVmdCI6MC4wLCJSaWdodCI6MC4wLCJCb3R0b20iOjAuMH0sIkJhY2tncm91bmQiOnsiJGlkIjoiMzgwIiwiQ29sb3IiOnsiJGlkIjoiMzgxIiwiQSI6MjU1LCJSIjowLCJHIjowLCJCIjowfX0sIklzVmlzaWJsZSI6dHJ1ZSwiV2lkdGgiOjAuMCwiSGVpZ2h0IjowLjAsIkJvcmRlclN0eWxlIjp7IiRpZCI6IjM4MiIsIkxpbmVDb2xvciI6bnVsbCwiTGluZVdlaWdodCI6MC4wLCJMaW5lVHlwZSI6MCwiUGFyZW50U3R5bGUiOm51bGx9LCJQYXJlbnRTdHlsZSI6bnVsbH0sIkRhdGVTdHlsZSI6eyIkaWQiOiIzODMiLCJGb250U2V0dGluZ3MiOnsiJGlkIjoiMzg0IiwiRm9udFNpemUiOjEwLCJGb250TmFtZSI6IkNhbGlicmkiLCJJc0JvbGQiOmZhbHNlLCJJc0l0YWxpYyI6ZmFsc2UsIklzVW5kZXJsaW5lZCI6ZmFsc2UsIlBhcmVudFN0eWxlIjpudWxsfSwiQXV0b1NpemUiOjAsIkZvcmVncm91bmQiOnsiJGlkIjoiMzg1IiwiQ29sb3IiOnsiJGlkIjoiMzg2IiwiQSI6MjU1LCJSIjoxNCwiRyI6NDAsIkIiOjY1fX0sIk1heFdpZHRoIjoyMDAuMCwiTWF4SGVpZ2h0IjoiSW5maW5pdHkiLCJTbWFydEZvcmVncm91bmRJc0FjdGl2ZSI6ZmFsc2UsIkhvcml6b250YWxBbGlnbm1lbnQiOjIsIlZlcnRpY2FsQWxpZ25tZW50IjoxLCJTbWFydEZvcmVncm91bmQiOm51bGwsIkJhY2tncm91bmRGaWxsVHlwZSI6MCwiTWFyZ2luIjp7IiRpZCI6IjM4NyIsIlRvcCI6MC4wLCJMZWZ0IjowLjAsIlJpZ2h0IjowLjAsIkJvdHRvbSI6MC4wfSwiUGFkZGluZyI6eyIkaWQiOiIzODgiLCJUb3AiOjAuMCwiTGVmdCI6MC4wLCJSaWdodCI6MC4wLCJCb3R0b20iOjAuMH0sIkJhY2tncm91bmQiOnsiJGlkIjoiMzg5IiwiQ29sb3IiOnsiJGlkIjoiMzkwIiwiQSI6MjU1LCJSIjoxNCwiRyI6NDAsIkIiOjY1fX0sIklzVmlzaWJsZSI6dHJ1ZSwiV2lkdGgiOjAuMCwiSGVpZ2h0IjowLjAsIkJvcmRlclN0eWxlIjp7IiRpZCI6IjM5MSIsIkxpbmVDb2xvciI6bnVsbCwiTGluZVdlaWdodCI6MC4wLCJMaW5lVHlwZSI6MCwiUGFyZW50U3R5bGUiOm51bGx9LCJQYXJlbnRTdHlsZSI6bnVsbH0sIkRhdGVGb3JtYXQiOnsiJGlkIjoiMzk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5MyIsIkZvcm1hdCI6MCwiSXNWaXNpYmxlIjpmYWxzZSwiTGFzdEtub3duVmlzaWJpbGl0eVN0YXRlIjpmYWxzZX0sIklzVmlzaWJsZSI6dHJ1ZSwiVmFyaWFuY2VTdHlsZSI6eyIkaWQiOiIzOTQiLCJUZXh0U3R5bGUiOnsiJGlkIjoiMzk1IiwiRm9udFNldHRpbmdzIjp7IiRpZCI6IjM5NiIsIkZvbnRTaXplIjoxMCwiRm9udE5hbWUiOiJDYWxpYnJpIiwiSXNCb2xkIjpmYWxzZSwiSXNJdGFsaWMiOmZhbHNlLCJJc1VuZGVybGluZWQiOmZhbHNlLCJQYXJlbnRTdHlsZSI6bnVsbH0sIkF1dG9TaXplIjowLCJGb3JlZ3JvdW5kIjp7IiRpZCI6IjM5NyIsIkNvbG9yIjp7IiRpZCI6IjM5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OTkiLCJUb3AiOjAuMCwiTGVmdCI6MC4wLCJSaWdodCI6MC4wLCJCb3R0b20iOjAuMH0sIlBhZGRpbmciOnsiJGlkIjoiNDAwIiwiVG9wIjowLjAsIkxlZnQiOjAuMCwiUmlnaHQiOjAuMCwiQm90dG9tIjowLjB9LCJCYWNrZ3JvdW5kIjp7IiRpZCI6IjQwMSIsIkNvbG9yIjp7IiRpZCI6IjQwMiIsIkEiOjI1NSwiUiI6MCwiRyI6MCwiQiI6MH19LCJJc1Zpc2libGUiOnRydWUsIldpZHRoIjowLjAsIkhlaWdodCI6MC4wLCJCb3JkZXJTdHlsZSI6eyIkaWQiOiI0MDMiLCJMaW5lQ29sb3IiOm51bGwsIkxpbmVXZWlnaHQiOjAuMCwiTGluZVR5cGUiOjAsIlBhcmVudFN0eWxlIjpudWxsfSwiUGFyZW50U3R5bGUiOm51bGx9LCJQYXJlbnRTdHlsZSI6bnVsbH0sIlBhcmVudFN0eWxlIjpudWxsLCJfZXhwbGljaXRseVNldCI6eyIkaWQiOiI0MDQ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0MDUiLCJTaGFwZSI6MSwiQ29ubmVjdG9yTWFyZ2luIjp7IiRpZCI6IjQwNiIsIlRvcCI6MC4wLCJMZWZ0IjoyLjAsIlJpZ2h0IjoyLjAsIkJvdHRvbSI6MC4wfSwiQ29ubmVjdG9yU3R5bGUiOnsiJGlkIjoiNDA3IiwiTGluZUNvbG9yIjp7IiRpZCI6IjQwOCIsIiR0eXBlIjoiTkxSRS5Db21tb24uRG9tLlNvbGlkQ29sb3JCcnVzaCwgTkxSRS5Db21tb24iLCJDb2xvciI6eyIkaWQiOiI0MDkiLCJBIjoxMjcsIlIiOjExLCJHIjo0OCwiQiI6NjV9fSwiTGluZVdlaWdodCI6MS4wLCJMaW5lVHlwZSI6MCwiUGFyZW50U3R5bGUiOm51bGx9LCJJc0JlbG93VGltZWJhbmQiOmZhbHNlLCJQb3NpdGlvbk9uVGFzayI6MSwiSGlkZURhdGUiOmZhbHNlLCJTaGFwZVNpemUiOjAsIlNwYWNpbmciOjAuMCwiUGFkZGluZyI6eyIkaWQiOiI0MTAiLCJUb3AiOjUuMCwiTGVmdCI6My4wLCJSaWdodCI6MC4wLCJCb3R0b20iOjIuMH0sIlNoYXBlU3R5bGUiOnsiJGlkIjoiNDExIiwiTWFyZ2luIjp7IiRpZCI6IjQxMiIsIlRvcCI6MC4wLCJMZWZ0IjowLjAsIlJpZ2h0IjowLjAsIkJvdHRvbSI6MC4wfSwiUGFkZGluZyI6eyIkaWQiOiI0MTMiLCJUb3AiOjAuMCwiTGVmdCI6MC4wLCJSaWdodCI6MC4wLCJCb3R0b20iOjAuMH0sIkJhY2tncm91bmQiOnsiJGlkIjoiNDE0IiwiQ29sb3IiOnsiJGlkIjoiNDE1IiwiQSI6MjU1LCJSIjoxMSwiRyI6NDgsIkIiOjY1fX0sIklzVmlzaWJsZSI6dHJ1ZSwiV2lkdGgiOjEyLjAsIkhlaWdodCI6MTQuMCwiQm9yZGVyU3R5bGUiOnsiJGlkIjoiNDE2IiwiTGluZUNvbG9yIjp7IiRpZCI6IjQxNyIsIiR0eXBlIjoiTkxSRS5Db21tb24uRG9tLlNvbGlkQ29sb3JCcnVzaCwgTkxSRS5Db21tb24iLCJDb2xvciI6eyIkaWQiOiI0MTgiLCJBIjoyNTUsIlIiOjI1NSwiRyI6MCwiQiI6MH19LCJMaW5lV2VpZ2h0IjowLjAsIkxpbmVUeXBlIjowLCJQYXJlbnRTdHlsZSI6bnVsbH0sIlBhcmVudFN0eWxlIjpudWxsfSwiVGl0bGVTdHlsZSI6eyIkaWQiOiI0MTkiLCJGb250U2V0dGluZ3MiOnsiJGlkIjoiNDIwIiwiRm9udFNpemUiOjExLCJGb250TmFtZSI6IkNhbGlicmkiLCJJc0JvbGQiOmZhbHNlLCJJc0l0YWxpYyI6ZmFsc2UsIklzVW5kZXJsaW5lZCI6ZmFsc2UsIlBhcmVudFN0eWxlIjpudWxsfSwiQXV0b1NpemUiOjAsIkZvcmVncm91bmQiOnsiJGlkIjoiNDIxIiwiQ29sb3IiOnsiJGlkIjoiNDI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QyMyIsIlRvcCI6MC4wLCJMZWZ0IjowLjAsIlJpZ2h0IjowLjAsIkJvdHRvbSI6MC4wfSwiUGFkZGluZyI6eyIkaWQiOiI0MjQiLCJUb3AiOjAuMCwiTGVmdCI6MC4wLCJSaWdodCI6MC4wLCJCb3R0b20iOjAuMH0sIkJhY2tncm91bmQiOnsiJGlkIjoiNDI1IiwiQ29sb3IiOnsiJGlkIjoiNDI2IiwiQSI6MjU1LCJSIjowLCJHIjowLCJCIjowfX0sIklzVmlzaWJsZSI6dHJ1ZSwiV2lkdGgiOjAuMCwiSGVpZ2h0IjowLjAsIkJvcmRlclN0eWxlIjp7IiRpZCI6IjQyNyIsIkxpbmVDb2xvciI6bnVsbCwiTGluZVdlaWdodCI6MC4wLCJMaW5lVHlwZSI6MCwiUGFyZW50U3R5bGUiOm51bGx9LCJQYXJlbnRTdHlsZSI6bnVsbH0sIkRhdGVTdHlsZSI6eyIkaWQiOiI0MjgiLCJGb250U2V0dGluZ3MiOnsiJGlkIjoiNDI5IiwiRm9udFNpemUiOjEwLCJGb250TmFtZSI6IkNhbGlicmkiLCJJc0JvbGQiOmZhbHNlLCJJc0l0YWxpYyI6ZmFsc2UsIklzVW5kZXJsaW5lZCI6ZmFsc2UsIlBhcmVudFN0eWxlIjpudWxsfSwiQXV0b1NpemUiOjAsIkZvcmVncm91bmQiOnsiJGlkIjoiNDMwIiwiQ29sb3IiOnsiJGlkIjoiNDM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QzMiIsIlRvcCI6MC4wLCJMZWZ0IjowLjAsIlJpZ2h0IjowLjAsIkJvdHRvbSI6MC4wfSwiUGFkZGluZyI6eyIkaWQiOiI0MzMiLCJUb3AiOjAuMCwiTGVmdCI6MC4wLCJSaWdodCI6MC4wLCJCb3R0b20iOjAuMH0sIkJhY2tncm91bmQiOnsiJGlkIjoiNDM0IiwiQ29sb3IiOnsiJGlkIjoiNDM1IiwiQSI6MjU1LCJSIjoxNCwiRyI6NDAsIkIiOjY1fX0sIklzVmlzaWJsZSI6dHJ1ZSwiV2lkdGgiOjAuMCwiSGVpZ2h0IjowLjAsIkJvcmRlclN0eWxlIjp7IiRpZCI6IjQzNiIsIkxpbmVDb2xvciI6bnVsbCwiTGluZVdlaWdodCI6MC4wLCJMaW5lVHlwZSI6MCwiUGFyZW50U3R5bGUiOm51bGx9LCJQYXJlbnRTdHlsZSI6bnVsbH0sIkRhdGVGb3JtYXQiOnsiJGlkIjoiNDM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zOCIsIkZvcm1hdCI6MCwiSXNWaXNpYmxlIjpmYWxzZSwiTGFzdEtub3duVmlzaWJpbGl0eVN0YXRlIjpmYWxzZX0sIklzVmlzaWJsZSI6dHJ1ZSwiVmFyaWFuY2VTdHlsZSI6eyIkaWQiOiI0MzkiLCJUZXh0U3R5bGUiOnsiJGlkIjoiNDQwIiwiRm9udFNldHRpbmdzIjp7IiRpZCI6IjQ0MSIsIkZvbnRTaXplIjoxMCwiRm9udE5hbWUiOiJDYWxpYnJpIiwiSXNCb2xkIjpmYWxzZSwiSXNJdGFsaWMiOmZhbHNlLCJJc1VuZGVybGluZWQiOmZhbHNlLCJQYXJlbnRTdHlsZSI6bnVsbH0sIkF1dG9TaXplIjowLCJGb3JlZ3JvdW5kIjp7IiRpZCI6IjQ0MiIsIkNvbG9yIjp7IiRpZCI6IjQ0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DQiLCJUb3AiOjAuMCwiTGVmdCI6MC4wLCJSaWdodCI6MC4wLCJCb3R0b20iOjAuMH0sIlBhZGRpbmciOnsiJGlkIjoiNDQ1IiwiVG9wIjowLjAsIkxlZnQiOjAuMCwiUmlnaHQiOjAuMCwiQm90dG9tIjowLjB9LCJCYWNrZ3JvdW5kIjp7IiRpZCI6IjQ0NiIsIkNvbG9yIjp7IiRpZCI6IjQ0NyIsIkEiOjI1NSwiUiI6MCwiRyI6MCwiQiI6MH19LCJJc1Zpc2libGUiOnRydWUsIldpZHRoIjowLjAsIkhlaWdodCI6MC4wLCJCb3JkZXJTdHlsZSI6eyIkaWQiOiI0NDgiLCJMaW5lQ29sb3IiOm51bGwsIkxpbmVXZWlnaHQiOjAuMCwiTGluZVR5cGUiOjAsIlBhcmVudFN0eWxlIjpudWxsfSwiUGFyZW50U3R5bGUiOm51bGx9LCJQYXJlbnRTdHlsZSI6bnVsbH0sIlBhcmVudFN0eWxlIjpudWxsfSwiRGVmYXVsdFN3aW1sYW5lTWlsZXN0b25lU3R5bGUiOnsiJGlkIjoiNDQ5IiwiVGl0bGVQb3NpdGlvbiI6IkxlZnQiLCJEYXRlUG9zaXRpb24iOiJSaWdodCIsIlZhcmlhbmNlUG9zaXRpb24iOiJSaWdodCIsIlNoYXBlVHlwZSI6MSwiU2hhcGVTaXplIjowLCJTcGFjaW5nIjo1LCJTaGFwZVN0eWxlIjp7IiRpZCI6IjQ1MCIsIk1hcmdpbiI6eyIkaWQiOiI0NTEiLCJUb3AiOjAuMCwiTGVmdCI6MC4wLCJSaWdodCI6MC4wLCJCb3R0b20iOjAuMH0sIlBhZGRpbmciOnsiJGlkIjoiNDUyIiwiVG9wIjowLjAsIkxlZnQiOjAuMCwiUmlnaHQiOjAuMCwiQm90dG9tIjowLjB9LCJCYWNrZ3JvdW5kIjp7IiRpZCI6IjQ1MyIsIkNvbG9yIjp7IiRpZCI6IjQ1NCIsIkEiOjI1NSwiUiI6MjEsIkciOjk2LCJCIjoxMzB9fSwiSXNWaXNpYmxlIjp0cnVlLCJXaWR0aCI6MTIuMCwiSGVpZ2h0IjoxNC4wLCJCb3JkZXJTdHlsZSI6eyIkaWQiOiI0NTUiLCJMaW5lQ29sb3IiOnsiJGlkIjoiNDU2IiwiJHR5cGUiOiJOTFJFLkNvbW1vbi5Eb20uU29saWRDb2xvckJydXNoLCBOTFJFLkNvbW1vbiIsIkNvbG9yIjp7IiRpZCI6IjQ1NyIsIkEiOjI1NSwiUiI6MjM0LCJHIjoyMiwiQiI6MzB9fSwiTGluZVdlaWdodCI6MC4wLCJMaW5lVHlwZSI6MCwiUGFyZW50U3R5bGUiOm51bGx9LCJQYXJlbnRTdHlsZSI6bnVsbH0sIlRpdGxlU3R5bGUiOnsiJGlkIjoiNDU4IiwiRm9udFNldHRpbmdzIjp7IiRpZCI6IjQ1OSIsIkZvbnRTaXplIjoxMSwiRm9udE5hbWUiOiJDYWxpYnJpIiwiSXNCb2xkIjpmYWxzZSwiSXNJdGFsaWMiOmZhbHNlLCJJc1VuZGVybGluZWQiOmZhbHNlLCJQYXJlbnRTdHlsZSI6bnVsbH0sIkF1dG9TaXplIjowLCJGb3JlZ3JvdW5kIjp7IiRpZCI6IjQ2MCIsIkNvbG9yIjp7IiRpZCI6IjQ2MS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0NjIiLCJUb3AiOjAuMCwiTGVmdCI6MC4wLCJSaWdodCI6MC4wLCJCb3R0b20iOjAuMH0sIlBhZGRpbmciOnsiJGlkIjoiNDYzIiwiVG9wIjowLjAsIkxlZnQiOjAuMCwiUmlnaHQiOjAuMCwiQm90dG9tIjowLjB9LCJCYWNrZ3JvdW5kIjp7IiRpZCI6IjQ2NCIsIkNvbG9yIjp7IiRpZCI6IjQ2NSIsIkEiOjI1NSwiUiI6MCwiRyI6MCwiQiI6MH19LCJJc1Zpc2libGUiOnRydWUsIldpZHRoIjowLjAsIkhlaWdodCI6MC4wLCJCb3JkZXJTdHlsZSI6eyIkaWQiOiI0NjYiLCJMaW5lQ29sb3IiOm51bGwsIkxpbmVXZWlnaHQiOjAuMCwiTGluZVR5cGUiOjAsIlBhcmVudFN0eWxlIjpudWxsfSwiUGFyZW50U3R5bGUiOm51bGx9LCJEYXRlU3R5bGUiOnsiJGlkIjoiNDY3IiwiRm9udFNldHRpbmdzIjp7IiRpZCI6IjQ2OCIsIkZvbnRTaXplIjoxMCwiRm9udE5hbWUiOiJDYWxpYnJpIiwiSXNCb2xkIjpmYWxzZSwiSXNJdGFsaWMiOmZhbHNlLCJJc1VuZGVybGluZWQiOmZhbHNlLCJQYXJlbnRTdHlsZSI6bnVsbH0sIkF1dG9TaXplIjowLCJGb3JlZ3JvdW5kIjp7IiRpZCI6IjQ2OSIsIkNvbG9yIjp7IiRpZCI6IjQ3MC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0NzEiLCJUb3AiOjAuMCwiTGVmdCI6MC4wLCJSaWdodCI6MC4wLCJCb3R0b20iOjAuMH0sIlBhZGRpbmciOnsiJGlkIjoiNDcyIiwiVG9wIjowLjAsIkxlZnQiOjAuMCwiUmlnaHQiOjAuMCwiQm90dG9tIjowLjB9LCJCYWNrZ3JvdW5kIjp7IiRpZCI6IjQ3MyIsIkNvbG9yIjp7IiRpZCI6IjQ3NCIsIkEiOjI1NSwiUiI6MTQsIkciOjQwLCJCIjo2NX19LCJJc1Zpc2libGUiOnRydWUsIldpZHRoIjowLjAsIkhlaWdodCI6MC4wLCJCb3JkZXJTdHlsZSI6eyIkaWQiOiI0NzUiLCJMaW5lQ29sb3IiOm51bGwsIkxpbmVXZWlnaHQiOjAuMCwiTGluZVR5cGUiOjAsIlBhcmVudFN0eWxlIjpudWxsfSwiUGFyZW50U3R5bGUiOm51bGx9LCJEYXRlRm9ybWF0Ijp7IiRpZCI6IjQ3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NzciLCJGb3JtYXQiOjAsIklzVmlzaWJsZSI6ZmFsc2UsIkxhc3RLbm93blZpc2liaWxpdHlTdGF0ZSI6ZmFsc2V9LCJJc1Zpc2libGUiOnRydWUsIlZhcmlhbmNlU3R5bGUiOnsiJGlkIjoiNDc4IiwiVGV4dFN0eWxlIjp7IiRpZCI6IjQ3OSIsIkZvbnRTZXR0aW5ncyI6eyIkaWQiOiI0ODAiLCJGb250U2l6ZSI6MTAsIkZvbnROYW1lIjoiQ2FsaWJyaSIsIklzQm9sZCI6ZmFsc2UsIklzSXRhbGljIjpmYWxzZSwiSXNVbmRlcmxpbmVkIjpmYWxzZSwiUGFyZW50U3R5bGUiOm51bGx9LCJBdXRvU2l6ZSI6MCwiRm9yZWdyb3VuZCI6eyIkaWQiOiI0ODEiLCJDb2xvciI6eyIkaWQiOiI0OD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gzIiwiVG9wIjowLjAsIkxlZnQiOjAuMCwiUmlnaHQiOjAuMCwiQm90dG9tIjowLjB9LCJQYWRkaW5nIjp7IiRpZCI6IjQ4NCIsIlRvcCI6MC4wLCJMZWZ0IjowLjAsIlJpZ2h0IjowLjAsIkJvdHRvbSI6MC4wfSwiQmFja2dyb3VuZCI6eyIkaWQiOiI0ODUiLCJDb2xvciI6eyIkaWQiOiI0ODYiLCJBIjoyNTUsIlIiOjAsIkciOjAsIkIiOjB9fSwiSXNWaXNpYmxlIjp0cnVlLCJXaWR0aCI6MC4wLCJIZWlnaHQiOjAuMCwiQm9yZGVyU3R5bGUiOnsiJGlkIjoiNDg3IiwiTGluZUNvbG9yIjpudWxsLCJMaW5lV2VpZ2h0IjowLjAsIkxpbmVUeXBlIjowLCJQYXJlbnRTdHlsZSI6bnVsbH0sIlBhcmVudFN0eWxlIjpudWxsfSwiUGFyZW50U3R5bGUiOm51bGx9LCJQYXJlbnRTdHlsZSI6bnVsbH0sIkRlZmF1bHRTd2ltbGFuZUFjdGl2aXR5U3R5bGUiOnsiJGlkIjoiNDg4IiwiSGVhZGVyU3R5bGUiOnsiJGlkIjoiNDg5IiwiVGV4dFN0eWxlIjp7IiRpZCI6IjQ5MCIsIkZvbnRTZXR0aW5ncyI6eyIkaWQiOiI0OTEiLCJGb250U2l6ZSI6MTEsIkZvbnROYW1lIjoiQ2FsaWJyaSIsIklzQm9sZCI6ZmFsc2UsIklzSXRhbGljIjpmYWxzZSwiSXNVbmRlcmxpbmVkIjpmYWxzZSwiUGFyZW50U3R5bGUiOm51bGx9LCJBdXRvU2l6ZSI6MiwiRm9yZWdyb3VuZCI6eyIkaWQiOiI0OTIiLCJDb2xvciI6eyIkaWQiOiI0OTMiLCJBIjoyNTUsIlIiOjAsIkciOjAsIkIiOjB9fSwiTWF4V2lkdGgiOiJJbmZpbml0eSIsIk1heEhlaWdodCI6IkluZmluaXR5IiwiU21hcnRGb3JlZ3JvdW5kSXNBY3RpdmUiOmZhbHNlLCJIb3Jpem9udGFsQWxpZ25tZW50IjowLCJWZXJ0aWNhbEFsaWdubWVudCI6MCwiU21hcnRGb3JlZ3JvdW5kIjpudWxsLCJCYWNrZ3JvdW5kRmlsbFR5cGUiOjAsIk1hcmdpbiI6eyIkaWQiOiI0OTQiLCJUb3AiOjAuMCwiTGVmdCI6MC4wLCJSaWdodCI6MC4wLCJCb3R0b20iOjAuMH0sIlBhZGRpbmciOnsiJGlkIjoiNDk1IiwiVG9wIjowLjAsIkxlZnQiOjAuMCwiUmlnaHQiOjAuMCwiQm90dG9tIjowLjB9LCJCYWNrZ3JvdW5kIjp7IiRpZCI6IjQ5NiIsIkNvbG9yIjp7IiRpZCI6IjQ5NyIsIkEiOjI1NSwiUiI6MCwiRyI6MCwiQiI6MH19LCJJc1Zpc2libGUiOnRydWUsIldpZHRoIjowLjAsIkhlaWdodCI6MC4wLCJCb3JkZXJTdHlsZSI6bnVsbCwiUGFyZW50U3R5bGUiOm51bGx9LCJSZWN0YW5nbGVTdHlsZSI6eyIkaWQiOiI0OTgiLCJNYXJnaW4iOnsiJGlkIjoiNDk5IiwiVG9wIjowLjAsIkxlZnQiOjAuMCwiUmlnaHQiOjAuMCwiQm90dG9tIjowLjB9LCJQYWRkaW5nIjp7IiRpZCI6IjUwMCIsIlRvcCI6MC4wLCJMZWZ0IjowLjAsIlJpZ2h0IjowLjAsIkJvdHRvbSI6MC4wfSwiQmFja2dyb3VuZCI6eyIkaWQiOiI1MDEiLCJDb2xvciI6eyIkaWQiOiI1MDIiLCJBIjo2MywiUiI6MjEsIkciOjk2LCJCIjoxMzB9fSwiSXNWaXNpYmxlIjp0cnVlLCJXaWR0aCI6MC4wLCJIZWlnaHQiOjAuMCwiQm9yZGVyU3R5bGUiOnsiJGlkIjoiNTAzIiwiTGluZUNvbG9yIjp7IiRpZCI6IjUwNCIsIiR0eXBlIjoiTkxSRS5Db21tb24uRG9tLlNvbGlkQ29sb3JCcnVzaCwgTkxSRS5Db21tb24iLCJDb2xvciI6eyIkaWQiOiI1MDUiLCJBIjoyNTUsIlIiOjI1NSwiRyI6MCwiQiI6MH19LCJMaW5lV2VpZ2h0IjowLjAsIkxpbmVUeXBlIjowLCJQYXJlbnRTdHlsZSI6bnVsbH0sIlBhcmVudFN0eWxlIjpudWxsfSwiTWFyZ2luIjp7IiRpZCI6IjUwNiIsIlRvcCI6MC4wLCJMZWZ0IjowLjAsIlJpZ2h0IjowLjAsIkJvdHRvbSI6MC4wfSwiUGFkZGluZyI6eyIkaWQiOiI1MDciLCJUb3AiOjAuMCwiTGVmdCI6MC4wLCJSaWdodCI6MC4wLCJCb3R0b20iOjAuMH0sIkJhY2tncm91bmQiOm51bGwsIklzVmlzaWJsZSI6dHJ1ZSwiV2lkdGgiOjAuMCwiSGVpZ2h0IjowLjAsIkJvcmRlclN0eWxlIjpudWxsLCJQYXJlbnRTdHlsZSI6bnVsbH0sIkJhY2tncm91bmRTdHlsZSI6eyIkaWQiOiI1MDgiLCJNYXJnaW4iOnsiJGlkIjoiNTA5IiwiVG9wIjowLjAsIkxlZnQiOjAuMCwiUmlnaHQiOjAuMCwiQm90dG9tIjowLjB9LCJQYWRkaW5nIjp7IiRpZCI6IjUxMCIsIlRvcCI6MC4wLCJMZWZ0IjowLjAsIlJpZ2h0IjowLjAsIkJvdHRvbSI6MC4wfSwiQmFja2dyb3VuZCI6eyIkaWQiOiI1MTEiLCJDb2xvciI6eyIkaWQiOiI1MTIiLCJBIjo1MSwiUiI6MjAwLCJHIjoyMDAsIkIiOjIwMH19LCJJc1Zpc2libGUiOnRydWUsIldpZHRoIjowLjAsIkhlaWdodCI6MC4wLCJCb3JkZXJTdHlsZSI6eyIkaWQiOiI1MTMiLCJMaW5lQ29sb3IiOnsiJGlkIjoiNTE0IiwiJHR5cGUiOiJOTFJFLkNvbW1vbi5Eb20uU29saWRDb2xvckJydXNoLCBOTFJFLkNvbW1vbiIsIkNvbG9yIjp7IiRpZCI6IjUxNSIsIkEiOjI1NSwiUiI6MjM0LCJHIjoyMiwiQiI6MzB9fSwiTGluZVdlaWdodCI6MC4wLCJMaW5lVHlwZSI6MCwiUGFyZW50U3R5bGUiOm51bGx9LCJQYXJlbnRTdHlsZSI6bnVsbH0sIk1hcmdpbiI6eyIkaWQiOiI1MTYiLCJUb3AiOjAuMCwiTGVmdCI6MC4wLCJSaWdodCI6MC4wLCJCb3R0b20iOjAuMH0sIlBhZGRpbmciOnsiJGlkIjoiNTE3IiwiVG9wIjowLjAsIkxlZnQiOjAuMCwiUmlnaHQiOjAuMCwiQm90dG9tIjowLjB9LCJJc1Zpc2libGUiOnRydWUsIldpZHRoIjowLjAsIkhlaWdodCI6MC4wLCJCb3JkZXJTdHlsZSI6eyIkaWQiOiI1MTgiLCJMaW5lQ29sb3IiOm51bGwsIkxpbmVXZWlnaHQiOjAuMCwiTGluZVR5cGUiOjAsIlBhcmVudFN0eWxlIjpudWxsfSwiUGFyZW50U3R5bGUiOm51bGx9LCJNYXJnaW4iOnsiJGlkIjoiNTE5IiwiVG9wIjowLjAsIkxlZnQiOjAuMCwiUmlnaHQiOjAuMCwiQm90dG9tIjowLjB9LCJQYWRkaW5nIjp7IiRpZCI6IjUyMCIsIlRvcCI6MC4wLCJMZWZ0IjowLjAsIlJpZ2h0IjowLjAsIkJvdHRvbSI6MC4wfSwiSXNWaXNpYmxlIjp0cnVlLCJXaWR0aCI6MC4wLCJIZWlnaHQiOjAuMCwiQm9yZGVyU3R5bGUiOnsiJGlkIjoiNTIxIiwiTGluZUNvbG9yIjpudWxsLCJMaW5lV2VpZ2h0IjowLjAsIkxpbmVUeXBlIjowLCJQYXJlbnRTdHlsZSI6bnVsbH0sIlBhcmVudFN0eWxlIjpudWxsfSwiX2FkZGl0aW9uYWxTd2ltbGFuZVYyU3R5bGVzIjpbeyIkaWQiOiI1MjIiLCJTdHlsZUlkIjoiOTg1MTNlMTAtNTUxYy00ZjMwLWFjMTEtYTA2OTBlOTAzMTM0IiwiSGVhZGVyU3R5bGUiOnsiJGlkIjoiNTIzIiwiVGV4dElzVmVydGljYWwiOmZhbHNlLCJUZXh0U3R5bGUiOnsiJGlkIjoiNTI0IiwiRm9udFNldHRpbmdzIjp7IiRpZCI6IjUyNSIsIkZvbnRTaXplIjoxMSwiRm9udE5hbWUiOiJDYWxpYnJpIiwiSXNCb2xkIjpmYWxzZSwiSXNJdGFsaWMiOmZhbHNlLCJJc1VuZGVybGluZWQiOmZhbHNlLCJQYXJlbnRTdHlsZSI6bnVsbH0sIkF1dG9TaXplIjoyLCJGb3JlZ3JvdW5kIjp7IiRpZCI6IjUyNiIsIkNvbG9yIjp7IiRpZCI6IjUyNyIsIkEiOjI1NSwiUiI6MjU1LCJHIjoyNTUsIkIiOjI1NX19LCJNYXhXaWR0aCI6IkluZmluaXR5IiwiTWF4SGVpZ2h0IjoiSW5maW5pdHkiLCJTbWFydEZvcmVncm91bmRJc0FjdGl2ZSI6ZmFsc2UsIkhvcml6b250YWxBbGlnbm1lbnQiOjEsIlZlcnRpY2FsQWxpZ25tZW50IjowLCJTbWFydEZvcmVncm91bmQiOm51bGwsIkJhY2tncm91bmRGaWxsVHlwZSI6MCwiTWFyZ2luIjp7IiRpZCI6IjUyOCIsIlRvcCI6MC4wLCJMZWZ0IjowLjAsIlJpZ2h0IjowLjAsIkJvdHRvbSI6MC4wfSwiUGFkZGluZyI6eyIkaWQiOiI1MjkiLCJUb3AiOjAuMCwiTGVmdCI6MC4wLCJSaWdodCI6MC4wLCJCb3R0b20iOjAuMH0sIkJhY2tncm91bmQiOnsiJGlkIjoiNTMwIiwiQ29sb3IiOnsiJGlkIjoiNTMxIiwiQSI6MjU1LCJSIjoyNTUsIkciOjI1NSwiQiI6MjU1fX0sIklzVmlzaWJsZSI6dHJ1ZSwiV2lkdGgiOjAuMCwiSGVpZ2h0IjowLjAsIkJvcmRlclN0eWxlIjpudWxsLCJQYXJlbnRTdHlsZSI6bnVsbH0sIlJlY3RhbmdsZVN0eWxlIjp7IiRpZCI6IjUzMiIsIk1hcmdpbiI6eyIkaWQiOiI1MzMiLCJUb3AiOjAuMCwiTGVmdCI6MC4wLCJSaWdodCI6MC4wLCJCb3R0b20iOjAuMH0sIlBhZGRpbmciOnsiJGlkIjoiNTM0IiwiVG9wIjowLjAsIkxlZnQiOjAuMCwiUmlnaHQiOjAuMCwiQm90dG9tIjowLjB9LCJCYWNrZ3JvdW5kIjp7IiRpZCI6IjUzNSIsIkNvbG9yIjp7IiRpZCI6IjUzNiIsIkEiOjI1NSwiUiI6MjMzLCJHIjoxMTMsIkIiOjUwfX0sIklzVmlzaWJsZSI6dHJ1ZSwiV2lkdGgiOjAuMCwiSGVpZ2h0IjowLjAsIkJvcmRlclN0eWxlIjp7IiRpZCI6IjUzNyIsIkxpbmVDb2xvciI6eyIkaWQiOiI1MzgiLCIkdHlwZSI6Ik5MUkUuQ29tbW9uLkRvbS5Tb2xpZENvbG9yQnJ1c2gsIE5MUkUuQ29tbW9uIiwiQ29sb3IiOnsiJGlkIjoiNTM5IiwiQSI6MjU1LCJSIjoyNTUsIkciOjI1NSwiQiI6MjU1fX0sIkxpbmVXZWlnaHQiOjAuMCwiTGluZVR5cGUiOjAsIlBhcmVudFN0eWxlIjpudWxsfSwiUGFyZW50U3R5bGUiOm51bGx9LCJNYXJnaW4iOnsiJGlkIjoiNTQwIiwiVG9wIjowLjAsIkxlZnQiOjAuMCwiUmlnaHQiOjAuMCwiQm90dG9tIjowLjB9LCJQYWRkaW5nIjp7IiRpZCI6IjU0MSIsIlRvcCI6MC4wLCJMZWZ0IjowLjAsIlJpZ2h0IjowLjAsIkJvdHRvbSI6MC4wfSwiQmFja2dyb3VuZCI6bnVsbCwiSXNWaXNpYmxlIjp0cnVlLCJXaWR0aCI6MC4wLCJIZWlnaHQiOjAuMCwiQm9yZGVyU3R5bGUiOm51bGwsIlBhcmVudFN0eWxlIjpudWxsfSwiQmFja2dyb3VuZFN0eWxlIjp7IiRpZCI6IjU0MiIsIk1hcmdpbiI6eyIkaWQiOiI1NDMiLCJUb3AiOjAuMCwiTGVmdCI6MC4wLCJSaWdodCI6MC4wLCJCb3R0b20iOjAuMH0sIlBhZGRpbmciOnsiJGlkIjoiNTQ0IiwiVG9wIjowLjAsIkxlZnQiOjAuMCwiUmlnaHQiOjAuMCwiQm90dG9tIjowLjB9LCJCYWNrZ3JvdW5kIjp7IiRpZCI6IjU0NSIsIkNvbG9yIjp7IiRpZCI6IjU0NiIsIkEiOjUxLCJSIjoyMDAsIkciOjIwMCwiQiI6MjAwfX0sIklzVmlzaWJsZSI6dHJ1ZSwiV2lkdGgiOjAuMCwiSGVpZ2h0IjowLjAsIkJvcmRlclN0eWxlIjp7IiRpZCI6IjU0NyIsIkxpbmVDb2xvciI6eyIkaWQiOiI1NDgiLCIkdHlwZSI6Ik5MUkUuQ29tbW9uLkRvbS5Tb2xpZENvbG9yQnJ1c2gsIE5MUkUuQ29tbW9uIiwiQ29sb3IiOnsiJGlkIjoiNTQ5IiwiQSI6MjU1LCJSIjoyMzQsIkciOjIyLCJCIjozMH19LCJMaW5lV2VpZ2h0IjowLjAsIkxpbmVUeXBlIjowLCJQYXJlbnRTdHlsZSI6bnVsbH0sIlBhcmVudFN0eWxlIjpudWxsfSwiSXNBYm92ZVRpbWViYW5kIjpmYWxzZSwiU3BhY2luZyI6MywiRGVmYXVsdFN3aW1sYW5lVGFza1N0eWxlIjp7IiRpZCI6IjU1MCIsIiR0eXBlIjoiTkxSRS5Db21tb24uRG9tLlN0eWxlcy5FeHBsaWNpdFNldGFibGVUYXNrU3R5bGUsIE5MUkUuQ29tbW9uIiwiU2hhcGUiOjEsIlNoYXBlVGhpY2tuZXNzIjowLCJEdXJhdGlvbkZvcm1hdCI6MCwiSW5jbHVkZU5vbldvcmtpbmdEYXlzSW5EdXJhdGlvbiI6ZmFsc2UsIlBlcmNlbnRhZ2VDb21wbGV0ZVN0eWxlIjp7IiRpZCI6IjU1MSIsIkZvbnRTZXR0aW5ncyI6eyIkaWQiOiI1NTIiLCJGb250U2l6ZSI6MTAsIkZvbnROYW1lIjoiQ2FsaWJyaSIsIklzQm9sZCI6ZmFsc2UsIklzSXRhbGljIjpmYWxzZSwiSXNVbmRlcmxpbmVkIjpmYWxzZSwiUGFyZW50U3R5bGUiOm51bGx9LCJBdXRvU2l6ZSI6MCwiRm9yZWdyb3VuZCI6eyIkaWQiOiI1NTMiLCJDb2xvciI6eyIkaWQiOiI1NT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TU1IiwiVG9wIjowLjAsIkxlZnQiOjAuMCwiUmlnaHQiOjAuMCwiQm90dG9tIjowLjB9LCJQYWRkaW5nIjp7IiRpZCI6IjU1NiIsIlRvcCI6MC4wLCJMZWZ0IjowLjAsIlJpZ2h0IjowLjAsIkJvdHRvbSI6MC4wfSwiQmFja2dyb3VuZCI6eyIkaWQiOiI1NTciLCJDb2xvciI6eyIkaWQiOiI1NTgiLCJBIjo4OSwiUiI6MCwiRyI6MCwiQiI6MH19LCJJc1Zpc2libGUiOnRydWUsIldpZHRoIjowLjAsIkhlaWdodCI6MC4wLCJCb3JkZXJTdHlsZSI6eyIkaWQiOiI1NTkiLCJMaW5lQ29sb3IiOm51bGwsIkxpbmVXZWlnaHQiOjAuMCwiTGluZVR5cGUiOjAsIlBhcmVudFN0eWxlIjpudWxsfSwiUGFyZW50U3R5bGUiOm51bGx9LCJEdXJhdGlvblN0eWxlIjp7IiRpZCI6IjU2MCIsIkZvbnRTZXR0aW5ncyI6eyIkaWQiOiI1NjEiLCJGb250U2l6ZSI6MTAsIkZvbnROYW1lIjoiQ2FsaWJyaSIsIklzQm9sZCI6ZmFsc2UsIklzSXRhbGljIjpmYWxzZSwiSXNVbmRlcmxpbmVkIjpmYWxzZSwiUGFyZW50U3R5bGUiOm51bGx9LCJBdXRvU2l6ZSI6MCwiRm9yZWdyb3VuZCI6eyIkaWQiOiI1NjIiLCJDb2xvciI6eyIkaWQiOiI1Nj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1NjQiLCJUb3AiOjAuMCwiTGVmdCI6MC4wLCJSaWdodCI6MC4wLCJCb3R0b20iOjAuMH0sIlBhZGRpbmciOnsiJGlkIjoiNTY1IiwiVG9wIjowLjAsIkxlZnQiOjAuMCwiUmlnaHQiOjAuMCwiQm90dG9tIjowLjB9LCJCYWNrZ3JvdW5kIjp7IiRpZCI6IjU2NiIsIkNvbG9yIjp7IiRpZCI6IjU2NyIsIkEiOjI1NSwiUiI6MjM3LCJHIjoxMjUsIkIiOjQ5fX0sIklzVmlzaWJsZSI6dHJ1ZSwiV2lkdGgiOjAuMCwiSGVpZ2h0IjowLjAsIkJvcmRlclN0eWxlIjp7IiRpZCI6IjU2OCIsIkxpbmVDb2xvciI6bnVsbCwiTGluZVdlaWdodCI6MC4wLCJMaW5lVHlwZSI6MCwiUGFyZW50U3R5bGUiOm51bGx9LCJQYXJlbnRTdHlsZSI6bnVsbH0sIkhvcml6b250YWxDb25uZWN0b3JTdHlsZSI6eyIkaWQiOiI1NjkiLCJMaW5lQ29sb3IiOnsiJGlkIjoiNTcwIiwiJHR5cGUiOiJOTFJFLkNvbW1vbi5Eb20uU29saWRDb2xvckJydXNoLCBOTFJFLkNvbW1vbiIsIkNvbG9yIjp7IiRpZCI6IjU3MSIsIkEiOjI1NSwiUiI6MCwiRyI6MCwiQiI6MH19LCJMaW5lV2VpZ2h0IjowLjAsIkxpbmVUeXBlIjowLCJQYXJlbnRTdHlsZSI6bnVsbH0sIlZlcnRpY2FsQ29ubmVjdG9yU3R5bGUiOnsiJGlkIjoiNTcyIiwiTGluZUNvbG9yIjp7IiRpZCI6IjU3MyIsIiR0eXBlIjoiTkxSRS5Db21tb24uRG9tLlNvbGlkQ29sb3JCcnVzaCwgTkxSRS5Db21tb24iLCJDb2xvciI6eyIkaWQiOiI1NzQ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1NzUiLCJTaGFwZVN0eWxlIjp7IiRpZCI6IjU3NiIsIk1hcmdpbiI6eyIkaWQiOiI1NzciLCJUb3AiOjAuMCwiTGVmdCI6MC4wLCJSaWdodCI6MC4wLCJCb3R0b20iOjAuMH0sIlBhZGRpbmciOnsiJGlkIjoiNTc4IiwiVG9wIjowLjAsIkxlZnQiOjAuMCwiUmlnaHQiOjAuMCwiQm90dG9tIjowLjB9LCJCYWNrZ3JvdW5kIjp7IiRpZCI6IjU3OSIsIkNvbG9yIjp7IiRpZCI6IjU4MCIsIkEiOjE1MywiUiI6MCwiRyI6MCwiQiI6MH19LCJJc1Zpc2libGUiOnRydWUsIldpZHRoIjowLjAsIkhlaWdodCI6MC4wLCJCb3JkZXJTdHlsZSI6eyIkaWQiOiI1ODEiLCJMaW5lQ29sb3IiOnsiJGlkIjoiNTgyIiwiJHR5cGUiOiJOTFJFLkNvbW1vbi5Eb20uU29saWRDb2xvckJydXNoLCBOTFJFLkNvbW1vbiIsIkNvbG9yIjp7IiRpZCI6IjU4MyIsIkEiOjI1NSwiUiI6MjU1LCJHIjowLCJCIjowfX0sIkxpbmVXZWlnaHQiOjAuMCwiTGluZVR5cGUiOjAsIlBhcmVudFN0eWxlIjpudWxsfSwiUGFyZW50U3R5bGUiOm51bGx9LCJNYXJnaW4iOnsiJGlkIjoiNTg0IiwiVG9wIjowLjAsIkxlZnQiOjAuMCwiUmlnaHQiOjAuMCwiQm90dG9tIjowLjB9LCJQYWRkaW5nIjp7IiRpZCI6IjU4NSIsIlRvcCI6MC4wLCJMZWZ0IjowLjAsIlJpZ2h0IjowLjAsIkJvdHRvbSI6MC4wfSwiQmFja2dyb3VuZCI6bnVsbCwiSXNWaXNpYmxlIjp0cnVlLCJXaWR0aCI6MC4wLCJIZWlnaHQiOjAuMCwiQm9yZGVyU3R5bGUiOm51bGwsIlBhcmVudFN0eWxlIjpudWxsfSwiU2hhcGVTdHlsZSI6eyIkaWQiOiI1ODYiLCJNYXJnaW4iOnsiJGlkIjoiNTg3IiwiVG9wIjowLjAsIkxlZnQiOjQuMCwiUmlnaHQiOjQuMCwiQm90dG9tIjowLjB9LCJQYWRkaW5nIjp7IiRpZCI6IjU4OCIsIlRvcCI6MC4wLCJMZWZ0IjowLjAsIlJpZ2h0IjowLjAsIkJvdHRvbSI6MC4wfSwiQmFja2dyb3VuZCI6eyIkaWQiOiI1ODkiLCJDb2xvciI6eyIkaWQiOiI1OTAiLCJBIjoyNTUsIlIiOjIzMywiRyI6MTEzLCJCIjo1MH19LCJJc1Zpc2libGUiOnRydWUsIldpZHRoIjowLjAsIkhlaWdodCI6MTAuMCwiQm9yZGVyU3R5bGUiOnsiJGlkIjoiNTkxIiwiTGluZUNvbG9yIjp7IiRpZCI6IjU5MiIsIiR0eXBlIjoiTkxSRS5Db21tb24uRG9tLlNvbGlkQ29sb3JCcnVzaCwgTkxSRS5Db21tb24iLCJDb2xvciI6eyIkaWQiOiI1OTMiLCJBIjoyNTUsIlIiOjIzNCwiRyI6MjIsIkIiOjMwfX0sIkxpbmVXZWlnaHQiOjAuMCwiTGluZVR5cGUiOjAsIlBhcmVudFN0eWxlIjpudWxsfSwiUGFyZW50U3R5bGUiOm51bGx9LCJUaXRsZVN0eWxlIjp7IiRpZCI6IjU5NCIsIkZvbnRTZXR0aW5ncyI6eyIkaWQiOiI1OTUiLCJGb250U2l6ZSI6MTEsIkZvbnROYW1lIjoiQ2FsaWJyaSIsIklzQm9sZCI6ZmFsc2UsIklzSXRhbGljIjpmYWxzZSwiSXNVbmRlcmxpbmVkIjpmYWxzZSwiUGFyZW50U3R5bGUiOm51bGx9LCJBdXRvU2l6ZSI6MCwiRm9yZWdyb3VuZCI6eyIkaWQiOiI1OTYiLCJDb2xvciI6eyIkaWQiOiI1OT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k4IiwiVG9wIjowLjAsIkxlZnQiOjAuMCwiUmlnaHQiOjAuMCwiQm90dG9tIjowLjB9LCJQYWRkaW5nIjp7IiRpZCI6IjU5OSIsIlRvcCI6MC4wLCJMZWZ0IjowLjAsIlJpZ2h0IjowLjAsIkJvdHRvbSI6MC4wfSwiQmFja2dyb3VuZCI6eyIkaWQiOiI2MDAiLCJDb2xvciI6eyIkaWQiOiI2MDEiLCJBIjoyNTUsIlIiOjAsIkciOjAsIkIiOjB9fSwiSXNWaXNpYmxlIjp0cnVlLCJXaWR0aCI6MC4wLCJIZWlnaHQiOjAuMCwiQm9yZGVyU3R5bGUiOnsiJGlkIjoiNjAyIiwiTGluZUNvbG9yIjpudWxsLCJMaW5lV2VpZ2h0IjowLjAsIkxpbmVUeXBlIjowLCJQYXJlbnRTdHlsZSI6bnVsbH0sIlBhcmVudFN0eWxlIjpudWxsfSwiRGF0ZVN0eWxlIjp7IiRpZCI6IjYwMyIsIkZvbnRTZXR0aW5ncyI6eyIkaWQiOiI2MDQiLCJGb250U2l6ZSI6MTAsIkZvbnROYW1lIjoiQ2FsaWJyaSIsIklzQm9sZCI6ZmFsc2UsIklzSXRhbGljIjpmYWxzZSwiSXNVbmRlcmxpbmVkIjpmYWxzZSwiUGFyZW50U3R5bGUiOm51bGx9LCJBdXRvU2l6ZSI6MCwiRm9yZWdyb3VuZCI6eyIkaWQiOiI2MDUiLCJDb2xvciI6eyIkaWQiOiI2MD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NjA3IiwiVG9wIjowLjAsIkxlZnQiOjAuMCwiUmlnaHQiOjAuMCwiQm90dG9tIjowLjB9LCJQYWRkaW5nIjp7IiRpZCI6IjYwOCIsIlRvcCI6MC4wLCJMZWZ0IjowLjAsIlJpZ2h0IjowLjAsIkJvdHRvbSI6MC4wfSwiQmFja2dyb3VuZCI6eyIkaWQiOiI2MDkiLCJDb2xvciI6eyIkaWQiOiI2MTAiLCJBIjoyNTUsIlIiOjE0LCJHIjo0MCwiQiI6NjV9fSwiSXNWaXNpYmxlIjp0cnVlLCJXaWR0aCI6MC4wLCJIZWlnaHQiOjAuMCwiQm9yZGVyU3R5bGUiOnsiJGlkIjoiNjExIiwiTGluZUNvbG9yIjpudWxsLCJMaW5lV2VpZ2h0IjowLjAsIkxpbmVUeXBlIjowLCJQYXJlbnRTdHlsZSI6bnVsbH0sIlBhcmVudFN0eWxlIjpudWxsfSwiRGF0ZUZvcm1hdCI6eyIkaWQiOiI2MT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EzIiwiRm9ybWF0IjowLCJJc1Zpc2libGUiOmZhbHNlLCJMYXN0S25vd25WaXNpYmlsaXR5U3RhdGUiOmZhbHNlfSwiSXNWaXNpYmxlIjp0cnVlLCJWYXJpYW5jZVN0eWxlIjp7IiRpZCI6IjYxNCIsIlRleHRTdHlsZSI6eyIkaWQiOiI2MTUiLCJGb250U2V0dGluZ3MiOnsiJGlkIjoiNjE2IiwiRm9udFNpemUiOjEwLCJGb250TmFtZSI6IkNhbGlicmkiLCJJc0JvbGQiOmZhbHNlLCJJc0l0YWxpYyI6ZmFsc2UsIklzVW5kZXJsaW5lZCI6ZmFsc2UsIlBhcmVudFN0eWxlIjpudWxsfSwiQXV0b1NpemUiOjAsIkZvcmVncm91bmQiOnsiJGlkIjoiNjE3IiwiQ29sb3IiOnsiJGlkIjoiNjE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xOSIsIlRvcCI6MC4wLCJMZWZ0IjowLjAsIlJpZ2h0IjowLjAsIkJvdHRvbSI6MC4wfSwiUGFkZGluZyI6eyIkaWQiOiI2MjAiLCJUb3AiOjAuMCwiTGVmdCI6MC4wLCJSaWdodCI6MC4wLCJCb3R0b20iOjAuMH0sIkJhY2tncm91bmQiOnsiJGlkIjoiNjIxIiwiQ29sb3IiOnsiJGlkIjoiNjIyIiwiQSI6MjU1LCJSIjowLCJHIjowLCJCIjowfX0sIklzVmlzaWJsZSI6dHJ1ZSwiV2lkdGgiOjAuMCwiSGVpZ2h0IjowLjAsIkJvcmRlclN0eWxlIjp7IiRpZCI6IjYyMyIsIkxpbmVDb2xvciI6bnVsbCwiTGluZVdlaWdodCI6MC4wLCJMaW5lVHlwZSI6MCwiUGFyZW50U3R5bGUiOm51bGx9LCJQYXJlbnRTdHlsZSI6bnVsbH0sIlBhcmVudFN0eWxlIjpudWxsfSwiUGFyZW50U3R5bGUiOm51bGwsIl9leHBsaWNpdGx5U2V0Ijp7IiRpZCI6IjYy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YyNSIsIlNoYXBlIjoxLCJDb25uZWN0b3JNYXJnaW4iOnsiJGlkIjoiNjI2IiwiVG9wIjowLjAsIkxlZnQiOjIuMCwiUmlnaHQiOjIuMCwiQm90dG9tIjowLjB9LCJDb25uZWN0b3JTdHlsZSI6eyIkaWQiOiI2MjciLCJMaW5lQ29sb3IiOnsiJGlkIjoiNjI4IiwiJHR5cGUiOiJOTFJFLkNvbW1vbi5Eb20uU29saWRDb2xvckJydXNoLCBOTFJFLkNvbW1vbiIsIkNvbG9yIjp7IiRpZCI6IjYyOSIsIkEiOjEyNywiUiI6MTI4LCJHIjo1MywiQiI6MTR9fSwiTGluZVdlaWdodCI6MS4wLCJMaW5lVHlwZSI6MCwiUGFyZW50U3R5bGUiOm51bGx9LCJJc0JlbG93VGltZWJhbmQiOmZhbHNlLCJQb3NpdGlvbk9uVGFzayI6MSwiSGlkZURhdGUiOmZhbHNlLCJTaGFwZVNpemUiOjAsIlNwYWNpbmciOjAuMCwiUGFkZGluZyI6eyIkaWQiOiI2MzAiLCJUb3AiOjUuMCwiTGVmdCI6My4wLCJSaWdodCI6MC4wLCJCb3R0b20iOjIuMH0sIlNoYXBlU3R5bGUiOnsiJGlkIjoiNjMxIiwiTWFyZ2luIjp7IiRpZCI6IjYzMiIsIlRvcCI6MC4wLCJMZWZ0IjowLjAsIlJpZ2h0IjowLjAsIkJvdHRvbSI6MC4wfSwiUGFkZGluZyI6eyIkaWQiOiI2MzMiLCJUb3AiOjAuMCwiTGVmdCI6MC4wLCJSaWdodCI6MC4wLCJCb3R0b20iOjAuMH0sIkJhY2tncm91bmQiOnsiJGlkIjoiNjM0IiwiQ29sb3IiOnsiJGlkIjoiNjM1IiwiQSI6MjU1LCJSIjoxMjgsIkciOjUzLCJCIjoxNH19LCJJc1Zpc2libGUiOnRydWUsIldpZHRoIjoxMi4wLCJIZWlnaHQiOjE0LjAsIkJvcmRlclN0eWxlIjp7IiRpZCI6IjYzNiIsIkxpbmVDb2xvciI6eyIkaWQiOiI2MzciLCIkdHlwZSI6Ik5MUkUuQ29tbW9uLkRvbS5Tb2xpZENvbG9yQnJ1c2gsIE5MUkUuQ29tbW9uIiwiQ29sb3IiOnsiJGlkIjoiNjM4IiwiQSI6MjU1LCJSIjoyNTUsIkciOjI1NSwiQiI6MjU1fX0sIkxpbmVXZWlnaHQiOjAuMCwiTGluZVR5cGUiOjAsIlBhcmVudFN0eWxlIjpudWxsfSwiUGFyZW50U3R5bGUiOm51bGx9LCJUaXRsZVN0eWxlIjp7IiRpZCI6IjYzOSIsIkZvbnRTZXR0aW5ncyI6eyIkaWQiOiI2NDAiLCJGb250U2l6ZSI6MTEsIkZvbnROYW1lIjoiQ2FsaWJyaSIsIklzQm9sZCI6ZmFsc2UsIklzSXRhbGljIjpmYWxzZSwiSXNVbmRlcmxpbmVkIjpmYWxzZSwiUGFyZW50U3R5bGUiOm51bGx9LCJBdXRvU2l6ZSI6MCwiRm9yZWdyb3VuZCI6eyIkaWQiOiI2NDEiLCJDb2xvciI6eyIkaWQiOiI2NDI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NjQzIiwiVG9wIjowLjAsIkxlZnQiOjAuMCwiUmlnaHQiOjAuMCwiQm90dG9tIjowLjB9LCJQYWRkaW5nIjp7IiRpZCI6IjY0NCIsIlRvcCI6MC4wLCJMZWZ0IjowLjAsIlJpZ2h0IjowLjAsIkJvdHRvbSI6MC4wfSwiQmFja2dyb3VuZCI6eyIkaWQiOiI2NDUiLCJDb2xvciI6eyIkaWQiOiI2NDYiLCJBIjoyNTUsIlIiOjAsIkciOjAsIkIiOjB9fSwiSXNWaXNpYmxlIjp0cnVlLCJXaWR0aCI6MC4wLCJIZWlnaHQiOjAuMCwiQm9yZGVyU3R5bGUiOnsiJGlkIjoiNjQ3IiwiTGluZUNvbG9yIjpudWxsLCJMaW5lV2VpZ2h0IjowLjAsIkxpbmVUeXBlIjowLCJQYXJlbnRTdHlsZSI6bnVsbH0sIlBhcmVudFN0eWxlIjpudWxsfSwiRGF0ZVN0eWxlIjp7IiRpZCI6IjY0OCIsIkZvbnRTZXR0aW5ncyI6eyIkaWQiOiI2NDkiLCJGb250U2l6ZSI6MTAsIkZvbnROYW1lIjoiQ2FsaWJyaSIsIklzQm9sZCI6ZmFsc2UsIklzSXRhbGljIjpmYWxzZSwiSXNVbmRlcmxpbmVkIjpmYWxzZSwiUGFyZW50U3R5bGUiOm51bGx9LCJBdXRvU2l6ZSI6MCwiRm9yZWdyb3VuZCI6eyIkaWQiOiI2NTAiLCJDb2xvciI6eyIkaWQiOiI2NTEiLCJBIjoyNTUsIlIiOjE0LCJHIjo0MCwiQiI6NjV9fSwiTWF4V2lkdGgiOjIwMC4wLCJNYXhIZWlnaHQiOiJJbmZpbml0eSIsIlNtYXJ0Rm9yZWdyb3VuZElzQWN0aXZlIjpmYWxzZSwiSG9yaXpvbnRhbEFsaWdubWVudCI6MSwiVmVydGljYWxBbGlnbm1lbnQiOjEsIlNtYXJ0Rm9yZWdyb3VuZCI6bnVsbCwiQmFja2dyb3VuZEZpbGxUeXBlIjowLCJNYXJnaW4iOnsiJGlkIjoiNjUyIiwiVG9wIjowLjAsIkxlZnQiOjAuMCwiUmlnaHQiOjAuMCwiQm90dG9tIjowLjB9LCJQYWRkaW5nIjp7IiRpZCI6IjY1MyIsIlRvcCI6MC4wLCJMZWZ0IjowLjAsIlJpZ2h0IjowLjAsIkJvdHRvbSI6MC4wfSwiQmFja2dyb3VuZCI6eyIkaWQiOiI2NTQiLCJDb2xvciI6eyIkaWQiOiI2NTUiLCJBIjoyNTUsIlIiOjE0LCJHIjo0MCwiQiI6NjV9fSwiSXNWaXNpYmxlIjp0cnVlLCJXaWR0aCI6MC4wLCJIZWlnaHQiOjAuMCwiQm9yZGVyU3R5bGUiOnsiJGlkIjoiNjU2IiwiTGluZUNvbG9yIjpudWxsLCJMaW5lV2VpZ2h0IjowLjAsIkxpbmVUeXBlIjowLCJQYXJlbnRTdHlsZSI6bnVsbH0sIlBhcmVudFN0eWxlIjpudWxsfSwiRGF0ZUZvcm1hdCI6eyIkaWQiOiI2NT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U4IiwiRm9ybWF0IjowLCJJc1Zpc2libGUiOmZhbHNlLCJMYXN0S25vd25WaXNpYmlsaXR5U3RhdGUiOmZhbHNlfSwiSXNWaXNpYmxlIjpmYWxzZSwiVmFyaWFuY2VTdHlsZSI6eyIkaWQiOiI2NTkiLCJUZXh0U3R5bGUiOnsiJGlkIjoiNjYwIiwiRm9udFNldHRpbmdzIjp7IiRpZCI6IjY2MSIsIkZvbnRTaXplIjoxMCwiRm9udE5hbWUiOiJDYWxpYnJpIiwiSXNCb2xkIjpmYWxzZSwiSXNJdGFsaWMiOmZhbHNlLCJJc1VuZGVybGluZWQiOmZhbHNlLCJQYXJlbnRTdHlsZSI6bnVsbH0sIkF1dG9TaXplIjowLCJGb3JlZ3JvdW5kIjp7IiRpZCI6IjY2MiIsIkNvbG9yIjp7IiRpZCI6IjY2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2NjQiLCJUb3AiOjAuMCwiTGVmdCI6MC4wLCJSaWdodCI6MC4wLCJCb3R0b20iOjAuMH0sIlBhZGRpbmciOnsiJGlkIjoiNjY1IiwiVG9wIjowLjAsIkxlZnQiOjAuMCwiUmlnaHQiOjAuMCwiQm90dG9tIjowLjB9LCJCYWNrZ3JvdW5kIjp7IiRpZCI6IjY2NiIsIkNvbG9yIjp7IiRpZCI6IjY2NyIsIkEiOjI1NSwiUiI6MCwiRyI6MCwiQiI6MH19LCJJc1Zpc2libGUiOnRydWUsIldpZHRoIjowLjAsIkhlaWdodCI6MC4wLCJCb3JkZXJTdHlsZSI6eyIkaWQiOiI2NjgiLCJMaW5lQ29sb3IiOm51bGwsIkxpbmVXZWlnaHQiOjAuMCwiTGluZVR5cGUiOjAsIlBhcmVudFN0eWxlIjpudWxsfSwiUGFyZW50U3R5bGUiOm51bGx9LCJQYXJlbnRTdHlsZSI6bnVsbH0sIlBhcmVudFN0eWxlIjpudWxsfSwiRGVmYXVsdFN3aW1sYW5lTWlsZXN0b25lU3R5bGUiOnsiJGlkIjoiNjY5IiwiVGl0bGVQb3NpdGlvbiI6IkxlZnQiLCJEYXRlUG9zaXRpb24iOiJSaWdodCIsIlZhcmlhbmNlUG9zaXRpb24iOiJSaWdodCIsIlNoYXBlVHlwZSI6MSwiU2hhcGVTaXplIjowLCJTcGFjaW5nIjo1LCJTaGFwZVN0eWxlIjp7IiRpZCI6IjY3MCIsIk1hcmdpbiI6eyIkaWQiOiI2NzEiLCJUb3AiOjAuMCwiTGVmdCI6MC4wLCJSaWdodCI6MC4wLCJCb3R0b20iOjAuMH0sIlBhZGRpbmciOnsiJGlkIjoiNjcyIiwiVG9wIjowLjAsIkxlZnQiOjAuMCwiUmlnaHQiOjAuMCwiQm90dG9tIjowLjB9LCJCYWNrZ3JvdW5kIjp7IiRpZCI6IjY3MyIsIkNvbG9yIjp7IiRpZCI6IjY3NCIsIkEiOjI1NSwiUiI6MjMzLCJHIjoxMTMsIkIiOjUwfX0sIklzVmlzaWJsZSI6dHJ1ZSwiV2lkdGgiOjEyLjAsIkhlaWdodCI6MTQuMCwiQm9yZGVyU3R5bGUiOnsiJGlkIjoiNjc1IiwiTGluZUNvbG9yIjp7IiRpZCI6IjY3NiIsIiR0eXBlIjoiTkxSRS5Db21tb24uRG9tLlNvbGlkQ29sb3JCcnVzaCwgTkxSRS5Db21tb24iLCJDb2xvciI6eyIkaWQiOiI2NzciLCJBIjoyNTUsIlIiOjIzNCwiRyI6MjIsIkIiOjMwfX0sIkxpbmVXZWlnaHQiOjAuMCwiTGluZVR5cGUiOjAsIlBhcmVudFN0eWxlIjpudWxsfSwiUGFyZW50U3R5bGUiOm51bGx9LCJUaXRsZVN0eWxlIjp7IiRpZCI6IjY3OCIsIkZvbnRTZXR0aW5ncyI6eyIkaWQiOiI2NzkiLCJGb250U2l6ZSI6MTEsIkZvbnROYW1lIjoiQ2FsaWJyaSIsIklzQm9sZCI6ZmFsc2UsIklzSXRhbGljIjpmYWxzZSwiSXNVbmRlcmxpbmVkIjpmYWxzZSwiUGFyZW50U3R5bGUiOm51bGx9LCJBdXRvU2l6ZSI6MCwiRm9yZWdyb3VuZCI6eyIkaWQiOiI2ODAiLCJDb2xvciI6eyIkaWQiOiI2ODE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NjgyIiwiVG9wIjowLjAsIkxlZnQiOjAuMCwiUmlnaHQiOjAuMCwiQm90dG9tIjowLjB9LCJQYWRkaW5nIjp7IiRpZCI6IjY4MyIsIlRvcCI6MC4wLCJMZWZ0IjowLjAsIlJpZ2h0IjowLjAsIkJvdHRvbSI6MC4wfSwiQmFja2dyb3VuZCI6eyIkaWQiOiI2ODQiLCJDb2xvciI6eyIkaWQiOiI2ODUiLCJBIjoyNTUsIlIiOjAsIkciOjAsIkIiOjB9fSwiSXNWaXNpYmxlIjp0cnVlLCJXaWR0aCI6MC4wLCJIZWlnaHQiOjAuMCwiQm9yZGVyU3R5bGUiOnsiJGlkIjoiNjg2IiwiTGluZUNvbG9yIjpudWxsLCJMaW5lV2VpZ2h0IjowLjAsIkxpbmVUeXBlIjowLCJQYXJlbnRTdHlsZSI6bnVsbH0sIlBhcmVudFN0eWxlIjpudWxsfSwiRGF0ZVN0eWxlIjp7IiRpZCI6IjY4NyIsIkZvbnRTZXR0aW5ncyI6eyIkaWQiOiI2ODgiLCJGb250U2l6ZSI6MTAsIkZvbnROYW1lIjoiQ2FsaWJyaSIsIklzQm9sZCI6ZmFsc2UsIklzSXRhbGljIjpmYWxzZSwiSXNVbmRlcmxpbmVkIjpmYWxzZSwiUGFyZW50U3R5bGUiOm51bGx9LCJBdXRvU2l6ZSI6MCwiRm9yZWdyb3VuZCI6eyIkaWQiOiI2ODkiLCJDb2xvciI6eyIkaWQiOiI2OTA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NjkxIiwiVG9wIjowLjAsIkxlZnQiOjAuMCwiUmlnaHQiOjAuMCwiQm90dG9tIjowLjB9LCJQYWRkaW5nIjp7IiRpZCI6IjY5MiIsIlRvcCI6MC4wLCJMZWZ0IjowLjAsIlJpZ2h0IjowLjAsIkJvdHRvbSI6MC4wfSwiQmFja2dyb3VuZCI6eyIkaWQiOiI2OTMiLCJDb2xvciI6eyIkaWQiOiI2OTQiLCJBIjoyNTUsIlIiOjE0LCJHIjo0MCwiQiI6NjV9fSwiSXNWaXNpYmxlIjp0cnVlLCJXaWR0aCI6MC4wLCJIZWlnaHQiOjAuMCwiQm9yZGVyU3R5bGUiOnsiJGlkIjoiNjk1IiwiTGluZUNvbG9yIjpudWxsLCJMaW5lV2VpZ2h0IjowLjAsIkxpbmVUeXBlIjowLCJQYXJlbnRTdHlsZSI6bnVsbH0sIlBhcmVudFN0eWxlIjpudWxsfSwiRGF0ZUZvcm1hdCI6eyIkaWQiOiI2O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k3IiwiRm9ybWF0IjowLCJJc1Zpc2libGUiOmZhbHNlLCJMYXN0S25vd25WaXNpYmlsaXR5U3RhdGUiOmZhbHNlfSwiSXNWaXNpYmxlIjp0cnVlLCJWYXJpYW5jZVN0eWxlIjp7IiRpZCI6IjY5OCIsIlRleHRTdHlsZSI6eyIkaWQiOiI2OTkiLCJGb250U2V0dGluZ3MiOnsiJGlkIjoiNzAwIiwiRm9udFNpemUiOjEwLCJGb250TmFtZSI6IkNhbGlicmkiLCJJc0JvbGQiOmZhbHNlLCJJc0l0YWxpYyI6ZmFsc2UsIklzVW5kZXJsaW5lZCI6ZmFsc2UsIlBhcmVudFN0eWxlIjpudWxsfSwiQXV0b1NpemUiOjAsIkZvcmVncm91bmQiOnsiJGlkIjoiNzAxIiwiQ29sb3IiOnsiJGlkIjoiNzA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cwMyIsIlRvcCI6MC4wLCJMZWZ0IjowLjAsIlJpZ2h0IjowLjAsIkJvdHRvbSI6MC4wfSwiUGFkZGluZyI6eyIkaWQiOiI3MDQiLCJUb3AiOjAuMCwiTGVmdCI6MC4wLCJSaWdodCI6MC4wLCJCb3R0b20iOjAuMH0sIkJhY2tncm91bmQiOnsiJGlkIjoiNzA1IiwiQ29sb3IiOnsiJGlkIjoiNzA2IiwiQSI6MjU1LCJSIjowLCJHIjowLCJCIjowfX0sIklzVmlzaWJsZSI6dHJ1ZSwiV2lkdGgiOjAuMCwiSGVpZ2h0IjowLjAsIkJvcmRlclN0eWxlIjp7IiRpZCI6IjcwNyIsIkxpbmVDb2xvciI6bnVsbCwiTGluZVdlaWdodCI6MC4wLCJMaW5lVHlwZSI6MCwiUGFyZW50U3R5bGUiOm51bGx9LCJQYXJlbnRTdHlsZSI6bnVsbH0sIlBhcmVudFN0eWxlIjpudWxsfSwiUGFyZW50U3R5bGUiOm51bGx9LCJEZWZhdWx0U3dpbWxhbmVBY3Rpdml0eVN0eWxlIjp7IiRpZCI6IjcwOCIsIkhlYWRlclN0eWxlIjp7IiRpZCI6IjcwOSIsIlRleHRTdHlsZSI6eyIkaWQiOiI3MTAiLCJGb250U2V0dGluZ3MiOnsiJGlkIjoiNzExIiwiRm9udFNpemUiOjExLCJGb250TmFtZSI6IkNhbGlicmkiLCJJc0JvbGQiOmZhbHNlLCJJc0l0YWxpYyI6ZmFsc2UsIklzVW5kZXJsaW5lZCI6ZmFsc2UsIlBhcmVudFN0eWxlIjpudWxsfSwiQXV0b1NpemUiOjIsIkZvcmVncm91bmQiOnsiJGlkIjoiNzEyIiwiQ29sb3IiOnsiJGlkIjoiNzE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NzE0IiwiVG9wIjowLjAsIkxlZnQiOjAuMCwiUmlnaHQiOjAuMCwiQm90dG9tIjowLjB9LCJQYWRkaW5nIjp7IiRpZCI6IjcxNSIsIlRvcCI6MC4wLCJMZWZ0IjowLjAsIlJpZ2h0IjowLjAsIkJvdHRvbSI6MC4wfSwiQmFja2dyb3VuZCI6eyIkaWQiOiI3MTYiLCJDb2xvciI6eyIkaWQiOiI3MTciLCJBIjoyNTUsIlIiOjAsIkciOjAsIkIiOjB9fSwiSXNWaXNpYmxlIjp0cnVlLCJXaWR0aCI6MC4wLCJIZWlnaHQiOjAuMCwiQm9yZGVyU3R5bGUiOm51bGwsIlBhcmVudFN0eWxlIjpudWxsfSwiUmVjdGFuZ2xlU3R5bGUiOnsiJGlkIjoiNzE4IiwiTWFyZ2luIjp7IiRpZCI6IjcxOSIsIlRvcCI6MC4wLCJMZWZ0IjowLjAsIlJpZ2h0IjowLjAsIkJvdHRvbSI6MC4wfSwiUGFkZGluZyI6eyIkaWQiOiI3MjAiLCJUb3AiOjAuMCwiTGVmdCI6MC4wLCJSaWdodCI6MC4wLCJCb3R0b20iOjAuMH0sIkJhY2tncm91bmQiOnsiJGlkIjoiNzIxIiwiQ29sb3IiOnsiJGlkIjoiNzIyIiwiQSI6NjMsIlIiOjIzMywiRyI6MTEzLCJCIjo1MH19LCJJc1Zpc2libGUiOnRydWUsIldpZHRoIjowLjAsIkhlaWdodCI6MC4wLCJCb3JkZXJTdHlsZSI6eyIkaWQiOiI3MjMiLCJMaW5lQ29sb3IiOnsiJGlkIjoiNzI0IiwiJHR5cGUiOiJOTFJFLkNvbW1vbi5Eb20uU29saWRDb2xvckJydXNoLCBOTFJFLkNvbW1vbiIsIkNvbG9yIjp7IiRpZCI6IjcyNSIsIkEiOjI1NSwiUiI6MjU1LCJHIjoyNTUsIkIiOjI1NX19LCJMaW5lV2VpZ2h0IjowLjAsIkxpbmVUeXBlIjowLCJQYXJlbnRTdHlsZSI6bnVsbH0sIlBhcmVudFN0eWxlIjpudWxsfSwiTWFyZ2luIjp7IiRpZCI6IjcyNiIsIlRvcCI6MC4wLCJMZWZ0IjowLjAsIlJpZ2h0IjowLjAsIkJvdHRvbSI6MC4wfSwiUGFkZGluZyI6eyIkaWQiOiI3MjciLCJUb3AiOjAuMCwiTGVmdCI6MC4wLCJSaWdodCI6MC4wLCJCb3R0b20iOjAuMH0sIkJhY2tncm91bmQiOm51bGwsIklzVmlzaWJsZSI6dHJ1ZSwiV2lkdGgiOjAuMCwiSGVpZ2h0IjowLjAsIkJvcmRlclN0eWxlIjpudWxsLCJQYXJlbnRTdHlsZSI6bnVsbH0sIkJhY2tncm91bmRTdHlsZSI6eyIkaWQiOiI3MjgiLCJNYXJnaW4iOnsiJGlkIjoiNzI5IiwiVG9wIjowLjAsIkxlZnQiOjAuMCwiUmlnaHQiOjAuMCwiQm90dG9tIjowLjB9LCJQYWRkaW5nIjp7IiRpZCI6IjczMCIsIlRvcCI6MC4wLCJMZWZ0IjowLjAsIlJpZ2h0IjowLjAsIkJvdHRvbSI6MC4wfSwiQmFja2dyb3VuZCI6eyIkaWQiOiI3MzEiLCJDb2xvciI6eyIkaWQiOiI3MzIiLCJBIjo1MSwiUiI6MjAwLCJHIjoyMDAsIkIiOjIwMH19LCJJc1Zpc2libGUiOnRydWUsIldpZHRoIjowLjAsIkhlaWdodCI6MC4wLCJCb3JkZXJTdHlsZSI6eyIkaWQiOiI3MzMiLCJMaW5lQ29sb3IiOnsiJGlkIjoiNzM0IiwiJHR5cGUiOiJOTFJFLkNvbW1vbi5Eb20uU29saWRDb2xvckJydXNoLCBOTFJFLkNvbW1vbiIsIkNvbG9yIjp7IiRpZCI6IjczNSIsIkEiOjI1NSwiUiI6MjM0LCJHIjoyMiwiQiI6MzB9fSwiTGluZVdlaWdodCI6MC4wLCJMaW5lVHlwZSI6MCwiUGFyZW50U3R5bGUiOm51bGx9LCJQYXJlbnRTdHlsZSI6bnVsbH0sIk1hcmdpbiI6eyIkaWQiOiI3MzYiLCJUb3AiOjAuMCwiTGVmdCI6MC4wLCJSaWdodCI6MC4wLCJCb3R0b20iOjAuMH0sIlBhZGRpbmciOnsiJGlkIjoiNzM3IiwiVG9wIjowLjAsIkxlZnQiOjAuMCwiUmlnaHQiOjAuMCwiQm90dG9tIjowLjB9LCJJc1Zpc2libGUiOnRydWUsIldpZHRoIjowLjAsIkhlaWdodCI6MC4wLCJCb3JkZXJTdHlsZSI6eyIkaWQiOiI3MzgiLCJMaW5lQ29sb3IiOm51bGwsIkxpbmVXZWlnaHQiOjAuMCwiTGluZVR5cGUiOjAsIlBhcmVudFN0eWxlIjpudWxsfSwiUGFyZW50U3R5bGUiOm51bGx9LCJNYXJnaW4iOnsiJGlkIjoiNzM5IiwiVG9wIjowLjAsIkxlZnQiOjAuMCwiUmlnaHQiOjAuMCwiQm90dG9tIjowLjB9LCJQYWRkaW5nIjp7IiRpZCI6Ijc0MCIsIlRvcCI6MC4wLCJMZWZ0IjowLjAsIlJpZ2h0IjowLjAsIkJvdHRvbSI6MC4wfSwiSXNWaXNpYmxlIjp0cnVlLCJXaWR0aCI6MC4wLCJIZWlnaHQiOjAuMCwiQm9yZGVyU3R5bGUiOnsiJGlkIjoiNzQxIiwiTGluZUNvbG9yIjpudWxsLCJMaW5lV2VpZ2h0IjowLjAsIkxpbmVUeXBlIjowLCJQYXJlbnRTdHlsZSI6bnVsbH0sIlBhcmVudFN0eWxlIjpudWxsfSx7IiRpZCI6Ijc0MiIsIlN0eWxlSWQiOiJiMjRmODA0NS1mNjliLTRhNDMtODI5Zi1hNTY1MDNmZGNkNjkiLCJIZWFkZXJTdHlsZSI6eyIkaWQiOiI3NDMiLCJUZXh0SXNWZXJ0aWNhbCI6ZmFsc2UsIlRleHRTdHlsZSI6eyIkaWQiOiI3NDQiLCJGb250U2V0dGluZ3MiOnsiJGlkIjoiNzQ1IiwiRm9udFNpemUiOjExLCJGb250TmFtZSI6IkNhbGlicmkiLCJJc0JvbGQiOmZhbHNlLCJJc0l0YWxpYyI6ZmFsc2UsIklzVW5kZXJsaW5lZCI6ZmFsc2UsIlBhcmVudFN0eWxlIjpudWxsfSwiQXV0b1NpemUiOjIsIkZvcmVncm91bmQiOnsiJGlkIjoiNzQ2IiwiQ29sb3IiOnsiJGlkIjoiNzQ3IiwiQSI6MjU1LCJSIjoyNTUsIkciOjI1NSwiQiI6MjU1fX0sIk1heFdpZHRoIjoiSW5maW5pdHkiLCJNYXhIZWlnaHQiOiJJbmZpbml0eSIsIlNtYXJ0Rm9yZWdyb3VuZElzQWN0aXZlIjpmYWxzZSwiSG9yaXpvbnRhbEFsaWdubWVudCI6MSwiVmVydGljYWxBbGlnbm1lbnQiOjAsIlNtYXJ0Rm9yZWdyb3VuZCI6bnVsbCwiQmFja2dyb3VuZEZpbGxUeXBlIjowLCJNYXJnaW4iOnsiJGlkIjoiNzQ4IiwiVG9wIjowLjAsIkxlZnQiOjAuMCwiUmlnaHQiOjAuMCwiQm90dG9tIjowLjB9LCJQYWRkaW5nIjp7IiRpZCI6Ijc0OSIsIlRvcCI6MC4wLCJMZWZ0IjowLjAsIlJpZ2h0IjowLjAsIkJvdHRvbSI6MC4wfSwiQmFja2dyb3VuZCI6eyIkaWQiOiI3NTAiLCJDb2xvciI6eyIkaWQiOiI3NTEiLCJBIjoyNTUsIlIiOjI1NSwiRyI6MjU1LCJCIjoyNTV9fSwiSXNWaXNpYmxlIjp0cnVlLCJXaWR0aCI6MC4wLCJIZWlnaHQiOjAuMCwiQm9yZGVyU3R5bGUiOm51bGwsIlBhcmVudFN0eWxlIjpudWxsfSwiUmVjdGFuZ2xlU3R5bGUiOnsiJGlkIjoiNzUyIiwiTWFyZ2luIjp7IiRpZCI6Ijc1MyIsIlRvcCI6MC4wLCJMZWZ0IjowLjAsIlJpZ2h0IjowLjAsIkJvdHRvbSI6MC4wfSwiUGFkZGluZyI6eyIkaWQiOiI3NTQiLCJUb3AiOjAuMCwiTGVmdCI6MC4wLCJSaWdodCI6MC4wLCJCb3R0b20iOjAuMH0sIkJhY2tncm91bmQiOnsiJGlkIjoiNzU1IiwiQ29sb3IiOnsiJGlkIjoiNzU2IiwiQSI6MjU1LCJSIjoyNSwiRyI6MTA3LCJCIjozNn19LCJJc1Zpc2libGUiOnRydWUsIldpZHRoIjowLjAsIkhlaWdodCI6MC4wLCJCb3JkZXJTdHlsZSI6eyIkaWQiOiI3NTciLCJMaW5lQ29sb3IiOnsiJGlkIjoiNzU4IiwiJHR5cGUiOiJOTFJFLkNvbW1vbi5Eb20uU29saWRDb2xvckJydXNoLCBOTFJFLkNvbW1vbiIsIkNvbG9yIjp7IiRpZCI6Ijc1OSIsIkEiOjI1NSwiUiI6MjU1LCJHIjoyNTUsIkIiOjI1NX19LCJMaW5lV2VpZ2h0IjowLjAsIkxpbmVUeXBlIjowLCJQYXJlbnRTdHlsZSI6bnVsbH0sIlBhcmVudFN0eWxlIjpudWxsfSwiTWFyZ2luIjp7IiRpZCI6Ijc2MCIsIlRvcCI6MC4wLCJMZWZ0IjowLjAsIlJpZ2h0IjowLjAsIkJvdHRvbSI6MC4wfSwiUGFkZGluZyI6eyIkaWQiOiI3NjEiLCJUb3AiOjAuMCwiTGVmdCI6MC4wLCJSaWdodCI6MC4wLCJCb3R0b20iOjAuMH0sIkJhY2tncm91bmQiOm51bGwsIklzVmlzaWJsZSI6dHJ1ZSwiV2lkdGgiOjAuMCwiSGVpZ2h0IjowLjAsIkJvcmRlclN0eWxlIjpudWxsLCJQYXJlbnRTdHlsZSI6bnVsbH0sIkJhY2tncm91bmRTdHlsZSI6eyIkaWQiOiI3NjIiLCJNYXJnaW4iOnsiJGlkIjoiNzYzIiwiVG9wIjowLjAsIkxlZnQiOjAuMCwiUmlnaHQiOjAuMCwiQm90dG9tIjowLjB9LCJQYWRkaW5nIjp7IiRpZCI6Ijc2NCIsIlRvcCI6MC4wLCJMZWZ0IjowLjAsIlJpZ2h0IjowLjAsIkJvdHRvbSI6MC4wfSwiQmFja2dyb3VuZCI6eyIkaWQiOiI3NjUiLCJDb2xvciI6eyIkaWQiOiI3NjYiLCJBIjo1MSwiUiI6MjAwLCJHIjoyMDAsIkIiOjIwMH19LCJJc1Zpc2libGUiOnRydWUsIldpZHRoIjowLjAsIkhlaWdodCI6MC4wLCJCb3JkZXJTdHlsZSI6eyIkaWQiOiI3NjciLCJMaW5lQ29sb3IiOnsiJGlkIjoiNzY4IiwiJHR5cGUiOiJOTFJFLkNvbW1vbi5Eb20uU29saWRDb2xvckJydXNoLCBOTFJFLkNvbW1vbiIsIkNvbG9yIjp7IiRpZCI6Ijc2OSIsIkEiOjI1NSwiUiI6MjM0LCJHIjoyMiwiQiI6MzB9fSwiTGluZVdlaWdodCI6MC4wLCJMaW5lVHlwZSI6MCwiUGFyZW50U3R5bGUiOm51bGx9LCJQYXJlbnRTdHlsZSI6bnVsbH0sIklzQWJvdmVUaW1lYmFuZCI6ZmFsc2UsIlNwYWNpbmciOjMsIkRlZmF1bHRTd2ltbGFuZVRhc2tTdHlsZSI6eyIkaWQiOiI3NzAiLCIkdHlwZSI6Ik5MUkUuQ29tbW9uLkRvbS5TdHlsZXMuRXhwbGljaXRTZXRhYmxlVGFza1N0eWxlLCBOTFJFLkNvbW1vbiIsIlNoYXBlIjoxLCJTaGFwZVRoaWNrbmVzcyI6MCwiRHVyYXRpb25Gb3JtYXQiOjAsIkluY2x1ZGVOb25Xb3JraW5nRGF5c0luRHVyYXRpb24iOmZhbHNlLCJQZXJjZW50YWdlQ29tcGxldGVTdHlsZSI6eyIkaWQiOiI3NzEiLCJGb250U2V0dGluZ3MiOnsiJGlkIjoiNzcyIiwiRm9udFNpemUiOjEwLCJGb250TmFtZSI6IkNhbGlicmkiLCJJc0JvbGQiOmZhbHNlLCJJc0l0YWxpYyI6ZmFsc2UsIklzVW5kZXJsaW5lZCI6ZmFsc2UsIlBhcmVudFN0eWxlIjpudWxsfSwiQXV0b1NpemUiOjAsIkZvcmVncm91bmQiOnsiJGlkIjoiNzczIiwiQ29sb3IiOnsiJGlkIjoiNzc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c3NSIsIlRvcCI6MC4wLCJMZWZ0IjowLjAsIlJpZ2h0IjowLjAsIkJvdHRvbSI6MC4wfSwiUGFkZGluZyI6eyIkaWQiOiI3NzYiLCJUb3AiOjAuMCwiTGVmdCI6MC4wLCJSaWdodCI6MC4wLCJCb3R0b20iOjAuMH0sIkJhY2tncm91bmQiOnsiJGlkIjoiNzc3IiwiQ29sb3IiOnsiJGlkIjoiNzc4IiwiQSI6ODksIlIiOjAsIkciOjAsIkIiOjB9fSwiSXNWaXNpYmxlIjp0cnVlLCJXaWR0aCI6MC4wLCJIZWlnaHQiOjAuMCwiQm9yZGVyU3R5bGUiOnsiJGlkIjoiNzc5IiwiTGluZUNvbG9yIjpudWxsLCJMaW5lV2VpZ2h0IjowLjAsIkxpbmVUeXBlIjowLCJQYXJlbnRTdHlsZSI6bnVsbH0sIlBhcmVudFN0eWxlIjpudWxsfSwiRHVyYXRpb25TdHlsZSI6eyIkaWQiOiI3ODAiLCJGb250U2V0dGluZ3MiOnsiJGlkIjoiNzgxIiwiRm9udFNpemUiOjEwLCJGb250TmFtZSI6IkNhbGlicmkiLCJJc0JvbGQiOmZhbHNlLCJJc0l0YWxpYyI6ZmFsc2UsIklzVW5kZXJsaW5lZCI6ZmFsc2UsIlBhcmVudFN0eWxlIjpudWxsfSwiQXV0b1NpemUiOjAsIkZvcmVncm91bmQiOnsiJGlkIjoiNzgyIiwiQ29sb3IiOnsiJGlkIjoiNzgz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Nzg0IiwiVG9wIjowLjAsIkxlZnQiOjAuMCwiUmlnaHQiOjAuMCwiQm90dG9tIjowLjB9LCJQYWRkaW5nIjp7IiRpZCI6Ijc4NSIsIlRvcCI6MC4wLCJMZWZ0IjowLjAsIlJpZ2h0IjowLjAsIkJvdHRvbSI6MC4wfSwiQmFja2dyb3VuZCI6eyIkaWQiOiI3ODYiLCJDb2xvciI6eyIkaWQiOiI3ODciLCJBIjoyNTUsIlIiOjIzNywiRyI6MTI1LCJCIjo0OX19LCJJc1Zpc2libGUiOnRydWUsIldpZHRoIjowLjAsIkhlaWdodCI6MC4wLCJCb3JkZXJTdHlsZSI6eyIkaWQiOiI3ODgiLCJMaW5lQ29sb3IiOm51bGwsIkxpbmVXZWlnaHQiOjAuMCwiTGluZVR5cGUiOjAsIlBhcmVudFN0eWxlIjpudWxsfSwiUGFyZW50U3R5bGUiOm51bGx9LCJIb3Jpem9udGFsQ29ubmVjdG9yU3R5bGUiOnsiJGlkIjoiNzg5IiwiTGluZUNvbG9yIjp7IiRpZCI6Ijc5MCIsIiR0eXBlIjoiTkxSRS5Db21tb24uRG9tLlNvbGlkQ29sb3JCcnVzaCwgTkxSRS5Db21tb24iLCJDb2xvciI6eyIkaWQiOiI3OTEiLCJBIjoyNTUsIlIiOjAsIkciOjAsIkIiOjB9fSwiTGluZVdlaWdodCI6MC4wLCJMaW5lVHlwZSI6MCwiUGFyZW50U3R5bGUiOm51bGx9LCJWZXJ0aWNhbENvbm5lY3RvclN0eWxlIjp7IiRpZCI6Ijc5MiIsIkxpbmVDb2xvciI6eyIkaWQiOiI3OTMiLCIkdHlwZSI6Ik5MUkUuQ29tbW9uLkRvbS5Tb2xpZENvbG9yQnJ1c2gsIE5MUkUuQ29tbW9uIiwiQ29sb3IiOnsiJGlkIjoiNzk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Nzk1IiwiU2hhcGVTdHlsZSI6eyIkaWQiOiI3OTYiLCJNYXJnaW4iOnsiJGlkIjoiNzk3IiwiVG9wIjowLjAsIkxlZnQiOjAuMCwiUmlnaHQiOjAuMCwiQm90dG9tIjowLjB9LCJQYWRkaW5nIjp7IiRpZCI6Ijc5OCIsIlRvcCI6MC4wLCJMZWZ0IjowLjAsIlJpZ2h0IjowLjAsIkJvdHRvbSI6MC4wfSwiQmFja2dyb3VuZCI6eyIkaWQiOiI3OTkiLCJDb2xvciI6eyIkaWQiOiI4MDAiLCJBIjoxNTMsIlIiOjAsIkciOjAsIkIiOjB9fSwiSXNWaXNpYmxlIjp0cnVlLCJXaWR0aCI6MC4wLCJIZWlnaHQiOjAuMCwiQm9yZGVyU3R5bGUiOnsiJGlkIjoiODAxIiwiTGluZUNvbG9yIjp7IiRpZCI6IjgwMiIsIiR0eXBlIjoiTkxSRS5Db21tb24uRG9tLlNvbGlkQ29sb3JCcnVzaCwgTkxSRS5Db21tb24iLCJDb2xvciI6eyIkaWQiOiI4MDMiLCJBIjoyNTUsIlIiOjI1NSwiRyI6MCwiQiI6MH19LCJMaW5lV2VpZ2h0IjowLjAsIkxpbmVUeXBlIjowLCJQYXJlbnRTdHlsZSI6bnVsbH0sIlBhcmVudFN0eWxlIjpudWxsfSwiTWFyZ2luIjp7IiRpZCI6IjgwNCIsIlRvcCI6MC4wLCJMZWZ0IjowLjAsIlJpZ2h0IjowLjAsIkJvdHRvbSI6MC4wfSwiUGFkZGluZyI6eyIkaWQiOiI4MDUiLCJUb3AiOjAuMCwiTGVmdCI6MC4wLCJSaWdodCI6MC4wLCJCb3R0b20iOjAuMH0sIkJhY2tncm91bmQiOm51bGwsIklzVmlzaWJsZSI6dHJ1ZSwiV2lkdGgiOjAuMCwiSGVpZ2h0IjowLjAsIkJvcmRlclN0eWxlIjpudWxsLCJQYXJlbnRTdHlsZSI6bnVsbH0sIlNoYXBlU3R5bGUiOnsiJGlkIjoiODA2IiwiTWFyZ2luIjp7IiRpZCI6IjgwNyIsIlRvcCI6MC4wLCJMZWZ0Ijo0LjAsIlJpZ2h0Ijo0LjAsIkJvdHRvbSI6MC4wfSwiUGFkZGluZyI6eyIkaWQiOiI4MDgiLCJUb3AiOjAuMCwiTGVmdCI6MC4wLCJSaWdodCI6MC4wLCJCb3R0b20iOjAuMH0sIkJhY2tncm91bmQiOnsiJGlkIjoiODA5IiwiQ29sb3IiOnsiJGlkIjoiODEwIiwiQSI6MjU1LCJSIjoyNSwiRyI6MTA3LCJCIjozNn19LCJJc1Zpc2libGUiOnRydWUsIldpZHRoIjowLjAsIkhlaWdodCI6MTAuMCwiQm9yZGVyU3R5bGUiOnsiJGlkIjoiODExIiwiTGluZUNvbG9yIjp7IiRpZCI6IjgxMiIsIiR0eXBlIjoiTkxSRS5Db21tb24uRG9tLlNvbGlkQ29sb3JCcnVzaCwgTkxSRS5Db21tb24iLCJDb2xvciI6eyIkaWQiOiI4MTMiLCJBIjoyNTUsIlIiOjIzNCwiRyI6MjIsIkIiOjMwfX0sIkxpbmVXZWlnaHQiOjAuMCwiTGluZVR5cGUiOjAsIlBhcmVudFN0eWxlIjpudWxsfSwiUGFyZW50U3R5bGUiOm51bGx9LCJUaXRsZVN0eWxlIjp7IiRpZCI6IjgxNCIsIkZvbnRTZXR0aW5ncyI6eyIkaWQiOiI4MTUiLCJGb250U2l6ZSI6MTEsIkZvbnROYW1lIjoiQ2FsaWJyaSIsIklzQm9sZCI6ZmFsc2UsIklzSXRhbGljIjpmYWxzZSwiSXNVbmRlcmxpbmVkIjpmYWxzZSwiUGFyZW50U3R5bGUiOm51bGx9LCJBdXRvU2l6ZSI6MCwiRm9yZWdyb3VuZCI6eyIkaWQiOiI4MTYiLCJDb2xvciI6eyIkaWQiOiI4MT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DE4IiwiVG9wIjowLjAsIkxlZnQiOjAuMCwiUmlnaHQiOjAuMCwiQm90dG9tIjowLjB9LCJQYWRkaW5nIjp7IiRpZCI6IjgxOSIsIlRvcCI6MC4wLCJMZWZ0IjowLjAsIlJpZ2h0IjowLjAsIkJvdHRvbSI6MC4wfSwiQmFja2dyb3VuZCI6eyIkaWQiOiI4MjAiLCJDb2xvciI6eyIkaWQiOiI4MjEiLCJBIjoyNTUsIlIiOjAsIkciOjAsIkIiOjB9fSwiSXNWaXNpYmxlIjp0cnVlLCJXaWR0aCI6MC4wLCJIZWlnaHQiOjAuMCwiQm9yZGVyU3R5bGUiOnsiJGlkIjoiODIyIiwiTGluZUNvbG9yIjpudWxsLCJMaW5lV2VpZ2h0IjowLjAsIkxpbmVUeXBlIjowLCJQYXJlbnRTdHlsZSI6bnVsbH0sIlBhcmVudFN0eWxlIjpudWxsfSwiRGF0ZVN0eWxlIjp7IiRpZCI6IjgyMyIsIkZvbnRTZXR0aW5ncyI6eyIkaWQiOiI4MjQiLCJGb250U2l6ZSI6MTAsIkZvbnROYW1lIjoiQ2FsaWJyaSIsIklzQm9sZCI6ZmFsc2UsIklzSXRhbGljIjpmYWxzZSwiSXNVbmRlcmxpbmVkIjpmYWxzZSwiUGFyZW50U3R5bGUiOm51bGx9LCJBdXRvU2l6ZSI6MCwiRm9yZWdyb3VuZCI6eyIkaWQiOiI4MjUiLCJDb2xvciI6eyIkaWQiOiI4Mj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ODI3IiwiVG9wIjowLjAsIkxlZnQiOjAuMCwiUmlnaHQiOjAuMCwiQm90dG9tIjowLjB9LCJQYWRkaW5nIjp7IiRpZCI6IjgyOCIsIlRvcCI6MC4wLCJMZWZ0IjowLjAsIlJpZ2h0IjowLjAsIkJvdHRvbSI6MC4wfSwiQmFja2dyb3VuZCI6eyIkaWQiOiI4MjkiLCJDb2xvciI6eyIkaWQiOiI4MzAiLCJBIjoyNTUsIlIiOjE0LCJHIjo0MCwiQiI6NjV9fSwiSXNWaXNpYmxlIjp0cnVlLCJXaWR0aCI6MC4wLCJIZWlnaHQiOjAuMCwiQm9yZGVyU3R5bGUiOnsiJGlkIjoiODMxIiwiTGluZUNvbG9yIjpudWxsLCJMaW5lV2VpZ2h0IjowLjAsIkxpbmVUeXBlIjowLCJQYXJlbnRTdHlsZSI6bnVsbH0sIlBhcmVudFN0eWxlIjpudWxsfSwiRGF0ZUZvcm1hdCI6eyIkaWQiOiI4Mz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DMzIiwiRm9ybWF0IjowLCJJc1Zpc2libGUiOmZhbHNlLCJMYXN0S25vd25WaXNpYmlsaXR5U3RhdGUiOmZhbHNlfSwiSXNWaXNpYmxlIjp0cnVlLCJWYXJpYW5jZVN0eWxlIjp7IiRpZCI6IjgzNCIsIlRleHRTdHlsZSI6eyIkaWQiOiI4MzUiLCJGb250U2V0dGluZ3MiOnsiJGlkIjoiODM2IiwiRm9udFNpemUiOjEwLCJGb250TmFtZSI6IkNhbGlicmkiLCJJc0JvbGQiOmZhbHNlLCJJc0l0YWxpYyI6ZmFsc2UsIklzVW5kZXJsaW5lZCI6ZmFsc2UsIlBhcmVudFN0eWxlIjpudWxsfSwiQXV0b1NpemUiOjAsIkZvcmVncm91bmQiOnsiJGlkIjoiODM3IiwiQ29sb3IiOnsiJGlkIjoiODM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gzOSIsIlRvcCI6MC4wLCJMZWZ0IjowLjAsIlJpZ2h0IjowLjAsIkJvdHRvbSI6MC4wfSwiUGFkZGluZyI6eyIkaWQiOiI4NDAiLCJUb3AiOjAuMCwiTGVmdCI6MC4wLCJSaWdodCI6MC4wLCJCb3R0b20iOjAuMH0sIkJhY2tncm91bmQiOnsiJGlkIjoiODQxIiwiQ29sb3IiOnsiJGlkIjoiODQyIiwiQSI6MjU1LCJSIjowLCJHIjowLCJCIjowfX0sIklzVmlzaWJsZSI6dHJ1ZSwiV2lkdGgiOjAuMCwiSGVpZ2h0IjowLjAsIkJvcmRlclN0eWxlIjp7IiRpZCI6Ijg0MyIsIkxpbmVDb2xvciI6bnVsbCwiTGluZVdlaWdodCI6MC4wLCJMaW5lVHlwZSI6MCwiUGFyZW50U3R5bGUiOm51bGx9LCJQYXJlbnRTdHlsZSI6bnVsbH0sIlBhcmVudFN0eWxlIjpudWxsfSwiUGFyZW50U3R5bGUiOm51bGwsIl9leHBsaWNpdGx5U2V0Ijp7IiRpZCI6Ijg0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g0NSIsIlNoYXBlIjoxLCJDb25uZWN0b3JNYXJnaW4iOnsiJGlkIjoiODQ2IiwiVG9wIjowLjAsIkxlZnQiOjIuMCwiUmlnaHQiOjIuMCwiQm90dG9tIjowLjB9LCJDb25uZWN0b3JTdHlsZSI6eyIkaWQiOiI4NDciLCJMaW5lQ29sb3IiOnsiJGlkIjoiODQ4IiwiJHR5cGUiOiJOTFJFLkNvbW1vbi5Eb20uU29saWRDb2xvckJydXNoLCBOTFJFLkNvbW1vbiIsIkNvbG9yIjp7IiRpZCI6Ijg0OSIsIkEiOjEyNywiUiI6MTMsIkciOjUzLCJCIjoxOH19LCJMaW5lV2VpZ2h0IjoxLjAsIkxpbmVUeXBlIjowLCJQYXJlbnRTdHlsZSI6bnVsbH0sIklzQmVsb3dUaW1lYmFuZCI6ZmFsc2UsIlBvc2l0aW9uT25UYXNrIjoxLCJIaWRlRGF0ZSI6ZmFsc2UsIlNoYXBlU2l6ZSI6MCwiU3BhY2luZyI6MC4wLCJQYWRkaW5nIjp7IiRpZCI6Ijg1MCIsIlRvcCI6NS4wLCJMZWZ0IjozLjAsIlJpZ2h0IjowLjAsIkJvdHRvbSI6Mi4wfSwiU2hhcGVTdHlsZSI6eyIkaWQiOiI4NTEiLCJNYXJnaW4iOnsiJGlkIjoiODUyIiwiVG9wIjowLjAsIkxlZnQiOjAuMCwiUmlnaHQiOjAuMCwiQm90dG9tIjowLjB9LCJQYWRkaW5nIjp7IiRpZCI6Ijg1MyIsIlRvcCI6MC4wLCJMZWZ0IjowLjAsIlJpZ2h0IjowLjAsIkJvdHRvbSI6MC4wfSwiQmFja2dyb3VuZCI6eyIkaWQiOiI4NTQiLCJDb2xvciI6eyIkaWQiOiI4NTUiLCJBIjoyNTUsIlIiOjEzLCJHIjo1MywiQiI6MTh9fSwiSXNWaXNpYmxlIjp0cnVlLCJXaWR0aCI6MTIuMCwiSGVpZ2h0IjoxNC4wLCJCb3JkZXJTdHlsZSI6eyIkaWQiOiI4NTYiLCJMaW5lQ29sb3IiOnsiJGlkIjoiODU3IiwiJHR5cGUiOiJOTFJFLkNvbW1vbi5Eb20uU29saWRDb2xvckJydXNoLCBOTFJFLkNvbW1vbiIsIkNvbG9yIjp7IiRpZCI6Ijg1OCIsIkEiOjI1NSwiUiI6MjU1LCJHIjoyNTUsIkIiOjI1NX19LCJMaW5lV2VpZ2h0IjowLjAsIkxpbmVUeXBlIjowLCJQYXJlbnRTdHlsZSI6bnVsbH0sIlBhcmVudFN0eWxlIjpudWxsfSwiVGl0bGVTdHlsZSI6eyIkaWQiOiI4NTkiLCJGb250U2V0dGluZ3MiOnsiJGlkIjoiODYwIiwiRm9udFNpemUiOjExLCJGb250TmFtZSI6IkNhbGlicmkiLCJJc0JvbGQiOmZhbHNlLCJJc0l0YWxpYyI6ZmFsc2UsIklzVW5kZXJsaW5lZCI6ZmFsc2UsIlBhcmVudFN0eWxlIjpudWxsfSwiQXV0b1NpemUiOjAsIkZvcmVncm91bmQiOnsiJGlkIjoiODYxIiwiQ29sb3IiOnsiJGlkIjoiODY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g2MyIsIlRvcCI6MC4wLCJMZWZ0IjowLjAsIlJpZ2h0IjowLjAsIkJvdHRvbSI6MC4wfSwiUGFkZGluZyI6eyIkaWQiOiI4NjQiLCJUb3AiOjAuMCwiTGVmdCI6MC4wLCJSaWdodCI6MC4wLCJCb3R0b20iOjAuMH0sIkJhY2tncm91bmQiOnsiJGlkIjoiODY1IiwiQ29sb3IiOnsiJGlkIjoiODY2IiwiQSI6MjU1LCJSIjowLCJHIjowLCJCIjowfX0sIklzVmlzaWJsZSI6dHJ1ZSwiV2lkdGgiOjAuMCwiSGVpZ2h0IjowLjAsIkJvcmRlclN0eWxlIjp7IiRpZCI6Ijg2NyIsIkxpbmVDb2xvciI6bnVsbCwiTGluZVdlaWdodCI6MC4wLCJMaW5lVHlwZSI6MCwiUGFyZW50U3R5bGUiOm51bGx9LCJQYXJlbnRTdHlsZSI6bnVsbH0sIkRhdGVTdHlsZSI6eyIkaWQiOiI4NjgiLCJGb250U2V0dGluZ3MiOnsiJGlkIjoiODY5IiwiRm9udFNpemUiOjEwLCJGb250TmFtZSI6IkNhbGlicmkiLCJJc0JvbGQiOmZhbHNlLCJJc0l0YWxpYyI6ZmFsc2UsIklzVW5kZXJsaW5lZCI6ZmFsc2UsIlBhcmVudFN0eWxlIjpudWxsfSwiQXV0b1NpemUiOjAsIkZvcmVncm91bmQiOnsiJGlkIjoiODcwIiwiQ29sb3IiOnsiJGlkIjoiODc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g3MiIsIlRvcCI6MC4wLCJMZWZ0IjowLjAsIlJpZ2h0IjowLjAsIkJvdHRvbSI6MC4wfSwiUGFkZGluZyI6eyIkaWQiOiI4NzMiLCJUb3AiOjAuMCwiTGVmdCI6MC4wLCJSaWdodCI6MC4wLCJCb3R0b20iOjAuMH0sIkJhY2tncm91bmQiOnsiJGlkIjoiODc0IiwiQ29sb3IiOnsiJGlkIjoiODc1IiwiQSI6MjU1LCJSIjoxNCwiRyI6NDAsIkIiOjY1fX0sIklzVmlzaWJsZSI6dHJ1ZSwiV2lkdGgiOjAuMCwiSGVpZ2h0IjowLjAsIkJvcmRlclN0eWxlIjp7IiRpZCI6Ijg3NiIsIkxpbmVDb2xvciI6bnVsbCwiTGluZVdlaWdodCI6MC4wLCJMaW5lVHlwZSI6MCwiUGFyZW50U3R5bGUiOm51bGx9LCJQYXJlbnRTdHlsZSI6bnVsbH0sIkRhdGVGb3JtYXQiOnsiJGlkIjoiODc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g3OCIsIkZvcm1hdCI6MCwiSXNWaXNpYmxlIjpmYWxzZSwiTGFzdEtub3duVmlzaWJpbGl0eVN0YXRlIjpmYWxzZX0sIklzVmlzaWJsZSI6ZmFsc2UsIlZhcmlhbmNlU3R5bGUiOnsiJGlkIjoiODc5IiwiVGV4dFN0eWxlIjp7IiRpZCI6Ijg4MCIsIkZvbnRTZXR0aW5ncyI6eyIkaWQiOiI4ODEiLCJGb250U2l6ZSI6MTAsIkZvbnROYW1lIjoiQ2FsaWJyaSIsIklzQm9sZCI6ZmFsc2UsIklzSXRhbGljIjpmYWxzZSwiSXNVbmRlcmxpbmVkIjpmYWxzZSwiUGFyZW50U3R5bGUiOm51bGx9LCJBdXRvU2l6ZSI6MCwiRm9yZWdyb3VuZCI6eyIkaWQiOiI4ODIiLCJDb2xvciI6eyIkaWQiOiI4OD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Dg0IiwiVG9wIjowLjAsIkxlZnQiOjAuMCwiUmlnaHQiOjAuMCwiQm90dG9tIjowLjB9LCJQYWRkaW5nIjp7IiRpZCI6Ijg4NSIsIlRvcCI6MC4wLCJMZWZ0IjowLjAsIlJpZ2h0IjowLjAsIkJvdHRvbSI6MC4wfSwiQmFja2dyb3VuZCI6eyIkaWQiOiI4ODYiLCJDb2xvciI6eyIkaWQiOiI4ODciLCJBIjoyNTUsIlIiOjAsIkciOjAsIkIiOjB9fSwiSXNWaXNpYmxlIjp0cnVlLCJXaWR0aCI6MC4wLCJIZWlnaHQiOjAuMCwiQm9yZGVyU3R5bGUiOnsiJGlkIjoiODg4IiwiTGluZUNvbG9yIjpudWxsLCJMaW5lV2VpZ2h0IjowLjAsIkxpbmVUeXBlIjowLCJQYXJlbnRTdHlsZSI6bnVsbH0sIlBhcmVudFN0eWxlIjpudWxsfSwiUGFyZW50U3R5bGUiOm51bGx9LCJQYXJlbnRTdHlsZSI6bnVsbH0sIkRlZmF1bHRTd2ltbGFuZU1pbGVzdG9uZVN0eWxlIjp7IiRpZCI6Ijg4OSIsIlRpdGxlUG9zaXRpb24iOiJMZWZ0IiwiRGF0ZVBvc2l0aW9uIjoiUmlnaHQiLCJWYXJpYW5jZVBvc2l0aW9uIjoiUmlnaHQiLCJTaGFwZVR5cGUiOjEsIlNoYXBlU2l6ZSI6MCwiU3BhY2luZyI6NSwiU2hhcGVTdHlsZSI6eyIkaWQiOiI4OTAiLCJNYXJnaW4iOnsiJGlkIjoiODkxIiwiVG9wIjowLjAsIkxlZnQiOjAuMCwiUmlnaHQiOjAuMCwiQm90dG9tIjowLjB9LCJQYWRkaW5nIjp7IiRpZCI6Ijg5MiIsIlRvcCI6MC4wLCJMZWZ0IjowLjAsIlJpZ2h0IjowLjAsIkJvdHRvbSI6MC4wfSwiQmFja2dyb3VuZCI6eyIkaWQiOiI4OTMiLCJDb2xvciI6eyIkaWQiOiI4OTQiLCJBIjoyNTUsIlIiOjI1LCJHIjoxMDcsIkIiOjM2fX0sIklzVmlzaWJsZSI6dHJ1ZSwiV2lkdGgiOjEyLjAsIkhlaWdodCI6MTQuMCwiQm9yZGVyU3R5bGUiOnsiJGlkIjoiODk1IiwiTGluZUNvbG9yIjp7IiRpZCI6Ijg5NiIsIiR0eXBlIjoiTkxSRS5Db21tb24uRG9tLlNvbGlkQ29sb3JCcnVzaCwgTkxSRS5Db21tb24iLCJDb2xvciI6eyIkaWQiOiI4OTciLCJBIjoyNTUsIlIiOjIzNCwiRyI6MjIsIkIiOjMwfX0sIkxpbmVXZWlnaHQiOjAuMCwiTGluZVR5cGUiOjAsIlBhcmVudFN0eWxlIjpudWxsfSwiUGFyZW50U3R5bGUiOm51bGx9LCJUaXRsZVN0eWxlIjp7IiRpZCI6Ijg5OCIsIkZvbnRTZXR0aW5ncyI6eyIkaWQiOiI4OTkiLCJGb250U2l6ZSI6MTEsIkZvbnROYW1lIjoiQ2FsaWJyaSIsIklzQm9sZCI6ZmFsc2UsIklzSXRhbGljIjpmYWxzZSwiSXNVbmRlcmxpbmVkIjpmYWxzZSwiUGFyZW50U3R5bGUiOm51bGx9LCJBdXRvU2l6ZSI6MCwiRm9yZWdyb3VuZCI6eyIkaWQiOiI5MDAiLCJDb2xvciI6eyIkaWQiOiI5MDE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OTAyIiwiVG9wIjowLjAsIkxlZnQiOjAuMCwiUmlnaHQiOjAuMCwiQm90dG9tIjowLjB9LCJQYWRkaW5nIjp7IiRpZCI6IjkwMyIsIlRvcCI6MC4wLCJMZWZ0IjowLjAsIlJpZ2h0IjowLjAsIkJvdHRvbSI6MC4wfSwiQmFja2dyb3VuZCI6eyIkaWQiOiI5MDQiLCJDb2xvciI6eyIkaWQiOiI5MDUiLCJBIjoyNTUsIlIiOjAsIkciOjAsIkIiOjB9fSwiSXNWaXNpYmxlIjp0cnVlLCJXaWR0aCI6MC4wLCJIZWlnaHQiOjAuMCwiQm9yZGVyU3R5bGUiOnsiJGlkIjoiOTA2IiwiTGluZUNvbG9yIjpudWxsLCJMaW5lV2VpZ2h0IjowLjAsIkxpbmVUeXBlIjowLCJQYXJlbnRTdHlsZSI6bnVsbH0sIlBhcmVudFN0eWxlIjpudWxsfSwiRGF0ZVN0eWxlIjp7IiRpZCI6IjkwNyIsIkZvbnRTZXR0aW5ncyI6eyIkaWQiOiI5MDgiLCJGb250U2l6ZSI6MTAsIkZvbnROYW1lIjoiQ2FsaWJyaSIsIklzQm9sZCI6ZmFsc2UsIklzSXRhbGljIjpmYWxzZSwiSXNVbmRlcmxpbmVkIjpmYWxzZSwiUGFyZW50U3R5bGUiOm51bGx9LCJBdXRvU2l6ZSI6MCwiRm9yZWdyb3VuZCI6eyIkaWQiOiI5MDkiLCJDb2xvciI6eyIkaWQiOiI5MTA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OTExIiwiVG9wIjowLjAsIkxlZnQiOjAuMCwiUmlnaHQiOjAuMCwiQm90dG9tIjowLjB9LCJQYWRkaW5nIjp7IiRpZCI6IjkxMiIsIlRvcCI6MC4wLCJMZWZ0IjowLjAsIlJpZ2h0IjowLjAsIkJvdHRvbSI6MC4wfSwiQmFja2dyb3VuZCI6eyIkaWQiOiI5MTMiLCJDb2xvciI6eyIkaWQiOiI5MTQiLCJBIjoyNTUsIlIiOjE0LCJHIjo0MCwiQiI6NjV9fSwiSXNWaXNpYmxlIjp0cnVlLCJXaWR0aCI6MC4wLCJIZWlnaHQiOjAuMCwiQm9yZGVyU3R5bGUiOnsiJGlkIjoiOTE1IiwiTGluZUNvbG9yIjpudWxsLCJMaW5lV2VpZ2h0IjowLjAsIkxpbmVUeXBlIjowLCJQYXJlbnRTdHlsZSI6bnVsbH0sIlBhcmVudFN0eWxlIjpudWxsfSwiRGF0ZUZvcm1hdCI6eyIkaWQiOiI5M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E3IiwiRm9ybWF0IjowLCJJc1Zpc2libGUiOmZhbHNlLCJMYXN0S25vd25WaXNpYmlsaXR5U3RhdGUiOmZhbHNlfSwiSXNWaXNpYmxlIjp0cnVlLCJWYXJpYW5jZVN0eWxlIjp7IiRpZCI6IjkxOCIsIlRleHRTdHlsZSI6eyIkaWQiOiI5MTkiLCJGb250U2V0dGluZ3MiOnsiJGlkIjoiOTIwIiwiRm9udFNpemUiOjEwLCJGb250TmFtZSI6IkNhbGlicmkiLCJJc0JvbGQiOmZhbHNlLCJJc0l0YWxpYyI6ZmFsc2UsIklzVW5kZXJsaW5lZCI6ZmFsc2UsIlBhcmVudFN0eWxlIjpudWxsfSwiQXV0b1NpemUiOjAsIkZvcmVncm91bmQiOnsiJGlkIjoiOTIxIiwiQ29sb3IiOnsiJGlkIjoiOTI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kyMyIsIlRvcCI6MC4wLCJMZWZ0IjowLjAsIlJpZ2h0IjowLjAsIkJvdHRvbSI6MC4wfSwiUGFkZGluZyI6eyIkaWQiOiI5MjQiLCJUb3AiOjAuMCwiTGVmdCI6MC4wLCJSaWdodCI6MC4wLCJCb3R0b20iOjAuMH0sIkJhY2tncm91bmQiOnsiJGlkIjoiOTI1IiwiQ29sb3IiOnsiJGlkIjoiOTI2IiwiQSI6MjU1LCJSIjowLCJHIjowLCJCIjowfX0sIklzVmlzaWJsZSI6dHJ1ZSwiV2lkdGgiOjAuMCwiSGVpZ2h0IjowLjAsIkJvcmRlclN0eWxlIjp7IiRpZCI6IjkyNyIsIkxpbmVDb2xvciI6bnVsbCwiTGluZVdlaWdodCI6MC4wLCJMaW5lVHlwZSI6MCwiUGFyZW50U3R5bGUiOm51bGx9LCJQYXJlbnRTdHlsZSI6bnVsbH0sIlBhcmVudFN0eWxlIjpudWxsfSwiUGFyZW50U3R5bGUiOm51bGx9LCJEZWZhdWx0U3dpbWxhbmVBY3Rpdml0eVN0eWxlIjp7IiRpZCI6IjkyOCIsIkhlYWRlclN0eWxlIjp7IiRpZCI6IjkyOSIsIlRleHRTdHlsZSI6eyIkaWQiOiI5MzAiLCJGb250U2V0dGluZ3MiOnsiJGlkIjoiOTMxIiwiRm9udFNpemUiOjExLCJGb250TmFtZSI6IkNhbGlicmkiLCJJc0JvbGQiOmZhbHNlLCJJc0l0YWxpYyI6ZmFsc2UsIklzVW5kZXJsaW5lZCI6ZmFsc2UsIlBhcmVudFN0eWxlIjpudWxsfSwiQXV0b1NpemUiOjIsIkZvcmVncm91bmQiOnsiJGlkIjoiOTMyIiwiQ29sb3IiOnsiJGlkIjoiOTM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OTM0IiwiVG9wIjowLjAsIkxlZnQiOjAuMCwiUmlnaHQiOjAuMCwiQm90dG9tIjowLjB9LCJQYWRkaW5nIjp7IiRpZCI6IjkzNSIsIlRvcCI6MC4wLCJMZWZ0IjowLjAsIlJpZ2h0IjowLjAsIkJvdHRvbSI6MC4wfSwiQmFja2dyb3VuZCI6eyIkaWQiOiI5MzYiLCJDb2xvciI6eyIkaWQiOiI5MzciLCJBIjoyNTUsIlIiOjAsIkciOjAsIkIiOjB9fSwiSXNWaXNpYmxlIjp0cnVlLCJXaWR0aCI6MC4wLCJIZWlnaHQiOjAuMCwiQm9yZGVyU3R5bGUiOm51bGwsIlBhcmVudFN0eWxlIjpudWxsfSwiUmVjdGFuZ2xlU3R5bGUiOnsiJGlkIjoiOTM4IiwiTWFyZ2luIjp7IiRpZCI6IjkzOSIsIlRvcCI6MC4wLCJMZWZ0IjowLjAsIlJpZ2h0IjowLjAsIkJvdHRvbSI6MC4wfSwiUGFkZGluZyI6eyIkaWQiOiI5NDAiLCJUb3AiOjAuMCwiTGVmdCI6MC4wLCJSaWdodCI6MC4wLCJCb3R0b20iOjAuMH0sIkJhY2tncm91bmQiOnsiJGlkIjoiOTQxIiwiQ29sb3IiOnsiJGlkIjoiOTQyIiwiQSI6NjMsIlIiOjI1LCJHIjoxMDcsIkIiOjM2fX0sIklzVmlzaWJsZSI6dHJ1ZSwiV2lkdGgiOjAuMCwiSGVpZ2h0IjowLjAsIkJvcmRlclN0eWxlIjp7IiRpZCI6Ijk0MyIsIkxpbmVDb2xvciI6eyIkaWQiOiI5NDQiLCIkdHlwZSI6Ik5MUkUuQ29tbW9uLkRvbS5Tb2xpZENvbG9yQnJ1c2gsIE5MUkUuQ29tbW9uIiwiQ29sb3IiOnsiJGlkIjoiOTQ1IiwiQSI6MjU1LCJSIjoyNTUsIkciOjI1NSwiQiI6MjU1fX0sIkxpbmVXZWlnaHQiOjAuMCwiTGluZVR5cGUiOjAsIlBhcmVudFN0eWxlIjpudWxsfSwiUGFyZW50U3R5bGUiOm51bGx9LCJNYXJnaW4iOnsiJGlkIjoiOTQ2IiwiVG9wIjowLjAsIkxlZnQiOjAuMCwiUmlnaHQiOjAuMCwiQm90dG9tIjowLjB9LCJQYWRkaW5nIjp7IiRpZCI6Ijk0NyIsIlRvcCI6MC4wLCJMZWZ0IjowLjAsIlJpZ2h0IjowLjAsIkJvdHRvbSI6MC4wfSwiQmFja2dyb3VuZCI6bnVsbCwiSXNWaXNpYmxlIjp0cnVlLCJXaWR0aCI6MC4wLCJIZWlnaHQiOjAuMCwiQm9yZGVyU3R5bGUiOm51bGwsIlBhcmVudFN0eWxlIjpudWxsfSwiQmFja2dyb3VuZFN0eWxlIjp7IiRpZCI6Ijk0OCIsIk1hcmdpbiI6eyIkaWQiOiI5NDkiLCJUb3AiOjAuMCwiTGVmdCI6MC4wLCJSaWdodCI6MC4wLCJCb3R0b20iOjAuMH0sIlBhZGRpbmciOnsiJGlkIjoiOTUwIiwiVG9wIjowLjAsIkxlZnQiOjAuMCwiUmlnaHQiOjAuMCwiQm90dG9tIjowLjB9LCJCYWNrZ3JvdW5kIjp7IiRpZCI6Ijk1MSIsIkNvbG9yIjp7IiRpZCI6Ijk1MiIsIkEiOjUxLCJSIjoyMDAsIkciOjIwMCwiQiI6MjAwfX0sIklzVmlzaWJsZSI6dHJ1ZSwiV2lkdGgiOjAuMCwiSGVpZ2h0IjowLjAsIkJvcmRlclN0eWxlIjp7IiRpZCI6Ijk1MyIsIkxpbmVDb2xvciI6eyIkaWQiOiI5NTQiLCIkdHlwZSI6Ik5MUkUuQ29tbW9uLkRvbS5Tb2xpZENvbG9yQnJ1c2gsIE5MUkUuQ29tbW9uIiwiQ29sb3IiOnsiJGlkIjoiOTU1IiwiQSI6MjU1LCJSIjoyMzQsIkciOjIyLCJCIjozMH19LCJMaW5lV2VpZ2h0IjowLjAsIkxpbmVUeXBlIjowLCJQYXJlbnRTdHlsZSI6bnVsbH0sIlBhcmVudFN0eWxlIjpudWxsfSwiTWFyZ2luIjp7IiRpZCI6Ijk1NiIsIlRvcCI6MC4wLCJMZWZ0IjowLjAsIlJpZ2h0IjowLjAsIkJvdHRvbSI6MC4wfSwiUGFkZGluZyI6eyIkaWQiOiI5NTciLCJUb3AiOjAuMCwiTGVmdCI6MC4wLCJSaWdodCI6MC4wLCJCb3R0b20iOjAuMH0sIklzVmlzaWJsZSI6dHJ1ZSwiV2lkdGgiOjAuMCwiSGVpZ2h0IjowLjAsIkJvcmRlclN0eWxlIjp7IiRpZCI6Ijk1OCIsIkxpbmVDb2xvciI6bnVsbCwiTGluZVdlaWdodCI6MC4wLCJMaW5lVHlwZSI6MCwiUGFyZW50U3R5bGUiOm51bGx9LCJQYXJlbnRTdHlsZSI6bnVsbH0sIk1hcmdpbiI6eyIkaWQiOiI5NTkiLCJUb3AiOjAuMCwiTGVmdCI6MC4wLCJSaWdodCI6MC4wLCJCb3R0b20iOjAuMH0sIlBhZGRpbmciOnsiJGlkIjoiOTYwIiwiVG9wIjowLjAsIkxlZnQiOjAuMCwiUmlnaHQiOjAuMCwiQm90dG9tIjowLjB9LCJJc1Zpc2libGUiOnRydWUsIldpZHRoIjowLjAsIkhlaWdodCI6MC4wLCJCb3JkZXJTdHlsZSI6eyIkaWQiOiI5NjEiLCJMaW5lQ29sb3IiOm51bGwsIkxpbmVXZWlnaHQiOjAuMCwiTGluZVR5cGUiOjAsIlBhcmVudFN0eWxlIjpudWxsfSwiUGFyZW50U3R5bGUiOm51bGx9LHsiJGlkIjoiOTYyIiwiU3R5bGVJZCI6IjA3MDJkZWE4LWMxMTQtNGQ3MS1iZTQwLWNkMzA2MmM0Njk3MCIsIkhlYWRlclN0eWxlIjp7IiRpZCI6Ijk2MyIsIlRleHRJc1ZlcnRpY2FsIjpmYWxzZSwiVGV4dFN0eWxlIjp7IiRpZCI6Ijk2NCIsIkZvbnRTZXR0aW5ncyI6eyIkaWQiOiI5NjUiLCJGb250U2l6ZSI6MTEsIkZvbnROYW1lIjoiQ2FsaWJyaSIsIklzQm9sZCI6ZmFsc2UsIklzSXRhbGljIjpmYWxzZSwiSXNVbmRlcmxpbmVkIjpmYWxzZSwiUGFyZW50U3R5bGUiOm51bGx9LCJBdXRvU2l6ZSI6MiwiRm9yZWdyb3VuZCI6eyIkaWQiOiI5NjYiLCJDb2xvciI6eyIkaWQiOiI5Njc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5NjgiLCJUb3AiOjAuMCwiTGVmdCI6MC4wLCJSaWdodCI6MC4wLCJCb3R0b20iOjAuMH0sIlBhZGRpbmciOnsiJGlkIjoiOTY5IiwiVG9wIjowLjAsIkxlZnQiOjAuMCwiUmlnaHQiOjAuMCwiQm90dG9tIjowLjB9LCJCYWNrZ3JvdW5kIjp7IiRpZCI6Ijk3MCIsIkNvbG9yIjp7IiRpZCI6Ijk3MSIsIkEiOjI1NSwiUiI6MjU1LCJHIjoyNTUsIkIiOjI1NX19LCJJc1Zpc2libGUiOnRydWUsIldpZHRoIjowLjAsIkhlaWdodCI6MC4wLCJCb3JkZXJTdHlsZSI6bnVsbCwiUGFyZW50U3R5bGUiOm51bGx9LCJSZWN0YW5nbGVTdHlsZSI6eyIkaWQiOiI5NzIiLCJNYXJnaW4iOnsiJGlkIjoiOTczIiwiVG9wIjowLjAsIkxlZnQiOjAuMCwiUmlnaHQiOjAuMCwiQm90dG9tIjowLjB9LCJQYWRkaW5nIjp7IiRpZCI6Ijk3NCIsIlRvcCI6MC4wLCJMZWZ0IjowLjAsIlJpZ2h0IjowLjAsIkJvdHRvbSI6MC4wfSwiQmFja2dyb3VuZCI6eyIkaWQiOiI5NzUiLCJDb2xvciI6eyIkaWQiOiI5NzYiLCJBIjoyNTUsIlIiOjE1LCJHIjoxNTgsIkIiOjIxM319LCJJc1Zpc2libGUiOnRydWUsIldpZHRoIjowLjAsIkhlaWdodCI6MC4wLCJCb3JkZXJTdHlsZSI6eyIkaWQiOiI5NzciLCJMaW5lQ29sb3IiOnsiJGlkIjoiOTc4IiwiJHR5cGUiOiJOTFJFLkNvbW1vbi5Eb20uU29saWRDb2xvckJydXNoLCBOTFJFLkNvbW1vbiIsIkNvbG9yIjp7IiRpZCI6Ijk3OSIsIkEiOjI1NSwiUiI6MjU1LCJHIjoyNTUsIkIiOjI1NX19LCJMaW5lV2VpZ2h0IjowLjAsIkxpbmVUeXBlIjowLCJQYXJlbnRTdHlsZSI6bnVsbH0sIlBhcmVudFN0eWxlIjpudWxsfSwiTWFyZ2luIjp7IiRpZCI6Ijk4MCIsIlRvcCI6MC4wLCJMZWZ0IjowLjAsIlJpZ2h0IjowLjAsIkJvdHRvbSI6MC4wfSwiUGFkZGluZyI6eyIkaWQiOiI5ODEiLCJUb3AiOjAuMCwiTGVmdCI6MC4wLCJSaWdodCI6MC4wLCJCb3R0b20iOjAuMH0sIkJhY2tncm91bmQiOm51bGwsIklzVmlzaWJsZSI6dHJ1ZSwiV2lkdGgiOjAuMCwiSGVpZ2h0IjowLjAsIkJvcmRlclN0eWxlIjpudWxsLCJQYXJlbnRTdHlsZSI6bnVsbH0sIkJhY2tncm91bmRTdHlsZSI6eyIkaWQiOiI5ODIiLCJNYXJnaW4iOnsiJGlkIjoiOTgzIiwiVG9wIjowLjAsIkxlZnQiOjAuMCwiUmlnaHQiOjAuMCwiQm90dG9tIjowLjB9LCJQYWRkaW5nIjp7IiRpZCI6Ijk4NCIsIlRvcCI6MC4wLCJMZWZ0IjowLjAsIlJpZ2h0IjowLjAsIkJvdHRvbSI6MC4wfSwiQmFja2dyb3VuZCI6eyIkaWQiOiI5ODUiLCJDb2xvciI6eyIkaWQiOiI5ODYiLCJBIjo1MSwiUiI6MjAwLCJHIjoyMDAsIkIiOjIwMH19LCJJc1Zpc2libGUiOnRydWUsIldpZHRoIjowLjAsIkhlaWdodCI6MC4wLCJCb3JkZXJTdHlsZSI6eyIkaWQiOiI5ODciLCJMaW5lQ29sb3IiOnsiJGlkIjoiOTg4IiwiJHR5cGUiOiJOTFJFLkNvbW1vbi5Eb20uU29saWRDb2xvckJydXNoLCBOTFJFLkNvbW1vbiIsIkNvbG9yIjp7IiRpZCI6Ijk4OSIsIkEiOjI1NSwiUiI6MjM0LCJHIjoyMiwiQiI6MzB9fSwiTGluZVdlaWdodCI6MC4wLCJMaW5lVHlwZSI6MCwiUGFyZW50U3R5bGUiOm51bGx9LCJQYXJlbnRTdHlsZSI6bnVsbH0sIklzQWJvdmVUaW1lYmFuZCI6ZmFsc2UsIlNwYWNpbmciOjMsIkRlZmF1bHRTd2ltbGFuZVRhc2tTdHlsZSI6eyIkaWQiOiI5OTAiLCIkdHlwZSI6Ik5MUkUuQ29tbW9uLkRvbS5TdHlsZXMuRXhwbGljaXRTZXRhYmxlVGFza1N0eWxlLCBOTFJFLkNvbW1vbiIsIlNoYXBlIjoxLCJTaGFwZVRoaWNrbmVzcyI6MCwiRHVyYXRpb25Gb3JtYXQiOjAsIkluY2x1ZGVOb25Xb3JraW5nRGF5c0luRHVyYXRpb24iOmZhbHNlLCJQZXJjZW50YWdlQ29tcGxldGVTdHlsZSI6eyIkaWQiOiI5OTEiLCJGb250U2V0dGluZ3MiOnsiJGlkIjoiOTkyIiwiRm9udFNpemUiOjEwLCJGb250TmFtZSI6IkNhbGlicmkiLCJJc0JvbGQiOmZhbHNlLCJJc0l0YWxpYyI6ZmFsc2UsIklzVW5kZXJsaW5lZCI6ZmFsc2UsIlBhcmVudFN0eWxlIjpudWxsfSwiQXV0b1NpemUiOjAsIkZvcmVncm91bmQiOnsiJGlkIjoiOTkzIiwiQ29sb3IiOnsiJGlkIjoiOTk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k5NSIsIlRvcCI6MC4wLCJMZWZ0IjowLjAsIlJpZ2h0IjowLjAsIkJvdHRvbSI6MC4wfSwiUGFkZGluZyI6eyIkaWQiOiI5OTYiLCJUb3AiOjAuMCwiTGVmdCI6MC4wLCJSaWdodCI6MC4wLCJCb3R0b20iOjAuMH0sIkJhY2tncm91bmQiOnsiJGlkIjoiOTk3IiwiQ29sb3IiOnsiJGlkIjoiOTk4IiwiQSI6ODksIlIiOjAsIkciOjAsIkIiOjB9fSwiSXNWaXNpYmxlIjp0cnVlLCJXaWR0aCI6MC4wLCJIZWlnaHQiOjAuMCwiQm9yZGVyU3R5bGUiOnsiJGlkIjoiOTk5IiwiTGluZUNvbG9yIjpudWxsLCJMaW5lV2VpZ2h0IjowLjAsIkxpbmVUeXBlIjowLCJQYXJlbnRTdHlsZSI6bnVsbH0sIlBhcmVudFN0eWxlIjpudWxsfSwiRHVyYXRpb25TdHlsZSI6eyIkaWQiOiIxMDAwIiwiRm9udFNldHRpbmdzIjp7IiRpZCI6IjEwMDEiLCJGb250U2l6ZSI6MTAsIkZvbnROYW1lIjoiQ2FsaWJyaSIsIklzQm9sZCI6ZmFsc2UsIklzSXRhbGljIjpmYWxzZSwiSXNVbmRlcmxpbmVkIjpmYWxzZSwiUGFyZW50U3R5bGUiOm51bGx9LCJBdXRvU2l6ZSI6MCwiRm9yZWdyb3VuZCI6eyIkaWQiOiIxMDAyIiwiQ29sb3IiOnsiJGlkIjoiMTAw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wMDQiLCJUb3AiOjAuMCwiTGVmdCI6MC4wLCJSaWdodCI6MC4wLCJCb3R0b20iOjAuMH0sIlBhZGRpbmciOnsiJGlkIjoiMTAwNSIsIlRvcCI6MC4wLCJMZWZ0IjowLjAsIlJpZ2h0IjowLjAsIkJvdHRvbSI6MC4wfSwiQmFja2dyb3VuZCI6eyIkaWQiOiIxMDA2IiwiQ29sb3IiOnsiJGlkIjoiMTAwNyIsIkEiOjI1NSwiUiI6MjM3LCJHIjoxMjUsIkIiOjQ5fX0sIklzVmlzaWJsZSI6dHJ1ZSwiV2lkdGgiOjAuMCwiSGVpZ2h0IjowLjAsIkJvcmRlclN0eWxlIjp7IiRpZCI6IjEwMDgiLCJMaW5lQ29sb3IiOm51bGwsIkxpbmVXZWlnaHQiOjAuMCwiTGluZVR5cGUiOjAsIlBhcmVudFN0eWxlIjpudWxsfSwiUGFyZW50U3R5bGUiOm51bGx9LCJIb3Jpem9udGFsQ29ubmVjdG9yU3R5bGUiOnsiJGlkIjoiMTAwOSIsIkxpbmVDb2xvciI6eyIkaWQiOiIxMDEwIiwiJHR5cGUiOiJOTFJFLkNvbW1vbi5Eb20uU29saWRDb2xvckJydXNoLCBOTFJFLkNvbW1vbiIsIkNvbG9yIjp7IiRpZCI6IjEwMTEiLCJBIjoyNTUsIlIiOjAsIkciOjAsIkIiOjB9fSwiTGluZVdlaWdodCI6MC4wLCJMaW5lVHlwZSI6MCwiUGFyZW50U3R5bGUiOm51bGx9LCJWZXJ0aWNhbENvbm5lY3RvclN0eWxlIjp7IiRpZCI6IjEwMTIiLCJMaW5lQ29sb3IiOnsiJGlkIjoiMTAxMyIsIiR0eXBlIjoiTkxSRS5Db21tb24uRG9tLlNvbGlkQ29sb3JCcnVzaCwgTkxSRS5Db21tb24iLCJDb2xvciI6eyIkaWQiOiIxMDE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MTAxNSIsIlNoYXBlU3R5bGUiOnsiJGlkIjoiMTAxNiIsIk1hcmdpbiI6eyIkaWQiOiIxMDE3IiwiVG9wIjowLjAsIkxlZnQiOjAuMCwiUmlnaHQiOjAuMCwiQm90dG9tIjowLjB9LCJQYWRkaW5nIjp7IiRpZCI6IjEwMTgiLCJUb3AiOjAuMCwiTGVmdCI6MC4wLCJSaWdodCI6MC4wLCJCb3R0b20iOjAuMH0sIkJhY2tncm91bmQiOnsiJGlkIjoiMTAxOSIsIkNvbG9yIjp7IiRpZCI6IjEwMjAiLCJBIjoxNTMsIlIiOjAsIkciOjAsIkIiOjB9fSwiSXNWaXNpYmxlIjp0cnVlLCJXaWR0aCI6MC4wLCJIZWlnaHQiOjAuMCwiQm9yZGVyU3R5bGUiOnsiJGlkIjoiMTAyMSIsIkxpbmVDb2xvciI6eyIkaWQiOiIxMDIyIiwiJHR5cGUiOiJOTFJFLkNvbW1vbi5Eb20uU29saWRDb2xvckJydXNoLCBOTFJFLkNvbW1vbiIsIkNvbG9yIjp7IiRpZCI6IjEwMjMiLCJBIjoyNTUsIlIiOjI1NSwiRyI6MCwiQiI6MH19LCJMaW5lV2VpZ2h0IjowLjAsIkxpbmVUeXBlIjowLCJQYXJlbnRTdHlsZSI6bnVsbH0sIlBhcmVudFN0eWxlIjpudWxsfSwiTWFyZ2luIjp7IiRpZCI6IjEwMjQiLCJUb3AiOjAuMCwiTGVmdCI6MC4wLCJSaWdodCI6MC4wLCJCb3R0b20iOjAuMH0sIlBhZGRpbmciOnsiJGlkIjoiMTAyNSIsIlRvcCI6MC4wLCJMZWZ0IjowLjAsIlJpZ2h0IjowLjAsIkJvdHRvbSI6MC4wfSwiQmFja2dyb3VuZCI6bnVsbCwiSXNWaXNpYmxlIjp0cnVlLCJXaWR0aCI6MC4wLCJIZWlnaHQiOjAuMCwiQm9yZGVyU3R5bGUiOm51bGwsIlBhcmVudFN0eWxlIjpudWxsfSwiU2hhcGVTdHlsZSI6eyIkaWQiOiIxMDI2IiwiTWFyZ2luIjp7IiRpZCI6IjEwMjciLCJUb3AiOjAuMCwiTGVmdCI6NC4wLCJSaWdodCI6NC4wLCJCb3R0b20iOjAuMH0sIlBhZGRpbmciOnsiJGlkIjoiMTAyOCIsIlRvcCI6MC4wLCJMZWZ0IjowLjAsIlJpZ2h0IjowLjAsIkJvdHRvbSI6MC4wfSwiQmFja2dyb3VuZCI6eyIkaWQiOiIxMDI5IiwiQ29sb3IiOnsiJGlkIjoiMTAzMCIsIkEiOjI1NSwiUiI6MTUsIkciOjE1OCwiQiI6MjEzfX0sIklzVmlzaWJsZSI6dHJ1ZSwiV2lkdGgiOjAuMCwiSGVpZ2h0IjoxMC4wLCJCb3JkZXJTdHlsZSI6eyIkaWQiOiIxMDMxIiwiTGluZUNvbG9yIjp7IiRpZCI6IjEwMzIiLCIkdHlwZSI6Ik5MUkUuQ29tbW9uLkRvbS5Tb2xpZENvbG9yQnJ1c2gsIE5MUkUuQ29tbW9uIiwiQ29sb3IiOnsiJGlkIjoiMTAzMyIsIkEiOjI1NSwiUiI6MjM0LCJHIjoyMiwiQiI6MzB9fSwiTGluZVdlaWdodCI6MC4wLCJMaW5lVHlwZSI6MCwiUGFyZW50U3R5bGUiOm51bGx9LCJQYXJlbnRTdHlsZSI6bnVsbH0sIlRpdGxlU3R5bGUiOnsiJGlkIjoiMTAzNCIsIkZvbnRTZXR0aW5ncyI6eyIkaWQiOiIxMDM1IiwiRm9udFNpemUiOjExLCJGb250TmFtZSI6IkNhbGlicmkiLCJJc0JvbGQiOmZhbHNlLCJJc0l0YWxpYyI6ZmFsc2UsIklzVW5kZXJsaW5lZCI6ZmFsc2UsIlBhcmVudFN0eWxlIjpudWxsfSwiQXV0b1NpemUiOjAsIkZvcmVncm91bmQiOnsiJGlkIjoiMTAzNiIsIkNvbG9yIjp7IiRpZCI6IjEwMz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AzOCIsIlRvcCI6MC4wLCJMZWZ0IjowLjAsIlJpZ2h0IjowLjAsIkJvdHRvbSI6MC4wfSwiUGFkZGluZyI6eyIkaWQiOiIxMDM5IiwiVG9wIjowLjAsIkxlZnQiOjAuMCwiUmlnaHQiOjAuMCwiQm90dG9tIjowLjB9LCJCYWNrZ3JvdW5kIjp7IiRpZCI6IjEwNDAiLCJDb2xvciI6eyIkaWQiOiIxMDQxIiwiQSI6MjU1LCJSIjowLCJHIjowLCJCIjowfX0sIklzVmlzaWJsZSI6dHJ1ZSwiV2lkdGgiOjAuMCwiSGVpZ2h0IjowLjAsIkJvcmRlclN0eWxlIjp7IiRpZCI6IjEwNDIiLCJMaW5lQ29sb3IiOm51bGwsIkxpbmVXZWlnaHQiOjAuMCwiTGluZVR5cGUiOjAsIlBhcmVudFN0eWxlIjpudWxsfSwiUGFyZW50U3R5bGUiOm51bGx9LCJEYXRlU3R5bGUiOnsiJGlkIjoiMTA0MyIsIkZvbnRTZXR0aW5ncyI6eyIkaWQiOiIxMDQ0IiwiRm9udFNpemUiOjEwLCJGb250TmFtZSI6IkNhbGlicmkiLCJJc0JvbGQiOmZhbHNlLCJJc0l0YWxpYyI6ZmFsc2UsIklzVW5kZXJsaW5lZCI6ZmFsc2UsIlBhcmVudFN0eWxlIjpudWxsfSwiQXV0b1NpemUiOjAsIkZvcmVncm91bmQiOnsiJGlkIjoiMTA0NSIsIkNvbG9yIjp7IiRpZCI6IjEwND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MTA0NyIsIlRvcCI6MC4wLCJMZWZ0IjowLjAsIlJpZ2h0IjowLjAsIkJvdHRvbSI6MC4wfSwiUGFkZGluZyI6eyIkaWQiOiIxMDQ4IiwiVG9wIjowLjAsIkxlZnQiOjAuMCwiUmlnaHQiOjAuMCwiQm90dG9tIjowLjB9LCJCYWNrZ3JvdW5kIjp7IiRpZCI6IjEwNDkiLCJDb2xvciI6eyIkaWQiOiIxMDUwIiwiQSI6MjU1LCJSIjoxNCwiRyI6NDAsIkIiOjY1fX0sIklzVmlzaWJsZSI6dHJ1ZSwiV2lkdGgiOjAuMCwiSGVpZ2h0IjowLjAsIkJvcmRlclN0eWxlIjp7IiRpZCI6IjEwNTEiLCJMaW5lQ29sb3IiOm51bGwsIkxpbmVXZWlnaHQiOjAuMCwiTGluZVR5cGUiOjAsIlBhcmVudFN0eWxlIjpudWxsfSwiUGFyZW50U3R5bGUiOm51bGx9LCJEYXRlRm9ybWF0Ijp7IiRpZCI6IjEwNT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A1MyIsIkZvcm1hdCI6MCwiSXNWaXNpYmxlIjpmYWxzZSwiTGFzdEtub3duVmlzaWJpbGl0eVN0YXRlIjpmYWxzZX0sIklzVmlzaWJsZSI6dHJ1ZSwiVmFyaWFuY2VTdHlsZSI6eyIkaWQiOiIxMDU0IiwiVGV4dFN0eWxlIjp7IiRpZCI6IjEwNTUiLCJGb250U2V0dGluZ3MiOnsiJGlkIjoiMTA1NiIsIkZvbnRTaXplIjoxMCwiRm9udE5hbWUiOiJDYWxpYnJpIiwiSXNCb2xkIjpmYWxzZSwiSXNJdGFsaWMiOmZhbHNlLCJJc1VuZGVybGluZWQiOmZhbHNlLCJQYXJlbnRTdHlsZSI6bnVsbH0sIkF1dG9TaXplIjowLCJGb3JlZ3JvdW5kIjp7IiRpZCI6IjEwNTciLCJDb2xvciI6eyIkaWQiOiIxMDU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wNTkiLCJUb3AiOjAuMCwiTGVmdCI6MC4wLCJSaWdodCI6MC4wLCJCb3R0b20iOjAuMH0sIlBhZGRpbmciOnsiJGlkIjoiMTA2MCIsIlRvcCI6MC4wLCJMZWZ0IjowLjAsIlJpZ2h0IjowLjAsIkJvdHRvbSI6MC4wfSwiQmFja2dyb3VuZCI6eyIkaWQiOiIxMDYxIiwiQ29sb3IiOnsiJGlkIjoiMTA2MiIsIkEiOjI1NSwiUiI6MCwiRyI6MCwiQiI6MH19LCJJc1Zpc2libGUiOnRydWUsIldpZHRoIjowLjAsIkhlaWdodCI6MC4wLCJCb3JkZXJTdHlsZSI6eyIkaWQiOiIxMDYzIiwiTGluZUNvbG9yIjpudWxsLCJMaW5lV2VpZ2h0IjowLjAsIkxpbmVUeXBlIjowLCJQYXJlbnRTdHlsZSI6bnVsbH0sIlBhcmVudFN0eWxlIjpudWxsfSwiUGFyZW50U3R5bGUiOm51bGx9LCJQYXJlbnRTdHlsZSI6bnVsbCwiX2V4cGxpY2l0bHlTZXQiOnsiJGlkIjoiMTA2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EwNjUiLCJTaGFwZSI6MSwiQ29ubmVjdG9yTWFyZ2luIjp7IiRpZCI6IjEwNjYiLCJUb3AiOjAuMCwiTGVmdCI6Mi4wLCJSaWdodCI6Mi4wLCJCb3R0b20iOjAuMH0sIkNvbm5lY3RvclN0eWxlIjp7IiRpZCI6IjEwNjciLCJMaW5lQ29sb3IiOnsiJGlkIjoiMTA2OCIsIiR0eXBlIjoiTkxSRS5Db21tb24uRG9tLlNvbGlkQ29sb3JCcnVzaCwgTkxSRS5Db21tb24iLCJDb2xvciI6eyIkaWQiOiIxMDY5IiwiQSI6MTI3LCJSIjoxMSwiRyI6MTE4LCJCIjoxNTl9fSwiTGluZVdlaWdodCI6MS4wLCJMaW5lVHlwZSI6MCwiUGFyZW50U3R5bGUiOm51bGx9LCJJc0JlbG93VGltZWJhbmQiOmZhbHNlLCJQb3NpdGlvbk9uVGFzayI6MSwiSGlkZURhdGUiOmZhbHNlLCJTaGFwZVNpemUiOjAsIlNwYWNpbmciOjAuMCwiUGFkZGluZyI6eyIkaWQiOiIxMDcwIiwiVG9wIjo1LjAsIkxlZnQiOjMuMCwiUmlnaHQiOjAuMCwiQm90dG9tIjoyLjB9LCJTaGFwZVN0eWxlIjp7IiRpZCI6IjEwNzEiLCJNYXJnaW4iOnsiJGlkIjoiMTA3MiIsIlRvcCI6MC4wLCJMZWZ0IjowLjAsIlJpZ2h0IjowLjAsIkJvdHRvbSI6MC4wfSwiUGFkZGluZyI6eyIkaWQiOiIxMDczIiwiVG9wIjowLjAsIkxlZnQiOjAuMCwiUmlnaHQiOjAuMCwiQm90dG9tIjowLjB9LCJCYWNrZ3JvdW5kIjp7IiRpZCI6IjEwNzQiLCJDb2xvciI6eyIkaWQiOiIxMDc1IiwiQSI6MjU1LCJSIjoxMSwiRyI6MTE4LCJCIjoxNTl9fSwiSXNWaXNpYmxlIjp0cnVlLCJXaWR0aCI6MTIuMCwiSGVpZ2h0IjoxNC4wLCJCb3JkZXJTdHlsZSI6eyIkaWQiOiIxMDc2IiwiTGluZUNvbG9yIjp7IiRpZCI6IjEwNzciLCIkdHlwZSI6Ik5MUkUuQ29tbW9uLkRvbS5Tb2xpZENvbG9yQnJ1c2gsIE5MUkUuQ29tbW9uIiwiQ29sb3IiOnsiJGlkIjoiMTA3OCIsIkEiOjI1NSwiUiI6MjU1LCJHIjowLCJCIjowfX0sIkxpbmVXZWlnaHQiOjAuMCwiTGluZVR5cGUiOjAsIlBhcmVudFN0eWxlIjpudWxsfSwiUGFyZW50U3R5bGUiOm51bGx9LCJUaXRsZVN0eWxlIjp7IiRpZCI6IjEwNzkiLCJGb250U2V0dGluZ3MiOnsiJGlkIjoiMTA4MCIsIkZvbnRTaXplIjoxMSwiRm9udE5hbWUiOiJDYWxpYnJpIiwiSXNCb2xkIjpmYWxzZSwiSXNJdGFsaWMiOmZhbHNlLCJJc1VuZGVybGluZWQiOmZhbHNlLCJQYXJlbnRTdHlsZSI6bnVsbH0sIkF1dG9TaXplIjowLCJGb3JlZ3JvdW5kIjp7IiRpZCI6IjEwODEiLCJDb2xvciI6eyIkaWQiOiIxMDg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EwODMiLCJUb3AiOjAuMCwiTGVmdCI6MC4wLCJSaWdodCI6MC4wLCJCb3R0b20iOjAuMH0sIlBhZGRpbmciOnsiJGlkIjoiMTA4NCIsIlRvcCI6MC4wLCJMZWZ0IjowLjAsIlJpZ2h0IjowLjAsIkJvdHRvbSI6MC4wfSwiQmFja2dyb3VuZCI6eyIkaWQiOiIxMDg1IiwiQ29sb3IiOnsiJGlkIjoiMTA4NiIsIkEiOjI1NSwiUiI6MCwiRyI6MCwiQiI6MH19LCJJc1Zpc2libGUiOnRydWUsIldpZHRoIjowLjAsIkhlaWdodCI6MC4wLCJCb3JkZXJTdHlsZSI6eyIkaWQiOiIxMDg3IiwiTGluZUNvbG9yIjpudWxsLCJMaW5lV2VpZ2h0IjowLjAsIkxpbmVUeXBlIjowLCJQYXJlbnRTdHlsZSI6bnVsbH0sIlBhcmVudFN0eWxlIjpudWxsfSwiRGF0ZVN0eWxlIjp7IiRpZCI6IjEwODgiLCJGb250U2V0dGluZ3MiOnsiJGlkIjoiMTA4OSIsIkZvbnRTaXplIjoxMCwiRm9udE5hbWUiOiJDYWxpYnJpIiwiSXNCb2xkIjpmYWxzZSwiSXNJdGFsaWMiOmZhbHNlLCJJc1VuZGVybGluZWQiOmZhbHNlLCJQYXJlbnRTdHlsZSI6bnVsbH0sIkF1dG9TaXplIjowLCJGb3JlZ3JvdW5kIjp7IiRpZCI6IjEwOTAiLCJDb2xvciI6eyIkaWQiOiIxMDk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EwOTIiLCJUb3AiOjAuMCwiTGVmdCI6MC4wLCJSaWdodCI6MC4wLCJCb3R0b20iOjAuMH0sIlBhZGRpbmciOnsiJGlkIjoiMTA5MyIsIlRvcCI6MC4wLCJMZWZ0IjowLjAsIlJpZ2h0IjowLjAsIkJvdHRvbSI6MC4wfSwiQmFja2dyb3VuZCI6eyIkaWQiOiIxMDk0IiwiQ29sb3IiOnsiJGlkIjoiMTA5NSIsIkEiOjI1NSwiUiI6MTQsIkciOjQwLCJCIjo2NX19LCJJc1Zpc2libGUiOnRydWUsIldpZHRoIjowLjAsIkhlaWdodCI6MC4wLCJCb3JkZXJTdHlsZSI6eyIkaWQiOiIxMDk2IiwiTGluZUNvbG9yIjpudWxsLCJMaW5lV2VpZ2h0IjowLjAsIkxpbmVUeXBlIjowLCJQYXJlbnRTdHlsZSI6bnVsbH0sIlBhcmVudFN0eWxlIjpudWxsfSwiRGF0ZUZvcm1hdCI6eyIkaWQiOiIxMDk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OTgiLCJGb3JtYXQiOjAsIklzVmlzaWJsZSI6ZmFsc2UsIkxhc3RLbm93blZpc2liaWxpdHlTdGF0ZSI6ZmFsc2V9LCJJc1Zpc2libGUiOmZhbHNlLCJWYXJpYW5jZVN0eWxlIjp7IiRpZCI6IjEwOTkiLCJUZXh0U3R5bGUiOnsiJGlkIjoiMTEwMCIsIkZvbnRTZXR0aW5ncyI6eyIkaWQiOiIxMTAxIiwiRm9udFNpemUiOjEwLCJGb250TmFtZSI6IkNhbGlicmkiLCJJc0JvbGQiOmZhbHNlLCJJc0l0YWxpYyI6ZmFsc2UsIklzVW5kZXJsaW5lZCI6ZmFsc2UsIlBhcmVudFN0eWxlIjpudWxsfSwiQXV0b1NpemUiOjAsIkZvcmVncm91bmQiOnsiJGlkIjoiMTEwMiIsIkNvbG9yIjp7IiRpZCI6IjExMD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EwNCIsIlRvcCI6MC4wLCJMZWZ0IjowLjAsIlJpZ2h0IjowLjAsIkJvdHRvbSI6MC4wfSwiUGFkZGluZyI6eyIkaWQiOiIxMTA1IiwiVG9wIjowLjAsIkxlZnQiOjAuMCwiUmlnaHQiOjAuMCwiQm90dG9tIjowLjB9LCJCYWNrZ3JvdW5kIjp7IiRpZCI6IjExMDYiLCJDb2xvciI6eyIkaWQiOiIxMTA3IiwiQSI6MjU1LCJSIjowLCJHIjowLCJCIjowfX0sIklzVmlzaWJsZSI6dHJ1ZSwiV2lkdGgiOjAuMCwiSGVpZ2h0IjowLjAsIkJvcmRlclN0eWxlIjp7IiRpZCI6IjExMDgiLCJMaW5lQ29sb3IiOm51bGwsIkxpbmVXZWlnaHQiOjAuMCwiTGluZVR5cGUiOjAsIlBhcmVudFN0eWxlIjpudWxsfSwiUGFyZW50U3R5bGUiOm51bGx9LCJQYXJlbnRTdHlsZSI6bnVsbH0sIlBhcmVudFN0eWxlIjpudWxsfSwiRGVmYXVsdFN3aW1sYW5lTWlsZXN0b25lU3R5bGUiOnsiJGlkIjoiMTEwOSIsIlRpdGxlUG9zaXRpb24iOiJMZWZ0IiwiRGF0ZVBvc2l0aW9uIjoiUmlnaHQiLCJWYXJpYW5jZVBvc2l0aW9uIjoiUmlnaHQiLCJTaGFwZVR5cGUiOjEsIlNoYXBlU2l6ZSI6MCwiU3BhY2luZyI6NSwiU2hhcGVTdHlsZSI6eyIkaWQiOiIxMTEwIiwiTWFyZ2luIjp7IiRpZCI6IjExMTEiLCJUb3AiOjAuMCwiTGVmdCI6MC4wLCJSaWdodCI6MC4wLCJCb3R0b20iOjAuMH0sIlBhZGRpbmciOnsiJGlkIjoiMTExMiIsIlRvcCI6MC4wLCJMZWZ0IjowLjAsIlJpZ2h0IjowLjAsIkJvdHRvbSI6MC4wfSwiQmFja2dyb3VuZCI6eyIkaWQiOiIxMTEzIiwiQ29sb3IiOnsiJGlkIjoiMTExNCIsIkEiOjI1NSwiUiI6MTUsIkciOjE1OCwiQiI6MjEzfX0sIklzVmlzaWJsZSI6dHJ1ZSwiV2lkdGgiOjEyLjAsIkhlaWdodCI6MTQuMCwiQm9yZGVyU3R5bGUiOnsiJGlkIjoiMTExNSIsIkxpbmVDb2xvciI6eyIkaWQiOiIxMTE2IiwiJHR5cGUiOiJOTFJFLkNvbW1vbi5Eb20uU29saWRDb2xvckJydXNoLCBOTFJFLkNvbW1vbiIsIkNvbG9yIjp7IiRpZCI6IjExMTciLCJBIjoyNTUsIlIiOjIzNCwiRyI6MjIsIkIiOjMwfX0sIkxpbmVXZWlnaHQiOjAuMCwiTGluZVR5cGUiOjAsIlBhcmVudFN0eWxlIjpudWxsfSwiUGFyZW50U3R5bGUiOm51bGx9LCJUaXRsZVN0eWxlIjp7IiRpZCI6IjExMTgiLCJGb250U2V0dGluZ3MiOnsiJGlkIjoiMTExOSIsIkZvbnRTaXplIjoxMSwiRm9udE5hbWUiOiJDYWxpYnJpIiwiSXNCb2xkIjpmYWxzZSwiSXNJdGFsaWMiOmZhbHNlLCJJc1VuZGVybGluZWQiOmZhbHNlLCJQYXJlbnRTdHlsZSI6bnVsbH0sIkF1dG9TaXplIjowLCJGb3JlZ3JvdW5kIjp7IiRpZCI6IjExMjAiLCJDb2xvciI6eyIkaWQiOiIxMTIx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ExMjIiLCJUb3AiOjAuMCwiTGVmdCI6MC4wLCJSaWdodCI6MC4wLCJCb3R0b20iOjAuMH0sIlBhZGRpbmciOnsiJGlkIjoiMTEyMyIsIlRvcCI6MC4wLCJMZWZ0IjowLjAsIlJpZ2h0IjowLjAsIkJvdHRvbSI6MC4wfSwiQmFja2dyb3VuZCI6eyIkaWQiOiIxMTI0IiwiQ29sb3IiOnsiJGlkIjoiMTEyNSIsIkEiOjI1NSwiUiI6MCwiRyI6MCwiQiI6MH19LCJJc1Zpc2libGUiOnRydWUsIldpZHRoIjowLjAsIkhlaWdodCI6MC4wLCJCb3JkZXJTdHlsZSI6eyIkaWQiOiIxMTI2IiwiTGluZUNvbG9yIjpudWxsLCJMaW5lV2VpZ2h0IjowLjAsIkxpbmVUeXBlIjowLCJQYXJlbnRTdHlsZSI6bnVsbH0sIlBhcmVudFN0eWxlIjpudWxsfSwiRGF0ZVN0eWxlIjp7IiRpZCI6IjExMjciLCJGb250U2V0dGluZ3MiOnsiJGlkIjoiMTEyOCIsIkZvbnRTaXplIjoxMCwiRm9udE5hbWUiOiJDYWxpYnJpIiwiSXNCb2xkIjpmYWxzZSwiSXNJdGFsaWMiOmZhbHNlLCJJc1VuZGVybGluZWQiOmZhbHNlLCJQYXJlbnRTdHlsZSI6bnVsbH0sIkF1dG9TaXplIjowLCJGb3JlZ3JvdW5kIjp7IiRpZCI6IjExMjkiLCJDb2xvciI6eyIkaWQiOiIxMTMw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xMzEiLCJUb3AiOjAuMCwiTGVmdCI6MC4wLCJSaWdodCI6MC4wLCJCb3R0b20iOjAuMH0sIlBhZGRpbmciOnsiJGlkIjoiMTEzMiIsIlRvcCI6MC4wLCJMZWZ0IjowLjAsIlJpZ2h0IjowLjAsIkJvdHRvbSI6MC4wfSwiQmFja2dyb3VuZCI6eyIkaWQiOiIxMTMzIiwiQ29sb3IiOnsiJGlkIjoiMTEzNCIsIkEiOjI1NSwiUiI6MTQsIkciOjQwLCJCIjo2NX19LCJJc1Zpc2libGUiOnRydWUsIldpZHRoIjowLjAsIkhlaWdodCI6MC4wLCJCb3JkZXJTdHlsZSI6eyIkaWQiOiIxMTM1IiwiTGluZUNvbG9yIjpudWxsLCJMaW5lV2VpZ2h0IjowLjAsIkxpbmVUeXBlIjowLCJQYXJlbnRTdHlsZSI6bnVsbH0sIlBhcmVudFN0eWxlIjpudWxsfSwiRGF0ZUZvcm1hdCI6eyIkaWQiOiIxMTM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xMzciLCJGb3JtYXQiOjAsIklzVmlzaWJsZSI6ZmFsc2UsIkxhc3RLbm93blZpc2liaWxpdHlTdGF0ZSI6ZmFsc2V9LCJJc1Zpc2libGUiOnRydWUsIlZhcmlhbmNlU3R5bGUiOnsiJGlkIjoiMTEzOCIsIlRleHRTdHlsZSI6eyIkaWQiOiIxMTM5IiwiRm9udFNldHRpbmdzIjp7IiRpZCI6IjExNDAiLCJGb250U2l6ZSI6MTAsIkZvbnROYW1lIjoiQ2FsaWJyaSIsIklzQm9sZCI6ZmFsc2UsIklzSXRhbGljIjpmYWxzZSwiSXNVbmRlcmxpbmVkIjpmYWxzZSwiUGFyZW50U3R5bGUiOm51bGx9LCJBdXRvU2l6ZSI6MCwiRm9yZWdyb3VuZCI6eyIkaWQiOiIxMTQxIiwiQ29sb3IiOnsiJGlkIjoiMTE0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TQzIiwiVG9wIjowLjAsIkxlZnQiOjAuMCwiUmlnaHQiOjAuMCwiQm90dG9tIjowLjB9LCJQYWRkaW5nIjp7IiRpZCI6IjExNDQiLCJUb3AiOjAuMCwiTGVmdCI6MC4wLCJSaWdodCI6MC4wLCJCb3R0b20iOjAuMH0sIkJhY2tncm91bmQiOnsiJGlkIjoiMTE0NSIsIkNvbG9yIjp7IiRpZCI6IjExNDYiLCJBIjoyNTUsIlIiOjAsIkciOjAsIkIiOjB9fSwiSXNWaXNpYmxlIjp0cnVlLCJXaWR0aCI6MC4wLCJIZWlnaHQiOjAuMCwiQm9yZGVyU3R5bGUiOnsiJGlkIjoiMTE0NyIsIkxpbmVDb2xvciI6bnVsbCwiTGluZVdlaWdodCI6MC4wLCJMaW5lVHlwZSI6MCwiUGFyZW50U3R5bGUiOm51bGx9LCJQYXJlbnRTdHlsZSI6bnVsbH0sIlBhcmVudFN0eWxlIjpudWxsfSwiUGFyZW50U3R5bGUiOm51bGx9LCJEZWZhdWx0U3dpbWxhbmVBY3Rpdml0eVN0eWxlIjp7IiRpZCI6IjExNDgiLCJIZWFkZXJTdHlsZSI6eyIkaWQiOiIxMTQ5IiwiVGV4dFN0eWxlIjp7IiRpZCI6IjExNTAiLCJGb250U2V0dGluZ3MiOnsiJGlkIjoiMTE1MSIsIkZvbnRTaXplIjoxMSwiRm9udE5hbWUiOiJDYWxpYnJpIiwiSXNCb2xkIjpmYWxzZSwiSXNJdGFsaWMiOmZhbHNlLCJJc1VuZGVybGluZWQiOmZhbHNlLCJQYXJlbnRTdHlsZSI6bnVsbH0sIkF1dG9TaXplIjoyLCJGb3JlZ3JvdW5kIjp7IiRpZCI6IjExNTIiLCJDb2xvciI6eyIkaWQiOiIxMTU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MTE1NCIsIlRvcCI6MC4wLCJMZWZ0IjowLjAsIlJpZ2h0IjowLjAsIkJvdHRvbSI6MC4wfSwiUGFkZGluZyI6eyIkaWQiOiIxMTU1IiwiVG9wIjowLjAsIkxlZnQiOjAuMCwiUmlnaHQiOjAuMCwiQm90dG9tIjowLjB9LCJCYWNrZ3JvdW5kIjp7IiRpZCI6IjExNTYiLCJDb2xvciI6eyIkaWQiOiIxMTU3IiwiQSI6MjU1LCJSIjowLCJHIjowLCJCIjowfX0sIklzVmlzaWJsZSI6dHJ1ZSwiV2lkdGgiOjAuMCwiSGVpZ2h0IjowLjAsIkJvcmRlclN0eWxlIjpudWxsLCJQYXJlbnRTdHlsZSI6bnVsbH0sIlJlY3RhbmdsZVN0eWxlIjp7IiRpZCI6IjExNTgiLCJNYXJnaW4iOnsiJGlkIjoiMTE1OSIsIlRvcCI6MC4wLCJMZWZ0IjowLjAsIlJpZ2h0IjowLjAsIkJvdHRvbSI6MC4wfSwiUGFkZGluZyI6eyIkaWQiOiIxMTYwIiwiVG9wIjowLjAsIkxlZnQiOjAuMCwiUmlnaHQiOjAuMCwiQm90dG9tIjowLjB9LCJCYWNrZ3JvdW5kIjp7IiRpZCI6IjExNjEiLCJDb2xvciI6eyIkaWQiOiIxMTYyIiwiQSI6MTI3LCJSIjoxNSwiRyI6MTU4LCJCIjoyMTN9fSwiSXNWaXNpYmxlIjp0cnVlLCJXaWR0aCI6MC4wLCJIZWlnaHQiOjAuMCwiQm9yZGVyU3R5bGUiOnsiJGlkIjoiMTE2MyIsIkxpbmVDb2xvciI6eyIkaWQiOiIxMTY0IiwiJHR5cGUiOiJOTFJFLkNvbW1vbi5Eb20uU29saWRDb2xvckJydXNoLCBOTFJFLkNvbW1vbiIsIkNvbG9yIjp7IiRpZCI6IjExNjUiLCJBIjoyNTUsIlIiOjI1NSwiRyI6MCwiQiI6MH19LCJMaW5lV2VpZ2h0IjowLjAsIkxpbmVUeXBlIjowLCJQYXJlbnRTdHlsZSI6bnVsbH0sIlBhcmVudFN0eWxlIjpudWxsfSwiTWFyZ2luIjp7IiRpZCI6IjExNjYiLCJUb3AiOjAuMCwiTGVmdCI6MC4wLCJSaWdodCI6MC4wLCJCb3R0b20iOjAuMH0sIlBhZGRpbmciOnsiJGlkIjoiMTE2NyIsIlRvcCI6MC4wLCJMZWZ0IjowLjAsIlJpZ2h0IjowLjAsIkJvdHRvbSI6MC4wfSwiQmFja2dyb3VuZCI6bnVsbCwiSXNWaXNpYmxlIjp0cnVlLCJXaWR0aCI6MC4wLCJIZWlnaHQiOjAuMCwiQm9yZGVyU3R5bGUiOm51bGwsIlBhcmVudFN0eWxlIjpudWxsfSwiQmFja2dyb3VuZFN0eWxlIjp7IiRpZCI6IjExNjgiLCJNYXJnaW4iOnsiJGlkIjoiMTE2OSIsIlRvcCI6MC4wLCJMZWZ0IjowLjAsIlJpZ2h0IjowLjAsIkJvdHRvbSI6MC4wfSwiUGFkZGluZyI6eyIkaWQiOiIxMTcwIiwiVG9wIjowLjAsIkxlZnQiOjAuMCwiUmlnaHQiOjAuMCwiQm90dG9tIjowLjB9LCJCYWNrZ3JvdW5kIjp7IiRpZCI6IjExNzEiLCJDb2xvciI6eyIkaWQiOiIxMTcyIiwiQSI6NTEsIlIiOjIwMCwiRyI6MjAwLCJCIjoyMDB9fSwiSXNWaXNpYmxlIjp0cnVlLCJXaWR0aCI6MC4wLCJIZWlnaHQiOjAuMCwiQm9yZGVyU3R5bGUiOnsiJGlkIjoiMTE3MyIsIkxpbmVDb2xvciI6eyIkaWQiOiIxMTc0IiwiJHR5cGUiOiJOTFJFLkNvbW1vbi5Eb20uU29saWRDb2xvckJydXNoLCBOTFJFLkNvbW1vbiIsIkNvbG9yIjp7IiRpZCI6IjExNzUiLCJBIjoyNTUsIlIiOjIzNCwiRyI6MjIsIkIiOjMwfX0sIkxpbmVXZWlnaHQiOjAuMCwiTGluZVR5cGUiOjAsIlBhcmVudFN0eWxlIjpudWxsfSwiUGFyZW50U3R5bGUiOm51bGx9LCJNYXJnaW4iOnsiJGlkIjoiMTE3NiIsIlRvcCI6MC4wLCJMZWZ0IjowLjAsIlJpZ2h0IjowLjAsIkJvdHRvbSI6MC4wfSwiUGFkZGluZyI6eyIkaWQiOiIxMTc3IiwiVG9wIjowLjAsIkxlZnQiOjAuMCwiUmlnaHQiOjAuMCwiQm90dG9tIjowLjB9LCJJc1Zpc2libGUiOnRydWUsIldpZHRoIjowLjAsIkhlaWdodCI6MC4wLCJCb3JkZXJTdHlsZSI6eyIkaWQiOiIxMTc4IiwiTGluZUNvbG9yIjpudWxsLCJMaW5lV2VpZ2h0IjowLjAsIkxpbmVUeXBlIjowLCJQYXJlbnRTdHlsZSI6bnVsbH0sIlBhcmVudFN0eWxlIjpudWxsfSwiTWFyZ2luIjp7IiRpZCI6IjExNzkiLCJUb3AiOjAuMCwiTGVmdCI6MC4wLCJSaWdodCI6MC4wLCJCb3R0b20iOjAuMH0sIlBhZGRpbmciOnsiJGlkIjoiMTE4MCIsIlRvcCI6MC4wLCJMZWZ0IjowLjAsIlJpZ2h0IjowLjAsIkJvdHRvbSI6MC4wfSwiSXNWaXNpYmxlIjp0cnVlLCJXaWR0aCI6MC4wLCJIZWlnaHQiOjAuMCwiQm9yZGVyU3R5bGUiOnsiJGlkIjoiMTE4MSIsIkxpbmVDb2xvciI6bnVsbCwiTGluZVdlaWdodCI6MC4wLCJMaW5lVHlwZSI6MCwiUGFyZW50U3R5bGUiOm51bGx9LCJQYXJlbnRTdHlsZSI6bnVsbH1dLCJDb25kaXRpb25hbEZvcm1hdHRpbmciOnsiJGlkIjoiMTE4MiIsIlB2QUZvcm1hdHRpbmciOnsiJGlkIjoiMTE4MyIsIkRlbGF5VGFza1N0eWxlIjp7IiRpZCI6IjExODQiLCJTdHlsZU9wdGlvbnMiOjI0LCJUaXRsZUZvcmVncm91bmQiOnsiJGlkIjoiMTE4NSIsIkNvbG9yIjp7IiRpZCI6IjExODYiLCJBIjoyNTUsIlIiOjE3NSwiRyI6MCwiQiI6MH19LCJBY3R1YWxTaGFwZXNCYWNrZ3JvdW5kIjp7IiRpZCI6IjExODciLCJDb2xvciI6eyIkaWQiOiIxMTg4IiwiQSI6NjIsIlIiOjI1NSwiRyI6MCwiQiI6MH19LCJBY3R1YWxTaGFwZXNCb3JkZXJTdHlsZSI6eyIkaWQiOiIxMTg5IiwiTGluZUNvbG9yIjp7IiRpZCI6IjExOTAiLCIkdHlwZSI6Ik5MUkUuQ29tbW9uLkRvbS5Tb2xpZENvbG9yQnJ1c2gsIE5MUkUuQ29tbW9uIiwiQ29sb3IiOnsiJGlkIjoiMTE5MSIsIkEiOjE2MywiUiI6MjU1LCJHIjowLCJCIjowfX0sIkxpbmVXZWlnaHQiOjMuMCwiTGluZVR5cGUiOjAsIlBhcmVudFN0eWxlIjpudWxsfSwiQmFzZWxpbmVTaGFwZXNCYWNrZ3JvdW5kIjp7IiRpZCI6IjExOTIiLCJDb2xvciI6eyIkaWQiOiIxMTkzIiwiQSI6MTg0LCJSIjoyNTUsIkciOjAsIkIiOjB9fSwiVmFyaWFuY2VGb3JlZ3JvdW5kIjp7IiRpZCI6IjExOTQiLCJDb2xvciI6eyIkaWQiOiIxMTk1IiwiQSI6MjU1LCJSIjoxNzUsIkciOjAsIkIiOjB9fSwiSXNWaXNpYmxlIjp0cnVlfSwiRGVsYXlNaWxlc3RvbmVTdHlsZSI6eyIkaWQiOiIxMTk2IiwiU3R5bGVPcHRpb25zIjoxOCwiVGl0bGVGb3JlZ3JvdW5kIjp7IiRpZCI6IjExOTciLCJDb2xvciI6eyIkaWQiOiIxMTk4IiwiQSI6MjU1LCJSIjoxNzUsIkciOjAsIkIiOjB9fSwiQWN0dWFsU2hhcGVzQmFja2dyb3VuZCI6eyIkaWQiOiIxMTk5IiwiQ29sb3IiOnsiJGlkIjoiMTIwMCIsIkEiOjI1NSwiUiI6MjIyLCJHIjo4MCwiQiI6NTB9fSwiQWN0dWFsU2hhcGVzQm9yZGVyU3R5bGUiOnsiJGlkIjoiMTIwMSIsIkxpbmVDb2xvciI6eyIkaWQiOiIxMjAyIiwiJHR5cGUiOiJOTFJFLkNvbW1vbi5Eb20uU29saWRDb2xvckJydXNoLCBOTFJFLkNvbW1vbiIsIkNvbG9yIjp7IiRpZCI6IjEyMDMiLCJBIjoxNjMsIlIiOjI1NSwiRyI6MCwiQiI6MH19LCJMaW5lV2VpZ2h0IjozLjAsIkxpbmVUeXBlIjowLCJQYXJlbnRTdHlsZSI6bnVsbH0sIkJhc2VsaW5lU2hhcGVzQmFja2dyb3VuZCI6eyIkaWQiOiIxMjA0IiwiQ29sb3IiOnsiJGlkIjoiMTIwNSIsIkEiOjE4NCwiUiI6MjU1LCJHIjowLCJCIjowfX0sIlZhcmlhbmNlRm9yZWdyb3VuZCI6eyIkaWQiOiIxMjA2IiwiQ29sb3IiOnsiJGlkIjoiMTIwNyIsIkEiOjI1NSwiUiI6MTc1LCJHIjowLCJCIjowfX0sIklzVmlzaWJsZSI6dHJ1ZX0sIkFkdmFuY2VUYXNrU3R5bGUiOnsiJGlkIjoiMTIwOCIsIlN0eWxlT3B0aW9ucyI6MjQsIlRpdGxlRm9yZWdyb3VuZCI6eyIkaWQiOiIxMjA5IiwiQ29sb3IiOnsiJGlkIjoiMTIxMCIsIkEiOjI1NSwiUiI6MCwiRyI6MTEwLCJCIjowfX0sIkFjdHVhbFNoYXBlc0JhY2tncm91bmQiOnsiJGlkIjoiMTIxMSIsIkNvbG9yIjp7IiRpZCI6IjEyMTIiLCJBIjo2MSwiUiI6MCwiRyI6MTI4LCJCIjowfX0sIkFjdHVhbFNoYXBlc0JvcmRlclN0eWxlIjp7IiRpZCI6IjEyMTMiLCJMaW5lQ29sb3IiOnsiJGlkIjoiMTIxNCIsIiR0eXBlIjoiTkxSRS5Db21tb24uRG9tLlNvbGlkQ29sb3JCcnVzaCwgTkxSRS5Db21tb24iLCJDb2xvciI6eyIkaWQiOiIxMjE1IiwiQSI6MTYzLCJSIjowLCJHIjoxMjgsIkIiOjB9fSwiTGluZVdlaWdodCI6My4wLCJMaW5lVHlwZSI6MCwiUGFyZW50U3R5bGUiOm51bGx9LCJCYXNlbGluZVNoYXBlc0JhY2tncm91bmQiOnsiJGlkIjoiMTIxNiIsIkNvbG9yIjp7IiRpZCI6IjEyMTciLCJBIjoxODQsIlIiOjAsIkciOjEyOCwiQiI6MH19LCJWYXJpYW5jZUZvcmVncm91bmQiOnsiJGlkIjoiMTIxOCIsIkNvbG9yIjp7IiRpZCI6IjEyMTkiLCJBIjoyNTUsIlIiOjAsIkciOjExMCwiQiI6MH19LCJJc1Zpc2libGUiOnRydWV9LCJBZHZhbmNlTWlsZXN0b25lU3R5bGUiOnsiJGlkIjoiMTIyMCIsIlN0eWxlT3B0aW9ucyI6MTgsIlRpdGxlRm9yZWdyb3VuZCI6eyIkaWQiOiIxMjIxIiwiQ29sb3IiOnsiJGlkIjoiMTIyMiIsIkEiOjI1NSwiUiI6MCwiRyI6MTEwLCJCIjowfX0sIkFjdHVhbFNoYXBlc0JhY2tncm91bmQiOnsiJGlkIjoiMTIyMyIsIkNvbG9yIjp7IiRpZCI6IjEyMjQiLCJBIjoyNTUsIlIiOjIwLCJHIjoxMDAsIkIiOjB9fSwiQWN0dWFsU2hhcGVzQm9yZGVyU3R5bGUiOnsiJGlkIjoiMTIyNSIsIkxpbmVDb2xvciI6eyIkaWQiOiIxMjI2IiwiJHR5cGUiOiJOTFJFLkNvbW1vbi5Eb20uU29saWRDb2xvckJydXNoLCBOTFJFLkNvbW1vbiIsIkNvbG9yIjp7IiRpZCI6IjEyMjciLCJBIjoxNjMsIlIiOjAsIkciOjEyOCwiQiI6MH19LCJMaW5lV2VpZ2h0IjozLjAsIkxpbmVUeXBlIjowLCJQYXJlbnRTdHlsZSI6bnVsbH0sIkJhc2VsaW5lU2hhcGVzQmFja2dyb3VuZCI6eyIkaWQiOiIxMjI4IiwiQ29sb3IiOnsiJGlkIjoiMTIyOSIsIkEiOjE4NCwiUiI6MCwiRyI6MTI4LCJCIjowfX0sIlZhcmlhbmNlRm9yZWdyb3VuZCI6eyIkaWQiOiIxMjMwIiwiQ29sb3IiOnsiJGlkIjoiMTIzMSIsIkEiOjI1NSwiUiI6MCwiRyI6MTEwLCJCIjowfX0sIklzVmlzaWJsZSI6dHJ1ZX19LCJWYXJpYW5jZURpc3BsYXlTZXR0aW5ncyI6eyIkaWQiOiIxMjMyIiwiVGFza1ZhcmlhbmNlRGlzcGxheU9wdGlvbnMiOnsiJGlkIjoiMTIzMyIsIlNob3dEZWxheVZhcmlhbmNlIjp0cnVlLCJTaG93QWR2YW5jZVZhcmlhbmNlIjp0cnVlLCJTaG93XzBfVmFyaWFuY2UiOmZhbHNlfSwiTWlsZXN0b25lVmFyaWFuY2VEaXNwbGF5T3B0aW9ucyI6eyIkaWQiOiIxMjM0IiwiU2hvd0RlbGF5VmFyaWFuY2UiOnRydWUsIlNob3dBZHZhbmNlVmFyaWFuY2UiOnRydWUsIlNob3dfMF9WYXJpYW5jZSI6ZmFsc2V9fX19LCJTY2FsZSI6bnVsbCwiU2NhbGVWMiI6eyIkaWQiOiIxMjM1IiwiU3RhcnREYXRlIjoiMDAwMS0wMS0wMVQwMDowMDowMCIsIkVuZERhdGUiOiIyMDI1LTEyLTA1VDIzOjU5OjAwIiwiQXV0b0RhdGVSYW5nZSI6dHJ1ZSwiV29ya2luZ0RheXMiOjMxLCJGaXNjYWxZZWFyIjp7IiRpZCI6IjEyMzYiLCJTdGFydE1vbnRoIjoxLCJVc2VTdGFydGluZ1llYXJGb3JOdW1iZXJpbmciOnRydWUsIlNob3dGaXNjYWxZZWFyTGFiZWwiOnRydWV9LCJUb2RheU1hcmtlclRleHQiOiJUb2RheSIsIkF1dG9TY2FsZVR5cGUiOnRydWUsIlRpbWViYW5kU2NhbGVzIjp7IiRpZCI6IjEyMzciLCJUb3BTY2FsZUxheWVyIjp7IiRpZCI6IjEyMzgiLCJGb3JtYXQiOiJNTU0iLCJUeXBlIjoyLCJHcm91cGluZ0ludGVydmFscyI6eyIkaWQiOiIxMjM5IiwiSXNTZXQiOmZhbHNlLCJHcm91cGluZ1N0ZXBDb3VudCI6MX19LCJNaWRkbGVTY2FsZUxheWVyIjp7IiRpZCI6IjEyNDAiLCJGb3JtYXQiOm51bGwsIlR5cGUiOjAsIkdyb3VwaW5nSW50ZXJ2YWxzIjp7IiRpZCI6IjEyNDEiLCJJc1NldCI6ZmFsc2UsIkdyb3VwaW5nU3RlcENvdW50IjoxfX0sIkJvdHRvbVNjYWxlTGF5ZXIiOnsiJGlkIjoiMTI0MiIsIkZvcm1hdCI6bnVsbCwiVHlwZSI6MCwiR3JvdXBpbmdJbnRlcnZhbHMiOnsiJGlkIjoiMTI0MyIsIklzU2V0IjpmYWxzZSwiR3JvdXBpbmdTdGVwQ291bnQiOjF9fX19LCJNaWxlc3RvbmVzIjpbXSwiVGFza3MiOlt7IiRpZCI6IjEyNDQiLCJHcm91cE5hbWUiOm51bGwsIlN0YXJ0RGF0ZSI6IjIwMjUtMDktMDVUMDA6MDA6MDAiLCJFbmREYXRlIjoiMjAyNS0wOS0xMFQyMzo1OTowMFoiLCJQZXJjZW50YWdlQ29tcGxldGUiOm51bGwsIlN0eWxlIjp7IiRpZCI6IjEyNDUiLCJTaGFwZSI6MywiU2hhcGVUaGlja25lc3MiOjAsIkR1cmF0aW9uRm9ybWF0IjowLCJJbmNsdWRlTm9uV29ya2luZ0RheXNJbkR1cmF0aW9uIjpmYWxzZSwiUGVyY2VudGFnZUNvbXBsZXRlU3R5bGUiOnsiJGlkIjoiMTI0NiIsIkZvbnRTZXR0aW5ncyI6eyIkaWQiOiIxMjQ3IiwiRm9udFNpemUiOjEwLCJGb250TmFtZSI6IkNhbGlicmkiLCJJc0JvbGQiOmZhbHNlLCJJc0l0YWxpYyI6ZmFsc2UsIklzVW5kZXJsaW5lZCI6ZmFsc2UsIlBhcmVudFN0eWxlIjpudWxsfSwiQXV0b1NpemUiOjAsIkZvcmVncm91bmQiOnsiJGlkIjoiMTI0OCIsIkNvbG9yIjp7IiRpZCI6IjEyNDk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I1MCIsIlRvcCI6MC4wLCJMZWZ0IjowLjAsIlJpZ2h0IjowLjAsIkJvdHRvbSI6MC4wfSwiUGFkZGluZyI6eyIkaWQiOiIxMjUxIiwiVG9wIjowLjAsIkxlZnQiOjAuMCwiUmlnaHQiOjAuMCwiQm90dG9tIjowLjB9LCJCYWNrZ3JvdW5kIjp7IiRpZCI6IjEyNTIiLCJDb2xvciI6eyIkaWQiOiIxMjUzIiwiQSI6ODksIlIiOjAsIkciOjAsIkIiOjB9fSwiSXNWaXNpYmxlIjp0cnVlLCJXaWR0aCI6MC4wLCJIZWlnaHQiOjAuMCwiQm9yZGVyU3R5bGUiOnsiJGlkIjoiMTI1NCIsIkxpbmVDb2xvciI6bnVsbCwiTGluZVdlaWdodCI6MC4wLCJMaW5lVHlwZSI6MCwiUGFyZW50U3R5bGUiOm51bGx9LCJQYXJlbnRTdHlsZSI6bnVsbH0sIkR1cmF0aW9uU3R5bGUiOnsiJGlkIjoiMTI1NSIsIkZvbnRTZXR0aW5ncyI6eyIkaWQiOiIxMjU2IiwiRm9udFNpemUiOjEwLCJGb250TmFtZSI6IkNhbGlicmkiLCJJc0JvbGQiOmZhbHNlLCJJc0l0YWxpYyI6ZmFsc2UsIklzVW5kZXJsaW5lZCI6ZmFsc2UsIlBhcmVudFN0eWxlIjpudWxsfSwiQXV0b1NpemUiOjAsIkZvcmVncm91bmQiOnsiJGlkIjoiMTI1NyIsIkNvbG9yIjp7IiRpZCI6IjEyNTg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MjU5IiwiVG9wIjowLjAsIkxlZnQiOjAuMCwiUmlnaHQiOjAuMCwiQm90dG9tIjowLjB9LCJQYWRkaW5nIjp7IiRpZCI6IjEyNjAiLCJUb3AiOjAuMCwiTGVmdCI6MC4wLCJSaWdodCI6MC4wLCJCb3R0b20iOjAuMH0sIkJhY2tncm91bmQiOnsiJGlkIjoiMTI2MSIsIkNvbG9yIjp7IiRpZCI6IjEyNjIiLCJBIjoyNTUsIlIiOjIzNywiRyI6MTI1LCJCIjo0OX19LCJJc1Zpc2libGUiOnRydWUsIldpZHRoIjowLjAsIkhlaWdodCI6MC4wLCJCb3JkZXJTdHlsZSI6eyIkaWQiOiIxMjYzIiwiTGluZUNvbG9yIjpudWxsLCJMaW5lV2VpZ2h0IjowLjAsIkxpbmVUeXBlIjowLCJQYXJlbnRTdHlsZSI6bnVsbH0sIlBhcmVudFN0eWxlIjpudWxsfSwiSG9yaXpvbnRhbENvbm5lY3RvclN0eWxlIjp7IiRpZCI6IjEyNjQiLCJMaW5lQ29sb3IiOnsiJGlkIjoiMTI2NSIsIiR0eXBlIjoiTkxSRS5Db21tb24uRG9tLlNvbGlkQ29sb3JCcnVzaCwgTkxSRS5Db21tb24iLCJDb2xvciI6eyIkaWQiOiIxMjY2IiwiQSI6NTEsIlIiOjIxLCJHIjo5NiwiQiI6MTMwfX0sIkxpbmVXZWlnaHQiOjEuMCwiTGluZVR5cGUiOjAsIlBhcmVudFN0eWxlIjpudWxsfSwiVmVydGljYWxDb25uZWN0b3JTdHlsZSI6eyIkaWQiOiIxMjY3IiwiTGluZUNvbG9yIjp7IiRpZCI6IjEyNjgiLCIkdHlwZSI6Ik5MUkUuQ29tbW9uLkRvbS5Tb2xpZENvbG9yQnJ1c2gsIE5MUkUuQ29tbW9uIiwiQ29sb3IiOnsiJGlkIjoiMTI2OS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I3MCIsIlNoYXBlU3R5bGUiOnsiJGlkIjoiMTI3MSIsIk1hcmdpbiI6eyIkaWQiOiIxMjcyIiwiVG9wIjowLjAsIkxlZnQiOjAuMCwiUmlnaHQiOjAuMCwiQm90dG9tIjowLjB9LCJQYWRkaW5nIjp7IiRpZCI6IjEyNzMiLCJUb3AiOjAuMCwiTGVmdCI6MC4wLCJSaWdodCI6MC4wLCJCb3R0b20iOjAuMH0sIkJhY2tncm91bmQiOnsiJGlkIjoiMTI3NCIsIkNvbG9yIjp7IiRpZCI6IjEyNzUiLCJBIjoxNTMsIlIiOjAsIkciOjAsIkIiOjB9fSwiSXNWaXNpYmxlIjp0cnVlLCJXaWR0aCI6MC4wLCJIZWlnaHQiOjAuMCwiQm9yZGVyU3R5bGUiOm51bGwsIlBhcmVudFN0eWxlIjpudWxsfSwiTWFyZ2luIjp7IiRpZCI6IjEyNzYiLCJUb3AiOjAuMCwiTGVmdCI6MC4wLCJSaWdodCI6MC4wLCJCb3R0b20iOjAuMH0sIlBhZGRpbmciOnsiJGlkIjoiMTI3NyIsIlRvcCI6MC4wLCJMZWZ0IjowLjAsIlJpZ2h0IjowLjAsIkJvdHRvbSI6MC4wfSwiQmFja2dyb3VuZCI6bnVsbCwiSXNWaXNpYmxlIjp0cnVlLCJXaWR0aCI6MC4wLCJIZWlnaHQiOjAuMCwiQm9yZGVyU3R5bGUiOm51bGwsIlBhcmVudFN0eWxlIjpudWxsfSwiU2hhcGVTdHlsZSI6eyIkaWQiOiIxMjc4IiwiTWFyZ2luIjp7IiRpZCI6IjEyNzkiLCJUb3AiOjAuMCwiTGVmdCI6NC4wLCJSaWdodCI6NC4wLCJCb3R0b20iOjAuMH0sIlBhZGRpbmciOnsiJGlkIjoiMTI4MCIsIlRvcCI6MC4wLCJMZWZ0IjowLjAsIlJpZ2h0IjowLjAsIkJvdHRvbSI6MC4wfSwiQmFja2dyb3VuZCI6eyIkaWQiOiIxMjgxIiwiQ29sb3IiOnsiJGlkIjoiMTI4MiIsIkEiOjI1NSwiUiI6MjEsIkciOjk2LCJCIjoxMzB9fSwiSXNWaXNpYmxlIjp0cnVlLCJXaWR0aCI6MC4wLCJIZWlnaHQiOjEwLjAsIkJvcmRlclN0eWxlIjp7IiRpZCI6IjEyODMiLCJMaW5lQ29sb3IiOnsiJGlkIjoiMTI4NCIsIiR0eXBlIjoiTkxSRS5Db21tb24uRG9tLlNvbGlkQ29sb3JCcnVzaCwgTkxSRS5Db21tb24iLCJDb2xvciI6eyIkaWQiOiIxMjg1IiwiQSI6MjU1LCJSIjoyMzQsIkciOjIyLCJCIjozMH19LCJMaW5lV2VpZ2h0IjowLjAsIkxpbmVUeXBlIjowLCJQYXJlbnRTdHlsZSI6bnVsbH0sIlBhcmVudFN0eWxlIjpudWxsfSwiVGl0bGVTdHlsZSI6eyIkaWQiOiIxMjg2IiwiRm9udFNldHRpbmdzIjp7IiRpZCI6IjEyODciLCJGb250U2l6ZSI6MTEsIkZvbnROYW1lIjoiQ2FsaWJyaSIsIklzQm9sZCI6ZmFsc2UsIklzSXRhbGljIjpmYWxzZSwiSXNVbmRlcmxpbmVkIjpmYWxzZSwiUGFyZW50U3R5bGUiOm51bGx9LCJBdXRvU2l6ZSI6MCwiRm9yZWdyb3VuZCI6eyIkaWQiOiIxMjg4IiwiQ29sb3IiOnsiJGlkIjoiMTI4OS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MjkwIiwiVG9wIjowLjAsIkxlZnQiOjAuMCwiUmlnaHQiOjAuMCwiQm90dG9tIjowLjB9LCJQYWRkaW5nIjp7IiRpZCI6IjEyOTEiLCJUb3AiOjAuMCwiTGVmdCI6MC4wLCJSaWdodCI6MC4wLCJCb3R0b20iOjAuMH0sIkJhY2tncm91bmQiOnsiJGlkIjoiMTI5MiIsIkNvbG9yIjp7IiRpZCI6IjEyOTMiLCJBIjowLCJSIjoyNTUsIkciOjI1NSwiQiI6MjU1fX0sIklzVmlzaWJsZSI6dHJ1ZSwiV2lkdGgiOjAuMCwiSGVpZ2h0IjowLjAsIkJvcmRlclN0eWxlIjp7IiRpZCI6IjEyOTQiLCJMaW5lQ29sb3IiOm51bGwsIkxpbmVXZWlnaHQiOjAuMCwiTGluZVR5cGUiOjAsIlBhcmVudFN0eWxlIjpudWxsfSwiUGFyZW50U3R5bGUiOm51bGx9LCJEYXRlU3R5bGUiOnsiJGlkIjoiMTI5NSIsIkZvbnRTZXR0aW5ncyI6eyIkaWQiOiIxMjk2IiwiRm9udFNpemUiOjEwLCJGb250TmFtZSI6IkNhbGlicmkiLCJJc0JvbGQiOmZhbHNlLCJJc0l0YWxpYyI6ZmFsc2UsIklzVW5kZXJsaW5lZCI6ZmFsc2UsIlBhcmVudFN0eWxlIjpudWxsfSwiQXV0b1NpemUiOjAsIkZvcmVncm91bmQiOnsiJGlkIjoiMTI5NyIsIkNvbG9yIjp7IiRpZCI6IjEyOTg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I5OSIsIlRvcCI6MC4wLCJMZWZ0IjowLjAsIlJpZ2h0IjowLjAsIkJvdHRvbSI6MC4wfSwiUGFkZGluZyI6eyIkaWQiOiIxMzAwIiwiVG9wIjowLjAsIkxlZnQiOjAuMCwiUmlnaHQiOjAuMCwiQm90dG9tIjowLjB9LCJCYWNrZ3JvdW5kIjp7IiRpZCI6IjEzMDEiLCJDb2xvciI6eyIkaWQiOiIxMzAyIiwiQSI6MCwiUiI6MjU1LCJHIjoyNTUsIkIiOjI1NX19LCJJc1Zpc2libGUiOnRydWUsIldpZHRoIjowLjAsIkhlaWdodCI6MC4wLCJCb3JkZXJTdHlsZSI6eyIkaWQiOiIxMzAzIiwiTGluZUNvbG9yIjpudWxsLCJMaW5lV2VpZ2h0IjowLjAsIkxpbmVUeXBlIjowLCJQYXJlbnRTdHlsZSI6bnVsbH0sIlBhcmVudFN0eWxlIjpudWxsfSwiRGF0ZUZvcm1hdCI6eyIkaWQiOiIxMzA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MDUiLCJGb3JtYXQiOjAsIklzVmlzaWJsZSI6ZmFsc2UsIkxhc3RLbm93blZpc2liaWxpdHlTdGF0ZSI6ZmFsc2V9LCJJc1Zpc2libGUiOmZhbHNlLCJWYXJpYW5jZVN0eWxlIjp7IiRpZCI6IjEzMDYiLCJUZXh0U3R5bGUiOnsiJGlkIjoiMTMwNyIsIkZvbnRTZXR0aW5ncyI6eyIkaWQiOiIxMzA4IiwiRm9udFNpemUiOjEwLCJGb250TmFtZSI6IkNhbGlicmkiLCJJc0JvbGQiOmZhbHNlLCJJc0l0YWxpYyI6ZmFsc2UsIklzVW5kZXJsaW5lZCI6ZmFsc2UsIlBhcmVudFN0eWxlIjpudWxsfSwiQXV0b1NpemUiOjAsIkZvcmVncm91bmQiOnsiJGlkIjoiMTMwOSIsIkNvbG9yIjp7IiRpZCI6IjEzMT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xMSIsIlRvcCI6MC4wLCJMZWZ0IjowLjAsIlJpZ2h0IjowLjAsIkJvdHRvbSI6MC4wfSwiUGFkZGluZyI6eyIkaWQiOiIxMzEyIiwiVG9wIjowLjAsIkxlZnQiOjAuMCwiUmlnaHQiOjAuMCwiQm90dG9tIjowLjB9LCJCYWNrZ3JvdW5kIjp7IiRpZCI6IjEzMTMiLCJDb2xvciI6eyIkaWQiOiIxMzE0IiwiQSI6MjU1LCJSIjowLCJHIjowLCJCIjowfX0sIklzVmlzaWJsZSI6dHJ1ZSwiV2lkdGgiOjAuMCwiSGVpZ2h0IjowLjAsIkJvcmRlclN0eWxlIjp7IiRpZCI6IjEzMTUiLCJMaW5lQ29sb3IiOm51bGwsIkxpbmVXZWlnaHQiOjAuMCwiTGluZVR5cGUiOjAsIlBhcmVudFN0eWxlIjpudWxsfSwiUGFyZW50U3R5bGUiOm51bGx9LCJQYXJlbnRTdHlsZSI6bnVsbH0sIlBhcmVudFN0eWxlIjpudWxsfSwiSW5kZXgiOjAsIlNtYXJ0RHVyYXRpb25BY3RpdmF0ZWQiOmZhbHNlLCJEYXRlRm9ybWF0Ijp7IiRyZWYiOiIxMzA0In0sIldlZWtOdW1iZXJpbmciOnsiJGlkIjoiMTMxNiIsIkZvcm1hdCI6MCwiSXNWaXNpYmxlIjpmYWxzZSwiTGFzdEtub3duVmlzaWJpbGl0eVN0YXRlIjpmYWxzZX0sIkJhc2VsaW5lRGF0YSI6eyIkaWQiOiIxMzE3IiwiU3RhcnREYXRlIjoiMjAyNS0wOS0wNVQwMDowMDowMCIsIkVuZERhdGUiOiIyMDI1LTA5LTEwVDIzOjU5OjAwIn0sIklkIjoiNDk0ZmY5MWYtYjJmYi00NjQ2LWFjNDQtMDU4ZmEwZmY5MmZhIiwiSW1wb3J0SWQiOm51bGwsIlRpdGxlIjoiQWN0YSBkZSBDb25zdGl0dWNpw7NuIGFwcm9iYWRhIiwiTm90ZSI6bnVsbCwiSHlwZXJsaW5rIjp7IiRpZCI6IjEzMTgiLCJBZGRyZXNzIjoiIiwiU3ViQWRkcmVzcyI6IiJ9LCJJc0NoYW5nZWQiOmZhbHNlLCJJc05ldyI6ZmFsc2V9LHsiJGlkIjoiMTMxOSIsIkdyb3VwTmFtZSI6bnVsbCwiU3RhcnREYXRlIjoiMjAyNS0wOS0xMFQwMDowMDowMFoiLCJFbmREYXRlIjoiMjAyNS0wOS0yMFQyMzo1OTowMFoiLCJQZXJjZW50YWdlQ29tcGxldGUiOm51bGwsIlN0eWxlIjp7IiRpZCI6IjEzMjAiLCJTaGFwZSI6MywiU2hhcGVUaGlja25lc3MiOjAsIkR1cmF0aW9uRm9ybWF0IjowLCJJbmNsdWRlTm9uV29ya2luZ0RheXNJbkR1cmF0aW9uIjpmYWxzZSwiUGVyY2VudGFnZUNvbXBsZXRlU3R5bGUiOnsiJGlkIjoiMTMyMSIsIkZvbnRTZXR0aW5ncyI6eyIkaWQiOiIxMzIyIiwiRm9udFNpemUiOjEwLCJGb250TmFtZSI6IkNhbGlicmkiLCJJc0JvbGQiOmZhbHNlLCJJc0l0YWxpYyI6ZmFsc2UsIklzVW5kZXJsaW5lZCI6ZmFsc2UsIlBhcmVudFN0eWxlIjpudWxsfSwiQXV0b1NpemUiOjAsIkZvcmVncm91bmQiOnsiJGlkIjoiMTMyMyIsIkNvbG9yIjp7IiRpZCI6IjEzMj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MyNSIsIlRvcCI6MC4wLCJMZWZ0IjowLjAsIlJpZ2h0IjowLjAsIkJvdHRvbSI6MC4wfSwiUGFkZGluZyI6eyIkaWQiOiIxMzI2IiwiVG9wIjowLjAsIkxlZnQiOjAuMCwiUmlnaHQiOjAuMCwiQm90dG9tIjowLjB9LCJCYWNrZ3JvdW5kIjp7IiRpZCI6IjEzMjciLCJDb2xvciI6eyIkaWQiOiIxMzI4IiwiQSI6ODksIlIiOjAsIkciOjAsIkIiOjB9fSwiSXNWaXNpYmxlIjp0cnVlLCJXaWR0aCI6MC4wLCJIZWlnaHQiOjAuMCwiQm9yZGVyU3R5bGUiOnsiJGlkIjoiMTMyOSIsIkxpbmVDb2xvciI6bnVsbCwiTGluZVdlaWdodCI6MC4wLCJMaW5lVHlwZSI6MCwiUGFyZW50U3R5bGUiOm51bGx9LCJQYXJlbnRTdHlsZSI6bnVsbH0sIkR1cmF0aW9uU3R5bGUiOnsiJGlkIjoiMTMzMCIsIkZvbnRTZXR0aW5ncyI6eyIkaWQiOiIxMzMxIiwiRm9udFNpemUiOjEwLCJGb250TmFtZSI6IkNhbGlicmkiLCJJc0JvbGQiOmZhbHNlLCJJc0l0YWxpYyI6ZmFsc2UsIklzVW5kZXJsaW5lZCI6ZmFsc2UsIlBhcmVudFN0eWxlIjpudWxsfSwiQXV0b1NpemUiOjAsIkZvcmVncm91bmQiOnsiJGlkIjoiMTMzMiIsIkNvbG9yIjp7IiRpZCI6IjEzMz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MzM0IiwiVG9wIjowLjAsIkxlZnQiOjAuMCwiUmlnaHQiOjAuMCwiQm90dG9tIjowLjB9LCJQYWRkaW5nIjp7IiRpZCI6IjEzMzUiLCJUb3AiOjAuMCwiTGVmdCI6MC4wLCJSaWdodCI6MC4wLCJCb3R0b20iOjAuMH0sIkJhY2tncm91bmQiOnsiJGlkIjoiMTMzNiIsIkNvbG9yIjp7IiRpZCI6IjEzMzciLCJBIjoyNTUsIlIiOjIzNywiRyI6MTI1LCJCIjo0OX19LCJJc1Zpc2libGUiOnRydWUsIldpZHRoIjowLjAsIkhlaWdodCI6MC4wLCJCb3JkZXJTdHlsZSI6eyIkaWQiOiIxMzM4IiwiTGluZUNvbG9yIjpudWxsLCJMaW5lV2VpZ2h0IjowLjAsIkxpbmVUeXBlIjowLCJQYXJlbnRTdHlsZSI6bnVsbH0sIlBhcmVudFN0eWxlIjpudWxsfSwiSG9yaXpvbnRhbENvbm5lY3RvclN0eWxlIjp7IiRpZCI6IjEzMzkiLCJMaW5lQ29sb3IiOnsiJGlkIjoiMTM0MCIsIiR0eXBlIjoiTkxSRS5Db21tb24uRG9tLlNvbGlkQ29sb3JCcnVzaCwgTkxSRS5Db21tb24iLCJDb2xvciI6eyIkaWQiOiIxMzQxIiwiQSI6NTEsIlIiOjIxLCJHIjo5NiwiQiI6MTMwfX0sIkxpbmVXZWlnaHQiOjEuMCwiTGluZVR5cGUiOjAsIlBhcmVudFN0eWxlIjpudWxsfSwiVmVydGljYWxDb25uZWN0b3JTdHlsZSI6eyIkaWQiOiIxMzQyIiwiTGluZUNvbG9yIjp7IiRpZCI6IjEzNDMiLCIkdHlwZSI6Ik5MUkUuQ29tbW9uLkRvbS5Tb2xpZENvbG9yQnJ1c2gsIE5MUkUuQ29tbW9uIiwiQ29sb3IiOnsiJGlkIjoiMTM0NC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M0NSIsIlNoYXBlU3R5bGUiOnsiJGlkIjoiMTM0NiIsIk1hcmdpbiI6eyIkaWQiOiIxMzQ3IiwiVG9wIjowLjAsIkxlZnQiOjAuMCwiUmlnaHQiOjAuMCwiQm90dG9tIjowLjB9LCJQYWRkaW5nIjp7IiRpZCI6IjEzNDgiLCJUb3AiOjAuMCwiTGVmdCI6MC4wLCJSaWdodCI6MC4wLCJCb3R0b20iOjAuMH0sIkJhY2tncm91bmQiOnsiJGlkIjoiMTM0OSIsIkNvbG9yIjp7IiRpZCI6IjEzNTAiLCJBIjoxNTMsIlIiOjAsIkciOjAsIkIiOjB9fSwiSXNWaXNpYmxlIjp0cnVlLCJXaWR0aCI6MC4wLCJIZWlnaHQiOjAuMCwiQm9yZGVyU3R5bGUiOm51bGwsIlBhcmVudFN0eWxlIjpudWxsfSwiTWFyZ2luIjp7IiRpZCI6IjEzNTEiLCJUb3AiOjAuMCwiTGVmdCI6MC4wLCJSaWdodCI6MC4wLCJCb3R0b20iOjAuMH0sIlBhZGRpbmciOnsiJGlkIjoiMTM1MiIsIlRvcCI6MC4wLCJMZWZ0IjowLjAsIlJpZ2h0IjowLjAsIkJvdHRvbSI6MC4wfSwiQmFja2dyb3VuZCI6bnVsbCwiSXNWaXNpYmxlIjp0cnVlLCJXaWR0aCI6MC4wLCJIZWlnaHQiOjAuMCwiQm9yZGVyU3R5bGUiOm51bGwsIlBhcmVudFN0eWxlIjpudWxsfSwiU2hhcGVTdHlsZSI6eyIkaWQiOiIxMzUzIiwiTWFyZ2luIjp7IiRpZCI6IjEzNTQiLCJUb3AiOjAuMCwiTGVmdCI6NC4wLCJSaWdodCI6NC4wLCJCb3R0b20iOjAuMH0sIlBhZGRpbmciOnsiJGlkIjoiMTM1NSIsIlRvcCI6MC4wLCJMZWZ0IjowLjAsIlJpZ2h0IjowLjAsIkJvdHRvbSI6MC4wfSwiQmFja2dyb3VuZCI6eyIkaWQiOiIxMzU2IiwiQ29sb3IiOnsiJGlkIjoiMTM1NyIsIkEiOjI1NSwiUiI6MjEsIkciOjk2LCJCIjoxMzB9fSwiSXNWaXNpYmxlIjp0cnVlLCJXaWR0aCI6MC4wLCJIZWlnaHQiOjEwLjAsIkJvcmRlclN0eWxlIjp7IiRpZCI6IjEzNTgiLCJMaW5lQ29sb3IiOnsiJGlkIjoiMTM1OSIsIiR0eXBlIjoiTkxSRS5Db21tb24uRG9tLlNvbGlkQ29sb3JCcnVzaCwgTkxSRS5Db21tb24iLCJDb2xvciI6eyIkaWQiOiIxMzYwIiwiQSI6MjU1LCJSIjoyMzQsIkciOjIyLCJCIjozMH19LCJMaW5lV2VpZ2h0IjowLjAsIkxpbmVUeXBlIjowLCJQYXJlbnRTdHlsZSI6bnVsbH0sIlBhcmVudFN0eWxlIjpudWxsfSwiVGl0bGVTdHlsZSI6eyIkaWQiOiIxMzYxIiwiRm9udFNldHRpbmdzIjp7IiRpZCI6IjEzNjIiLCJGb250U2l6ZSI6MTEsIkZvbnROYW1lIjoiQ2FsaWJyaSIsIklzQm9sZCI6ZmFsc2UsIklzSXRhbGljIjpmYWxzZSwiSXNVbmRlcmxpbmVkIjpmYWxzZSwiUGFyZW50U3R5bGUiOm51bGx9LCJBdXRvU2l6ZSI6MCwiRm9yZWdyb3VuZCI6eyIkaWQiOiIxMzYzIiwiQ29sb3IiOnsiJGlkIjoiMTM2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MzY1IiwiVG9wIjowLjAsIkxlZnQiOjAuMCwiUmlnaHQiOjAuMCwiQm90dG9tIjowLjB9LCJQYWRkaW5nIjp7IiRpZCI6IjEzNjYiLCJUb3AiOjAuMCwiTGVmdCI6MC4wLCJSaWdodCI6MC4wLCJCb3R0b20iOjAuMH0sIkJhY2tncm91bmQiOnsiJGlkIjoiMTM2NyIsIkNvbG9yIjp7IiRpZCI6IjEzNjgiLCJBIjowLCJSIjoyNTUsIkciOjI1NSwiQiI6MjU1fX0sIklzVmlzaWJsZSI6dHJ1ZSwiV2lkdGgiOjAuMCwiSGVpZ2h0IjowLjAsIkJvcmRlclN0eWxlIjp7IiRpZCI6IjEzNjkiLCJMaW5lQ29sb3IiOm51bGwsIkxpbmVXZWlnaHQiOjAuMCwiTGluZVR5cGUiOjAsIlBhcmVudFN0eWxlIjpudWxsfSwiUGFyZW50U3R5bGUiOm51bGx9LCJEYXRlU3R5bGUiOnsiJGlkIjoiMTM3MCIsIkZvbnRTZXR0aW5ncyI6eyIkaWQiOiIxMzcxIiwiRm9udFNpemUiOjEwLCJGb250TmFtZSI6IkNhbGlicmkiLCJJc0JvbGQiOmZhbHNlLCJJc0l0YWxpYyI6ZmFsc2UsIklzVW5kZXJsaW5lZCI6ZmFsc2UsIlBhcmVudFN0eWxlIjpudWxsfSwiQXV0b1NpemUiOjAsIkZvcmVncm91bmQiOnsiJGlkIjoiMTM3MiIsIkNvbG9yIjp7IiRpZCI6IjEzNz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M3NCIsIlRvcCI6MC4wLCJMZWZ0IjowLjAsIlJpZ2h0IjowLjAsIkJvdHRvbSI6MC4wfSwiUGFkZGluZyI6eyIkaWQiOiIxMzc1IiwiVG9wIjowLjAsIkxlZnQiOjAuMCwiUmlnaHQiOjAuMCwiQm90dG9tIjowLjB9LCJCYWNrZ3JvdW5kIjp7IiRpZCI6IjEzNzYiLCJDb2xvciI6eyIkaWQiOiIxMzc3IiwiQSI6MCwiUiI6MjU1LCJHIjoyNTUsIkIiOjI1NX19LCJJc1Zpc2libGUiOnRydWUsIldpZHRoIjowLjAsIkhlaWdodCI6MC4wLCJCb3JkZXJTdHlsZSI6eyIkaWQiOiIxMzc4IiwiTGluZUNvbG9yIjpudWxsLCJMaW5lV2VpZ2h0IjowLjAsIkxpbmVUeXBlIjowLCJQYXJlbnRTdHlsZSI6bnVsbH0sIlBhcmVudFN0eWxlIjpudWxsfSwiRGF0ZUZvcm1hdCI6eyIkaWQiOiIxMzc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ODAiLCJGb3JtYXQiOjAsIklzVmlzaWJsZSI6ZmFsc2UsIkxhc3RLbm93blZpc2liaWxpdHlTdGF0ZSI6ZmFsc2V9LCJJc1Zpc2libGUiOmZhbHNlLCJWYXJpYW5jZVN0eWxlIjp7IiRpZCI6IjEzODEiLCJUZXh0U3R5bGUiOnsiJGlkIjoiMTM4MiIsIkZvbnRTZXR0aW5ncyI6eyIkaWQiOiIxMzgzIiwiRm9udFNpemUiOjEwLCJGb250TmFtZSI6IkNhbGlicmkiLCJJc0JvbGQiOmZhbHNlLCJJc0l0YWxpYyI6ZmFsc2UsIklzVW5kZXJsaW5lZCI6ZmFsc2UsIlBhcmVudFN0eWxlIjpudWxsfSwiQXV0b1NpemUiOjAsIkZvcmVncm91bmQiOnsiJGlkIjoiMTM4NCIsIkNvbG9yIjp7IiRpZCI6IjEzOD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4NiIsIlRvcCI6MC4wLCJMZWZ0IjowLjAsIlJpZ2h0IjowLjAsIkJvdHRvbSI6MC4wfSwiUGFkZGluZyI6eyIkaWQiOiIxMzg3IiwiVG9wIjowLjAsIkxlZnQiOjAuMCwiUmlnaHQiOjAuMCwiQm90dG9tIjowLjB9LCJCYWNrZ3JvdW5kIjp7IiRpZCI6IjEzODgiLCJDb2xvciI6eyIkaWQiOiIxMzg5IiwiQSI6MjU1LCJSIjowLCJHIjowLCJCIjowfX0sIklzVmlzaWJsZSI6dHJ1ZSwiV2lkdGgiOjAuMCwiSGVpZ2h0IjowLjAsIkJvcmRlclN0eWxlIjp7IiRpZCI6IjEzOTAiLCJMaW5lQ29sb3IiOm51bGwsIkxpbmVXZWlnaHQiOjAuMCwiTGluZVR5cGUiOjAsIlBhcmVudFN0eWxlIjpudWxsfSwiUGFyZW50U3R5bGUiOm51bGx9LCJQYXJlbnRTdHlsZSI6bnVsbH0sIlBhcmVudFN0eWxlIjpudWxsfSwiSW5kZXgiOjEsIlNtYXJ0RHVyYXRpb25BY3RpdmF0ZWQiOmZhbHNlLCJEYXRlRm9ybWF0Ijp7IiRyZWYiOiIxMzc5In0sIldlZWtOdW1iZXJpbmciOnsiJGlkIjoiMTM5MSIsIkZvcm1hdCI6MCwiSXNWaXNpYmxlIjpmYWxzZSwiTGFzdEtub3duVmlzaWJpbGl0eVN0YXRlIjpmYWxzZX0sIkJhc2VsaW5lRGF0YSI6eyIkaWQiOiIxMzkyIiwiU3RhcnREYXRlIjoiMjAyNS0wOS0xMFQwMDowMDowMCIsIkVuZERhdGUiOiIyMDI1LTA5LTIwVDIzOjU5OjAwIn0sIklkIjoiOGI4N2Q3ODctZTkzZi00MDMyLWIwM2EtYTRkNzVkOTFhMWYwIiwiSW1wb3J0SWQiOm51bGwsIlRpdGxlIjoiR2VzdGnDs24gZGUgUmVxdWlzaXRvcyIsIk5vdGUiOm51bGwsIkh5cGVybGluayI6eyIkaWQiOiIxMzkzIiwiQWRkcmVzcyI6IiIsIlN1YkFkZHJlc3MiOiIifSwiSXNDaGFuZ2VkIjpmYWxzZSwiSXNOZXciOmZhbHNlfSx7IiRpZCI6IjEzOTQiLCJHcm91cE5hbWUiOm51bGwsIlN0YXJ0RGF0ZSI6IjIwMjUtMDktMjBUMDA6MDA6MDBaIiwiRW5kRGF0ZSI6IjIwMjUtMTAtMjVUMjM6NTk6MDBaIiwiUGVyY2VudGFnZUNvbXBsZXRlIjpudWxsLCJTdHlsZSI6eyIkaWQiOiIxMzk1IiwiU2hhcGUiOjMsIlNoYXBlVGhpY2tuZXNzIjowLCJEdXJhdGlvbkZvcm1hdCI6MCwiSW5jbHVkZU5vbldvcmtpbmdEYXlzSW5EdXJhdGlvbiI6ZmFsc2UsIlBlcmNlbnRhZ2VDb21wbGV0ZVN0eWxlIjp7IiRpZCI6IjEzOTYiLCJGb250U2V0dGluZ3MiOnsiJGlkIjoiMTM5NyIsIkZvbnRTaXplIjoxMCwiRm9udE5hbWUiOiJDYWxpYnJpIiwiSXNCb2xkIjpmYWxzZSwiSXNJdGFsaWMiOmZhbHNlLCJJc1VuZGVybGluZWQiOmZhbHNlLCJQYXJlbnRTdHlsZSI6bnVsbH0sIkF1dG9TaXplIjowLCJGb3JlZ3JvdW5kIjp7IiRpZCI6IjEzOTgiLCJDb2xvciI6eyIkaWQiOiIxMzk5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E0MDAiLCJUb3AiOjAuMCwiTGVmdCI6MC4wLCJSaWdodCI6MC4wLCJCb3R0b20iOjAuMH0sIlBhZGRpbmciOnsiJGlkIjoiMTQwMSIsIlRvcCI6MC4wLCJMZWZ0IjowLjAsIlJpZ2h0IjowLjAsIkJvdHRvbSI6MC4wfSwiQmFja2dyb3VuZCI6eyIkaWQiOiIxNDAyIiwiQ29sb3IiOnsiJGlkIjoiMTQwMyIsIkEiOjg5LCJSIjowLCJHIjowLCJCIjowfX0sIklzVmlzaWJsZSI6dHJ1ZSwiV2lkdGgiOjAuMCwiSGVpZ2h0IjowLjAsIkJvcmRlclN0eWxlIjp7IiRpZCI6IjE0MDQiLCJMaW5lQ29sb3IiOm51bGwsIkxpbmVXZWlnaHQiOjAuMCwiTGluZVR5cGUiOjAsIlBhcmVudFN0eWxlIjpudWxsfSwiUGFyZW50U3R5bGUiOm51bGx9LCJEdXJhdGlvblN0eWxlIjp7IiRpZCI6IjE0MDUiLCJGb250U2V0dGluZ3MiOnsiJGlkIjoiMTQwNiIsIkZvbnRTaXplIjoxMCwiRm9udE5hbWUiOiJDYWxpYnJpIiwiSXNCb2xkIjpmYWxzZSwiSXNJdGFsaWMiOmZhbHNlLCJJc1VuZGVybGluZWQiOmZhbHNlLCJQYXJlbnRTdHlsZSI6bnVsbH0sIkF1dG9TaXplIjowLCJGb3JlZ3JvdW5kIjp7IiRpZCI6IjE0MDciLCJDb2xvciI6eyIkaWQiOiIxNDA4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MTQwOSIsIlRvcCI6MC4wLCJMZWZ0IjowLjAsIlJpZ2h0IjowLjAsIkJvdHRvbSI6MC4wfSwiUGFkZGluZyI6eyIkaWQiOiIxNDEwIiwiVG9wIjowLjAsIkxlZnQiOjAuMCwiUmlnaHQiOjAuMCwiQm90dG9tIjowLjB9LCJCYWNrZ3JvdW5kIjp7IiRpZCI6IjE0MTEiLCJDb2xvciI6eyIkaWQiOiIxNDEyIiwiQSI6MjU1LCJSIjoyMzcsIkciOjEyNSwiQiI6NDl9fSwiSXNWaXNpYmxlIjp0cnVlLCJXaWR0aCI6MC4wLCJIZWlnaHQiOjAuMCwiQm9yZGVyU3R5bGUiOnsiJGlkIjoiMTQxMyIsIkxpbmVDb2xvciI6bnVsbCwiTGluZVdlaWdodCI6MC4wLCJMaW5lVHlwZSI6MCwiUGFyZW50U3R5bGUiOm51bGx9LCJQYXJlbnRTdHlsZSI6bnVsbH0sIkhvcml6b250YWxDb25uZWN0b3JTdHlsZSI6eyIkaWQiOiIxNDE0IiwiTGluZUNvbG9yIjp7IiRpZCI6IjE0MTUiLCIkdHlwZSI6Ik5MUkUuQ29tbW9uLkRvbS5Tb2xpZENvbG9yQnJ1c2gsIE5MUkUuQ29tbW9uIiwiQ29sb3IiOnsiJGlkIjoiMTQxNiIsIkEiOjUxLCJSIjoyMSwiRyI6OTYsIkIiOjEzMH19LCJMaW5lV2VpZ2h0IjoxLjAsIkxpbmVUeXBlIjowLCJQYXJlbnRTdHlsZSI6bnVsbH0sIlZlcnRpY2FsQ29ubmVjdG9yU3R5bGUiOnsiJGlkIjoiMTQxNyIsIkxpbmVDb2xvciI6eyIkaWQiOiIxNDE4IiwiJHR5cGUiOiJOTFJFLkNvbW1vbi5Eb20uU29saWRDb2xvckJydXNoLCBOTFJFLkNvbW1vbiIsIkNvbG9yIjp7IiRpZCI6IjE0MTk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NiwiU3BhY2luZyI6MywiSXNCZWxvd1RpbWViYW5kIjp0cnVlLCJQZXJjZW50YWdlQ29tcGxldGVTaGFwZU9wYWNpdHkiOjM1LCJCYXNlbGluZVN0eWxlIjp7IiRpZCI6IjE0MjAiLCJTaGFwZVN0eWxlIjp7IiRpZCI6IjE0MjEiLCJNYXJnaW4iOnsiJGlkIjoiMTQyMiIsIlRvcCI6MC4wLCJMZWZ0IjowLjAsIlJpZ2h0IjowLjAsIkJvdHRvbSI6MC4wfSwiUGFkZGluZyI6eyIkaWQiOiIxNDIzIiwiVG9wIjowLjAsIkxlZnQiOjAuMCwiUmlnaHQiOjAuMCwiQm90dG9tIjowLjB9LCJCYWNrZ3JvdW5kIjp7IiRpZCI6IjE0MjQiLCJDb2xvciI6eyIkaWQiOiIxNDI1IiwiQSI6MTUzLCJSIjowLCJHIjowLCJCIjowfX0sIklzVmlzaWJsZSI6dHJ1ZSwiV2lkdGgiOjAuMCwiSGVpZ2h0IjowLjAsIkJvcmRlclN0eWxlIjpudWxsLCJQYXJlbnRTdHlsZSI6bnVsbH0sIk1hcmdpbiI6eyIkaWQiOiIxNDI2IiwiVG9wIjowLjAsIkxlZnQiOjAuMCwiUmlnaHQiOjAuMCwiQm90dG9tIjowLjB9LCJQYWRkaW5nIjp7IiRpZCI6IjE0MjciLCJUb3AiOjAuMCwiTGVmdCI6MC4wLCJSaWdodCI6MC4wLCJCb3R0b20iOjAuMH0sIkJhY2tncm91bmQiOm51bGwsIklzVmlzaWJsZSI6dHJ1ZSwiV2lkdGgiOjAuMCwiSGVpZ2h0IjowLjAsIkJvcmRlclN0eWxlIjpudWxsLCJQYXJlbnRTdHlsZSI6bnVsbH0sIlNoYXBlU3R5bGUiOnsiJGlkIjoiMTQyOCIsIk1hcmdpbiI6eyIkaWQiOiIxNDI5IiwiVG9wIjowLjAsIkxlZnQiOjQuMCwiUmlnaHQiOjQuMCwiQm90dG9tIjowLjB9LCJQYWRkaW5nIjp7IiRpZCI6IjE0MzAiLCJUb3AiOjAuMCwiTGVmdCI6MC4wLCJSaWdodCI6MC4wLCJCb3R0b20iOjAuMH0sIkJhY2tncm91bmQiOnsiJGlkIjoiMTQzMSIsIkNvbG9yIjp7IiRpZCI6IjE0MzIiLCJBIjoyNTUsIlIiOjIxLCJHIjo5NiwiQiI6MTMwfX0sIklzVmlzaWJsZSI6dHJ1ZSwiV2lkdGgiOjAuMCwiSGVpZ2h0IjoxMC4wLCJCb3JkZXJTdHlsZSI6eyIkaWQiOiIxNDMzIiwiTGluZUNvbG9yIjp7IiRpZCI6IjE0MzQiLCIkdHlwZSI6Ik5MUkUuQ29tbW9uLkRvbS5Tb2xpZENvbG9yQnJ1c2gsIE5MUkUuQ29tbW9uIiwiQ29sb3IiOnsiJGlkIjoiMTQzNSIsIkEiOjI1NSwiUiI6MjM0LCJHIjoyMiwiQiI6MzB9fSwiTGluZVdlaWdodCI6MC4wLCJMaW5lVHlwZSI6MCwiUGFyZW50U3R5bGUiOm51bGx9LCJQYXJlbnRTdHlsZSI6bnVsbH0sIlRpdGxlU3R5bGUiOnsiJGlkIjoiMTQzNiIsIkZvbnRTZXR0aW5ncyI6eyIkaWQiOiIxNDM3IiwiRm9udFNpemUiOjExLCJGb250TmFtZSI6IkNhbGlicmkiLCJJc0JvbGQiOmZhbHNlLCJJc0l0YWxpYyI6ZmFsc2UsIklzVW5kZXJsaW5lZCI6ZmFsc2UsIlBhcmVudFN0eWxlIjpudWxsfSwiQXV0b1NpemUiOjAsIkZvcmVncm91bmQiOnsiJGlkIjoiMTQzOCIsIkNvbG9yIjp7IiRpZCI6IjE0MzkiLCJBIjoyNTUsIlIiOjAsIkciOjAsIkIiOjB9fSwiTWF4V2lkdGgiOjcyMC4wLCJNYXhIZWlnaHQiOiJJbmZpbml0eSIsIlNtYXJ0Rm9yZWdyb3VuZElzQWN0aXZlIjpmYWxzZSwiSG9yaXpvbnRhbEFsaWdubWVudCI6MiwiVmVydGljYWxBbGlnbm1lbnQiOjEsIlNtYXJ0Rm9yZWdyb3VuZCI6bnVsbCwiQmFja2dyb3VuZEZpbGxUeXBlIjowLCJNYXJnaW4iOnsiJGlkIjoiMTQ0MCIsIlRvcCI6MC4wLCJMZWZ0IjowLjAsIlJpZ2h0IjowLjAsIkJvdHRvbSI6MC4wfSwiUGFkZGluZyI6eyIkaWQiOiIxNDQxIiwiVG9wIjowLjAsIkxlZnQiOjAuMCwiUmlnaHQiOjAuMCwiQm90dG9tIjowLjB9LCJCYWNrZ3JvdW5kIjp7IiRpZCI6IjE0NDIiLCJDb2xvciI6eyIkaWQiOiIxNDQzIiwiQSI6MCwiUiI6MjU1LCJHIjoyNTUsIkIiOjI1NX19LCJJc1Zpc2libGUiOnRydWUsIldpZHRoIjowLjAsIkhlaWdodCI6MC4wLCJCb3JkZXJTdHlsZSI6eyIkaWQiOiIxNDQ0IiwiTGluZUNvbG9yIjpudWxsLCJMaW5lV2VpZ2h0IjowLjAsIkxpbmVUeXBlIjowLCJQYXJlbnRTdHlsZSI6bnVsbH0sIlBhcmVudFN0eWxlIjpudWxsfSwiRGF0ZVN0eWxlIjp7IiRpZCI6IjE0NDUiLCJGb250U2V0dGluZ3MiOnsiJGlkIjoiMTQ0NiIsIkZvbnRTaXplIjoxMCwiRm9udE5hbWUiOiJDYWxpYnJpIiwiSXNCb2xkIjpmYWxzZSwiSXNJdGFsaWMiOmZhbHNlLCJJc1VuZGVybGluZWQiOmZhbHNlLCJQYXJlbnRTdHlsZSI6bnVsbH0sIkF1dG9TaXplIjowLCJGb3JlZ3JvdW5kIjp7IiRpZCI6IjE0NDciLCJDb2xvciI6eyIkaWQiOiIxNDQ4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0NDkiLCJUb3AiOjAuMCwiTGVmdCI6MC4wLCJSaWdodCI6MC4wLCJCb3R0b20iOjAuMH0sIlBhZGRpbmciOnsiJGlkIjoiMTQ1MCIsIlRvcCI6MC4wLCJMZWZ0IjowLjAsIlJpZ2h0IjowLjAsIkJvdHRvbSI6MC4wfSwiQmFja2dyb3VuZCI6eyIkaWQiOiIxNDUxIiwiQ29sb3IiOnsiJGlkIjoiMTQ1MiIsIkEiOjAsIlIiOjI1NSwiRyI6MjU1LCJCIjoyNTV9fSwiSXNWaXNpYmxlIjp0cnVlLCJXaWR0aCI6MC4wLCJIZWlnaHQiOjAuMCwiQm9yZGVyU3R5bGUiOnsiJGlkIjoiMTQ1MyIsIkxpbmVDb2xvciI6bnVsbCwiTGluZVdlaWdodCI6MC4wLCJMaW5lVHlwZSI6MCwiUGFyZW50U3R5bGUiOm51bGx9LCJQYXJlbnRTdHlsZSI6bnVsbH0sIkRhdGVGb3JtYXQiOnsiJGlkIjoiMTQ1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DU1IiwiRm9ybWF0IjowLCJJc1Zpc2libGUiOmZhbHNlLCJMYXN0S25vd25WaXNpYmlsaXR5U3RhdGUiOmZhbHNlfSwiSXNWaXNpYmxlIjpmYWxzZSwiVmFyaWFuY2VTdHlsZSI6eyIkaWQiOiIxNDU2IiwiVGV4dFN0eWxlIjp7IiRpZCI6IjE0NTciLCJGb250U2V0dGluZ3MiOnsiJGlkIjoiMTQ1OCIsIkZvbnRTaXplIjoxMCwiRm9udE5hbWUiOiJDYWxpYnJpIiwiSXNCb2xkIjpmYWxzZSwiSXNJdGFsaWMiOmZhbHNlLCJJc1VuZGVybGluZWQiOmZhbHNlLCJQYXJlbnRTdHlsZSI6bnVsbH0sIkF1dG9TaXplIjowLCJGb3JlZ3JvdW5kIjp7IiRpZCI6IjE0NTkiLCJDb2xvciI6eyIkaWQiOiIxNDY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0NjEiLCJUb3AiOjAuMCwiTGVmdCI6MC4wLCJSaWdodCI6MC4wLCJCb3R0b20iOjAuMH0sIlBhZGRpbmciOnsiJGlkIjoiMTQ2MiIsIlRvcCI6MC4wLCJMZWZ0IjowLjAsIlJpZ2h0IjowLjAsIkJvdHRvbSI6MC4wfSwiQmFja2dyb3VuZCI6eyIkaWQiOiIxNDYzIiwiQ29sb3IiOnsiJGlkIjoiMTQ2NCIsIkEiOjI1NSwiUiI6MCwiRyI6MCwiQiI6MH19LCJJc1Zpc2libGUiOnRydWUsIldpZHRoIjowLjAsIkhlaWdodCI6MC4wLCJCb3JkZXJTdHlsZSI6eyIkaWQiOiIxNDY1IiwiTGluZUNvbG9yIjpudWxsLCJMaW5lV2VpZ2h0IjowLjAsIkxpbmVUeXBlIjowLCJQYXJlbnRTdHlsZSI6bnVsbH0sIlBhcmVudFN0eWxlIjpudWxsfSwiUGFyZW50U3R5bGUiOm51bGx9LCJQYXJlbnRTdHlsZSI6bnVsbH0sIkluZGV4IjoyLCJTbWFydER1cmF0aW9uQWN0aXZhdGVkIjpmYWxzZSwiRGF0ZUZvcm1hdCI6eyIkcmVmIjoiMTQ1NCJ9LCJXZWVrTnVtYmVyaW5nIjp7IiRpZCI6IjE0NjYiLCJGb3JtYXQiOjAsIklzVmlzaWJsZSI6ZmFsc2UsIkxhc3RLbm93blZpc2liaWxpdHlTdGF0ZSI6ZmFsc2V9LCJCYXNlbGluZURhdGEiOnsiJGlkIjoiMTQ2NyIsIlN0YXJ0RGF0ZSI6IjIwMjUtMDktMjBUMDA6MDA6MDAiLCJFbmREYXRlIjoiMjAyNS0xMC0yNVQyMzo1OTowMCJ9LCJJZCI6IjE0NTdhYzUxLWNkMGItNGI5MS04MTViLTYwNzQyODE5OWM3OCIsIkltcG9ydElkIjpudWxsLCJUaXRsZSI6IlNwcmludCAxIiwiTm90ZSI6bnVsbCwiSHlwZXJsaW5rIjp7IiRpZCI6IjE0NjgiLCJBZGRyZXNzIjoiIiwiU3ViQWRkcmVzcyI6IiJ9LCJJc0NoYW5nZWQiOmZhbHNlLCJJc05ldyI6ZmFsc2V9LHsiJGlkIjoiMTQ2OSIsIkdyb3VwTmFtZSI6bnVsbCwiU3RhcnREYXRlIjoiMjAyNS0xMC0yNVQwMDowMDowMFoiLCJFbmREYXRlIjoiMjAyNS0xMS0xMVQyMzo1OTowMFoiLCJQZXJjZW50YWdlQ29tcGxldGUiOm51bGwsIlN0eWxlIjp7IiRpZCI6IjE0NzAiLCJTaGFwZSI6MywiU2hhcGVUaGlja25lc3MiOjAsIkR1cmF0aW9uRm9ybWF0IjowLCJJbmNsdWRlTm9uV29ya2luZ0RheXNJbkR1cmF0aW9uIjpmYWxzZSwiUGVyY2VudGFnZUNvbXBsZXRlU3R5bGUiOnsiJGlkIjoiMTQ3MSIsIkZvbnRTZXR0aW5ncyI6eyIkaWQiOiIxNDcyIiwiRm9udFNpemUiOjEwLCJGb250TmFtZSI6IkNhbGlicmkiLCJJc0JvbGQiOmZhbHNlLCJJc0l0YWxpYyI6ZmFsc2UsIklzVW5kZXJsaW5lZCI6ZmFsc2UsIlBhcmVudFN0eWxlIjpudWxsfSwiQXV0b1NpemUiOjAsIkZvcmVncm91bmQiOnsiJGlkIjoiMTQ3MyIsIkNvbG9yIjp7IiRpZCI6IjE0Nz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Q3NSIsIlRvcCI6MC4wLCJMZWZ0IjowLjAsIlJpZ2h0IjowLjAsIkJvdHRvbSI6MC4wfSwiUGFkZGluZyI6eyIkaWQiOiIxNDc2IiwiVG9wIjowLjAsIkxlZnQiOjAuMCwiUmlnaHQiOjAuMCwiQm90dG9tIjowLjB9LCJCYWNrZ3JvdW5kIjp7IiRpZCI6IjE0NzciLCJDb2xvciI6eyIkaWQiOiIxNDc4IiwiQSI6ODksIlIiOjAsIkciOjAsIkIiOjB9fSwiSXNWaXNpYmxlIjp0cnVlLCJXaWR0aCI6MC4wLCJIZWlnaHQiOjAuMCwiQm9yZGVyU3R5bGUiOnsiJGlkIjoiMTQ3OSIsIkxpbmVDb2xvciI6bnVsbCwiTGluZVdlaWdodCI6MC4wLCJMaW5lVHlwZSI6MCwiUGFyZW50U3R5bGUiOm51bGx9LCJQYXJlbnRTdHlsZSI6bnVsbH0sIkR1cmF0aW9uU3R5bGUiOnsiJGlkIjoiMTQ4MCIsIkZvbnRTZXR0aW5ncyI6eyIkaWQiOiIxNDgxIiwiRm9udFNpemUiOjEwLCJGb250TmFtZSI6IkNhbGlicmkiLCJJc0JvbGQiOmZhbHNlLCJJc0l0YWxpYyI6ZmFsc2UsIklzVW5kZXJsaW5lZCI6ZmFsc2UsIlBhcmVudFN0eWxlIjpudWxsfSwiQXV0b1NpemUiOjAsIkZvcmVncm91bmQiOnsiJGlkIjoiMTQ4MiIsIkNvbG9yIjp7IiRpZCI6IjE0OD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NDg0IiwiVG9wIjowLjAsIkxlZnQiOjAuMCwiUmlnaHQiOjAuMCwiQm90dG9tIjowLjB9LCJQYWRkaW5nIjp7IiRpZCI6IjE0ODUiLCJUb3AiOjAuMCwiTGVmdCI6MC4wLCJSaWdodCI6MC4wLCJCb3R0b20iOjAuMH0sIkJhY2tncm91bmQiOnsiJGlkIjoiMTQ4NiIsIkNvbG9yIjp7IiRpZCI6IjE0ODciLCJBIjoyNTUsIlIiOjIzNywiRyI6MTI1LCJCIjo0OX19LCJJc1Zpc2libGUiOnRydWUsIldpZHRoIjowLjAsIkhlaWdodCI6MC4wLCJCb3JkZXJTdHlsZSI6eyIkaWQiOiIxNDg4IiwiTGluZUNvbG9yIjpudWxsLCJMaW5lV2VpZ2h0IjowLjAsIkxpbmVUeXBlIjowLCJQYXJlbnRTdHlsZSI6bnVsbH0sIlBhcmVudFN0eWxlIjpudWxsfSwiSG9yaXpvbnRhbENvbm5lY3RvclN0eWxlIjp7IiRpZCI6IjE0ODkiLCJMaW5lQ29sb3IiOnsiJGlkIjoiMTQ5MCIsIiR0eXBlIjoiTkxSRS5Db21tb24uRG9tLlNvbGlkQ29sb3JCcnVzaCwgTkxSRS5Db21tb24iLCJDb2xvciI6eyIkaWQiOiIxNDkxIiwiQSI6NTEsIlIiOjIxLCJHIjo5NiwiQiI6MTMwfX0sIkxpbmVXZWlnaHQiOjEuMCwiTGluZVR5cGUiOjAsIlBhcmVudFN0eWxlIjpudWxsfSwiVmVydGljYWxDb25uZWN0b3JTdHlsZSI6eyIkaWQiOiIxNDkyIiwiTGluZUNvbG9yIjp7IiRpZCI6IjE0OTMiLCIkdHlwZSI6Ik5MUkUuQ29tbW9uLkRvbS5Tb2xpZENvbG9yQnJ1c2gsIE5MUkUuQ29tbW9uIiwiQ29sb3IiOnsiJGlkIjoiMTQ5NC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Q5NSIsIlNoYXBlU3R5bGUiOnsiJGlkIjoiMTQ5NiIsIk1hcmdpbiI6eyIkaWQiOiIxNDk3IiwiVG9wIjowLjAsIkxlZnQiOjAuMCwiUmlnaHQiOjAuMCwiQm90dG9tIjowLjB9LCJQYWRkaW5nIjp7IiRpZCI6IjE0OTgiLCJUb3AiOjAuMCwiTGVmdCI6MC4wLCJSaWdodCI6MC4wLCJCb3R0b20iOjAuMH0sIkJhY2tncm91bmQiOnsiJGlkIjoiMTQ5OSIsIkNvbG9yIjp7IiRpZCI6IjE1MDAiLCJBIjoxNTMsIlIiOjAsIkciOjAsIkIiOjB9fSwiSXNWaXNpYmxlIjp0cnVlLCJXaWR0aCI6MC4wLCJIZWlnaHQiOjAuMCwiQm9yZGVyU3R5bGUiOm51bGwsIlBhcmVudFN0eWxlIjpudWxsfSwiTWFyZ2luIjp7IiRpZCI6IjE1MDEiLCJUb3AiOjAuMCwiTGVmdCI6MC4wLCJSaWdodCI6MC4wLCJCb3R0b20iOjAuMH0sIlBhZGRpbmciOnsiJGlkIjoiMTUwMiIsIlRvcCI6MC4wLCJMZWZ0IjowLjAsIlJpZ2h0IjowLjAsIkJvdHRvbSI6MC4wfSwiQmFja2dyb3VuZCI6bnVsbCwiSXNWaXNpYmxlIjp0cnVlLCJXaWR0aCI6MC4wLCJIZWlnaHQiOjAuMCwiQm9yZGVyU3R5bGUiOm51bGwsIlBhcmVudFN0eWxlIjpudWxsfSwiU2hhcGVTdHlsZSI6eyIkaWQiOiIxNTAzIiwiTWFyZ2luIjp7IiRpZCI6IjE1MDQiLCJUb3AiOjAuMCwiTGVmdCI6NC4wLCJSaWdodCI6NC4wLCJCb3R0b20iOjAuMH0sIlBhZGRpbmciOnsiJGlkIjoiMTUwNSIsIlRvcCI6MC4wLCJMZWZ0IjowLjAsIlJpZ2h0IjowLjAsIkJvdHRvbSI6MC4wfSwiQmFja2dyb3VuZCI6eyIkaWQiOiIxNTA2IiwiQ29sb3IiOnsiJGlkIjoiMTUwNyIsIkEiOjI1NSwiUiI6MjEsIkciOjk2LCJCIjoxMzB9fSwiSXNWaXNpYmxlIjp0cnVlLCJXaWR0aCI6MC4wLCJIZWlnaHQiOjEwLjAsIkJvcmRlclN0eWxlIjp7IiRpZCI6IjE1MDgiLCJMaW5lQ29sb3IiOnsiJGlkIjoiMTUwOSIsIiR0eXBlIjoiTkxSRS5Db21tb24uRG9tLlNvbGlkQ29sb3JCcnVzaCwgTkxSRS5Db21tb24iLCJDb2xvciI6eyIkaWQiOiIxNTEwIiwiQSI6MjU1LCJSIjoyMzQsIkciOjIyLCJCIjozMH19LCJMaW5lV2VpZ2h0IjowLjAsIkxpbmVUeXBlIjowLCJQYXJlbnRTdHlsZSI6bnVsbH0sIlBhcmVudFN0eWxlIjpudWxsfSwiVGl0bGVTdHlsZSI6eyIkaWQiOiIxNTExIiwiRm9udFNldHRpbmdzIjp7IiRpZCI6IjE1MTIiLCJGb250U2l6ZSI6MTEsIkZvbnROYW1lIjoiQ2FsaWJyaSIsIklzQm9sZCI6ZmFsc2UsIklzSXRhbGljIjpmYWxzZSwiSXNVbmRlcmxpbmVkIjpmYWxzZSwiUGFyZW50U3R5bGUiOm51bGx9LCJBdXRvU2l6ZSI6MCwiRm9yZWdyb3VuZCI6eyIkaWQiOiIxNTEzIiwiQ29sb3IiOnsiJGlkIjoiMTUx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NTE1IiwiVG9wIjowLjAsIkxlZnQiOjAuMCwiUmlnaHQiOjAuMCwiQm90dG9tIjowLjB9LCJQYWRkaW5nIjp7IiRpZCI6IjE1MTYiLCJUb3AiOjAuMCwiTGVmdCI6MC4wLCJSaWdodCI6MC4wLCJCb3R0b20iOjAuMH0sIkJhY2tncm91bmQiOnsiJGlkIjoiMTUxNyIsIkNvbG9yIjp7IiRpZCI6IjE1MTgiLCJBIjowLCJSIjoyNTUsIkciOjI1NSwiQiI6MjU1fX0sIklzVmlzaWJsZSI6dHJ1ZSwiV2lkdGgiOjAuMCwiSGVpZ2h0IjowLjAsIkJvcmRlclN0eWxlIjp7IiRpZCI6IjE1MTkiLCJMaW5lQ29sb3IiOm51bGwsIkxpbmVXZWlnaHQiOjAuMCwiTGluZVR5cGUiOjAsIlBhcmVudFN0eWxlIjpudWxsfSwiUGFyZW50U3R5bGUiOm51bGx9LCJEYXRlU3R5bGUiOnsiJGlkIjoiMTUyMCIsIkZvbnRTZXR0aW5ncyI6eyIkaWQiOiIxNTIxIiwiRm9udFNpemUiOjEwLCJGb250TmFtZSI6IkNhbGlicmkiLCJJc0JvbGQiOmZhbHNlLCJJc0l0YWxpYyI6ZmFsc2UsIklzVW5kZXJsaW5lZCI6ZmFsc2UsIlBhcmVudFN0eWxlIjpudWxsfSwiQXV0b1NpemUiOjAsIkZvcmVncm91bmQiOnsiJGlkIjoiMTUyMiIsIkNvbG9yIjp7IiRpZCI6IjE1Mj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UyNCIsIlRvcCI6MC4wLCJMZWZ0IjowLjAsIlJpZ2h0IjowLjAsIkJvdHRvbSI6MC4wfSwiUGFkZGluZyI6eyIkaWQiOiIxNTI1IiwiVG9wIjowLjAsIkxlZnQiOjAuMCwiUmlnaHQiOjAuMCwiQm90dG9tIjowLjB9LCJCYWNrZ3JvdW5kIjp7IiRpZCI6IjE1MjYiLCJDb2xvciI6eyIkaWQiOiIxNTI3IiwiQSI6MCwiUiI6MjU1LCJHIjoyNTUsIkIiOjI1NX19LCJJc1Zpc2libGUiOnRydWUsIldpZHRoIjowLjAsIkhlaWdodCI6MC4wLCJCb3JkZXJTdHlsZSI6eyIkaWQiOiIxNTI4IiwiTGluZUNvbG9yIjpudWxsLCJMaW5lV2VpZ2h0IjowLjAsIkxpbmVUeXBlIjowLCJQYXJlbnRTdHlsZSI6bnVsbH0sIlBhcmVudFN0eWxlIjpudWxsfSwiRGF0ZUZvcm1hdCI6eyIkaWQiOiIxNTI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1MzAiLCJGb3JtYXQiOjAsIklzVmlzaWJsZSI6ZmFsc2UsIkxhc3RLbm93blZpc2liaWxpdHlTdGF0ZSI6ZmFsc2V9LCJJc1Zpc2libGUiOmZhbHNlLCJWYXJpYW5jZVN0eWxlIjp7IiRpZCI6IjE1MzEiLCJUZXh0U3R5bGUiOnsiJGlkIjoiMTUzMiIsIkZvbnRTZXR0aW5ncyI6eyIkaWQiOiIxNTMzIiwiRm9udFNpemUiOjEwLCJGb250TmFtZSI6IkNhbGlicmkiLCJJc0JvbGQiOmZhbHNlLCJJc0l0YWxpYyI6ZmFsc2UsIklzVW5kZXJsaW5lZCI6ZmFsc2UsIlBhcmVudFN0eWxlIjpudWxsfSwiQXV0b1NpemUiOjAsIkZvcmVncm91bmQiOnsiJGlkIjoiMTUzNCIsIkNvbG9yIjp7IiRpZCI6IjE1Mz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UzNiIsIlRvcCI6MC4wLCJMZWZ0IjowLjAsIlJpZ2h0IjowLjAsIkJvdHRvbSI6MC4wfSwiUGFkZGluZyI6eyIkaWQiOiIxNTM3IiwiVG9wIjowLjAsIkxlZnQiOjAuMCwiUmlnaHQiOjAuMCwiQm90dG9tIjowLjB9LCJCYWNrZ3JvdW5kIjp7IiRpZCI6IjE1MzgiLCJDb2xvciI6eyIkaWQiOiIxNTM5IiwiQSI6MjU1LCJSIjowLCJHIjowLCJCIjowfX0sIklzVmlzaWJsZSI6dHJ1ZSwiV2lkdGgiOjAuMCwiSGVpZ2h0IjowLjAsIkJvcmRlclN0eWxlIjp7IiRpZCI6IjE1NDAiLCJMaW5lQ29sb3IiOm51bGwsIkxpbmVXZWlnaHQiOjAuMCwiTGluZVR5cGUiOjAsIlBhcmVudFN0eWxlIjpudWxsfSwiUGFyZW50U3R5bGUiOm51bGx9LCJQYXJlbnRTdHlsZSI6bnVsbH0sIlBhcmVudFN0eWxlIjpudWxsfSwiSW5kZXgiOjMsIlNtYXJ0RHVyYXRpb25BY3RpdmF0ZWQiOmZhbHNlLCJEYXRlRm9ybWF0Ijp7IiRyZWYiOiIxNTI5In0sIldlZWtOdW1iZXJpbmciOnsiJGlkIjoiMTU0MSIsIkZvcm1hdCI6MCwiSXNWaXNpYmxlIjpmYWxzZSwiTGFzdEtub3duVmlzaWJpbGl0eVN0YXRlIjpmYWxzZX0sIkJhc2VsaW5lRGF0YSI6eyIkaWQiOiIxNTQyIiwiU3RhcnREYXRlIjoiMjAyNS0xMC0yNVQwMDowMDowMCIsIkVuZERhdGUiOiIyMDI1LTExLTExVDIzOjU5OjAwIn0sIklkIjoiZWY5M2MyYjMtYzdhZS00MDFmLTk3OTktMTYzZjg2ZGNjY2IxIiwiSW1wb3J0SWQiOm51bGwsIlRpdGxlIjoiU3ByaW50IDIiLCJOb3RlIjpudWxsLCJIeXBlcmxpbmsiOnsiJGlkIjoiMTU0MyIsIkFkZHJlc3MiOiIiLCJTdWJBZGRyZXNzIjoiIn0sIklzQ2hhbmdlZCI6ZmFsc2UsIklzTmV3IjpmYWxzZX0seyIkaWQiOiIxNTQ0IiwiR3JvdXBOYW1lIjpudWxsLCJTdGFydERhdGUiOiIyMDI1LTExLTExVDAwOjAwOjAwWiIsIkVuZERhdGUiOiIyMDI1LTExLTE4VDIzOjU5OjAwWiIsIlBlcmNlbnRhZ2VDb21wbGV0ZSI6bnVsbCwiU3R5bGUiOnsiJGlkIjoiMTU0NSIsIlNoYXBlIjozLCJTaGFwZVRoaWNrbmVzcyI6MCwiRHVyYXRpb25Gb3JtYXQiOjAsIkluY2x1ZGVOb25Xb3JraW5nRGF5c0luRHVyYXRpb24iOmZhbHNlLCJQZXJjZW50YWdlQ29tcGxldGVTdHlsZSI6eyIkaWQiOiIxNTQ2IiwiRm9udFNldHRpbmdzIjp7IiRpZCI6IjE1NDciLCJGb250U2l6ZSI6MTAsIkZvbnROYW1lIjoiQ2FsaWJyaSIsIklzQm9sZCI6ZmFsc2UsIklzSXRhbGljIjpmYWxzZSwiSXNVbmRlcmxpbmVkIjpmYWxzZSwiUGFyZW50U3R5bGUiOm51bGx9LCJBdXRvU2l6ZSI6MCwiRm9yZWdyb3VuZCI6eyIkaWQiOiIxNTQ4IiwiQ29sb3IiOnsiJGlkIjoiMTU0OS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xNTUwIiwiVG9wIjowLjAsIkxlZnQiOjAuMCwiUmlnaHQiOjAuMCwiQm90dG9tIjowLjB9LCJQYWRkaW5nIjp7IiRpZCI6IjE1NTEiLCJUb3AiOjAuMCwiTGVmdCI6MC4wLCJSaWdodCI6MC4wLCJCb3R0b20iOjAuMH0sIkJhY2tncm91bmQiOnsiJGlkIjoiMTU1MiIsIkNvbG9yIjp7IiRpZCI6IjE1NTMiLCJBIjo4OSwiUiI6MCwiRyI6MCwiQiI6MH19LCJJc1Zpc2libGUiOnRydWUsIldpZHRoIjowLjAsIkhlaWdodCI6MC4wLCJCb3JkZXJTdHlsZSI6eyIkaWQiOiIxNTU0IiwiTGluZUNvbG9yIjpudWxsLCJMaW5lV2VpZ2h0IjowLjAsIkxpbmVUeXBlIjowLCJQYXJlbnRTdHlsZSI6bnVsbH0sIlBhcmVudFN0eWxlIjpudWxsfSwiRHVyYXRpb25TdHlsZSI6eyIkaWQiOiIxNTU1IiwiRm9udFNldHRpbmdzIjp7IiRpZCI6IjE1NTYiLCJGb250U2l6ZSI6MTAsIkZvbnROYW1lIjoiQ2FsaWJyaSIsIklzQm9sZCI6ZmFsc2UsIklzSXRhbGljIjpmYWxzZSwiSXNVbmRlcmxpbmVkIjpmYWxzZSwiUGFyZW50U3R5bGUiOm51bGx9LCJBdXRvU2l6ZSI6MCwiRm9yZWdyb3VuZCI6eyIkaWQiOiIxNTU3IiwiQ29sb3IiOnsiJGlkIjoiMTU1OC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1NTkiLCJUb3AiOjAuMCwiTGVmdCI6MC4wLCJSaWdodCI6MC4wLCJCb3R0b20iOjAuMH0sIlBhZGRpbmciOnsiJGlkIjoiMTU2MCIsIlRvcCI6MC4wLCJMZWZ0IjowLjAsIlJpZ2h0IjowLjAsIkJvdHRvbSI6MC4wfSwiQmFja2dyb3VuZCI6eyIkaWQiOiIxNTYxIiwiQ29sb3IiOnsiJGlkIjoiMTU2MiIsIkEiOjI1NSwiUiI6MjM3LCJHIjoxMjUsIkIiOjQ5fX0sIklzVmlzaWJsZSI6dHJ1ZSwiV2lkdGgiOjAuMCwiSGVpZ2h0IjowLjAsIkJvcmRlclN0eWxlIjp7IiRpZCI6IjE1NjMiLCJMaW5lQ29sb3IiOm51bGwsIkxpbmVXZWlnaHQiOjAuMCwiTGluZVR5cGUiOjAsIlBhcmVudFN0eWxlIjpudWxsfSwiUGFyZW50U3R5bGUiOm51bGx9LCJIb3Jpem9udGFsQ29ubmVjdG9yU3R5bGUiOnsiJGlkIjoiMTU2NCIsIkxpbmVDb2xvciI6eyIkaWQiOiIxNTY1IiwiJHR5cGUiOiJOTFJFLkNvbW1vbi5Eb20uU29saWRDb2xvckJydXNoLCBOTFJFLkNvbW1vbiIsIkNvbG9yIjp7IiRpZCI6IjE1NjYiLCJBIjo1MSwiUiI6MjEsIkciOjk2LCJCIjoxMzB9fSwiTGluZVdlaWdodCI6MS4wLCJMaW5lVHlwZSI6MCwiUGFyZW50U3R5bGUiOm51bGx9LCJWZXJ0aWNhbENvbm5lY3RvclN0eWxlIjp7IiRpZCI6IjE1NjciLCJMaW5lQ29sb3IiOnsiJGlkIjoiMTU2OCIsIiR0eXBlIjoiTkxSRS5Db21tb24uRG9tLlNvbGlkQ29sb3JCcnVzaCwgTkxSRS5Db21tb24iLCJDb2xvciI6eyIkaWQiOiIxNTY5IiwiQSI6NTEsIlIiOjIxLCJHIjo5NiwiQiI6MTMwfX0sIkxpbmVXZWlnaHQiOjAuMCwiTGluZVR5cGUiOjAsIlBhcmVudFN0eWxlIjpudWxsfSwiTWFyZ2luIjpudWxsLCJTdGFydERhdGVQb3NpdGlvbiI6NCwiRW5kRGF0ZVBvc2l0aW9uIjo0LCJEYXRlSXNWaXNpYmxlIjp0cnVlLCJUaXRsZVBvc2l0aW9uIjozLCJEdXJhdGlvblBvc2l0aW9uIjo2LCJQZXJjZW50YWdlQ29tcGxldGVkUG9zaXRpb24iOjIsIlZhcmlhbmNlUG9zaXRpb24iOjYsIlNwYWNpbmciOjMsIklzQmVsb3dUaW1lYmFuZCI6dHJ1ZSwiUGVyY2VudGFnZUNvbXBsZXRlU2hhcGVPcGFjaXR5IjozNSwiQmFzZWxpbmVTdHlsZSI6eyIkaWQiOiIxNTcwIiwiU2hhcGVTdHlsZSI6eyIkaWQiOiIxNTcxIiwiTWFyZ2luIjp7IiRpZCI6IjE1NzIiLCJUb3AiOjAuMCwiTGVmdCI6MC4wLCJSaWdodCI6MC4wLCJCb3R0b20iOjAuMH0sIlBhZGRpbmciOnsiJGlkIjoiMTU3MyIsIlRvcCI6MC4wLCJMZWZ0IjowLjAsIlJpZ2h0IjowLjAsIkJvdHRvbSI6MC4wfSwiQmFja2dyb3VuZCI6eyIkaWQiOiIxNTc0IiwiQ29sb3IiOnsiJGlkIjoiMTU3NSIsIkEiOjE1MywiUiI6MCwiRyI6MCwiQiI6MH19LCJJc1Zpc2libGUiOnRydWUsIldpZHRoIjowLjAsIkhlaWdodCI6MC4wLCJCb3JkZXJTdHlsZSI6bnVsbCwiUGFyZW50U3R5bGUiOm51bGx9LCJNYXJnaW4iOnsiJGlkIjoiMTU3NiIsIlRvcCI6MC4wLCJMZWZ0IjowLjAsIlJpZ2h0IjowLjAsIkJvdHRvbSI6MC4wfSwiUGFkZGluZyI6eyIkaWQiOiIxNTc3IiwiVG9wIjowLjAsIkxlZnQiOjAuMCwiUmlnaHQiOjAuMCwiQm90dG9tIjowLjB9LCJCYWNrZ3JvdW5kIjpudWxsLCJJc1Zpc2libGUiOnRydWUsIldpZHRoIjowLjAsIkhlaWdodCI6MC4wLCJCb3JkZXJTdHlsZSI6bnVsbCwiUGFyZW50U3R5bGUiOm51bGx9LCJTaGFwZVN0eWxlIjp7IiRpZCI6IjE1NzgiLCJNYXJnaW4iOnsiJGlkIjoiMTU3OSIsIlRvcCI6MC4wLCJMZWZ0Ijo0LjAsIlJpZ2h0Ijo0LjAsIkJvdHRvbSI6MC4wfSwiUGFkZGluZyI6eyIkaWQiOiIxNTgwIiwiVG9wIjowLjAsIkxlZnQiOjAuMCwiUmlnaHQiOjAuMCwiQm90dG9tIjowLjB9LCJCYWNrZ3JvdW5kIjp7IiRpZCI6IjE1ODEiLCJDb2xvciI6eyIkaWQiOiIxNTgyIiwiQSI6MjU1LCJSIjoyMSwiRyI6OTYsIkIiOjEzMH19LCJJc1Zpc2libGUiOnRydWUsIldpZHRoIjowLjAsIkhlaWdodCI6MTAuMCwiQm9yZGVyU3R5bGUiOnsiJGlkIjoiMTU4MyIsIkxpbmVDb2xvciI6eyIkaWQiOiIxNTg0IiwiJHR5cGUiOiJOTFJFLkNvbW1vbi5Eb20uU29saWRDb2xvckJydXNoLCBOTFJFLkNvbW1vbiIsIkNvbG9yIjp7IiRpZCI6IjE1ODUiLCJBIjoyNTUsIlIiOjIzNCwiRyI6MjIsIkIiOjMwfX0sIkxpbmVXZWlnaHQiOjAuMCwiTGluZVR5cGUiOjAsIlBhcmVudFN0eWxlIjpudWxsfSwiUGFyZW50U3R5bGUiOm51bGx9LCJUaXRsZVN0eWxlIjp7IiRpZCI6IjE1ODYiLCJGb250U2V0dGluZ3MiOnsiJGlkIjoiMTU4NyIsIkZvbnRTaXplIjoxMSwiRm9udE5hbWUiOiJDYWxpYnJpIiwiSXNCb2xkIjpmYWxzZSwiSXNJdGFsaWMiOmZhbHNlLCJJc1VuZGVybGluZWQiOmZhbHNlLCJQYXJlbnRTdHlsZSI6bnVsbH0sIkF1dG9TaXplIjowLCJGb3JlZ3JvdW5kIjp7IiRpZCI6IjE1ODgiLCJDb2xvciI6eyIkaWQiOiIxNTg5IiwiQSI6MjU1LCJSIjowLCJHIjowLCJCIjowfX0sIk1heFdpZHRoIjo3MjAuMCwiTWF4SGVpZ2h0IjoiSW5maW5pdHkiLCJTbWFydEZvcmVncm91bmRJc0FjdGl2ZSI6ZmFsc2UsIkhvcml6b250YWxBbGlnbm1lbnQiOjIsIlZlcnRpY2FsQWxpZ25tZW50IjoxLCJTbWFydEZvcmVncm91bmQiOm51bGwsIkJhY2tncm91bmRGaWxsVHlwZSI6MCwiTWFyZ2luIjp7IiRpZCI6IjE1OTAiLCJUb3AiOjAuMCwiTGVmdCI6MC4wLCJSaWdodCI6MC4wLCJCb3R0b20iOjAuMH0sIlBhZGRpbmciOnsiJGlkIjoiMTU5MSIsIlRvcCI6MC4wLCJMZWZ0IjowLjAsIlJpZ2h0IjowLjAsIkJvdHRvbSI6MC4wfSwiQmFja2dyb3VuZCI6eyIkaWQiOiIxNTkyIiwiQ29sb3IiOnsiJGlkIjoiMTU5MyIsIkEiOjAsIlIiOjI1NSwiRyI6MjU1LCJCIjoyNTV9fSwiSXNWaXNpYmxlIjp0cnVlLCJXaWR0aCI6MC4wLCJIZWlnaHQiOjAuMCwiQm9yZGVyU3R5bGUiOnsiJGlkIjoiMTU5NCIsIkxpbmVDb2xvciI6bnVsbCwiTGluZVdlaWdodCI6MC4wLCJMaW5lVHlwZSI6MCwiUGFyZW50U3R5bGUiOm51bGx9LCJQYXJlbnRTdHlsZSI6bnVsbH0sIkRhdGVTdHlsZSI6eyIkaWQiOiIxNTk1IiwiRm9udFNldHRpbmdzIjp7IiRpZCI6IjE1OTYiLCJGb250U2l6ZSI6MTAsIkZvbnROYW1lIjoiQ2FsaWJyaSIsIklzQm9sZCI6ZmFsc2UsIklzSXRhbGljIjpmYWxzZSwiSXNVbmRlcmxpbmVkIjpmYWxzZSwiUGFyZW50U3R5bGUiOm51bGx9LCJBdXRvU2l6ZSI6MCwiRm9yZWdyb3VuZCI6eyIkaWQiOiIxNTk3IiwiQ29sb3IiOnsiJGlkIjoiMTU5OC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xNTk5IiwiVG9wIjowLjAsIkxlZnQiOjAuMCwiUmlnaHQiOjAuMCwiQm90dG9tIjowLjB9LCJQYWRkaW5nIjp7IiRpZCI6IjE2MDAiLCJUb3AiOjAuMCwiTGVmdCI6MC4wLCJSaWdodCI6MC4wLCJCb3R0b20iOjAuMH0sIkJhY2tncm91bmQiOnsiJGlkIjoiMTYwMSIsIkNvbG9yIjp7IiRpZCI6IjE2MDIiLCJBIjowLCJSIjoyNTUsIkciOjI1NSwiQiI6MjU1fX0sIklzVmlzaWJsZSI6dHJ1ZSwiV2lkdGgiOjAuMCwiSGVpZ2h0IjowLjAsIkJvcmRlclN0eWxlIjp7IiRpZCI6IjE2MDMiLCJMaW5lQ29sb3IiOm51bGwsIkxpbmVXZWlnaHQiOjAuMCwiTGluZVR5cGUiOjAsIlBhcmVudFN0eWxlIjpudWxsfSwiUGFyZW50U3R5bGUiOm51bGx9LCJEYXRlRm9ybWF0Ijp7IiRpZCI6IjE2MD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YwNSIsIkZvcm1hdCI6MCwiSXNWaXNpYmxlIjpmYWxzZSwiTGFzdEtub3duVmlzaWJpbGl0eVN0YXRlIjpmYWxzZX0sIklzVmlzaWJsZSI6ZmFsc2UsIlZhcmlhbmNlU3R5bGUiOnsiJGlkIjoiMTYwNiIsIlRleHRTdHlsZSI6eyIkaWQiOiIxNjA3IiwiRm9udFNldHRpbmdzIjp7IiRpZCI6IjE2MDgiLCJGb250U2l6ZSI6MTAsIkZvbnROYW1lIjoiQ2FsaWJyaSIsIklzQm9sZCI6ZmFsc2UsIklzSXRhbGljIjpmYWxzZSwiSXNVbmRlcmxpbmVkIjpmYWxzZSwiUGFyZW50U3R5bGUiOm51bGx9LCJBdXRvU2l6ZSI6MCwiRm9yZWdyb3VuZCI6eyIkaWQiOiIxNjA5IiwiQ29sb3IiOnsiJGlkIjoiMTYx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jExIiwiVG9wIjowLjAsIkxlZnQiOjAuMCwiUmlnaHQiOjAuMCwiQm90dG9tIjowLjB9LCJQYWRkaW5nIjp7IiRpZCI6IjE2MTIiLCJUb3AiOjAuMCwiTGVmdCI6MC4wLCJSaWdodCI6MC4wLCJCb3R0b20iOjAuMH0sIkJhY2tncm91bmQiOnsiJGlkIjoiMTYxMyIsIkNvbG9yIjp7IiRpZCI6IjE2MTQiLCJBIjoyNTUsIlIiOjAsIkciOjAsIkIiOjB9fSwiSXNWaXNpYmxlIjp0cnVlLCJXaWR0aCI6MC4wLCJIZWlnaHQiOjAuMCwiQm9yZGVyU3R5bGUiOnsiJGlkIjoiMTYxNSIsIkxpbmVDb2xvciI6bnVsbCwiTGluZVdlaWdodCI6MC4wLCJMaW5lVHlwZSI6MCwiUGFyZW50U3R5bGUiOm51bGx9LCJQYXJlbnRTdHlsZSI6bnVsbH0sIlBhcmVudFN0eWxlIjpudWxsfSwiUGFyZW50U3R5bGUiOm51bGx9LCJJbmRleCI6NCwiU21hcnREdXJhdGlvbkFjdGl2YXRlZCI6ZmFsc2UsIkRhdGVGb3JtYXQiOnsiJHJlZiI6IjE2MDQifSwiV2Vla051bWJlcmluZyI6eyIkaWQiOiIxNjE2IiwiRm9ybWF0IjowLCJJc1Zpc2libGUiOmZhbHNlLCJMYXN0S25vd25WaXNpYmlsaXR5U3RhdGUiOmZhbHNlfSwiQmFzZWxpbmVEYXRhIjp7IiRpZCI6IjE2MTciLCJTdGFydERhdGUiOiIyMDI1LTExLTExVDAwOjAwOjAwIiwiRW5kRGF0ZSI6IjIwMjUtMTEtMThUMjM6NTk6MDAifSwiSWQiOiJhYjI0YjYwMS05MTgwLTRhZjYtOTVlZC0wMmE1NGIyOGRjNTAiLCJJbXBvcnRJZCI6bnVsbCwiVGl0bGUiOiJTcHJpbnQgMyIsIk5vdGUiOm51bGwsIkh5cGVybGluayI6eyIkaWQiOiIxNjE4IiwiQWRkcmVzcyI6IiIsIlN1YkFkZHJlc3MiOiIifSwiSXNDaGFuZ2VkIjpmYWxzZSwiSXNOZXciOmZhbHNlfSx7IiRpZCI6IjE2MTkiLCJHcm91cE5hbWUiOm51bGwsIlN0YXJ0RGF0ZSI6IjIwMjUtMTEtMThUMDA6MDA6MDBaIiwiRW5kRGF0ZSI6IjIwMjUtMTEtMjdUMjM6NTk6MDBaIiwiUGVyY2VudGFnZUNvbXBsZXRlIjpudWxsLCJTdHlsZSI6eyIkaWQiOiIxNjIwIiwiU2hhcGUiOjMsIlNoYXBlVGhpY2tuZXNzIjowLCJEdXJhdGlvbkZvcm1hdCI6MCwiSW5jbHVkZU5vbldvcmtpbmdEYXlzSW5EdXJhdGlvbiI6ZmFsc2UsIlBlcmNlbnRhZ2VDb21wbGV0ZVN0eWxlIjp7IiRpZCI6IjE2MjEiLCJGb250U2V0dGluZ3MiOnsiJGlkIjoiMTYyMiIsIkZvbnRTaXplIjoxMCwiRm9udE5hbWUiOiJDYWxpYnJpIiwiSXNCb2xkIjpmYWxzZSwiSXNJdGFsaWMiOmZhbHNlLCJJc1VuZGVybGluZWQiOmZhbHNlLCJQYXJlbnRTdHlsZSI6bnVsbH0sIkF1dG9TaXplIjowLCJGb3JlZ3JvdW5kIjp7IiRpZCI6IjE2MjMiLCJDb2xvciI6eyIkaWQiOiIxNjI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E2MjUiLCJUb3AiOjAuMCwiTGVmdCI6MC4wLCJSaWdodCI6MC4wLCJCb3R0b20iOjAuMH0sIlBhZGRpbmciOnsiJGlkIjoiMTYyNiIsIlRvcCI6MC4wLCJMZWZ0IjowLjAsIlJpZ2h0IjowLjAsIkJvdHRvbSI6MC4wfSwiQmFja2dyb3VuZCI6eyIkaWQiOiIxNjI3IiwiQ29sb3IiOnsiJGlkIjoiMTYyOCIsIkEiOjg5LCJSIjowLCJHIjowLCJCIjowfX0sIklzVmlzaWJsZSI6dHJ1ZSwiV2lkdGgiOjAuMCwiSGVpZ2h0IjowLjAsIkJvcmRlclN0eWxlIjp7IiRpZCI6IjE2MjkiLCJMaW5lQ29sb3IiOm51bGwsIkxpbmVXZWlnaHQiOjAuMCwiTGluZVR5cGUiOjAsIlBhcmVudFN0eWxlIjpudWxsfSwiUGFyZW50U3R5bGUiOm51bGx9LCJEdXJhdGlvblN0eWxlIjp7IiRpZCI6IjE2MzAiLCJGb250U2V0dGluZ3MiOnsiJGlkIjoiMTYzMSIsIkZvbnRTaXplIjoxMCwiRm9udE5hbWUiOiJDYWxpYnJpIiwiSXNCb2xkIjpmYWxzZSwiSXNJdGFsaWMiOmZhbHNlLCJJc1VuZGVybGluZWQiOmZhbHNlLCJQYXJlbnRTdHlsZSI6bnVsbH0sIkF1dG9TaXplIjowLCJGb3JlZ3JvdW5kIjp7IiRpZCI6IjE2MzIiLCJDb2xvciI6eyIkaWQiOiIxNjMz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MTYzNCIsIlRvcCI6MC4wLCJMZWZ0IjowLjAsIlJpZ2h0IjowLjAsIkJvdHRvbSI6MC4wfSwiUGFkZGluZyI6eyIkaWQiOiIxNjM1IiwiVG9wIjowLjAsIkxlZnQiOjAuMCwiUmlnaHQiOjAuMCwiQm90dG9tIjowLjB9LCJCYWNrZ3JvdW5kIjp7IiRpZCI6IjE2MzYiLCJDb2xvciI6eyIkaWQiOiIxNjM3IiwiQSI6MjU1LCJSIjoyMzcsIkciOjEyNSwiQiI6NDl9fSwiSXNWaXNpYmxlIjp0cnVlLCJXaWR0aCI6MC4wLCJIZWlnaHQiOjAuMCwiQm9yZGVyU3R5bGUiOnsiJGlkIjoiMTYzOCIsIkxpbmVDb2xvciI6bnVsbCwiTGluZVdlaWdodCI6MC4wLCJMaW5lVHlwZSI6MCwiUGFyZW50U3R5bGUiOm51bGx9LCJQYXJlbnRTdHlsZSI6bnVsbH0sIkhvcml6b250YWxDb25uZWN0b3JTdHlsZSI6eyIkaWQiOiIxNjM5IiwiTGluZUNvbG9yIjp7IiRpZCI6IjE2NDAiLCIkdHlwZSI6Ik5MUkUuQ29tbW9uLkRvbS5Tb2xpZENvbG9yQnJ1c2gsIE5MUkUuQ29tbW9uIiwiQ29sb3IiOnsiJGlkIjoiMTY0MSIsIkEiOjUxLCJSIjoyMSwiRyI6OTYsIkIiOjEzMH19LCJMaW5lV2VpZ2h0IjoxLjAsIkxpbmVUeXBlIjowLCJQYXJlbnRTdHlsZSI6bnVsbH0sIlZlcnRpY2FsQ29ubmVjdG9yU3R5bGUiOnsiJGlkIjoiMTY0MiIsIkxpbmVDb2xvciI6eyIkaWQiOiIxNjQzIiwiJHR5cGUiOiJOTFJFLkNvbW1vbi5Eb20uU29saWRDb2xvckJydXNoLCBOTFJFLkNvbW1vbiIsIkNvbG9yIjp7IiRpZCI6IjE2NDQ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NiwiU3BhY2luZyI6MywiSXNCZWxvd1RpbWViYW5kIjp0cnVlLCJQZXJjZW50YWdlQ29tcGxldGVTaGFwZU9wYWNpdHkiOjM1LCJCYXNlbGluZVN0eWxlIjp7IiRpZCI6IjE2NDUiLCJTaGFwZVN0eWxlIjp7IiRpZCI6IjE2NDYiLCJNYXJnaW4iOnsiJGlkIjoiMTY0NyIsIlRvcCI6MC4wLCJMZWZ0IjowLjAsIlJpZ2h0IjowLjAsIkJvdHRvbSI6MC4wfSwiUGFkZGluZyI6eyIkaWQiOiIxNjQ4IiwiVG9wIjowLjAsIkxlZnQiOjAuMCwiUmlnaHQiOjAuMCwiQm90dG9tIjowLjB9LCJCYWNrZ3JvdW5kIjp7IiRpZCI6IjE2NDkiLCJDb2xvciI6eyIkaWQiOiIxNjUwIiwiQSI6MTUzLCJSIjowLCJHIjowLCJCIjowfX0sIklzVmlzaWJsZSI6dHJ1ZSwiV2lkdGgiOjAuMCwiSGVpZ2h0IjowLjAsIkJvcmRlclN0eWxlIjpudWxsLCJQYXJlbnRTdHlsZSI6bnVsbH0sIk1hcmdpbiI6eyIkaWQiOiIxNjUxIiwiVG9wIjowLjAsIkxlZnQiOjAuMCwiUmlnaHQiOjAuMCwiQm90dG9tIjowLjB9LCJQYWRkaW5nIjp7IiRpZCI6IjE2NTIiLCJUb3AiOjAuMCwiTGVmdCI6MC4wLCJSaWdodCI6MC4wLCJCb3R0b20iOjAuMH0sIkJhY2tncm91bmQiOm51bGwsIklzVmlzaWJsZSI6dHJ1ZSwiV2lkdGgiOjAuMCwiSGVpZ2h0IjowLjAsIkJvcmRlclN0eWxlIjpudWxsLCJQYXJlbnRTdHlsZSI6bnVsbH0sIlNoYXBlU3R5bGUiOnsiJGlkIjoiMTY1MyIsIk1hcmdpbiI6eyIkaWQiOiIxNjU0IiwiVG9wIjowLjAsIkxlZnQiOjQuMCwiUmlnaHQiOjQuMCwiQm90dG9tIjowLjB9LCJQYWRkaW5nIjp7IiRpZCI6IjE2NTUiLCJUb3AiOjAuMCwiTGVmdCI6MC4wLCJSaWdodCI6MC4wLCJCb3R0b20iOjAuMH0sIkJhY2tncm91bmQiOnsiJGlkIjoiMTY1NiIsIkNvbG9yIjp7IiRpZCI6IjE2NTciLCJBIjoyNTUsIlIiOjIxLCJHIjo5NiwiQiI6MTMwfX0sIklzVmlzaWJsZSI6dHJ1ZSwiV2lkdGgiOjAuMCwiSGVpZ2h0IjoxMC4wLCJCb3JkZXJTdHlsZSI6eyIkaWQiOiIxNjU4IiwiTGluZUNvbG9yIjp7IiRpZCI6IjE2NTkiLCIkdHlwZSI6Ik5MUkUuQ29tbW9uLkRvbS5Tb2xpZENvbG9yQnJ1c2gsIE5MUkUuQ29tbW9uIiwiQ29sb3IiOnsiJGlkIjoiMTY2MCIsIkEiOjI1NSwiUiI6MjM0LCJHIjoyMiwiQiI6MzB9fSwiTGluZVdlaWdodCI6MC4wLCJMaW5lVHlwZSI6MCwiUGFyZW50U3R5bGUiOm51bGx9LCJQYXJlbnRTdHlsZSI6bnVsbH0sIlRpdGxlU3R5bGUiOnsiJGlkIjoiMTY2MSIsIkZvbnRTZXR0aW5ncyI6eyIkaWQiOiIxNjYyIiwiRm9udFNpemUiOjExLCJGb250TmFtZSI6IkNhbGlicmkiLCJJc0JvbGQiOmZhbHNlLCJJc0l0YWxpYyI6ZmFsc2UsIklzVW5kZXJsaW5lZCI6ZmFsc2UsIlBhcmVudFN0eWxlIjpudWxsfSwiQXV0b1NpemUiOjAsIkZvcmVncm91bmQiOnsiJGlkIjoiMTY2MyIsIkNvbG9yIjp7IiRpZCI6IjE2NjQiLCJBIjoyNTUsIlIiOjAsIkciOjAsIkIiOjB9fSwiTWF4V2lkdGgiOjcyMC4wLCJNYXhIZWlnaHQiOiJJbmZpbml0eSIsIlNtYXJ0Rm9yZWdyb3VuZElzQWN0aXZlIjpmYWxzZSwiSG9yaXpvbnRhbEFsaWdubWVudCI6MiwiVmVydGljYWxBbGlnbm1lbnQiOjEsIlNtYXJ0Rm9yZWdyb3VuZCI6bnVsbCwiQmFja2dyb3VuZEZpbGxUeXBlIjowLCJNYXJnaW4iOnsiJGlkIjoiMTY2NSIsIlRvcCI6MC4wLCJMZWZ0IjowLjAsIlJpZ2h0IjowLjAsIkJvdHRvbSI6MC4wfSwiUGFkZGluZyI6eyIkaWQiOiIxNjY2IiwiVG9wIjowLjAsIkxlZnQiOjAuMCwiUmlnaHQiOjAuMCwiQm90dG9tIjowLjB9LCJCYWNrZ3JvdW5kIjp7IiRpZCI6IjE2NjciLCJDb2xvciI6eyIkaWQiOiIxNjY4IiwiQSI6MCwiUiI6MjU1LCJHIjoyNTUsIkIiOjI1NX19LCJJc1Zpc2libGUiOnRydWUsIldpZHRoIjowLjAsIkhlaWdodCI6MC4wLCJCb3JkZXJTdHlsZSI6eyIkaWQiOiIxNjY5IiwiTGluZUNvbG9yIjpudWxsLCJMaW5lV2VpZ2h0IjowLjAsIkxpbmVUeXBlIjowLCJQYXJlbnRTdHlsZSI6bnVsbH0sIlBhcmVudFN0eWxlIjpudWxsfSwiRGF0ZVN0eWxlIjp7IiRpZCI6IjE2NzAiLCJGb250U2V0dGluZ3MiOnsiJGlkIjoiMTY3MSIsIkZvbnRTaXplIjoxMCwiRm9udE5hbWUiOiJDYWxpYnJpIiwiSXNCb2xkIjpmYWxzZSwiSXNJdGFsaWMiOmZhbHNlLCJJc1VuZGVybGluZWQiOmZhbHNlLCJQYXJlbnRTdHlsZSI6bnVsbH0sIkF1dG9TaXplIjowLCJGb3JlZ3JvdW5kIjp7IiRpZCI6IjE2NzIiLCJDb2xvciI6eyIkaWQiOiIxNjcz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2NzQiLCJUb3AiOjAuMCwiTGVmdCI6MC4wLCJSaWdodCI6MC4wLCJCb3R0b20iOjAuMH0sIlBhZGRpbmciOnsiJGlkIjoiMTY3NSIsIlRvcCI6MC4wLCJMZWZ0IjowLjAsIlJpZ2h0IjowLjAsIkJvdHRvbSI6MC4wfSwiQmFja2dyb3VuZCI6eyIkaWQiOiIxNjc2IiwiQ29sb3IiOnsiJGlkIjoiMTY3NyIsIkEiOjAsIlIiOjI1NSwiRyI6MjU1LCJCIjoyNTV9fSwiSXNWaXNpYmxlIjp0cnVlLCJXaWR0aCI6MC4wLCJIZWlnaHQiOjAuMCwiQm9yZGVyU3R5bGUiOnsiJGlkIjoiMTY3OCIsIkxpbmVDb2xvciI6bnVsbCwiTGluZVdlaWdodCI6MC4wLCJMaW5lVHlwZSI6MCwiUGFyZW50U3R5bGUiOm51bGx9LCJQYXJlbnRTdHlsZSI6bnVsbH0sIkRhdGVGb3JtYXQiOnsiJGlkIjoiMTY3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jgwIiwiRm9ybWF0IjowLCJJc1Zpc2libGUiOmZhbHNlLCJMYXN0S25vd25WaXNpYmlsaXR5U3RhdGUiOmZhbHNlfSwiSXNWaXNpYmxlIjpmYWxzZSwiVmFyaWFuY2VTdHlsZSI6eyIkaWQiOiIxNjgxIiwiVGV4dFN0eWxlIjp7IiRpZCI6IjE2ODIiLCJGb250U2V0dGluZ3MiOnsiJGlkIjoiMTY4MyIsIkZvbnRTaXplIjoxMCwiRm9udE5hbWUiOiJDYWxpYnJpIiwiSXNCb2xkIjpmYWxzZSwiSXNJdGFsaWMiOmZhbHNlLCJJc1VuZGVybGluZWQiOmZhbHNlLCJQYXJlbnRTdHlsZSI6bnVsbH0sIkF1dG9TaXplIjowLCJGb3JlZ3JvdW5kIjp7IiRpZCI6IjE2ODQiLCJDb2xvciI6eyIkaWQiOiIxNjg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2ODYiLCJUb3AiOjAuMCwiTGVmdCI6MC4wLCJSaWdodCI6MC4wLCJCb3R0b20iOjAuMH0sIlBhZGRpbmciOnsiJGlkIjoiMTY4NyIsIlRvcCI6MC4wLCJMZWZ0IjowLjAsIlJpZ2h0IjowLjAsIkJvdHRvbSI6MC4wfSwiQmFja2dyb3VuZCI6eyIkaWQiOiIxNjg4IiwiQ29sb3IiOnsiJGlkIjoiMTY4OSIsIkEiOjI1NSwiUiI6MCwiRyI6MCwiQiI6MH19LCJJc1Zpc2libGUiOnRydWUsIldpZHRoIjowLjAsIkhlaWdodCI6MC4wLCJCb3JkZXJTdHlsZSI6eyIkaWQiOiIxNjkwIiwiTGluZUNvbG9yIjpudWxsLCJMaW5lV2VpZ2h0IjowLjAsIkxpbmVUeXBlIjowLCJQYXJlbnRTdHlsZSI6bnVsbH0sIlBhcmVudFN0eWxlIjpudWxsfSwiUGFyZW50U3R5bGUiOm51bGx9LCJQYXJlbnRTdHlsZSI6bnVsbH0sIkluZGV4Ijo1LCJTbWFydER1cmF0aW9uQWN0aXZhdGVkIjpmYWxzZSwiRGF0ZUZvcm1hdCI6eyIkcmVmIjoiMTY3OSJ9LCJXZWVrTnVtYmVyaW5nIjp7IiRpZCI6IjE2OTEiLCJGb3JtYXQiOjAsIklzVmlzaWJsZSI6ZmFsc2UsIkxhc3RLbm93blZpc2liaWxpdHlTdGF0ZSI6ZmFsc2V9LCJCYXNlbGluZURhdGEiOnsiJGlkIjoiMTY5MiIsIlN0YXJ0RGF0ZSI6IjIwMjUtMTEtMThUMDA6MDA6MDAiLCJFbmREYXRlIjoiMjAyNS0xMS0yN1QyMzo1OTowMCJ9LCJJZCI6ImI4MWFmOTNiLThlZDUtNDg1Zi05NzZhLTkwNTk2YjY4YzI2MiIsIkltcG9ydElkIjpudWxsLCJUaXRsZSI6IlNwcmludCA0IiwiTm90ZSI6bnVsbCwiSHlwZXJsaW5rIjp7IiRpZCI6IjE2OTMiLCJBZGRyZXNzIjoiIiwiU3ViQWRkcmVzcyI6IiJ9LCJJc0NoYW5nZWQiOmZhbHNlLCJJc05ldyI6ZmFsc2V9LHsiJGlkIjoiMTY5NCIsIkdyb3VwTmFtZSI6bnVsbCwiU3RhcnREYXRlIjoiMjAyNS0xMS0yN1QwMDowMDowMFoiLCJFbmREYXRlIjoiMjAyNS0xMi0wMlQyMzo1OTowMFoiLCJQZXJjZW50YWdlQ29tcGxldGUiOm51bGwsIlN0eWxlIjp7IiRpZCI6IjE2OTUiLCJTaGFwZSI6MywiU2hhcGVUaGlja25lc3MiOjAsIkR1cmF0aW9uRm9ybWF0IjowLCJJbmNsdWRlTm9uV29ya2luZ0RheXNJbkR1cmF0aW9uIjpmYWxzZSwiUGVyY2VudGFnZUNvbXBsZXRlU3R5bGUiOnsiJGlkIjoiMTY5NiIsIkZvbnRTZXR0aW5ncyI6eyIkaWQiOiIxNjk3IiwiRm9udFNpemUiOjEwLCJGb250TmFtZSI6IkNhbGlicmkiLCJJc0JvbGQiOmZhbHNlLCJJc0l0YWxpYyI6ZmFsc2UsIklzVW5kZXJsaW5lZCI6ZmFsc2UsIlBhcmVudFN0eWxlIjpudWxsfSwiQXV0b1NpemUiOjAsIkZvcmVncm91bmQiOnsiJGlkIjoiMTY5OCIsIkNvbG9yIjp7IiRpZCI6IjE2OTk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cwMCIsIlRvcCI6MC4wLCJMZWZ0IjowLjAsIlJpZ2h0IjowLjAsIkJvdHRvbSI6MC4wfSwiUGFkZGluZyI6eyIkaWQiOiIxNzAxIiwiVG9wIjowLjAsIkxlZnQiOjAuMCwiUmlnaHQiOjAuMCwiQm90dG9tIjowLjB9LCJCYWNrZ3JvdW5kIjp7IiRpZCI6IjE3MDIiLCJDb2xvciI6eyIkaWQiOiIxNzAzIiwiQSI6ODksIlIiOjAsIkciOjAsIkIiOjB9fSwiSXNWaXNpYmxlIjp0cnVlLCJXaWR0aCI6MC4wLCJIZWlnaHQiOjAuMCwiQm9yZGVyU3R5bGUiOnsiJGlkIjoiMTcwNCIsIkxpbmVDb2xvciI6bnVsbCwiTGluZVdlaWdodCI6MC4wLCJMaW5lVHlwZSI6MCwiUGFyZW50U3R5bGUiOm51bGx9LCJQYXJlbnRTdHlsZSI6bnVsbH0sIkR1cmF0aW9uU3R5bGUiOnsiJGlkIjoiMTcwNSIsIkZvbnRTZXR0aW5ncyI6eyIkaWQiOiIxNzA2IiwiRm9udFNpemUiOjEwLCJGb250TmFtZSI6IkNhbGlicmkiLCJJc0JvbGQiOmZhbHNlLCJJc0l0YWxpYyI6ZmFsc2UsIklzVW5kZXJsaW5lZCI6ZmFsc2UsIlBhcmVudFN0eWxlIjpudWxsfSwiQXV0b1NpemUiOjAsIkZvcmVncm91bmQiOnsiJGlkIjoiMTcwNyIsIkNvbG9yIjp7IiRpZCI6IjE3MDg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NzA5IiwiVG9wIjowLjAsIkxlZnQiOjAuMCwiUmlnaHQiOjAuMCwiQm90dG9tIjowLjB9LCJQYWRkaW5nIjp7IiRpZCI6IjE3MTAiLCJUb3AiOjAuMCwiTGVmdCI6MC4wLCJSaWdodCI6MC4wLCJCb3R0b20iOjAuMH0sIkJhY2tncm91bmQiOnsiJGlkIjoiMTcxMSIsIkNvbG9yIjp7IiRpZCI6IjE3MTIiLCJBIjoyNTUsIlIiOjIzNywiRyI6MTI1LCJCIjo0OX19LCJJc1Zpc2libGUiOnRydWUsIldpZHRoIjowLjAsIkhlaWdodCI6MC4wLCJCb3JkZXJTdHlsZSI6eyIkaWQiOiIxNzEzIiwiTGluZUNvbG9yIjpudWxsLCJMaW5lV2VpZ2h0IjowLjAsIkxpbmVUeXBlIjowLCJQYXJlbnRTdHlsZSI6bnVsbH0sIlBhcmVudFN0eWxlIjpudWxsfSwiSG9yaXpvbnRhbENvbm5lY3RvclN0eWxlIjp7IiRpZCI6IjE3MTQiLCJMaW5lQ29sb3IiOnsiJGlkIjoiMTcxNSIsIiR0eXBlIjoiTkxSRS5Db21tb24uRG9tLlNvbGlkQ29sb3JCcnVzaCwgTkxSRS5Db21tb24iLCJDb2xvciI6eyIkaWQiOiIxNzE2IiwiQSI6NTEsIlIiOjIxLCJHIjo5NiwiQiI6MTMwfX0sIkxpbmVXZWlnaHQiOjEuMCwiTGluZVR5cGUiOjAsIlBhcmVudFN0eWxlIjpudWxsfSwiVmVydGljYWxDb25uZWN0b3JTdHlsZSI6eyIkaWQiOiIxNzE3IiwiTGluZUNvbG9yIjp7IiRpZCI6IjE3MTgiLCIkdHlwZSI6Ik5MUkUuQ29tbW9uLkRvbS5Tb2xpZENvbG9yQnJ1c2gsIE5MUkUuQ29tbW9uIiwiQ29sb3IiOnsiJGlkIjoiMTcxOS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cyMCIsIlNoYXBlU3R5bGUiOnsiJGlkIjoiMTcyMSIsIk1hcmdpbiI6eyIkaWQiOiIxNzIyIiwiVG9wIjowLjAsIkxlZnQiOjAuMCwiUmlnaHQiOjAuMCwiQm90dG9tIjowLjB9LCJQYWRkaW5nIjp7IiRpZCI6IjE3MjMiLCJUb3AiOjAuMCwiTGVmdCI6MC4wLCJSaWdodCI6MC4wLCJCb3R0b20iOjAuMH0sIkJhY2tncm91bmQiOnsiJGlkIjoiMTcyNCIsIkNvbG9yIjp7IiRpZCI6IjE3MjUiLCJBIjoxNTMsIlIiOjAsIkciOjAsIkIiOjB9fSwiSXNWaXNpYmxlIjp0cnVlLCJXaWR0aCI6MC4wLCJIZWlnaHQiOjAuMCwiQm9yZGVyU3R5bGUiOm51bGwsIlBhcmVudFN0eWxlIjpudWxsfSwiTWFyZ2luIjp7IiRpZCI6IjE3MjYiLCJUb3AiOjAuMCwiTGVmdCI6MC4wLCJSaWdodCI6MC4wLCJCb3R0b20iOjAuMH0sIlBhZGRpbmciOnsiJGlkIjoiMTcyNyIsIlRvcCI6MC4wLCJMZWZ0IjowLjAsIlJpZ2h0IjowLjAsIkJvdHRvbSI6MC4wfSwiQmFja2dyb3VuZCI6bnVsbCwiSXNWaXNpYmxlIjp0cnVlLCJXaWR0aCI6MC4wLCJIZWlnaHQiOjAuMCwiQm9yZGVyU3R5bGUiOm51bGwsIlBhcmVudFN0eWxlIjpudWxsfSwiU2hhcGVTdHlsZSI6eyIkaWQiOiIxNzI4IiwiTWFyZ2luIjp7IiRpZCI6IjE3MjkiLCJUb3AiOjAuMCwiTGVmdCI6NC4wLCJSaWdodCI6NC4wLCJCb3R0b20iOjAuMH0sIlBhZGRpbmciOnsiJGlkIjoiMTczMCIsIlRvcCI6MC4wLCJMZWZ0IjowLjAsIlJpZ2h0IjowLjAsIkJvdHRvbSI6MC4wfSwiQmFja2dyb3VuZCI6eyIkaWQiOiIxNzMxIiwiQ29sb3IiOnsiJGlkIjoiMTczMiIsIkEiOjI1NSwiUiI6MjEsIkciOjk2LCJCIjoxMzB9fSwiSXNWaXNpYmxlIjp0cnVlLCJXaWR0aCI6MC4wLCJIZWlnaHQiOjEwLjAsIkJvcmRlclN0eWxlIjp7IiRpZCI6IjE3MzMiLCJMaW5lQ29sb3IiOnsiJGlkIjoiMTczNCIsIiR0eXBlIjoiTkxSRS5Db21tb24uRG9tLlNvbGlkQ29sb3JCcnVzaCwgTkxSRS5Db21tb24iLCJDb2xvciI6eyIkaWQiOiIxNzM1IiwiQSI6MjU1LCJSIjoyMzQsIkciOjIyLCJCIjozMH19LCJMaW5lV2VpZ2h0IjowLjAsIkxpbmVUeXBlIjowLCJQYXJlbnRTdHlsZSI6bnVsbH0sIlBhcmVudFN0eWxlIjpudWxsfSwiVGl0bGVTdHlsZSI6eyIkaWQiOiIxNzM2IiwiRm9udFNldHRpbmdzIjp7IiRpZCI6IjE3MzciLCJGb250U2l6ZSI6MTEsIkZvbnROYW1lIjoiQ2FsaWJyaSIsIklzQm9sZCI6ZmFsc2UsIklzSXRhbGljIjpmYWxzZSwiSXNVbmRlcmxpbmVkIjpmYWxzZSwiUGFyZW50U3R5bGUiOm51bGx9LCJBdXRvU2l6ZSI6MCwiRm9yZWdyb3VuZCI6eyIkaWQiOiIxNzM4IiwiQ29sb3IiOnsiJGlkIjoiMTczOS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NzQwIiwiVG9wIjowLjAsIkxlZnQiOjAuMCwiUmlnaHQiOjAuMCwiQm90dG9tIjowLjB9LCJQYWRkaW5nIjp7IiRpZCI6IjE3NDEiLCJUb3AiOjAuMCwiTGVmdCI6MC4wLCJSaWdodCI6MC4wLCJCb3R0b20iOjAuMH0sIkJhY2tncm91bmQiOnsiJGlkIjoiMTc0MiIsIkNvbG9yIjp7IiRpZCI6IjE3NDMiLCJBIjowLCJSIjoyNTUsIkciOjI1NSwiQiI6MjU1fX0sIklzVmlzaWJsZSI6dHJ1ZSwiV2lkdGgiOjAuMCwiSGVpZ2h0IjowLjAsIkJvcmRlclN0eWxlIjp7IiRpZCI6IjE3NDQiLCJMaW5lQ29sb3IiOm51bGwsIkxpbmVXZWlnaHQiOjAuMCwiTGluZVR5cGUiOjAsIlBhcmVudFN0eWxlIjpudWxsfSwiUGFyZW50U3R5bGUiOm51bGx9LCJEYXRlU3R5bGUiOnsiJGlkIjoiMTc0NSIsIkZvbnRTZXR0aW5ncyI6eyIkaWQiOiIxNzQ2IiwiRm9udFNpemUiOjEwLCJGb250TmFtZSI6IkNhbGlicmkiLCJJc0JvbGQiOmZhbHNlLCJJc0l0YWxpYyI6ZmFsc2UsIklzVW5kZXJsaW5lZCI6ZmFsc2UsIlBhcmVudFN0eWxlIjpudWxsfSwiQXV0b1NpemUiOjAsIkZvcmVncm91bmQiOnsiJGlkIjoiMTc0NyIsIkNvbG9yIjp7IiRpZCI6IjE3NDg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c0OSIsIlRvcCI6MC4wLCJMZWZ0IjowLjAsIlJpZ2h0IjowLjAsIkJvdHRvbSI6MC4wfSwiUGFkZGluZyI6eyIkaWQiOiIxNzUwIiwiVG9wIjowLjAsIkxlZnQiOjAuMCwiUmlnaHQiOjAuMCwiQm90dG9tIjowLjB9LCJCYWNrZ3JvdW5kIjp7IiRpZCI6IjE3NTEiLCJDb2xvciI6eyIkaWQiOiIxNzUyIiwiQSI6MCwiUiI6MjU1LCJHIjoyNTUsIkIiOjI1NX19LCJJc1Zpc2libGUiOnRydWUsIldpZHRoIjowLjAsIkhlaWdodCI6MC4wLCJCb3JkZXJTdHlsZSI6eyIkaWQiOiIxNzUzIiwiTGluZUNvbG9yIjpudWxsLCJMaW5lV2VpZ2h0IjowLjAsIkxpbmVUeXBlIjowLCJQYXJlbnRTdHlsZSI6bnVsbH0sIlBhcmVudFN0eWxlIjpudWxsfSwiRGF0ZUZvcm1hdCI6eyIkaWQiOiIxNzU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3NTUiLCJGb3JtYXQiOjAsIklzVmlzaWJsZSI6ZmFsc2UsIkxhc3RLbm93blZpc2liaWxpdHlTdGF0ZSI6ZmFsc2V9LCJJc1Zpc2libGUiOmZhbHNlLCJWYXJpYW5jZVN0eWxlIjp7IiRpZCI6IjE3NTYiLCJUZXh0U3R5bGUiOnsiJGlkIjoiMTc1NyIsIkZvbnRTZXR0aW5ncyI6eyIkaWQiOiIxNzU4IiwiRm9udFNpemUiOjEwLCJGb250TmFtZSI6IkNhbGlicmkiLCJJc0JvbGQiOmZhbHNlLCJJc0l0YWxpYyI6ZmFsc2UsIklzVW5kZXJsaW5lZCI6ZmFsc2UsIlBhcmVudFN0eWxlIjpudWxsfSwiQXV0b1NpemUiOjAsIkZvcmVncm91bmQiOnsiJGlkIjoiMTc1OSIsIkNvbG9yIjp7IiRpZCI6IjE3Nj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c2MSIsIlRvcCI6MC4wLCJMZWZ0IjowLjAsIlJpZ2h0IjowLjAsIkJvdHRvbSI6MC4wfSwiUGFkZGluZyI6eyIkaWQiOiIxNzYyIiwiVG9wIjowLjAsIkxlZnQiOjAuMCwiUmlnaHQiOjAuMCwiQm90dG9tIjowLjB9LCJCYWNrZ3JvdW5kIjp7IiRpZCI6IjE3NjMiLCJDb2xvciI6eyIkaWQiOiIxNzY0IiwiQSI6MjU1LCJSIjowLCJHIjowLCJCIjowfX0sIklzVmlzaWJsZSI6dHJ1ZSwiV2lkdGgiOjAuMCwiSGVpZ2h0IjowLjAsIkJvcmRlclN0eWxlIjp7IiRpZCI6IjE3NjUiLCJMaW5lQ29sb3IiOm51bGwsIkxpbmVXZWlnaHQiOjAuMCwiTGluZVR5cGUiOjAsIlBhcmVudFN0eWxlIjpudWxsfSwiUGFyZW50U3R5bGUiOm51bGx9LCJQYXJlbnRTdHlsZSI6bnVsbH0sIlBhcmVudFN0eWxlIjpudWxsfSwiSW5kZXgiOjYsIlNtYXJ0RHVyYXRpb25BY3RpdmF0ZWQiOmZhbHNlLCJEYXRlRm9ybWF0Ijp7IiRyZWYiOiIxNzU0In0sIldlZWtOdW1iZXJpbmciOnsiJGlkIjoiMTc2NiIsIkZvcm1hdCI6MCwiSXNWaXNpYmxlIjpmYWxzZSwiTGFzdEtub3duVmlzaWJpbGl0eVN0YXRlIjpmYWxzZX0sIkJhc2VsaW5lRGF0YSI6eyIkaWQiOiIxNzY3IiwiU3RhcnREYXRlIjoiMjAyNS0xMS0yN1QwMDowMDowMCIsIkVuZERhdGUiOiIyMDI1LTEyLTAyVDIzOjU5OjAwIn0sIklkIjoiZWMyZDAxZTMtYzEyOC00MjRhLTg1MTUtODkzMmIwNThmMmU3IiwiSW1wb3J0SWQiOm51bGwsIlRpdGxlIjoiU3ByaW50IDUiLCJOb3RlIjpudWxsLCJIeXBlcmxpbmsiOnsiJGlkIjoiMTc2OCIsIkFkZHJlc3MiOiIiLCJTdWJBZGRyZXNzIjoiIn0sIklzQ2hhbmdlZCI6ZmFsc2UsIklzTmV3IjpmYWxzZX0seyIkaWQiOiIxNzY5IiwiR3JvdXBOYW1lIjpudWxsLCJTdGFydERhdGUiOiIyMDI1LTExLTE4VDAwOjAwOjAwWiIsIkVuZERhdGUiOiIyMDI1LTEyLTA1VDIzOjU5OjAwWiIsIlBlcmNlbnRhZ2VDb21wbGV0ZSI6bnVsbCwiU3R5bGUiOnsiJGlkIjoiMTc3MCIsIlNoYXBlIjozLCJTaGFwZVRoaWNrbmVzcyI6MCwiRHVyYXRpb25Gb3JtYXQiOjAsIkluY2x1ZGVOb25Xb3JraW5nRGF5c0luRHVyYXRpb24iOmZhbHNlLCJQZXJjZW50YWdlQ29tcGxldGVTdHlsZSI6eyIkaWQiOiIxNzcxIiwiRm9udFNldHRpbmdzIjp7IiRpZCI6IjE3NzIiLCJGb250U2l6ZSI6MTAsIkZvbnROYW1lIjoiQ2FsaWJyaSIsIklzQm9sZCI6ZmFsc2UsIklzSXRhbGljIjpmYWxzZSwiSXNVbmRlcmxpbmVkIjpmYWxzZSwiUGFyZW50U3R5bGUiOm51bGx9LCJBdXRvU2l6ZSI6MCwiRm9yZWdyb3VuZCI6eyIkaWQiOiIxNzczIiwiQ29sb3IiOnsiJGlkIjoiMTc3NC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xNzc1IiwiVG9wIjowLjAsIkxlZnQiOjAuMCwiUmlnaHQiOjAuMCwiQm90dG9tIjowLjB9LCJQYWRkaW5nIjp7IiRpZCI6IjE3NzYiLCJUb3AiOjAuMCwiTGVmdCI6MC4wLCJSaWdodCI6MC4wLCJCb3R0b20iOjAuMH0sIkJhY2tncm91bmQiOnsiJGlkIjoiMTc3NyIsIkNvbG9yIjp7IiRpZCI6IjE3NzgiLCJBIjo4OSwiUiI6MCwiRyI6MCwiQiI6MH19LCJJc1Zpc2libGUiOnRydWUsIldpZHRoIjowLjAsIkhlaWdodCI6MC4wLCJCb3JkZXJTdHlsZSI6eyIkaWQiOiIxNzc5IiwiTGluZUNvbG9yIjpudWxsLCJMaW5lV2VpZ2h0IjowLjAsIkxpbmVUeXBlIjowLCJQYXJlbnRTdHlsZSI6bnVsbH0sIlBhcmVudFN0eWxlIjpudWxsfSwiRHVyYXRpb25TdHlsZSI6eyIkaWQiOiIxNzgwIiwiRm9udFNldHRpbmdzIjp7IiRpZCI6IjE3ODEiLCJGb250U2l6ZSI6MTAsIkZvbnROYW1lIjoiQ2FsaWJyaSIsIklzQm9sZCI6ZmFsc2UsIklzSXRhbGljIjpmYWxzZSwiSXNVbmRlcmxpbmVkIjpmYWxzZSwiUGFyZW50U3R5bGUiOm51bGx9LCJBdXRvU2l6ZSI6MCwiRm9yZWdyb3VuZCI6eyIkaWQiOiIxNzgyIiwiQ29sb3IiOnsiJGlkIjoiMTc4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3ODQiLCJUb3AiOjAuMCwiTGVmdCI6MC4wLCJSaWdodCI6MC4wLCJCb3R0b20iOjAuMH0sIlBhZGRpbmciOnsiJGlkIjoiMTc4NSIsIlRvcCI6MC4wLCJMZWZ0IjowLjAsIlJpZ2h0IjowLjAsIkJvdHRvbSI6MC4wfSwiQmFja2dyb3VuZCI6eyIkaWQiOiIxNzg2IiwiQ29sb3IiOnsiJGlkIjoiMTc4NyIsIkEiOjI1NSwiUiI6MjM3LCJHIjoxMjUsIkIiOjQ5fX0sIklzVmlzaWJsZSI6dHJ1ZSwiV2lkdGgiOjAuMCwiSGVpZ2h0IjowLjAsIkJvcmRlclN0eWxlIjp7IiRpZCI6IjE3ODgiLCJMaW5lQ29sb3IiOm51bGwsIkxpbmVXZWlnaHQiOjAuMCwiTGluZVR5cGUiOjAsIlBhcmVudFN0eWxlIjpudWxsfSwiUGFyZW50U3R5bGUiOm51bGx9LCJIb3Jpem9udGFsQ29ubmVjdG9yU3R5bGUiOnsiJGlkIjoiMTc4OSIsIkxpbmVDb2xvciI6eyIkaWQiOiIxNzkwIiwiJHR5cGUiOiJOTFJFLkNvbW1vbi5Eb20uU29saWRDb2xvckJydXNoLCBOTFJFLkNvbW1vbiIsIkNvbG9yIjp7IiRpZCI6IjE3OTEiLCJBIjo1MSwiUiI6MjEsIkciOjk2LCJCIjoxMzB9fSwiTGluZVdlaWdodCI6MS4wLCJMaW5lVHlwZSI6MCwiUGFyZW50U3R5bGUiOm51bGx9LCJWZXJ0aWNhbENvbm5lY3RvclN0eWxlIjp7IiRpZCI6IjE3OTIiLCJMaW5lQ29sb3IiOnsiJGlkIjoiMTc5MyIsIiR0eXBlIjoiTkxSRS5Db21tb24uRG9tLlNvbGlkQ29sb3JCcnVzaCwgTkxSRS5Db21tb24iLCJDb2xvciI6eyIkaWQiOiIxNzk0IiwiQSI6NTEsIlIiOjIxLCJHIjo5NiwiQiI6MTMwfX0sIkxpbmVXZWlnaHQiOjAuMCwiTGluZVR5cGUiOjAsIlBhcmVudFN0eWxlIjpudWxsfSwiTWFyZ2luIjpudWxsLCJTdGFydERhdGVQb3NpdGlvbiI6NCwiRW5kRGF0ZVBvc2l0aW9uIjo0LCJEYXRlSXNWaXNpYmxlIjp0cnVlLCJUaXRsZVBvc2l0aW9uIjozLCJEdXJhdGlvblBvc2l0aW9uIjo2LCJQZXJjZW50YWdlQ29tcGxldGVkUG9zaXRpb24iOjIsIlZhcmlhbmNlUG9zaXRpb24iOjYsIlNwYWNpbmciOjMsIklzQmVsb3dUaW1lYmFuZCI6dHJ1ZSwiUGVyY2VudGFnZUNvbXBsZXRlU2hhcGVPcGFjaXR5IjozNSwiQmFzZWxpbmVTdHlsZSI6eyIkaWQiOiIxNzk1IiwiU2hhcGVTdHlsZSI6eyIkaWQiOiIxNzk2IiwiTWFyZ2luIjp7IiRpZCI6IjE3OTciLCJUb3AiOjAuMCwiTGVmdCI6MC4wLCJSaWdodCI6MC4wLCJCb3R0b20iOjAuMH0sIlBhZGRpbmciOnsiJGlkIjoiMTc5OCIsIlRvcCI6MC4wLCJMZWZ0IjowLjAsIlJpZ2h0IjowLjAsIkJvdHRvbSI6MC4wfSwiQmFja2dyb3VuZCI6eyIkaWQiOiIxNzk5IiwiQ29sb3IiOnsiJGlkIjoiMTgwMCIsIkEiOjE1MywiUiI6MCwiRyI6MCwiQiI6MH19LCJJc1Zpc2libGUiOnRydWUsIldpZHRoIjowLjAsIkhlaWdodCI6MC4wLCJCb3JkZXJTdHlsZSI6bnVsbCwiUGFyZW50U3R5bGUiOm51bGx9LCJNYXJnaW4iOnsiJGlkIjoiMTgwMSIsIlRvcCI6MC4wLCJMZWZ0IjowLjAsIlJpZ2h0IjowLjAsIkJvdHRvbSI6MC4wfSwiUGFkZGluZyI6eyIkaWQiOiIxODAyIiwiVG9wIjowLjAsIkxlZnQiOjAuMCwiUmlnaHQiOjAuMCwiQm90dG9tIjowLjB9LCJCYWNrZ3JvdW5kIjpudWxsLCJJc1Zpc2libGUiOnRydWUsIldpZHRoIjowLjAsIkhlaWdodCI6MC4wLCJCb3JkZXJTdHlsZSI6bnVsbCwiUGFyZW50U3R5bGUiOm51bGx9LCJTaGFwZVN0eWxlIjp7IiRpZCI6IjE4MDMiLCJNYXJnaW4iOnsiJGlkIjoiMTgwNCIsIlRvcCI6MC4wLCJMZWZ0Ijo0LjAsIlJpZ2h0Ijo0LjAsIkJvdHRvbSI6MC4wfSwiUGFkZGluZyI6eyIkaWQiOiIxODA1IiwiVG9wIjowLjAsIkxlZnQiOjAuMCwiUmlnaHQiOjAuMCwiQm90dG9tIjowLjB9LCJCYWNrZ3JvdW5kIjp7IiRpZCI6IjE4MDYiLCJDb2xvciI6eyIkaWQiOiIxODA3IiwiQSI6MjU1LCJSIjoyNTQsIkciOjE4NiwiQiI6MTB9fSwiSXNWaXNpYmxlIjp0cnVlLCJXaWR0aCI6MC4wLCJIZWlnaHQiOjEwLjAsIkJvcmRlclN0eWxlIjp7IiRpZCI6IjE4MDgiLCJMaW5lQ29sb3IiOnsiJGlkIjoiMTgwOSIsIiR0eXBlIjoiTkxSRS5Db21tb24uRG9tLlNvbGlkQ29sb3JCcnVzaCwgTkxSRS5Db21tb24iLCJDb2xvciI6eyIkaWQiOiIxODEwIiwiQSI6MjU1LCJSIjoyMzQsIkciOjIyLCJCIjozMH19LCJMaW5lV2VpZ2h0IjowLjAsIkxpbmVUeXBlIjowLCJQYXJlbnRTdHlsZSI6bnVsbH0sIlBhcmVudFN0eWxlIjpudWxsfSwiVGl0bGVTdHlsZSI6eyIkaWQiOiIxODExIiwiRm9udFNldHRpbmdzIjp7IiRpZCI6IjE4MTIiLCJGb250U2l6ZSI6MTEsIkZvbnROYW1lIjoiQ2FsaWJyaSIsIklzQm9sZCI6ZmFsc2UsIklzSXRhbGljIjpmYWxzZSwiSXNVbmRlcmxpbmVkIjpmYWxzZSwiUGFyZW50U3R5bGUiOm51bGx9LCJBdXRvU2l6ZSI6MCwiRm9yZWdyb3VuZCI6eyIkaWQiOiIxODEzIiwiQ29sb3IiOnsiJGlkIjoiMTgx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ODE1IiwiVG9wIjowLjAsIkxlZnQiOjAuMCwiUmlnaHQiOjAuMCwiQm90dG9tIjowLjB9LCJQYWRkaW5nIjp7IiRpZCI6IjE4MTYiLCJUb3AiOjAuMCwiTGVmdCI6MC4wLCJSaWdodCI6MC4wLCJCb3R0b20iOjAuMH0sIkJhY2tncm91bmQiOnsiJGlkIjoiMTgxNyIsIkNvbG9yIjp7IiRpZCI6IjE4MTgiLCJBIjowLCJSIjoyNTUsIkciOjI1NSwiQiI6MjU1fX0sIklzVmlzaWJsZSI6dHJ1ZSwiV2lkdGgiOjAuMCwiSGVpZ2h0IjowLjAsIkJvcmRlclN0eWxlIjp7IiRpZCI6IjE4MTkiLCJMaW5lQ29sb3IiOm51bGwsIkxpbmVXZWlnaHQiOjAuMCwiTGluZVR5cGUiOjAsIlBhcmVudFN0eWxlIjpudWxsfSwiUGFyZW50U3R5bGUiOm51bGx9LCJEYXRlU3R5bGUiOnsiJGlkIjoiMTgyMCIsIkZvbnRTZXR0aW5ncyI6eyIkaWQiOiIxODIxIiwiRm9udFNpemUiOjEwLCJGb250TmFtZSI6IkNhbGlicmkiLCJJc0JvbGQiOmZhbHNlLCJJc0l0YWxpYyI6ZmFsc2UsIklzVW5kZXJsaW5lZCI6ZmFsc2UsIlBhcmVudFN0eWxlIjpudWxsfSwiQXV0b1NpemUiOjAsIkZvcmVncm91bmQiOnsiJGlkIjoiMTgyMiIsIkNvbG9yIjp7IiRpZCI6IjE4Mj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gyNCIsIlRvcCI6MC4wLCJMZWZ0IjowLjAsIlJpZ2h0IjowLjAsIkJvdHRvbSI6MC4wfSwiUGFkZGluZyI6eyIkaWQiOiIxODI1IiwiVG9wIjowLjAsIkxlZnQiOjAuMCwiUmlnaHQiOjAuMCwiQm90dG9tIjowLjB9LCJCYWNrZ3JvdW5kIjp7IiRpZCI6IjE4MjYiLCJDb2xvciI6eyIkaWQiOiIxODI3IiwiQSI6MCwiUiI6MjU1LCJHIjoyNTUsIkIiOjI1NX19LCJJc1Zpc2libGUiOnRydWUsIldpZHRoIjowLjAsIkhlaWdodCI6MC4wLCJCb3JkZXJTdHlsZSI6eyIkaWQiOiIxODI4IiwiTGluZUNvbG9yIjpudWxsLCJMaW5lV2VpZ2h0IjowLjAsIkxpbmVUeXBlIjowLCJQYXJlbnRTdHlsZSI6bnVsbH0sIlBhcmVudFN0eWxlIjpudWxsfSwiRGF0ZUZvcm1hdCI6eyIkaWQiOiIxODI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4MzAiLCJGb3JtYXQiOjAsIklzVmlzaWJsZSI6ZmFsc2UsIkxhc3RLbm93blZpc2liaWxpdHlTdGF0ZSI6ZmFsc2V9LCJJc1Zpc2libGUiOmZhbHNlLCJWYXJpYW5jZVN0eWxlIjp7IiRpZCI6IjE4MzEiLCJUZXh0U3R5bGUiOnsiJGlkIjoiMTgzMiIsIkZvbnRTZXR0aW5ncyI6eyIkaWQiOiIxODMzIiwiRm9udFNpemUiOjEwLCJGb250TmFtZSI6IkNhbGlicmkiLCJJc0JvbGQiOmZhbHNlLCJJc0l0YWxpYyI6ZmFsc2UsIklzVW5kZXJsaW5lZCI6ZmFsc2UsIlBhcmVudFN0eWxlIjpudWxsfSwiQXV0b1NpemUiOjAsIkZvcmVncm91bmQiOnsiJGlkIjoiMTgzNCIsIkNvbG9yIjp7IiRpZCI6IjE4Mz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gzNiIsIlRvcCI6MC4wLCJMZWZ0IjowLjAsIlJpZ2h0IjowLjAsIkJvdHRvbSI6MC4wfSwiUGFkZGluZyI6eyIkaWQiOiIxODM3IiwiVG9wIjowLjAsIkxlZnQiOjAuMCwiUmlnaHQiOjAuMCwiQm90dG9tIjowLjB9LCJCYWNrZ3JvdW5kIjp7IiRpZCI6IjE4MzgiLCJDb2xvciI6eyIkaWQiOiIxODM5IiwiQSI6MjU1LCJSIjowLCJHIjowLCJCIjowfX0sIklzVmlzaWJsZSI6dHJ1ZSwiV2lkdGgiOjAuMCwiSGVpZ2h0IjowLjAsIkJvcmRlclN0eWxlIjp7IiRpZCI6IjE4NDAiLCJMaW5lQ29sb3IiOm51bGwsIkxpbmVXZWlnaHQiOjAuMCwiTGluZVR5cGUiOjAsIlBhcmVudFN0eWxlIjpudWxsfSwiUGFyZW50U3R5bGUiOm51bGx9LCJQYXJlbnRTdHlsZSI6bnVsbH0sIlBhcmVudFN0eWxlIjpudWxsfSwiSW5kZXgiOjcsIlNtYXJ0RHVyYXRpb25BY3RpdmF0ZWQiOmZhbHNlLCJEYXRlRm9ybWF0Ijp7IiRyZWYiOiIxODI5In0sIldlZWtOdW1iZXJpbmciOnsiJGlkIjoiMTg0MSIsIkZvcm1hdCI6MCwiSXNWaXNpYmxlIjpmYWxzZSwiTGFzdEtub3duVmlzaWJpbGl0eVN0YXRlIjpmYWxzZX0sIkJhc2VsaW5lRGF0YSI6eyIkaWQiOiIxODQyIiwiU3RhcnREYXRlIjoiMjAyNS0xMS0xOFQwMDowMDowMCIsIkVuZERhdGUiOiIyMDI1LTEyLTA1VDIzOjU5OjAwIn0sIklkIjoiMWZlYmY0OTQtNWMwZC00NDVlLTliMDAtM2VhOGRhMGQ3NWM2IiwiSW1wb3J0SWQiOm51bGwsIlRpdGxlIjoiUHJ1ZWJhcyBmaW5hbGVzIiwiTm90ZSI6bnVsbCwiSHlwZXJsaW5rIjp7IiRpZCI6IjE4NDMiLCJBZGRyZXNzIjoiIiwiU3ViQWRkcmVzcyI6IiJ9LCJJc0NoYW5nZWQiOmZhbHNlLCJJc05ldyI6ZmFsc2V9LHsiJGlkIjoiMTg0NCIsIkdyb3VwTmFtZSI6bnVsbCwiU3RhcnREYXRlIjoiMjAyNS0xMS0xOFQwMDowMDowMFoiLCJFbmREYXRlIjoiMjAyNS0xMi0wNVQyMzo1OTowMFoiLCJQZXJjZW50YWdlQ29tcGxldGUiOm51bGwsIlN0eWxlIjp7IiRpZCI6IjE4NDUiLCJTaGFwZSI6MywiU2hhcGVUaGlja25lc3MiOjAsIkR1cmF0aW9uRm9ybWF0IjowLCJJbmNsdWRlTm9uV29ya2luZ0RheXNJbkR1cmF0aW9uIjpmYWxzZSwiUGVyY2VudGFnZUNvbXBsZXRlU3R5bGUiOnsiJGlkIjoiMTg0NiIsIkZvbnRTZXR0aW5ncyI6eyIkaWQiOiIxODQ3IiwiRm9udFNpemUiOjEwLCJGb250TmFtZSI6IkNhbGlicmkiLCJJc0JvbGQiOmZhbHNlLCJJc0l0YWxpYyI6ZmFsc2UsIklzVW5kZXJsaW5lZCI6ZmFsc2UsIlBhcmVudFN0eWxlIjpudWxsfSwiQXV0b1NpemUiOjAsIkZvcmVncm91bmQiOnsiJGlkIjoiMTg0OCIsIkNvbG9yIjp7IiRpZCI6IjE4NDk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g1MCIsIlRvcCI6MC4wLCJMZWZ0IjowLjAsIlJpZ2h0IjowLjAsIkJvdHRvbSI6MC4wfSwiUGFkZGluZyI6eyIkaWQiOiIxODUxIiwiVG9wIjowLjAsIkxlZnQiOjAuMCwiUmlnaHQiOjAuMCwiQm90dG9tIjowLjB9LCJCYWNrZ3JvdW5kIjp7IiRpZCI6IjE4NTIiLCJDb2xvciI6eyIkaWQiOiIxODUzIiwiQSI6ODksIlIiOjAsIkciOjAsIkIiOjB9fSwiSXNWaXNpYmxlIjp0cnVlLCJXaWR0aCI6MC4wLCJIZWlnaHQiOjAuMCwiQm9yZGVyU3R5bGUiOnsiJGlkIjoiMTg1NCIsIkxpbmVDb2xvciI6bnVsbCwiTGluZVdlaWdodCI6MC4wLCJMaW5lVHlwZSI6MCwiUGFyZW50U3R5bGUiOm51bGx9LCJQYXJlbnRTdHlsZSI6bnVsbH0sIkR1cmF0aW9uU3R5bGUiOnsiJGlkIjoiMTg1NSIsIkZvbnRTZXR0aW5ncyI6eyIkaWQiOiIxODU2IiwiRm9udFNpemUiOjEwLCJGb250TmFtZSI6IkNhbGlicmkiLCJJc0JvbGQiOmZhbHNlLCJJc0l0YWxpYyI6ZmFsc2UsIklzVW5kZXJsaW5lZCI6ZmFsc2UsIlBhcmVudFN0eWxlIjpudWxsfSwiQXV0b1NpemUiOjAsIkZvcmVncm91bmQiOnsiJGlkIjoiMTg1NyIsIkNvbG9yIjp7IiRpZCI6IjE4NTg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ODU5IiwiVG9wIjowLjAsIkxlZnQiOjAuMCwiUmlnaHQiOjAuMCwiQm90dG9tIjowLjB9LCJQYWRkaW5nIjp7IiRpZCI6IjE4NjAiLCJUb3AiOjAuMCwiTGVmdCI6MC4wLCJSaWdodCI6MC4wLCJCb3R0b20iOjAuMH0sIkJhY2tncm91bmQiOnsiJGlkIjoiMTg2MSIsIkNvbG9yIjp7IiRpZCI6IjE4NjIiLCJBIjoyNTUsIlIiOjIzNywiRyI6MTI1LCJCIjo0OX19LCJJc1Zpc2libGUiOnRydWUsIldpZHRoIjowLjAsIkhlaWdodCI6MC4wLCJCb3JkZXJTdHlsZSI6eyIkaWQiOiIxODYzIiwiTGluZUNvbG9yIjpudWxsLCJMaW5lV2VpZ2h0IjowLjAsIkxpbmVUeXBlIjowLCJQYXJlbnRTdHlsZSI6bnVsbH0sIlBhcmVudFN0eWxlIjpudWxsfSwiSG9yaXpvbnRhbENvbm5lY3RvclN0eWxlIjp7IiRpZCI6IjE4NjQiLCJMaW5lQ29sb3IiOnsiJGlkIjoiMTg2NSIsIiR0eXBlIjoiTkxSRS5Db21tb24uRG9tLlNvbGlkQ29sb3JCcnVzaCwgTkxSRS5Db21tb24iLCJDb2xvciI6eyIkaWQiOiIxODY2IiwiQSI6NTEsIlIiOjIxLCJHIjo5NiwiQiI6MTMwfX0sIkxpbmVXZWlnaHQiOjEuMCwiTGluZVR5cGUiOjAsIlBhcmVudFN0eWxlIjpudWxsfSwiVmVydGljYWxDb25uZWN0b3JTdHlsZSI6eyIkaWQiOiIxODY3IiwiTGluZUNvbG9yIjp7IiRpZCI6IjE4NjgiLCIkdHlwZSI6Ik5MUkUuQ29tbW9uLkRvbS5Tb2xpZENvbG9yQnJ1c2gsIE5MUkUuQ29tbW9uIiwiQ29sb3IiOnsiJGlkIjoiMTg2OS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g3MCIsIlNoYXBlU3R5bGUiOnsiJGlkIjoiMTg3MSIsIk1hcmdpbiI6eyIkaWQiOiIxODcyIiwiVG9wIjowLjAsIkxlZnQiOjAuMCwiUmlnaHQiOjAuMCwiQm90dG9tIjowLjB9LCJQYWRkaW5nIjp7IiRpZCI6IjE4NzMiLCJUb3AiOjAuMCwiTGVmdCI6MC4wLCJSaWdodCI6MC4wLCJCb3R0b20iOjAuMH0sIkJhY2tncm91bmQiOnsiJGlkIjoiMTg3NCIsIkNvbG9yIjp7IiRpZCI6IjE4NzUiLCJBIjoxNTMsIlIiOjAsIkciOjAsIkIiOjB9fSwiSXNWaXNpYmxlIjp0cnVlLCJXaWR0aCI6MC4wLCJIZWlnaHQiOjAuMCwiQm9yZGVyU3R5bGUiOm51bGwsIlBhcmVudFN0eWxlIjpudWxsfSwiTWFyZ2luIjp7IiRpZCI6IjE4NzYiLCJUb3AiOjAuMCwiTGVmdCI6MC4wLCJSaWdodCI6MC4wLCJCb3R0b20iOjAuMH0sIlBhZGRpbmciOnsiJGlkIjoiMTg3NyIsIlRvcCI6MC4wLCJMZWZ0IjowLjAsIlJpZ2h0IjowLjAsIkJvdHRvbSI6MC4wfSwiQmFja2dyb3VuZCI6bnVsbCwiSXNWaXNpYmxlIjp0cnVlLCJXaWR0aCI6MC4wLCJIZWlnaHQiOjAuMCwiQm9yZGVyU3R5bGUiOm51bGwsIlBhcmVudFN0eWxlIjpudWxsfSwiU2hhcGVTdHlsZSI6eyIkaWQiOiIxODc4IiwiTWFyZ2luIjp7IiRpZCI6IjE4NzkiLCJUb3AiOjAuMCwiTGVmdCI6NC4wLCJSaWdodCI6NC4wLCJCb3R0b20iOjAuMH0sIlBhZGRpbmciOnsiJGlkIjoiMTg4MCIsIlRvcCI6MC4wLCJMZWZ0IjowLjAsIlJpZ2h0IjowLjAsIkJvdHRvbSI6MC4wfSwiQmFja2dyb3VuZCI6eyIkaWQiOiIxODgxIiwiQ29sb3IiOnsiJGlkIjoiMTg4MiIsIkEiOjI1NSwiUiI6MTUsIkciOjE1OCwiQiI6MjEzfX0sIklzVmlzaWJsZSI6dHJ1ZSwiV2lkdGgiOjAuMCwiSGVpZ2h0IjoxMC4wLCJCb3JkZXJTdHlsZSI6eyIkaWQiOiIxODgzIiwiTGluZUNvbG9yIjp7IiRpZCI6IjE4ODQiLCIkdHlwZSI6Ik5MUkUuQ29tbW9uLkRvbS5Tb2xpZENvbG9yQnJ1c2gsIE5MUkUuQ29tbW9uIiwiQ29sb3IiOnsiJGlkIjoiMTg4NSIsIkEiOjI1NSwiUiI6MjM0LCJHIjoyMiwiQiI6MzB9fSwiTGluZVdlaWdodCI6MC4wLCJMaW5lVHlwZSI6MCwiUGFyZW50U3R5bGUiOm51bGx9LCJQYXJlbnRTdHlsZSI6bnVsbH0sIlRpdGxlU3R5bGUiOnsiJGlkIjoiMTg4NiIsIkZvbnRTZXR0aW5ncyI6eyIkaWQiOiIxODg3IiwiRm9udFNpemUiOjExLCJGb250TmFtZSI6IkNhbGlicmkiLCJJc0JvbGQiOmZhbHNlLCJJc0l0YWxpYyI6ZmFsc2UsIklzVW5kZXJsaW5lZCI6ZmFsc2UsIlBhcmVudFN0eWxlIjpudWxsfSwiQXV0b1NpemUiOjAsIkZvcmVncm91bmQiOnsiJGlkIjoiMTg4OCIsIkNvbG9yIjp7IiRpZCI6IjE4ODkiLCJBIjoyNTUsIlIiOjAsIkciOjAsIkIiOjB9fSwiTWF4V2lkdGgiOjcyMC4wLCJNYXhIZWlnaHQiOiJJbmZpbml0eSIsIlNtYXJ0Rm9yZWdyb3VuZElzQWN0aXZlIjpmYWxzZSwiSG9yaXpvbnRhbEFsaWdubWVudCI6MiwiVmVydGljYWxBbGlnbm1lbnQiOjEsIlNtYXJ0Rm9yZWdyb3VuZCI6bnVsbCwiQmFja2dyb3VuZEZpbGxUeXBlIjowLCJNYXJnaW4iOnsiJGlkIjoiMTg5MCIsIlRvcCI6MC4wLCJMZWZ0IjowLjAsIlJpZ2h0IjowLjAsIkJvdHRvbSI6MC4wfSwiUGFkZGluZyI6eyIkaWQiOiIxODkxIiwiVG9wIjowLjAsIkxlZnQiOjAuMCwiUmlnaHQiOjAuMCwiQm90dG9tIjowLjB9LCJCYWNrZ3JvdW5kIjp7IiRpZCI6IjE4OTIiLCJDb2xvciI6eyIkaWQiOiIxODkzIiwiQSI6MCwiUiI6MjU1LCJHIjoyNTUsIkIiOjI1NX19LCJJc1Zpc2libGUiOnRydWUsIldpZHRoIjowLjAsIkhlaWdodCI6MC4wLCJCb3JkZXJTdHlsZSI6eyIkaWQiOiIxODk0IiwiTGluZUNvbG9yIjpudWxsLCJMaW5lV2VpZ2h0IjowLjAsIkxpbmVUeXBlIjowLCJQYXJlbnRTdHlsZSI6bnVsbH0sIlBhcmVudFN0eWxlIjpudWxsfSwiRGF0ZVN0eWxlIjp7IiRpZCI6IjE4OTUiLCJGb250U2V0dGluZ3MiOnsiJGlkIjoiMTg5NiIsIkZvbnRTaXplIjoxMCwiRm9udE5hbWUiOiJDYWxpYnJpIiwiSXNCb2xkIjpmYWxzZSwiSXNJdGFsaWMiOmZhbHNlLCJJc1VuZGVybGluZWQiOmZhbHNlLCJQYXJlbnRTdHlsZSI6bnVsbH0sIkF1dG9TaXplIjowLCJGb3JlZ3JvdW5kIjp7IiRpZCI6IjE4OTciLCJDb2xvciI6eyIkaWQiOiIxODk4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4OTkiLCJUb3AiOjAuMCwiTGVmdCI6MC4wLCJSaWdodCI6MC4wLCJCb3R0b20iOjAuMH0sIlBhZGRpbmciOnsiJGlkIjoiMTkwMCIsIlRvcCI6MC4wLCJMZWZ0IjowLjAsIlJpZ2h0IjowLjAsIkJvdHRvbSI6MC4wfSwiQmFja2dyb3VuZCI6eyIkaWQiOiIxOTAxIiwiQ29sb3IiOnsiJGlkIjoiMTkwMiIsIkEiOjAsIlIiOjI1NSwiRyI6MjU1LCJCIjoyNTV9fSwiSXNWaXNpYmxlIjp0cnVlLCJXaWR0aCI6MC4wLCJIZWlnaHQiOjAuMCwiQm9yZGVyU3R5bGUiOnsiJGlkIjoiMTkwMyIsIkxpbmVDb2xvciI6bnVsbCwiTGluZVdlaWdodCI6MC4wLCJMaW5lVHlwZSI6MCwiUGFyZW50U3R5bGUiOm51bGx9LCJQYXJlbnRTdHlsZSI6bnVsbH0sIkRhdGVGb3JtYXQiOnsiJGlkIjoiMTkw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TA1IiwiRm9ybWF0IjowLCJJc1Zpc2libGUiOmZhbHNlLCJMYXN0S25vd25WaXNpYmlsaXR5U3RhdGUiOmZhbHNlfSwiSXNWaXNpYmxlIjpmYWxzZSwiVmFyaWFuY2VTdHlsZSI6eyIkaWQiOiIxOTA2IiwiVGV4dFN0eWxlIjp7IiRpZCI6IjE5MDciLCJGb250U2V0dGluZ3MiOnsiJGlkIjoiMTkwOCIsIkZvbnRTaXplIjoxMCwiRm9udE5hbWUiOiJDYWxpYnJpIiwiSXNCb2xkIjpmYWxzZSwiSXNJdGFsaWMiOmZhbHNlLCJJc1VuZGVybGluZWQiOmZhbHNlLCJQYXJlbnRTdHlsZSI6bnVsbH0sIkF1dG9TaXplIjowLCJGb3JlZ3JvdW5kIjp7IiRpZCI6IjE5MDkiLCJDb2xvciI6eyIkaWQiOiIxOTE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5MTEiLCJUb3AiOjAuMCwiTGVmdCI6MC4wLCJSaWdodCI6MC4wLCJCb3R0b20iOjAuMH0sIlBhZGRpbmciOnsiJGlkIjoiMTkxMiIsIlRvcCI6MC4wLCJMZWZ0IjowLjAsIlJpZ2h0IjowLjAsIkJvdHRvbSI6MC4wfSwiQmFja2dyb3VuZCI6eyIkaWQiOiIxOTEzIiwiQ29sb3IiOnsiJGlkIjoiMTkxNCIsIkEiOjI1NSwiUiI6MCwiRyI6MCwiQiI6MH19LCJJc1Zpc2libGUiOnRydWUsIldpZHRoIjowLjAsIkhlaWdodCI6MC4wLCJCb3JkZXJTdHlsZSI6eyIkaWQiOiIxOTE1IiwiTGluZUNvbG9yIjpudWxsLCJMaW5lV2VpZ2h0IjowLjAsIkxpbmVUeXBlIjowLCJQYXJlbnRTdHlsZSI6bnVsbH0sIlBhcmVudFN0eWxlIjpudWxsfSwiUGFyZW50U3R5bGUiOm51bGx9LCJQYXJlbnRTdHlsZSI6bnVsbH0sIkluZGV4Ijo4LCJTbWFydER1cmF0aW9uQWN0aXZhdGVkIjpmYWxzZSwiRGF0ZUZvcm1hdCI6eyIkcmVmIjoiMTkwNCJ9LCJXZWVrTnVtYmVyaW5nIjp7IiRpZCI6IjE5MTYiLCJGb3JtYXQiOjAsIklzVmlzaWJsZSI6ZmFsc2UsIkxhc3RLbm93blZpc2liaWxpdHlTdGF0ZSI6ZmFsc2V9LCJCYXNlbGluZURhdGEiOnsiJGlkIjoiMTkxNyIsIlN0YXJ0RGF0ZSI6IjIwMjUtMTEtMThUMDA6MDA6MDAiLCJFbmREYXRlIjoiMjAyNS0xMi0wNVQyMzo1OTowMCJ9LCJJZCI6ImQ4YzYyZTU4LWIzZTktNDZlNS05NmUwLTBiODg5OGMyYWFlYyIsIkltcG9ydElkIjpudWxsLCJUaXRsZSI6IkRvY3VtZW50YWNpw7NuIFTDqWNuaWNhIiwiTm90ZSI6bnVsbCwiSHlwZXJsaW5rIjp7IiRpZCI6IjE5MTgiLCJBZGRyZXNzIjoiIiwiU3ViQWRkcmVzcyI6IiJ9LCJJc0NoYW5nZWQiOmZhbHNlLCJJc05ldyI6ZmFsc2V9LHsiJGlkIjoiMTkxOSIsIkdyb3VwTmFtZSI6bnVsbCwiU3RhcnREYXRlIjoiMjAyNS0xMS0yMVQwMDowMDowMFoiLCJFbmREYXRlIjoiMjAyNS0xMS0yMlQyMzo1OTowMFoiLCJQZXJjZW50YWdlQ29tcGxldGUiOm51bGwsIlN0eWxlIjp7IiRpZCI6IjE5MjAiLCJTaGFwZSI6MSwiU2hhcGVUaGlja25lc3MiOjAsIkR1cmF0aW9uRm9ybWF0IjowLCJJbmNsdWRlTm9uV29ya2luZ0RheXNJbkR1cmF0aW9uIjpmYWxzZSwiUGVyY2VudGFnZUNvbXBsZXRlU3R5bGUiOnsiJGlkIjoiMTkyMSIsIkZvbnRTZXR0aW5ncyI6eyIkaWQiOiIxOTIyIiwiRm9udFNpemUiOjEwLCJGb250TmFtZSI6IkNhbGlicmkiLCJJc0JvbGQiOmZhbHNlLCJJc0l0YWxpYyI6ZmFsc2UsIklzVW5kZXJsaW5lZCI6ZmFsc2UsIlBhcmVudFN0eWxlIjpudWxsfSwiQXV0b1NpemUiOjAsIkZvcmVncm91bmQiOnsiJGlkIjoiMTkyMyIsIkNvbG9yIjp7IiRpZCI6IjE5Mj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kyNSIsIlRvcCI6MC4wLCJMZWZ0IjowLjAsIlJpZ2h0IjowLjAsIkJvdHRvbSI6MC4wfSwiUGFkZGluZyI6eyIkaWQiOiIxOTI2IiwiVG9wIjowLjAsIkxlZnQiOjAuMCwiUmlnaHQiOjAuMCwiQm90dG9tIjowLjB9LCJCYWNrZ3JvdW5kIjp7IiRpZCI6IjE5MjciLCJDb2xvciI6eyIkaWQiOiIxOTI4IiwiQSI6ODksIlIiOjAsIkciOjAsIkIiOjB9fSwiSXNWaXNpYmxlIjp0cnVlLCJXaWR0aCI6MC4wLCJIZWlnaHQiOjAuMCwiQm9yZGVyU3R5bGUiOnsiJGlkIjoiMTkyOSIsIkxpbmVDb2xvciI6bnVsbCwiTGluZVdlaWdodCI6MC4wLCJMaW5lVHlwZSI6MCwiUGFyZW50U3R5bGUiOm51bGx9LCJQYXJlbnRTdHlsZSI6bnVsbH0sIkR1cmF0aW9uU3R5bGUiOnsiJGlkIjoiMTkzMCIsIkZvbnRTZXR0aW5ncyI6eyIkaWQiOiIxOTMxIiwiRm9udFNpemUiOjEwLCJGb250TmFtZSI6IkNhbGlicmkiLCJJc0JvbGQiOmZhbHNlLCJJc0l0YWxpYyI6ZmFsc2UsIklzVW5kZXJsaW5lZCI6ZmFsc2UsIlBhcmVudFN0eWxlIjpudWxsfSwiQXV0b1NpemUiOjAsIkZvcmVncm91bmQiOnsiJGlkIjoiMTkzMiIsIkNvbG9yIjp7IiRpZCI6IjE5Mz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OTM0IiwiVG9wIjowLjAsIkxlZnQiOjAuMCwiUmlnaHQiOjAuMCwiQm90dG9tIjowLjB9LCJQYWRkaW5nIjp7IiRpZCI6IjE5MzUiLCJUb3AiOjAuMCwiTGVmdCI6MC4wLCJSaWdodCI6MC4wLCJCb3R0b20iOjAuMH0sIkJhY2tncm91bmQiOnsiJGlkIjoiMTkzNiIsIkNvbG9yIjp7IiRpZCI6IjE5MzciLCJBIjoyNTUsIlIiOjIzNywiRyI6MTI1LCJCIjo0OX19LCJJc1Zpc2libGUiOnRydWUsIldpZHRoIjowLjAsIkhlaWdodCI6MC4wLCJCb3JkZXJTdHlsZSI6eyIkaWQiOiIxOTM4IiwiTGluZUNvbG9yIjpudWxsLCJMaW5lV2VpZ2h0IjowLjAsIkxpbmVUeXBlIjowLCJQYXJlbnRTdHlsZSI6bnVsbH0sIlBhcmVudFN0eWxlIjpudWxsfSwiSG9yaXpvbnRhbENvbm5lY3RvclN0eWxlIjp7IiRpZCI6IjE5MzkiLCJMaW5lQ29sb3IiOnsiJGlkIjoiMTk0MCIsIiR0eXBlIjoiTkxSRS5Db21tb24uRG9tLlNvbGlkQ29sb3JCcnVzaCwgTkxSRS5Db21tb24iLCJDb2xvciI6eyIkaWQiOiIxOTQxIiwiQSI6NTEsIlIiOjIxLCJHIjo5NiwiQiI6MTMwfX0sIkxpbmVXZWlnaHQiOjEuMCwiTGluZVR5cGUiOjAsIlBhcmVudFN0eWxlIjpudWxsfSwiVmVydGljYWxDb25uZWN0b3JTdHlsZSI6eyIkaWQiOiIxOTQyIiwiTGluZUNvbG9yIjp7IiRpZCI6IjE5NDMiLCIkdHlwZSI6Ik5MUkUuQ29tbW9uLkRvbS5Tb2xpZENvbG9yQnJ1c2gsIE5MUkUuQ29tbW9uIiwiQ29sb3IiOnsiJGlkIjoiMTk0NC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nRydWUsIlBlcmNlbnRhZ2VDb21wbGV0ZVNoYXBlT3BhY2l0eSI6MzUsIkJhc2VsaW5lU3R5bGUiOnsiJGlkIjoiMTk0NSIsIlNoYXBlU3R5bGUiOnsiJGlkIjoiMTk0NiIsIk1hcmdpbiI6eyIkaWQiOiIxOTQ3IiwiVG9wIjowLjAsIkxlZnQiOjAuMCwiUmlnaHQiOjAuMCwiQm90dG9tIjowLjB9LCJQYWRkaW5nIjp7IiRpZCI6IjE5NDgiLCJUb3AiOjAuMCwiTGVmdCI6MC4wLCJSaWdodCI6MC4wLCJCb3R0b20iOjAuMH0sIkJhY2tncm91bmQiOnsiJGlkIjoiMTk0OSIsIkNvbG9yIjp7IiRpZCI6IjE5NTAiLCJBIjoxNTMsIlIiOjAsIkciOjAsIkIiOjB9fSwiSXNWaXNpYmxlIjp0cnVlLCJXaWR0aCI6MC4wLCJIZWlnaHQiOjAuMCwiQm9yZGVyU3R5bGUiOm51bGwsIlBhcmVudFN0eWxlIjpudWxsfSwiTWFyZ2luIjp7IiRpZCI6IjE5NTEiLCJUb3AiOjAuMCwiTGVmdCI6MC4wLCJSaWdodCI6MC4wLCJCb3R0b20iOjAuMH0sIlBhZGRpbmciOnsiJGlkIjoiMTk1MiIsIlRvcCI6MC4wLCJMZWZ0IjowLjAsIlJpZ2h0IjowLjAsIkJvdHRvbSI6MC4wfSwiQmFja2dyb3VuZCI6bnVsbCwiSXNWaXNpYmxlIjp0cnVlLCJXaWR0aCI6MC4wLCJIZWlnaHQiOjAuMCwiQm9yZGVyU3R5bGUiOm51bGwsIlBhcmVudFN0eWxlIjpudWxsfSwiU2hhcGVTdHlsZSI6eyIkaWQiOiIxOTUzIiwiTWFyZ2luIjp7IiRpZCI6IjE5NTQiLCJUb3AiOjAuMCwiTGVmdCI6NC4wLCJSaWdodCI6NC4wLCJCb3R0b20iOjAuMH0sIlBhZGRpbmciOnsiJGlkIjoiMTk1NSIsIlRvcCI6MC4wLCJMZWZ0IjowLjAsIlJpZ2h0IjowLjAsIkJvdHRvbSI6MC4wfSwiQmFja2dyb3VuZCI6eyIkaWQiOiIxOTU2IiwiQ29sb3IiOnsiJGlkIjoiMTk1NyIsIkEiOjI1NSwiUiI6NzgsIkciOjE2NywiQiI6NDZ9fSwiSXNWaXNpYmxlIjp0cnVlLCJXaWR0aCI6MC4wLCJIZWlnaHQiOjEwLjAsIkJvcmRlclN0eWxlIjp7IiRpZCI6IjE5NTgiLCJMaW5lQ29sb3IiOnsiJGlkIjoiMTk1OSIsIiR0eXBlIjoiTkxSRS5Db21tb24uRG9tLlNvbGlkQ29sb3JCcnVzaCwgTkxSRS5Db21tb24iLCJDb2xvciI6eyIkaWQiOiIxOTYwIiwiQSI6MjU1LCJSIjoyMzQsIkciOjIyLCJCIjozMH19LCJMaW5lV2VpZ2h0IjowLjAsIkxpbmVUeXBlIjowLCJQYXJlbnRTdHlsZSI6bnVsbH0sIlBhcmVudFN0eWxlIjpudWxsfSwiVGl0bGVTdHlsZSI6eyIkaWQiOiIxOTYxIiwiRm9udFNldHRpbmdzIjp7IiRpZCI6IjE5NjIiLCJGb250U2l6ZSI6MTEsIkZvbnROYW1lIjoiQ2FsaWJyaSIsIklzQm9sZCI6ZmFsc2UsIklzSXRhbGljIjpmYWxzZSwiSXNVbmRlcmxpbmVkIjpmYWxzZSwiUGFyZW50U3R5bGUiOm51bGx9LCJBdXRvU2l6ZSI6MCwiRm9yZWdyb3VuZCI6eyIkaWQiOiIxOTYzIiwiQ29sb3IiOnsiJGlkIjoiMTk2N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xOTY1IiwiVG9wIjowLjAsIkxlZnQiOjAuMCwiUmlnaHQiOjAuMCwiQm90dG9tIjowLjB9LCJQYWRkaW5nIjp7IiRpZCI6IjE5NjYiLCJUb3AiOjAuMCwiTGVmdCI6MC4wLCJSaWdodCI6MC4wLCJCb3R0b20iOjAuMH0sIkJhY2tncm91bmQiOnsiJGlkIjoiMTk2NyIsIkNvbG9yIjp7IiRpZCI6IjE5NjgiLCJBIjowLCJSIjoyNTUsIkciOjI1NSwiQiI6MjU1fX0sIklzVmlzaWJsZSI6dHJ1ZSwiV2lkdGgiOjAuMCwiSGVpZ2h0IjowLjAsIkJvcmRlclN0eWxlIjp7IiRpZCI6IjE5NjkiLCJMaW5lQ29sb3IiOm51bGwsIkxpbmVXZWlnaHQiOjAuMCwiTGluZVR5cGUiOjAsIlBhcmVudFN0eWxlIjpudWxsfSwiUGFyZW50U3R5bGUiOm51bGx9LCJEYXRlU3R5bGUiOnsiJGlkIjoiMTk3MCIsIkZvbnRTZXR0aW5ncyI6eyIkaWQiOiIxOTcxIiwiRm9udFNpemUiOjEwLCJGb250TmFtZSI6IkNhbGlicmkiLCJJc0JvbGQiOmZhbHNlLCJJc0l0YWxpYyI6ZmFsc2UsIklzVW5kZXJsaW5lZCI6ZmFsc2UsIlBhcmVudFN0eWxlIjpudWxsfSwiQXV0b1NpemUiOjAsIkZvcmVncm91bmQiOnsiJGlkIjoiMTk3MiIsIkNvbG9yIjp7IiRpZCI6IjE5Nz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k3NCIsIlRvcCI6MC4wLCJMZWZ0IjowLjAsIlJpZ2h0IjowLjAsIkJvdHRvbSI6MC4wfSwiUGFkZGluZyI6eyIkaWQiOiIxOTc1IiwiVG9wIjowLjAsIkxlZnQiOjAuMCwiUmlnaHQiOjAuMCwiQm90dG9tIjowLjB9LCJCYWNrZ3JvdW5kIjp7IiRpZCI6IjE5NzYiLCJDb2xvciI6eyIkaWQiOiIxOTc3IiwiQSI6MCwiUiI6MjU1LCJHIjoyNTUsIkIiOjI1NX19LCJJc1Zpc2libGUiOnRydWUsIldpZHRoIjowLjAsIkhlaWdodCI6MC4wLCJCb3JkZXJTdHlsZSI6eyIkaWQiOiIxOTc4IiwiTGluZUNvbG9yIjpudWxsLCJMaW5lV2VpZ2h0IjowLjAsIkxpbmVUeXBlIjowLCJQYXJlbnRTdHlsZSI6bnVsbH0sIlBhcmVudFN0eWxlIjpudWxsfSwiRGF0ZUZvcm1hdCI6eyIkaWQiOiIxOTc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5ODAiLCJGb3JtYXQiOjAsIklzVmlzaWJsZSI6ZmFsc2UsIkxhc3RLbm93blZpc2liaWxpdHlTdGF0ZSI6ZmFsc2V9LCJJc1Zpc2libGUiOmZhbHNlLCJWYXJpYW5jZVN0eWxlIjp7IiRpZCI6IjE5ODEiLCJUZXh0U3R5bGUiOnsiJGlkIjoiMTk4MiIsIkZvbnRTZXR0aW5ncyI6eyIkaWQiOiIxOTgzIiwiRm9udFNpemUiOjEwLCJGb250TmFtZSI6IkNhbGlicmkiLCJJc0JvbGQiOmZhbHNlLCJJc0l0YWxpYyI6ZmFsc2UsIklzVW5kZXJsaW5lZCI6ZmFsc2UsIlBhcmVudFN0eWxlIjpudWxsfSwiQXV0b1NpemUiOjAsIkZvcmVncm91bmQiOnsiJGlkIjoiMTk4NCIsIkNvbG9yIjp7IiRpZCI6IjE5OD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k4NiIsIlRvcCI6MC4wLCJMZWZ0IjowLjAsIlJpZ2h0IjowLjAsIkJvdHRvbSI6MC4wfSwiUGFkZGluZyI6eyIkaWQiOiIxOTg3IiwiVG9wIjowLjAsIkxlZnQiOjAuMCwiUmlnaHQiOjAuMCwiQm90dG9tIjowLjB9LCJCYWNrZ3JvdW5kIjp7IiRpZCI6IjE5ODgiLCJDb2xvciI6eyIkaWQiOiIxOTg5IiwiQSI6MjU1LCJSIjowLCJHIjowLCJCIjowfX0sIklzVmlzaWJsZSI6dHJ1ZSwiV2lkdGgiOjAuMCwiSGVpZ2h0IjowLjAsIkJvcmRlclN0eWxlIjp7IiRpZCI6IjE5OTAiLCJMaW5lQ29sb3IiOm51bGwsIkxpbmVXZWlnaHQiOjAuMCwiTGluZVR5cGUiOjAsIlBhcmVudFN0eWxlIjpudWxsfSwiUGFyZW50U3R5bGUiOm51bGx9LCJQYXJlbnRTdHlsZSI6bnVsbH0sIlBhcmVudFN0eWxlIjpudWxsfSwiSW5kZXgiOjksIlNtYXJ0RHVyYXRpb25BY3RpdmF0ZWQiOmZhbHNlLCJEYXRlRm9ybWF0Ijp7IiRyZWYiOiIxOTc5In0sIldlZWtOdW1iZXJpbmciOnsiJGlkIjoiMTk5MSIsIkZvcm1hdCI6MCwiSXNWaXNpYmxlIjpmYWxzZSwiTGFzdEtub3duVmlzaWJpbGl0eVN0YXRlIjpmYWxzZX0sIkJhc2VsaW5lRGF0YSI6eyIkaWQiOiIxOTkyIiwiU3RhcnREYXRlIjoiMjAyNS0xMS0yMVQwMDowMDowMCIsIkVuZERhdGUiOiIyMDI1LTExLTIyVDIzOjU5OjAwIn0sIklkIjoiZjJhODQ4ZTEtOTIxYy00Y2ViLWFlYTktMGY4ODFmOWY5ZWY5IiwiSW1wb3J0SWQiOm51bGwsIlRpdGxlIjoiTWlncmFjacOzbiBCRCBhIFBvc3RncmUiLCJOb3RlIjpudWxsLCJIeXBlcmxpbmsiOnsiJGlkIjoiMTk5MyIsIkFkZHJlc3MiOiIiLCJTdWJBZGRyZXNzIjoiIn0sIklzQ2hhbmdlZCI6ZmFsc2UsIklzTmV3IjpmYWxzZX1dLCJTd2ltbGFuZXMiOltdLCJNc1Byb2plY3RJdGVtc1RyZWUiOnsiJGlkIjoiMTk5NCIsIlJvb3QiOnsiSW1wb3J0SWQiOm51bGwsIklzSW1wb3J0ZWQiOmZhbHNlLCJDaGlsZHJlbiI6W119fSwiTWV0YWRhdGEiOnsiJGlkIjoiMTk5NSIsIlNvdXJjZVRoZW1lIjoie1wiJGlkXCI6XCIxXCIsXCJJZFwiOlwiZTkyYzY1ZjAtMjhkNC00Njk3LWEwZDUtMjRiNTcyNTdiNTk3XCIsXCJDYXRlZ29yeVwiOjEsXCJDdWx0dXJlSW5mb05hbWVcIjpcImVuLVVTXCIsXCJWZXJzaW9uXCI6e1wiJGlkXCI6XCIyXCIsXCJUaGVtZURvbVZlcnNpb25cIjpcIjIuMS4wXCJ9LFwiU3R5bGVcIjp7XCIkaWRcIjpcIjNcIixcIlRpbWViYW5kU3R5bGVcIjp7XCIkaWRcIjpcIjRcIixcIlJpZ2h0RW5kQ2Fwc1N0eWxlXCI6e1wiJGlkXCI6XCI1XCIsXCJGb250U2V0dGluZ3NcIjp7XCIkaWRcIjpcIjZcIixcIkZvbnRTaXplXCI6MTgsXCJGb250TmFtZVwiOlwiQ2FsaWJyaVwiLFwiSXNCb2xkXCI6dHJ1ZSxcIklzSXRhbGljXCI6ZmFsc2UsXCJJc1VuZGVybGluZWRcIjpmYWxzZX0sXCJGb3JlZ3JvdW5kXCI6e1wiJGlkXCI6XCI3XCIsXCJDb2xvclwiOntcIiRpZFwiOlwiOFwiLFwiQVwiOjI1NSxcIlJcIjoyMzMsXCJHXCI6MTEzLFwiQlwiOjUwfX0sXCJIb3Jpem9udGFsQWxpZ25tZW50XCI6MCxcIklzVmlzaWJsZVwiOnRydWV9LFwiTGVmdEVuZENhcHNTdHlsZVwiOntcIiRpZFwiOlwiOVwiLFwiRm9udFNldHRpbmdzXCI6e1wiJGlkXCI6XCIxMFwiLFwiRm9udFNpemVcIjoxOCxcIkZvbnROYW1lXCI6XCJDYWxpYnJpXCIsXCJJc0JvbGRcIjp0cnVlLFwiSXNJdGFsaWNcIjpmYWxzZSxcIklzVW5kZXJsaW5lZFwiOmZhbHNlfSxcIkZvcmVncm91bmRcIjp7XCIkaWRcIjpcIjExXCIsXCJDb2xvclwiOntcIiRpZFwiOlwiMTJcIixcIkFcIjoyNTUsXCJSXCI6MjM3LFwiR1wiOjEyNSxcIkJcIjo0OX19LFwiSG9yaXpvbnRhbEFsaWdubWVudFwiOjAsXCJJc1Zpc2libGVcIjpmYWxzZX0sXCJUb2RheU1hcmtlclN0eWxlXCI6e1wiJGlkXCI6XCIxM1wiLFwiVG9kYXlUZXh0U3R5bGVcIjp7XCIkaWRcIjpcIjE0XCIsXCJGb250U2V0dGluZ3NcIjp7XCIkaWRcIjpcIjE1XCIsXCJGb250U2l6ZVwiOjEyLFwiRm9udE5hbWVcIjpcIkNhbGlicmlcIixcIklzQm9sZFwiOmZhbHNlLFwiSXNJdGFsaWNcIjpmYWxzZSxcIklzVW5kZXJsaW5lZFwiOmZhbHNlfSxcIkZvcmVncm91bmRcIjp7XCIkaWRcIjpcIjE2XCIsXCJDb2xvclwiOntcIiRpZFwiOlwiMTdcIixcIkFcIjoyNTUsXCJSXCI6MCxcIkdcIjowLFwiQlwiOjB9fSxcIkhvcml6b250YWxBbGlnbm1lbnRcIjowLFwiSXNWaXNpYmxlXCI6dHJ1ZX0sXCJUb2RheU1hcmtlclNoYXBlU3R5bGVcIjp7XCIkaWRcIjpcIjE4XCIsXCJNYXJnaW5cIjp7XCIkaWRcIjpcIjE5XCIsXCJUb3BcIjowLjAsXCJMZWZ0XCI6MC4wLFwiUmlnaHRcIjowLjAsXCJCb3R0b21cIjowLjB9LFwiUGFkZGluZ1wiOntcIiRpZFwiOlwiMjBcIixcIlRvcFwiOjAuMCxcIkxlZnRcIjowLjAsXCJSaWdodFwiOjAuMCxcIkJvdHRvbVwiOjAuMH0sXCJCYWNrZ3JvdW5kXCI6e1wiJGlkXCI6XCIyMVwiLFwiQ29sb3JcIjp7XCIkaWRcIjpcIjIyXCIsXCJBXCI6MjU1LFwiUlwiOjI1NSxcIkdcIjowLFwiQlwiOjB9fSxcIklzVmlzaWJsZVwiOnRydWUsXCJXaWR0aFwiOjAuMCxcIkhlaWdodFwiOjAuMCxcIkJvcmRlclN0eWxlXCI6bnVsbH0sXCJUb2RheU1hcmtlclBvc2l0aW9uXCI6MyxcIklzVmlzaWJsZVwiOnRydWV9LFwiU2NhbGVTdHlsZVwiOntcIiRpZFwiOlwiMjNcIixcIlNob3dTZWdtZW50U2VwYXJhdG9yc1wiOnRydWUsXCJTZWdtZW50U2VwYXJhdG9yT3BhY2l0eVwiOjMwLFwiU2hhcGVcIjozLFwiU2VnbWVudFRleHRTdHlsZVwiOntcIiRpZFwiOlwiMjRcIixcIkZvbnRTZXR0aW5nc1wiOntcIiRpZFwiOlwiMjVcIixcIkZvbnRTaXplXCI6MTIsXCJGb250TmFtZVwiOlwiQ2FsaWJyaVwiLFwiSXNCb2xkXCI6ZmFsc2UsXCJJc0l0YWxpY1wiOmZhbHNlLFwiSXNVbmRlcmxpbmVkXCI6ZmFsc2V9LFwiRm9yZWdyb3VuZFwiOntcIiRpZFwiOlwiMjZcIixcIkNvbG9yXCI6e1wiJGlkXCI6XCIyN1wiLFwiQVwiOjI1NSxcIlJcIjoyMzIsXCJHXCI6MjMyLFwiQlwiOjIzMn19LFwiSG9yaXpvbnRhbEFsaWdubWVudFwiOjAsXCJJc1Zpc2libGVcIjp0cnVlfSxcIlNoYXBlU3R5bGVcIjp7XCIkaWRcIjpcIjI4XCIsXCJNYXJnaW5cIjp7XCIkaWRcIjpcIjI5XCIsXCJUb3BcIjowLjAsXCJMZWZ0XCI6MTAuMCxcIlJpZ2h0XCI6MTAuMCxcIkJvdHRvbVwiOjAuMH0sXCJQYWRkaW5nXCI6e1wiJGlkXCI6XCIzMFwiLFwiVG9wXCI6MC4wLFwiTGVmdFwiOjAuMCxcIlJpZ2h0XCI6MC4wLFwiQm90dG9tXCI6MC4wfSxcIkJhY2tncm91bmRcIjp7XCIkaWRcIjpcIjMxXCIsXCJDb2xvclwiOntcIiRpZFwiOlwiMzJcIixcIkFcIjoyNTUsXCJSXCI6MTQsXCJHXCI6NDAsXCJCXCI6NjV9fSxcIklzVmlzaWJsZVwiOnRydWUsXCJXaWR0aFwiOjg1OC4wLFwiSGVpZ2h0XCI6MjAuMCxcIkJvcmRlclN0eWxlXCI6e1wiJGlkXCI6XCIzM1wiLFwiTGluZVN0eWxlXCI6e1wiJGlkXCI6XCIzNFwiLFwiTGluZUNvbG9yXCI6e1wiJGlkXCI6XCIzNVwiLFwiQ29sb3JcIjp7XCIkaWRcIjpcIjM2XCIsXCJBXCI6MjU1LFwiUlwiOjI1NSxcIkdcIjowLFwiQlwiOjB9fSxcIkxpbmVXZWlnaHRcIjowLjAsXCJMaW5lVHlwZVwiOjB9LFwiSXNWaXNpYmxlXCI6ZmFsc2V9fX0sXCJFbGFwc2VkVGltZVN0eWxlXCI6e1wiJGlkXCI6XCIzN1wiLFwiRWxhcHNlZFRpbWVCYWNrZ3JvdW5kXCI6e1wiJGlkXCI6XCIzOFwiLFwiQ29sb3JcIjp7XCIkaWRcIjpcIjM5XCIsXCJBXCI6MTkxLFwiUlwiOjI1NSxcIkdcIjowLFwiQlwiOjB9fSxcIkVsYXBzZWRUaW1lRm9ybWF0XCI6MSxcIklzVmlzaWJsZVwiOnRydWV9LFwiTWFyZ2luXCI6e1wiJGlkXCI6XCI0MFwiLFwiVG9wXCI6MC4wLFwiTGVmdFwiOjEwLjAsXCJSaWdodFwiOjEwLjAsXCJCb3R0b21cIjowLjB9LFwiUGFkZGluZ1wiOntcIiRpZFwiOlwiNDFcIixcIlRvcFwiOjAuMCxcIkxlZnRcIjowLjAsXCJSaWdodFwiOjAuMCxcIkJvdHRvbVwiOjAuMH0sXCJCYWNrZ3JvdW5kXCI6e1wiJGlkXCI6XCI0MlwiLFwiQ29sb3JcIjp7XCIkaWRcIjpcIjQzXCIsXCJBXCI6MjU1LFwiUlwiOjQ3LFwiR1wiOjU0LFwiQlwiOjE1M319LFwiSXNWaXNpYmxlXCI6ZmFsc2UsXCJXaWR0aFwiOjAuMCxcIkhlaWdodFwiOjAuMCxcIkJvcmRlclN0eWxlXCI6bnVsbH0sXCJUYXNrU3R5bGVcIjp7XCIkaWRcIjpcIjQ0XCIsXCJTaGFwZVwiOjMsXCJTaGFwZVRoaWNrbmVzc1wiOjAsXCJEdXJhdGlvbkZvcm1hdFwiOjAsXCJQZXJjZW50YWdlQ29tcGxldGVUZXh0U3R5bGVcIjp7XCIkaWRcIjpcIjQ1XCIsXCJGb250U2V0dGluZ3NcIjp7XCIkaWRcIjpcIjQ2XCIsXCJGb250U2l6ZVwiOjEwLFwiRm9udE5hbWVcIjpcIkNhbGlicmlcIixcIklzQm9sZFwiOmZhbHNlLFwiSXNJdGFsaWNcIjpmYWxzZSxcIklzVW5kZXJsaW5lZFwiOmZhbHNlfSxcIkZvcmVncm91bmRcIjp7XCIkaWRcIjpcIjQ3XCIsXCJDb2xvclwiOntcIiRpZFwiOlwiNDhcIixcIkFcIjoyNTUsXCJSXCI6MjMyLFwiR1wiOjIzMixcIkJcIjoyMzJ9fSxcIkhvcml6b250YWxBbGlnbm1lbnRcIjoxLFwiSXNWaXNpYmxlXCI6dHJ1ZX0sXCJQZXJjZW50YWdlQ29tcGxldGVIaWdobGlnaHRTdHlsZVwiOntcIiRpZFwiOlwiNDlcIixcIkJhY2tncm91bmRcIjp7XCIkaWRcIjpcIjUwXCIsXCJDb2xvclwiOntcIiRpZFwiOlwiNTFcIixcIkFcIjo4OSxcIlJcIjowLFwiR1wiOjAsXCJCXCI6MH19fSxcIkR1cmF0aW9uU3R5bGVcIjp7XCIkaWRcIjpcIjUyXCIsXCJGb250U2V0dGluZ3NcIjp7XCIkaWRcIjpcIjUzXCIsXCJGb250U2l6ZVwiOjEwLFwiRm9udE5hbWVcIjpcIkNhbGlicmlcIixcIklzQm9sZFwiOmZhbHNlLFwiSXNJdGFsaWNcIjpmYWxzZSxcIklzVW5kZXJsaW5lZFwiOmZhbHNlfSxcIkZvcmVncm91bmRcIjp7XCIkaWRcIjpcIjU0XCIsXCJDb2xvclwiOntcIiRpZFwiOlwiNTVcIixcIkFcIjoyNTUsXCJSXCI6MjM3LFwiR1wiOjEyNSxcIkJcIjo0OX19LFwiSG9yaXpvbnRhbEFsaWdubWVudFwiOjAsXCJJc1Zpc2libGVcIjpmYWxzZX0sXCJIb3Jpem9udGFsQ29ubmVjdG9yU3R5bGVcIjp7XCIkaWRcIjpcIjU2XCIsXCJMaW5lU3R5bGVcIjp7XCIkaWRcIjpcIjU3XCIsXCJMaW5lQ29sb3JcIjp7XCIkaWRcIjpcIjU4XCIsXCJDb2xvclwiOntcIiRpZFwiOlwiNTlcIixcIkFcIjo1MSxcIlJcIjoyMSxcIkdcIjo5NixcIkJcIjoxMzB9fSxcIkxpbmVXZWlnaHRcIjoxLjAsXCJMaW5lVHlwZVwiOjB9LFwiSXNWaXNpYmxlXCI6dHJ1ZX0sXCJWZXJ0aWNhbENvbm5lY3RvclN0eWxlXCI6e1wiJGlkXCI6XCI2MFwiLFwiTGluZVN0eWxlXCI6e1wiJGlkXCI6XCI2MVwiLFwiTGluZUNvbG9yXCI6e1wiJGlkXCI6XCI2MlwiLFwiQ29sb3JcIjp7XCIkaWRcIjpcIjYzXCIsXCJBXCI6NTEsXCJSXCI6MjEsXCJHXCI6OTYsXCJCXCI6MTMwfX0sXCJMaW5lV2VpZ2h0XCI6MS4wLFwiTGluZVR5cGVcIjowfSxcIklzVmlzaWJsZVwiOmZhbHNlfSxcIk1hcmdpblwiOntcIiRpZFwiOlwiNjRcIixcIlRvcFwiOjAuMCxcIkxlZnRcIjowLjAsXCJSaWdodFwiOjAuMCxcIkJvdHRvbVwiOjAuMH0sXCJTdGFydERhdGVQb3NpdGlvblwiOjQsXCJFbmREYXRlUG9zaXRpb25cIjo0LFwiVGl0bGVQb3NpdGlvblwiOjMsXCJEdXJhdGlvblBvc2l0aW9uXCI6MCxcIlBlcmNlbnRhZ2VDb21wbGV0ZWRQb3NpdGlvblwiOjIsXCJWYXJpYW5jZVBvc2l0aW9uXCI6MixcIlNwYWNpbmdcIjozLFwiSXNCZWxvd1RpbWViYW5kXCI6ZmFsc2UsXCJCYXNlbGluZVN0eWxlXCI6e1wiJGlkXCI6XCI2NVwiLFwiQmFzZWxpbmVTaGFwZVN0eWxlXCI6e1wiJGlkXCI6XCI2NlwiLFwiTWFyZ2luXCI6e1wiJGlkXCI6XCI2N1wiLFwiVG9wXCI6MC4wLFwiTGVmdFwiOjAuMCxcIlJpZ2h0XCI6MC4wLFwiQm90dG9tXCI6MC4wfSxcIlBhZGRpbmdcIjp7XCIkaWRcIjpcIjY4XCIsXCJUb3BcIjowLjAsXCJMZWZ0XCI6MC4wLFwiUmlnaHRcIjowLjAsXCJCb3R0b21cIjowLjB9LFwiQmFja2dyb3VuZFwiOntcIiRpZFwiOlwiNjlcIixcIkNvbG9yXCI6e1wiJGlkXCI6XCI3MFwiLFwiQVwiOjE1MyxcIlJcIjowLFwiR1wiOjAsXCJCXCI6MH19LFwiSXNWaXNpYmxlXCI6ZmFsc2UsXCJXaWR0aFwiOjAuMCxcIkhlaWdodFwiOjAuMCxcIkJvcmRlclN0eWxlXCI6e1wiJGlkXCI6XCI3MVwiLFwiTGluZVN0eWxlXCI6e1wiJGlkXCI6XCI3MlwiLFwiTGluZUNvbG9yXCI6e1wiJGlkXCI6XCI3M1wiLFwiQ29sb3JcIjp7XCIkaWRcIjpcIjc0XCIsXCJBXCI6MjU1LFwiUlwiOjI1NSxcIkdcIjowLFwiQlwiOjB9fSxcIkxpbmVXZWlnaHRcIjoyLjAsXCJMaW5lVHlwZVwiOjB9LFwiSXNWaXNpYmxlXCI6ZmFsc2V9fX0sXCJTaGFwZVN0eWxlXCI6e1wiJGlkXCI6XCI3NVwiLFwiTWFyZ2luXCI6e1wiJGlkXCI6XCI3NlwiLFwiVG9wXCI6MC4wLFwiTGVmdFwiOjQuMCxcIlJpZ2h0XCI6NC4wLFwiQm90dG9tXCI6MC4wfSxcIlBhZGRpbmdcIjp7XCIkaWRcIjpcIjc3XCIsXCJUb3BcIjowLjAsXCJMZWZ0XCI6MC4wLFwiUmlnaHRcIjowLjAsXCJCb3R0b21cIjowLjB9LFwiQmFja2dyb3VuZFwiOntcIiRpZFwiOlwiNzhcIixcIkNvbG9yXCI6e1wiJGlkXCI6XCI3OVwiLFwiQVwiOjI1NSxcIlJcIjoyMSxcIkdcIjo5NixcIkJcIjoxMzB9fSxcIklzVmlzaWJsZVwiOnRydWUsXCJXaWR0aFwiOjAuMCxcIkhlaWdodFwiOjEwLjAsXCJCb3JkZXJTdHlsZVwiOntcIiRpZFwiOlwiODBcIixcIkxpbmVTdHlsZVwiOntcIiRpZFwiOlwiODFcIixcIkxpbmVDb2xvclwiOntcIiRpZFwiOlwiODJcIixcIkNvbG9yXCI6e1wiJGlkXCI6XCI4M1wiLFwiQVwiOjI1NSxcIlJcIjoyMzQsXCJHXCI6MjIsXCJCXCI6MzB9fSxcIkxpbmVXZWlnaHRcIjoyLjAsXCJMaW5lVHlwZVwiOjB9LFwiSXNWaXNpYmxlXCI6ZmFsc2V9fSxcIlRpdGxlU3R5bGVcIjp7XCIkaWRcIjpcIjg0XCIsXCJGb250U2V0dGluZ3NcIjp7XCIkaWRcIjpcIjg1XCIsXCJGb250U2l6ZVwiOjExLFwiRm9udE5hbWVcIjpcIkNhbGlicmlcIixcIklzQm9sZFwiOmZhbHNlLFwiSXNJdGFsaWNcIjpmYWxzZSxcIklzVW5kZXJsaW5lZFwiOmZhbHNlfSxcIkZvcmVncm91bmRcIjp7XCIkaWRcIjpcIjg2XCIsXCJDb2xvclwiOntcIiRpZFwiOlwiODdcIixcIkFcIjoyNTUsXCJSXCI6MCxcIkdcIjowLFwiQlwiOjB9fSxcIkhvcml6b250YWxBbGlnbm1lbnRcIjoyLFwiSXNWaXNpYmxlXCI6dHJ1ZX0sXCJEYXRlU3R5bGVcIjp7XCIkaWRcIjpcIjg4XCIsXCJGb250U2V0dGluZ3NcIjp7XCIkaWRcIjpcIjg5XCIsXCJGb250U2l6ZVwiOjEwLFwiRm9udE5hbWVcIjpcIkNhbGlicmlcIixcIklzQm9sZFwiOmZhbHNlLFwiSXNJdGFsaWNcIjpmYWxzZSxcIklzVW5kZXJsaW5lZFwiOmZhbHNlfSxcIkZvcmVncm91bmRcIjp7XCIkaWRcIjpcIjkwXCIsXCJDb2xvclwiOntcIiRpZFwiOlwiOTFcIixcIkFcIjoyNTUsXCJSXCI6MTQsXCJHXCI6NDAsXCJCXCI6NjV9fSxcIkhvcml6b250YWxBbGlnbm1lbnRcIjowLFwiSXNWaXNpYmxlXCI6dHJ1ZX0sXCJEYXRlRm9ybWF0XCI6e1wiJGlkXCI6XCI5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5M1wiLFwiRm9ybWF0XCI6MCxcIklzVmlzaWJsZVwiOmZhbHNlLFwiTGFzdEtub3duVmlzaWJpbGl0eVN0YXRlXCI6ZmFsc2V9LFwiVmFyaWFuY2VTdHlsZVwiOntcIiRpZFwiOlwiOTRcIixcIlZhcmlhbmNlVGV4dFN0eWxlXCI6e1wiJGlkXCI6XCI5NVwiLFwiRm9udFNldHRpbmdzXCI6e1wiJGlkXCI6XCI5NlwiLFwiRm9udFNpemVcIjoxMCxcIkZvbnROYW1lXCI6XCJDYWxpYnJpXCIsXCJJc0JvbGRcIjpmYWxzZSxcIklzSXRhbGljXCI6ZmFsc2UsXCJJc1VuZGVybGluZWRcIjpmYWxzZX0sXCJGb3JlZ3JvdW5kXCI6e1wiJGlkXCI6XCI5N1wiLFwiQ29sb3JcIjp7XCIkaWRcIjpcIjk4XCIsXCJBXCI6MjU1LFwiUlwiOjAsXCJHXCI6MCxcIkJcIjowfX0sXCJIb3Jpem9udGFsQWxpZ25tZW50XCI6MCxcIklzVmlzaWJsZVwiOnRydWV9fX0sXCJNaWxlc3RvbmVTdHlsZVwiOntcIiRpZFwiOlwiOTlcIixcIlNoYXBlXCI6MixcIklzQmVsb3dUaW1lYmFuZFwiOmZhbHNlLFwiU2hhcGVTaXplXCI6MSxcIlBhZGRpbmdcIjp7XCIkaWRcIjpcIjEwMFwiLFwiVG9wXCI6NS4wLFwiTGVmdFwiOjMuMCxcIlJpZ2h0XCI6MC4wLFwiQm90dG9tXCI6Mi4wfSxcIlNoYXBlU3R5bGVcIjp7XCIkaWRcIjpcIjEwMVwiLFwiTWFyZ2luXCI6e1wiJGlkXCI6XCIxMDJcIixcIlRvcFwiOjAuMCxcIkxlZnRcIjowLjAsXCJSaWdodFwiOjAuMCxcIkJvdHRvbVwiOjAuMH0sXCJQYWRkaW5nXCI6e1wiJGlkXCI6XCIxMDNcIixcIlRvcFwiOjAuMCxcIkxlZnRcIjowLjAsXCJSaWdodFwiOjAuMCxcIkJvdHRvbVwiOjAuMH0sXCJCYWNrZ3JvdW5kXCI6e1wiJGlkXCI6XCIxMDRcIixcIkNvbG9yXCI6e1wiJGlkXCI6XCIxMDVcIixcIkFcIjoyNTUsXCJSXCI6MjMzLFwiR1wiOjExMyxcIkJcIjo1MH19LFwiSXNWaXNpYmxlXCI6dHJ1ZSxcIldpZHRoXCI6MTguMCxcIkhlaWdodFwiOjIwLjAsXCJCb3JkZXJTdHlsZVwiOntcIiRpZFwiOlwiMTA2XCIsXCJMaW5lU3R5bGVcIjp7XCIkaWRcIjpcIjEwN1wiLFwiTGluZUNvbG9yXCI6e1wiJGlkXCI6XCIxMDhcIixcIkNvbG9yXCI6e1wiJGlkXCI6XCIxMDlcIixcIkFcIjoyNTUsXCJSXCI6MjM0LFwiR1wiOjIyLFwiQlwiOjMwfX0sXCJMaW5lV2VpZ2h0XCI6Mi4wLFwiTGluZVR5cGVcIjowfSxcIklzVmlzaWJsZVwiOmZhbHNlfX0sXCJUaXRsZVN0eWxlXCI6e1wiJGlkXCI6XCIxMTBcIixcIkZvbnRTZXR0aW5nc1wiOntcIiRpZFwiOlwiMTExXCIsXCJGb250U2l6ZVwiOjExLFwiRm9udE5hbWVcIjpcIkNhbGlicmlcIixcIklzQm9sZFwiOnRydWUsXCJJc0l0YWxpY1wiOmZhbHNlLFwiSXNVbmRlcmxpbmVkXCI6ZmFsc2V9LFwiRm9yZWdyb3VuZFwiOntcIiRpZFwiOlwiMTEyXCIsXCJDb2xvclwiOntcIiRpZFwiOlwiMTEzXCIsXCJBXCI6MjU1LFwiUlwiOjAsXCJHXCI6MCxcIkJcIjowfX0sXCJIb3Jpem9udGFsQWxpZ25tZW50XCI6MCxcIklzVmlzaWJsZVwiOnRydWV9LFwiRGF0ZVN0eWxlXCI6e1wiJGlkXCI6XCIxMTRcIixcIkZvbnRTZXR0aW5nc1wiOntcIiRpZFwiOlwiMTE1XCIsXCJGb250U2l6ZVwiOjEwLFwiRm9udE5hbWVcIjpcIkNhbGlicmlcIixcIklzQm9sZFwiOmZhbHNlLFwiSXNJdGFsaWNcIjpmYWxzZSxcIklzVW5kZXJsaW5lZFwiOmZhbHNlfSxcIkZvcmVncm91bmRcIjp7XCIkaWRcIjpcIjExNlwiLFwiQ29sb3JcIjp7XCIkaWRcIjpcIjExN1wiLFwiQVwiOjI1NSxcIlJcIjoxNCxcIkdcIjo0MCxcIkJcIjo2NX19LFwiSG9yaXpvbnRhbEFsaWdubWVudFwiOjAsXCJJc1Zpc2libGVcIjp0cnVlfSxcIkRhdGVGb3JtYXRcIjp7XCIkaWRcIjpcIjExOF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xMTlcIixcIkZvcm1hdFwiOjAsXCJJc1Zpc2libGVcIjpmYWxzZSxcIkxhc3RLbm93blZpc2liaWxpdHlTdGF0ZVwiOmZhbHNlfSxcIlZhcmlhbmNlU3R5bGVcIjp7XCIkaWRcIjpcIjEyMFwiLFwiVmFyaWFuY2VUZXh0U3R5bGVcIjp7XCIkaWRcIjpcIjEyMVwiLFwiRm9udFNldHRpbmdzXCI6e1wiJGlkXCI6XCIxMjJcIixcIkZvbnRTaXplXCI6MTAsXCJGb250TmFtZVwiOlwiQ2FsaWJyaVwiLFwiSXNCb2xkXCI6ZmFsc2UsXCJJc0l0YWxpY1wiOmZhbHNlLFwiSXNVbmRlcmxpbmVkXCI6ZmFsc2V9LFwiRm9yZWdyb3VuZFwiOntcIiRpZFwiOlwiMTIzXCIsXCJDb2xvclwiOntcIiRpZFwiOlwiMTI0XCIsXCJBXCI6MjU1LFwiUlwiOjAsXCJHXCI6MCxcIkJcIjowfX0sXCJIb3Jpem9udGFsQWxpZ25tZW50XCI6MCxcIklzVmlzaWJsZVwiOnRydWV9fX0sXCJNb3RTdHlsZVwiOntcIiRpZFwiOlwiMTI1XCIsXCJTaGFwZVwiOjIsXCJTaGFwZVNpemVcIjoxLFwiRGV0YWlsc1NwYWNpbmdcIjowLjAsXCJQYWRkaW5nXCI6e1wiJGlkXCI6XCIxMjZcIixcIlRvcFwiOjUuMCxcIkxlZnRcIjozLjAsXCJSaWdodFwiOjAuMCxcIkJvdHRvbVwiOjIuMH0sXCJQb3NpdGlvbk9uVGFza1wiOjEsXCJTaGFwZVN0eWxlXCI6e1wiJGlkXCI6XCIxMjdcIixcIk1hcmdpblwiOntcIiRpZFwiOlwiMTI4XCIsXCJUb3BcIjowLjAsXCJMZWZ0XCI6MC4wLFwiUmlnaHRcIjowLjAsXCJCb3R0b21cIjowLjB9LFwiUGFkZGluZ1wiOntcIiRpZFwiOlwiMTI5XCIsXCJUb3BcIjowLjAsXCJMZWZ0XCI6MC4wLFwiUmlnaHRcIjowLjAsXCJCb3R0b21cIjowLjB9LFwiQmFja2dyb3VuZFwiOntcIiRpZFwiOlwiMTMwXCIsXCJDb2xvclwiOntcIiRpZFwiOlwiMTMxXCIsXCJBXCI6MjU1LFwiUlwiOjIzMyxcIkdcIjoxMTMsXCJCXCI6NTB9fSxcIklzVmlzaWJsZVwiOnRydWUsXCJXaWR0aFwiOjEzLjAsXCJIZWlnaHRcIjoxMy4wLFwiQm9yZGVyU3R5bGVcIjp7XCIkaWRcIjpcIjEzMlwiLFwiTGluZVN0eWxlXCI6e1wiJGlkXCI6XCIxMzNcIixcIkxpbmVDb2xvclwiOntcIiRpZFwiOlwiMTM0XCIsXCJDb2xvclwiOntcIiRpZFwiOlwiMTM1XCIsXCJBXCI6MjU1LFwiUlwiOjIzNCxcIkdcIjoyMixcIkJcIjozMH19LFwiTGluZVdlaWdodFwiOjIuMCxcIkxpbmVUeXBlXCI6MH0sXCJJc1Zpc2libGVcIjpmYWxzZX19LFwiVGl0bGVTdHlsZVwiOntcIiRpZFwiOlwiMTM2XCIsXCJGb250U2V0dGluZ3NcIjp7XCIkaWRcIjpcIjEzN1wiLFwiRm9udFNpemVcIjoxMSxcIkZvbnROYW1lXCI6XCJDYWxpYnJpXCIsXCJJc0JvbGRcIjp0cnVlLFwiSXNJdGFsaWNcIjpmYWxzZSxcIklzVW5kZXJsaW5lZFwiOmZhbHNlfSxcIkZvcmVncm91bmRcIjp7XCIkaWRcIjpcIjEzOFwiLFwiQ29sb3JcIjp7XCIkaWRcIjpcIjEzOVwiLFwiQVwiOjI1NSxcIlJcIjowLFwiR1wiOjAsXCJCXCI6MH19LFwiSG9yaXpvbnRhbEFsaWdubWVudFwiOjAsXCJJc1Zpc2libGVcIjp0cnVlfSxcIkRhdGVTdHlsZVwiOntcIiRpZFwiOlwiMTQwXCIsXCJGb250U2V0dGluZ3NcIjp7XCIkaWRcIjpcIjE0MVwiLFwiRm9udFNpemVcIjoxMCxcIkZvbnROYW1lXCI6XCJDYWxpYnJpXCIsXCJJc0JvbGRcIjpmYWxzZSxcIklzSXRhbGljXCI6ZmFsc2UsXCJJc1VuZGVybGluZWRcIjpmYWxzZX0sXCJGb3JlZ3JvdW5kXCI6e1wiJGlkXCI6XCIxNDJcIixcIkNvbG9yXCI6e1wiJGlkXCI6XCIxNDNcIixcIkFcIjoyNTUsXCJSXCI6MTQsXCJHXCI6NDAsXCJCXCI6NjV9fSxcIkhvcml6b250YWxBbGlnbm1lbnRcIjowLFwiSXNWaXNpYmxlXCI6dHJ1ZX0sXCJEYXRlRm9ybWF0XCI6e1wiJGlkXCI6XCIxNDRcIixcIkZvcm1hdFN0cmluZ1wiOlwiTU1NIGQsIHl5eXlcIixcIlNlcGFyYXRvclwiOlwiL1wiLFwiVXNlSW50ZXJuYXRpb25hbERhdGVGb3JtYXRcIjpmYWxzZSxcIkRhdGVJc1Zpc2libGVcIjp0cnVlLFwiVGltZUlzVmlzaWJsZVwiOmZhbHNlLFwiSG91ckRpZ2l0c1wiOjEsXCJBbVBtRGVzaWduYXRvclwiOjIsXCJUcmltMDBNaW51dGVzXCI6ZmFsc2V9LFwiV2Vla051bWJlcmluZ1wiOntcIiRpZFwiOlwiMTQ1XCIsXCJGb3JtYXRcIjowLFwiSXNWaXNpYmxlXCI6ZmFsc2UsXCJMYXN0S25vd25WaXNpYmlsaXR5U3RhdGVcIjpmYWxzZX0sXCJWYXJpYW5jZVN0eWxlXCI6e1wiJGlkXCI6XCIxNDZcIixcIlZhcmlhbmNlVGV4dFN0eWxlXCI6e1wiJGlkXCI6XCIxNDdcIixcIkZvbnRTZXR0aW5nc1wiOntcIiRpZFwiOlwiMTQ4XCIsXCJGb250U2l6ZVwiOjEwLFwiRm9udE5hbWVcIjpcIkNhbGlicmlcIixcIklzQm9sZFwiOmZhbHNlLFwiSXNJdGFsaWNcIjpmYWxzZSxcIklzVW5kZXJsaW5lZFwiOmZhbHNlfSxcIkZvcmVncm91bmRcIjp7XCIkaWRcIjpcIjE0OVwiLFwiQ29sb3JcIjp7XCIkaWRcIjpcIjE1MFwiLFwiQVwiOjI1NSxcIlJcIjowLFwiR1wiOjAsXCJCXCI6MH19LFwiSG9yaXpvbnRhbEFsaWdubWVudFwiOjAsXCJJc1Zpc2libGVcIjp0cnVlfX19LFwiU3dpbWxhbmVWMlN0eWxlXCI6e1wiJGlkXCI6XCIxNTFcIixcIlN0eWxlSWRcIjpcIjMzMmNmYjEzLWI0MDEtNGVjMy1iNjU1LTczOTY4ZDA0ZDc0OVwiLFwiTmFtZVwiOlwiU3dpbWxhbmUgU3R5bGUgMVwiLFwiSGVhZGVyU3R5bGVcIjp7XCIkaWRcIjpcIjE1MlwiLFwiVGV4dFN0eWxlXCI6e1wiJGlkXCI6XCIxNTNcIixcIkZvbnRTZXR0aW5nc1wiOntcIiRpZFwiOlwiMTU0XCIsXCJGb250U2l6ZVwiOjExLFwiRm9udE5hbWVcIjpcIkNhbGlicmlcIixcIklzQm9sZFwiOmZhbHNlLFwiSXNJdGFsaWNcIjpmYWxzZSxcIklzVW5kZXJsaW5lZFwiOmZhbHNlfSxcIkZvcmVncm91bmRcIjp7XCIkaWRcIjpcIjE1NVwiLFwiQ29sb3JcIjp7XCIkaWRcIjpcIjE1NlwiLFwiQVwiOjI1NSxcIlJcIjoyNTUsXCJHXCI6MjU1LFwiQlwiOjI1NX19LFwiSG9yaXpvbnRhbEFsaWdubWVudFwiOjAsXCJJc1Zpc2libGVcIjp0cnVlfSxcIlJlY3RhbmdsZVN0eWxlXCI6e1wiJGlkXCI6XCIxNTdcIixcIk1hcmdpblwiOntcIiRpZFwiOlwiMTU4XCIsXCJUb3BcIjowLjAsXCJMZWZ0XCI6MC4wLFwiUmlnaHRcIjowLjAsXCJCb3R0b21cIjowLjB9LFwiUGFkZGluZ1wiOntcIiRpZFwiOlwiMTU5XCIsXCJUb3BcIjowLjAsXCJMZWZ0XCI6MC4wLFwiUmlnaHRcIjowLjAsXCJCb3R0b21cIjowLjB9LFwiQmFja2dyb3VuZFwiOntcIiRpZFwiOlwiMTYwXCIsXCJDb2xvclwiOntcIiRpZFwiOlwiMTYxXCIsXCJBXCI6MjU1LFwiUlwiOjIxLFwiR1wiOjk2LFwiQlwiOjEzMH19LFwiSXNWaXNpYmxlXCI6dHJ1ZSxcIldpZHRoXCI6MC4wLFwiSGVpZ2h0XCI6MC4wLFwiQm9yZGVyU3R5bGVcIjp7XCIkaWRcIjpcIjE2MlwiLFwiTGluZVN0eWxlXCI6e1wiJGlkXCI6XCIxNjNcIixcIkxpbmVDb2xvclwiOntcIiRpZFwiOlwiMTY0XCIsXCJDb2xvclwiOntcIiRpZFwiOlwiMTY1XCIsXCJBXCI6MjU1LFwiUlwiOjI1NSxcIkdcIjoyNTUsXCJCXCI6MjU1fX0sXCJMaW5lV2VpZ2h0XCI6MC4wLFwiTGluZVR5cGVcIjowfSxcIklzVmlzaWJsZVwiOmZhbHNlfX19LFwiQmFja2dyb3VuZFN0eWxlXCI6e1wiJGlkXCI6XCIxNjZcIixcIk1hcmdpblwiOntcIiRpZFwiOlwiMTY3XCIsXCJUb3BcIjowLjAsXCJMZWZ0XCI6MC4wLFwiUmlnaHRcIjowLjAsXCJCb3R0b21cIjowLjB9LFwiUGFkZGluZ1wiOntcIiRpZFwiOlwiMTY4XCIsXCJUb3BcIjowLjAsXCJMZWZ0XCI6MC4wLFwiUmlnaHRcIjowLjAsXCJCb3R0b21cIjowLjB9LFwiQmFja2dyb3VuZFwiOntcIiRpZFwiOlwiMTY5XCIsXCJDb2xvclwiOntcIiRpZFwiOlwiMTcwXCIsXCJBXCI6NTEsXCJSXCI6MjAwLFwiR1wiOjIwMCxcIkJcIjoyMDB9fSxcIklzVmlzaWJsZVwiOnRydWUsXCJXaWR0aFwiOjAuMCxcIkhlaWdodFwiOjAuMCxcIkJvcmRlclN0eWxlXCI6e1wiJGlkXCI6XCIxNzFcIixcIkxpbmVTdHlsZVwiOntcIiRpZFwiOlwiMTcyXCIsXCJMaW5lQ29sb3JcIjp7XCIkaWRcIjpcIjE3M1wiLFwiQ29sb3JcIjp7XCIkaWRcIjpcIjE3NFwiLFwiQVwiOjI1NSxcIlJcIjoyMzQsXCJHXCI6MjIsXCJCXCI6MzB9fSxcIkxpbmVXZWlnaHRcIjoyLjAsXCJMaW5lVHlwZVwiOjB9LFwiSXNWaXNpYmxlXCI6ZmFsc2V9fSxcIklzQWJvdmVUaW1lYmFuZFwiOmZhbHNlLFwiU3BhY2luZ1wiOjMsXCJEZWZhdWx0U3dpbWxhbmVBY3Rpdml0eVN0eWxlXCI6e1wiJGlkXCI6XCIxNzVcIixcIkhlYWRlclN0eWxlXCI6e1wiJGlkXCI6XCIxNzZcIixcIlRleHRTdHlsZVwiOntcIiRpZFwiOlwiMTc3XCIsXCJGb250U2V0dGluZ3NcIjp7XCIkaWRcIjpcIjE3OFwiLFwiRm9udFNpemVcIjoxMSxcIkZvbnROYW1lXCI6XCJDYWxpYnJpXCIsXCJJc0JvbGRcIjpmYWxzZSxcIklzSXRhbGljXCI6ZmFsc2UsXCJJc1VuZGVybGluZWRcIjpmYWxzZX0sXCJGb3JlZ3JvdW5kXCI6e1wiJGlkXCI6XCIxNzlcIixcIkNvbG9yXCI6e1wiJGlkXCI6XCIxODBcIixcIkFcIjoyNTUsXCJSXCI6MCxcIkdcIjowLFwiQlwiOjB9fSxcIkhvcml6b250YWxBbGlnbm1lbnRcIjowLFwiSXNWaXNpYmxlXCI6dHJ1ZX0sXCJSZWN0YW5nbGVTdHlsZVwiOntcIiRpZFwiOlwiMTgxXCIsXCJNYXJnaW5cIjp7XCIkaWRcIjpcIjE4MlwiLFwiVG9wXCI6MC4wLFwiTGVmdFwiOjAuMCxcIlJpZ2h0XCI6MC4wLFwiQm90dG9tXCI6MC4wfSxcIlBhZGRpbmdcIjp7XCIkaWRcIjpcIjE4M1wiLFwiVG9wXCI6MC4wLFwiTGVmdFwiOjAuMCxcIlJpZ2h0XCI6MC4wLFwiQm90dG9tXCI6MC4wfSxcIkJhY2tncm91bmRcIjp7XCIkaWRcIjpcIjE4NFwiLFwiQ29sb3JcIjp7XCIkaWRcIjpcIjE4NVwiLFwiQVwiOjYzLFwiUlwiOjIxLFwiR1wiOjk2LFwiQlwiOjEzMH19LFwiSXNWaXNpYmxlXCI6dHJ1ZSxcIldpZHRoXCI6MC4wLFwiSGVpZ2h0XCI6MC4wLFwiQm9yZGVyU3R5bGVcIjp7XCIkaWRcIjpcIjE4NlwiLFwiTGluZVN0eWxlXCI6e1wiJGlkXCI6XCIxODdcIixcIkxpbmVDb2xvclwiOntcIiRpZFwiOlwiMTg4XCIsXCJDb2xvclwiOntcIiRpZFwiOlwiMTg5XCIsXCJBXCI6MjU1LFwiUlwiOjI1NSxcIkdcIjowLFwiQlwiOjB9fSxcIkxpbmVXZWlnaHRcIjowLjAsXCJMaW5lVHlwZVwiOjB9LFwiSXNWaXNpYmxlXCI6ZmFsc2V9fX0sXCJCYWNrZ3JvdW5kU3R5bGVcIjp7XCIkaWRcIjpcIjE5MFwiLFwiTWFyZ2luXCI6e1wiJGlkXCI6XCIxOTFcIixcIlRvcFwiOjAuMCxcIkxlZnRcIjowLjAsXCJSaWdodFwiOjAuMCxcIkJvdHRvbVwiOjAuMH0sXCJQYWRkaW5nXCI6e1wiJGlkXCI6XCIxOTJcIixcIlRvcFwiOjAuMCxcIkxlZnRcIjowLjAsXCJSaWdodFwiOjAuMCxcIkJvdHRvbVwiOjAuMH0sXCJCYWNrZ3JvdW5kXCI6e1wiJGlkXCI6XCIxOTNcIixcIkNvbG9yXCI6e1wiJGlkXCI6XCIxOTRcIixcIkFcIjo1MSxcIlJcIjoyMDAsXCJHXCI6MjAwLFwiQlwiOjIwMH19LFwiSXNWaXNpYmxlXCI6dHJ1ZSxcIldpZHRoXCI6MC4wLFwiSGVpZ2h0XCI6MC4wLFwiQm9yZGVyU3R5bGVcIjp7XCIkaWRcIjpcIjE5NVwiLFwiTGluZVN0eWxlXCI6e1wiJGlkXCI6XCIxOTZcIixcIkxpbmVDb2xvclwiOntcIiRpZFwiOlwiMTk3XCIsXCJDb2xvclwiOntcIiRpZFwiOlwiMTk4XCIsXCJBXCI6MjU1LFwiUlwiOjIzNCxcIkdcIjoyMixcIkJcIjozMH19LFwiTGluZVdlaWdodFwiOjIuMCxcIkxpbmVUeXBlXCI6MH0sXCJJc1Zpc2libGVcIjpmYWxzZX19fSxcIkRlZmF1bHRTd2ltbGFuZU1pbGVzdG9uZVN0eWxlXCI6e1wiJGlkXCI6XCIxOTlcIixcIlRpdGxlUG9zaXRpb25cIjowLFwiRGF0ZVBvc2l0aW9uXCI6MixcIlZhcmlhbmNlUG9zaXRpb25cIjoyLFwiU2hhcGVUeXBlXCI6MSxcIlNoYXBlU2l6ZVwiOjAsXCJTcGFjaW5nXCI6NSxcIlNoYXBlU3R5bGVcIjp7XCIkaWRcIjpcIjIwMFwiLFwiTWFyZ2luXCI6e1wiJGlkXCI6XCIyMDFcIixcIlRvcFwiOjAuMCxcIkxlZnRcIjowLjAsXCJSaWdodFwiOjAuMCxcIkJvdHRvbVwiOjAuMH0sXCJQYWRkaW5nXCI6e1wiJGlkXCI6XCIyMDJcIixcIlRvcFwiOjAuMCxcIkxlZnRcIjowLjAsXCJSaWdodFwiOjAuMCxcIkJvdHRvbVwiOjAuMH0sXCJCYWNrZ3JvdW5kXCI6e1wiJGlkXCI6XCIyMDNcIixcIkNvbG9yXCI6e1wiJGlkXCI6XCIyMDRcIixcIkFcIjoyNTUsXCJSXCI6MjEsXCJHXCI6OTYsXCJCXCI6MTMwfX0sXCJJc1Zpc2libGVcIjp0cnVlLFwiV2lkdGhcIjoxMi4wLFwiSGVpZ2h0XCI6MTQuMCxcIkJvcmRlclN0eWxlXCI6e1wiJGlkXCI6XCIyMDVcIixcIkxpbmVTdHlsZVwiOntcIiRpZFwiOlwiMjA2XCIsXCJMaW5lQ29sb3JcIjp7XCIkaWRcIjpcIjIwN1wiLFwiQ29sb3JcIjp7XCIkaWRcIjpcIjIwOFwiLFwiQVwiOjI1NSxcIlJcIjoyMzQsXCJHXCI6MjIsXCJCXCI6MzB9fSxcIkxpbmVXZWlnaHRcIjoyLjAsXCJMaW5lVHlwZVwiOjB9LFwiSXNWaXNpYmxlXCI6ZmFsc2V9fSxcIlRpdGxlU3R5bGVcIjp7XCIkaWRcIjpcIjIwOVwiLFwiRm9udFNldHRpbmdzXCI6e1wiJGlkXCI6XCIyMTBcIixcIkZvbnRTaXplXCI6MTEsXCJGb250TmFtZVwiOlwiQ2FsaWJyaVwiLFwiSXNCb2xkXCI6ZmFsc2UsXCJJc0l0YWxpY1wiOmZhbHNlLFwiSXNVbmRlcmxpbmVkXCI6ZmFsc2V9LFwiRm9yZWdyb3VuZFwiOntcIiRpZFwiOlwiMjExXCIsXCJDb2xvclwiOntcIiRpZFwiOlwiMjEyXCIsXCJBXCI6MjU1LFwiUlwiOjAsXCJHXCI6MCxcIkJcIjowfX0sXCJIb3Jpem9udGFsQWxpZ25tZW50XCI6MixcIklzVmlzaWJsZVwiOnRydWV9LFwiRGF0ZVN0eWxlXCI6e1wiJGlkXCI6XCIyMTNcIixcIkZvbnRTZXR0aW5nc1wiOntcIiRpZFwiOlwiMjE0XCIsXCJGb250U2l6ZVwiOjEwLFwiRm9udE5hbWVcIjpcIkNhbGlicmlcIixcIklzQm9sZFwiOmZhbHNlLFwiSXNJdGFsaWNcIjpmYWxzZSxcIklzVW5kZXJsaW5lZFwiOmZhbHNlfSxcIkZvcmVncm91bmRcIjp7XCIkaWRcIjpcIjIxNVwiLFwiQ29sb3JcIjp7XCIkaWRcIjpcIjIxNlwiLFwiQVwiOjI1NSxcIlJcIjoxNCxcIkdcIjo0MCxcIkJcIjo2NX19LFwiSG9yaXpvbnRhbEFsaWdubWVudFwiOjAsXCJJc1Zpc2libGVcIjp0cnVlfSxcIkRhdGVGb3JtYXRcIjp7XCIkaWRcIjpcIjIxN1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yMThcIixcIkZvcm1hdFwiOjAsXCJJc1Zpc2libGVcIjpmYWxzZSxcIkxhc3RLbm93blZpc2liaWxpdHlTdGF0ZVwiOmZhbHNlfSxcIlZhcmlhbmNlU3R5bGVcIjp7XCIkaWRcIjpcIjIxOVwiLFwiVmFyaWFuY2VUZXh0U3R5bGVcIjp7XCIkaWRcIjpcIjIyMFwiLFwiRm9udFNldHRpbmdzXCI6e1wiJGlkXCI6XCIyMjFcIixcIkZvbnRTaXplXCI6MTAsXCJGb250TmFtZVwiOlwiQ2FsaWJyaVwiLFwiSXNCb2xkXCI6ZmFsc2UsXCJJc0l0YWxpY1wiOmZhbHNlLFwiSXNVbmRlcmxpbmVkXCI6ZmFsc2V9LFwiRm9yZWdyb3VuZFwiOntcIiRpZFwiOlwiMjIyXCIsXCJDb2xvclwiOntcIiRpZFwiOlwiMjIzXCIsXCJBXCI6MjU1LFwiUlwiOjAsXCJHXCI6MCxcIkJcIjowfX0sXCJIb3Jpem9udGFsQWxpZ25tZW50XCI6MCxcIklzVmlzaWJsZVwiOnRydWV9fX0sXCJEZWZhdWx0U3dpbWxhbmVUYXNrU3R5bGVcIjp7XCIkaWRcIjpcIjIyNFwiLFwiU2hhcGVcIjoxLFwiU2hhcGVUaGlja25lc3NcIjowLFwiRHVyYXRpb25Gb3JtYXRcIjowLFwiUGVyY2VudGFnZUNvbXBsZXRlVGV4dFN0eWxlXCI6e1wiJGlkXCI6XCIyMjVcIixcIkZvbnRTZXR0aW5nc1wiOntcIiRpZFwiOlwiMjI2XCIsXCJGb250U2l6ZVwiOjEwLFwiRm9udE5hbWVcIjpcIkNhbGlicmlcIixcIklzQm9sZFwiOmZhbHNlLFwiSXNJdGFsaWNcIjpmYWxzZSxcIklzVW5kZXJsaW5lZFwiOmZhbHNlfSxcIkZvcmVncm91bmRcIjp7XCIkaWRcIjpcIjIyN1wiLFwiQ29sb3JcIjp7XCIkaWRcIjpcIjIyOFwiLFwiQVwiOjI1NSxcIlJcIjoyMzIsXCJHXCI6MjMyLFwiQlwiOjIzMn19LFwiSG9yaXpvbnRhbEFsaWdubWVudFwiOjEsXCJJc1Zpc2libGVcIjp0cnVlfSxcIlBlcmNlbnRhZ2VDb21wbGV0ZUhpZ2hsaWdodFN0eWxlXCI6e1wiJGlkXCI6XCIyMjlcIixcIkJhY2tncm91bmRcIjp7XCIkaWRcIjpcIjIzMFwiLFwiQ29sb3JcIjp7XCIkaWRcIjpcIjIzMVwiLFwiQVwiOjg5LFwiUlwiOjAsXCJHXCI6MCxcIkJcIjowfX19LFwiRHVyYXRpb25TdHlsZVwiOntcIiRpZFwiOlwiMjMyXCIsXCJGb250U2V0dGluZ3NcIjp7XCIkaWRcIjpcIjIzM1wiLFwiRm9udFNpemVcIjoxMCxcIkZvbnROYW1lXCI6XCJDYWxpYnJpXCIsXCJJc0JvbGRcIjpmYWxzZSxcIklzSXRhbGljXCI6ZmFsc2UsXCJJc1VuZGVybGluZWRcIjpmYWxzZX0sXCJGb3JlZ3JvdW5kXCI6e1wiJGlkXCI6XCIyMzRcIixcIkNvbG9yXCI6e1wiJGlkXCI6XCIyMzVcIixcIkFcIjoyNTUsXCJSXCI6MjM3LFwiR1wiOjEyNSxcIkJcIjo0OX19LFwiSG9yaXpvbnRhbEFsaWdubWVudFwiOjAsXCJJc1Zpc2libGVcIjpmYWxzZX0sXCJNYXJnaW5cIjp7XCIkaWRcIjpcIjIzNlwiLFwiVG9wXCI6MC4wLFwiTGVmdFwiOjAuMCxcIlJpZ2h0XCI6MC4wLFwiQm90dG9tXCI6MC4wfSxcIlN0YXJ0RGF0ZVBvc2l0aW9uXCI6MyxcIkVuZERhdGVQb3NpdGlvblwiOjMsXCJUaXRsZVBvc2l0aW9uXCI6NCxcIkR1cmF0aW9uUG9zaXRpb25cIjowLFwiUGVyY2VudGFnZUNvbXBsZXRlZFBvc2l0aW9uXCI6MixcIlZhcmlhbmNlUG9zaXRpb25cIjoyLFwiU3BhY2luZ1wiOjMsXCJCYXNlbGluZVN0eWxlXCI6e1wiJGlkXCI6XCIyMzdcIixcIkJhc2VsaW5lU2hhcGVTdHlsZVwiOntcIiRpZFwiOlwiMjM4XCIsXCJNYXJnaW5cIjp7XCIkaWRcIjpcIjIzOVwiLFwiVG9wXCI6MC4wLFwiTGVmdFwiOjAuMCxcIlJpZ2h0XCI6MC4wLFwiQm90dG9tXCI6MC4wfSxcIlBhZGRpbmdcIjp7XCIkaWRcIjpcIjI0MFwiLFwiVG9wXCI6MC4wLFwiTGVmdFwiOjAuMCxcIlJpZ2h0XCI6MC4wLFwiQm90dG9tXCI6MC4wfSxcIkJhY2tncm91bmRcIjp7XCIkaWRcIjpcIjI0MVwiLFwiQ29sb3JcIjp7XCIkaWRcIjpcIjI0MlwiLFwiQVwiOjE1MyxcIlJcIjowLFwiR1wiOjAsXCJCXCI6MH19LFwiSXNWaXNpYmxlXCI6ZmFsc2UsXCJXaWR0aFwiOjAuMCxcIkhlaWdodFwiOjAuMCxcIkJvcmRlclN0eWxlXCI6e1wiJGlkXCI6XCIyNDNcIixcIkxpbmVTdHlsZVwiOntcIiRpZFwiOlwiMjQ0XCIsXCJMaW5lQ29sb3JcIjp7XCIkaWRcIjpcIjI0NVwiLFwiQ29sb3JcIjp7XCIkaWRcIjpcIjI0NlwiLFwiQVwiOjI1NSxcIlJcIjoyNTUsXCJHXCI6MCxcIkJcIjowfX0sXCJMaW5lV2VpZ2h0XCI6Mi4wLFwiTGluZVR5cGVcIjowfSxcIklzVmlzaWJsZVwiOmZhbHNlfX19LFwiU2hhcGVTdHlsZVwiOntcIiRpZFwiOlwiMjQ3XCIsXCJNYXJnaW5cIjp7XCIkaWRcIjpcIjI0OFwiLFwiVG9wXCI6MC4wLFwiTGVmdFwiOjQuMCxcIlJpZ2h0XCI6NC4wLFwiQm90dG9tXCI6MC4wfSxcIlBhZGRpbmdcIjp7XCIkaWRcIjpcIjI0OVwiLFwiVG9wXCI6MC4wLFwiTGVmdFwiOjAuMCxcIlJpZ2h0XCI6MC4wLFwiQm90dG9tXCI6MC4wfSxcIkJhY2tncm91bmRcIjp7XCIkaWRcIjpcIjI1MFwiLFwiQ29sb3JcIjp7XCIkaWRcIjpcIjI1MVwiLFwiQVwiOjI1NSxcIlJcIjoyMSxcIkdcIjo5NixcIkJcIjoxMzB9fSxcIklzVmlzaWJsZVwiOnRydWUsXCJXaWR0aFwiOjAuMCxcIkhlaWdodFwiOjEwLjAsXCJCb3JkZXJTdHlsZVwiOntcIiRpZFwiOlwiMjUyXCIsXCJMaW5lU3R5bGVcIjp7XCIkaWRcIjpcIjI1M1wiLFwiTGluZUNvbG9yXCI6e1wiJGlkXCI6XCIyNTRcIixcIkNvbG9yXCI6e1wiJGlkXCI6XCIyNTVcIixcIkFcIjoyNTUsXCJSXCI6MjM0LFwiR1wiOjIyLFwiQlwiOjMwfX0sXCJMaW5lV2VpZ2h0XCI6Mi4wLFwiTGluZVR5cGVcIjowfSxcIklzVmlzaWJsZVwiOmZhbHNlfX0sXCJUaXRsZVN0eWxlXCI6e1wiJGlkXCI6XCIyNTZcIixcIkZvbnRTZXR0aW5nc1wiOntcIiRpZFwiOlwiMjU3XCIsXCJGb250U2l6ZVwiOjExLFwiRm9udE5hbWVcIjpcIkNhbGlicmlcIixcIklzQm9sZFwiOmZhbHNlLFwiSXNJdGFsaWNcIjpmYWxzZSxcIklzVW5kZXJsaW5lZFwiOmZhbHNlfSxcIkZvcmVncm91bmRcIjp7XCIkaWRcIjpcIjI1OFwiLFwiQ29sb3JcIjp7XCIkaWRcIjpcIjI1OVwiLFwiQVwiOjI1NSxcIlJcIjowLFwiR1wiOjAsXCJCXCI6MH19LFwiSG9yaXpvbnRhbEFsaWdubWVudFwiOjAsXCJJc1Zpc2libGVcIjp0cnVlfSxcIkRhdGVTdHlsZVwiOntcIiRpZFwiOlwiMjYwXCIsXCJGb250U2V0dGluZ3NcIjp7XCIkaWRcIjpcIjI2MVwiLFwiRm9udFNpemVcIjoxMCxcIkZvbnROYW1lXCI6XCJDYWxpYnJpXCIsXCJJc0JvbGRcIjpmYWxzZSxcIklzSXRhbGljXCI6ZmFsc2UsXCJJc1VuZGVybGluZWRcIjpmYWxzZX0sXCJGb3JlZ3JvdW5kXCI6e1wiJGlkXCI6XCIyNjJcIixcIkNvbG9yXCI6e1wiJGlkXCI6XCIyNjNcIixcIkFcIjoyNTUsXCJSXCI6MTQsXCJHXCI6NDAsXCJCXCI6NjV9fSxcIkhvcml6b250YWxBbGlnbm1lbnRcIjoyLFwiSXNWaXNpYmxlXCI6dHJ1ZX0sXCJEYXRlRm9ybWF0XCI6e1wiJGlkXCI6XCIyNjR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Y1XCIsXCJGb3JtYXRcIjowLFwiSXNWaXNpYmxlXCI6ZmFsc2UsXCJMYXN0S25vd25WaXNpYmlsaXR5U3RhdGVcIjpmYWxzZX0sXCJWYXJpYW5jZVN0eWxlXCI6e1wiJGlkXCI6XCIyNjZcIixcIlZhcmlhbmNlVGV4dFN0eWxlXCI6e1wiJGlkXCI6XCIyNjdcIixcIkZvbnRTZXR0aW5nc1wiOntcIiRpZFwiOlwiMjY4XCIsXCJGb250U2l6ZVwiOjEwLFwiRm9udE5hbWVcIjpcIkNhbGlicmlcIixcIklzQm9sZFwiOmZhbHNlLFwiSXNJdGFsaWNcIjpmYWxzZSxcIklzVW5kZXJsaW5lZFwiOmZhbHNlfSxcIkZvcmVncm91bmRcIjp7XCIkaWRcIjpcIjI2OVwiLFwiQ29sb3JcIjp7XCIkaWRcIjpcIjI3MFwiLFwiQVwiOjI1NSxcIlJcIjowLFwiR1wiOjAsXCJCXCI6MH19LFwiSG9yaXpvbnRhbEFsaWdubWVudFwiOjAsXCJJc1Zpc2libGVcIjp0cnVlfX19LFwiRGVmYXVsdFN3aW1sYW5lTW90U3R5bGVcIjp7XCIkaWRcIjpcIjI3MVwiLFwiU2hhcGVcIjoxLFwiU2hhcGVTaXplXCI6MCxcIkRldGFpbHNTcGFjaW5nXCI6MC4wLFwiUGFkZGluZ1wiOntcIiRpZFwiOlwiMjcyXCIsXCJUb3BcIjo1LjAsXCJMZWZ0XCI6My4wLFwiUmlnaHRcIjowLjAsXCJCb3R0b21cIjoyLjB9LFwiUG9zaXRpb25PblRhc2tcIjoxLFwiU2hhcGVTdHlsZVwiOntcIiRpZFwiOlwiMjczXCIsXCJNYXJnaW5cIjp7XCIkaWRcIjpcIjI3NFwiLFwiVG9wXCI6MC4wLFwiTGVmdFwiOjAuMCxcIlJpZ2h0XCI6MC4wLFwiQm90dG9tXCI6MC4wfSxcIlBhZGRpbmdcIjp7XCIkaWRcIjpcIjI3NVwiLFwiVG9wXCI6MC4wLFwiTGVmdFwiOjAuMCxcIlJpZ2h0XCI6MC4wLFwiQm90dG9tXCI6MC4wfSxcIkJhY2tncm91bmRcIjp7XCIkaWRcIjpcIjI3NlwiLFwiQ29sb3JcIjp7XCIkaWRcIjpcIjI3N1wiLFwiQVwiOjI1NSxcIlJcIjoxMSxcIkdcIjo0OCxcIkJcIjo2NX19LFwiSXNWaXNpYmxlXCI6dHJ1ZSxcIldpZHRoXCI6MTIuMCxcIkhlaWdodFwiOjE0LjAsXCJCb3JkZXJTdHlsZVwiOntcIiRpZFwiOlwiMjc4XCIsXCJMaW5lU3R5bGVcIjp7XCIkaWRcIjpcIjI3OVwiLFwiTGluZUNvbG9yXCI6e1wiJGlkXCI6XCIyODBcIixcIkNvbG9yXCI6e1wiJGlkXCI6XCIyODFcIixcIkFcIjoyNTUsXCJSXCI6MjU1LFwiR1wiOjAsXCJCXCI6MH19LFwiTGluZVdlaWdodFwiOjAuMCxcIkxpbmVUeXBlXCI6MH0sXCJJc1Zpc2libGVcIjpmYWxzZX19LFwiVGl0bGVTdHlsZVwiOntcIiRpZFwiOlwiMjgyXCIsXCJGb250U2V0dGluZ3NcIjp7XCIkaWRcIjpcIjI4M1wiLFwiRm9udFNpemVcIjoxMSxcIkZvbnROYW1lXCI6XCJDYWxpYnJpXCIsXCJJc0JvbGRcIjpmYWxzZSxcIklzSXRhbGljXCI6ZmFsc2UsXCJJc1VuZGVybGluZWRcIjpmYWxzZX0sXCJGb3JlZ3JvdW5kXCI6e1wiJGlkXCI6XCIyODRcIixcIkNvbG9yXCI6e1wiJGlkXCI6XCIyODVcIixcIkFcIjoyNTUsXCJSXCI6MCxcIkdcIjowLFwiQlwiOjB9fSxcIkhvcml6b250YWxBbGlnbm1lbnRcIjoxLFwiSXNWaXNpYmxlXCI6dHJ1ZX0sXCJEYXRlU3R5bGVcIjp7XCIkaWRcIjpcIjI4NlwiLFwiRm9udFNldHRpbmdzXCI6e1wiJGlkXCI6XCIyODdcIixcIkZvbnRTaXplXCI6MTAsXCJGb250TmFtZVwiOlwiQ2FsaWJyaVwiLFwiSXNCb2xkXCI6ZmFsc2UsXCJJc0l0YWxpY1wiOmZhbHNlLFwiSXNVbmRlcmxpbmVkXCI6ZmFsc2V9LFwiRm9yZWdyb3VuZFwiOntcIiRpZFwiOlwiMjg4XCIsXCJDb2xvclwiOntcIiRpZFwiOlwiMjg5XCIsXCJBXCI6MjU1LFwiUlwiOjE0LFwiR1wiOjQwLFwiQlwiOjY1fX0sXCJIb3Jpem9udGFsQWxpZ25tZW50XCI6MSxcIklzVmlzaWJsZVwiOnRydWV9LFwiRGF0ZUZvcm1hdFwiOntcIiRpZFwiOlwiMjkw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I5MVwiLFwiRm9ybWF0XCI6MCxcIklzVmlzaWJsZVwiOmZhbHNlLFwiTGFzdEtub3duVmlzaWJpbGl0eVN0YXRlXCI6ZmFsc2V9LFwiVmFyaWFuY2VTdHlsZVwiOntcIiRpZFwiOlwiMjkyXCIsXCJWYXJpYW5jZVRleHRTdHlsZVwiOntcIiRpZFwiOlwiMjkzXCIsXCJGb250U2V0dGluZ3NcIjp7XCIkaWRcIjpcIjI5NFwiLFwiRm9udFNpemVcIjoxMCxcIkZvbnROYW1lXCI6XCJDYWxpYnJpXCIsXCJJc0JvbGRcIjpmYWxzZSxcIklzSXRhbGljXCI6ZmFsc2UsXCJJc1VuZGVybGluZWRcIjpmYWxzZX0sXCJGb3JlZ3JvdW5kXCI6e1wiJGlkXCI6XCIyOTVcIixcIkNvbG9yXCI6e1wiJGlkXCI6XCIyOTZcIixcIkFcIjoyNTUsXCJSXCI6MCxcIkdcIjowLFwiQlwiOjB9fSxcIkhvcml6b250YWxBbGlnbm1lbnRcIjowLFwiSXNWaXNpYmxlXCI6dHJ1ZX19fX0sXCJfYWRkaXRpb25hbFN3aW1sYW5lVjJTdHlsZXNcIjpbe1wiJGlkXCI6XCIyOTdcIixcIlN0eWxlSWRcIjpcIjk4NTEzZTEwLTU1MWMtNGYzMC1hYzExLWEwNjkwZTkwMzEzNFwiLFwiTmFtZVwiOlwiU3dpbWxhbmUgU3R5bGUgMlwiLFwiSGVhZGVyU3R5bGVcIjp7XCIkaWRcIjpcIjI5OFwiLFwiVGV4dFN0eWxlXCI6e1wiJGlkXCI6XCIyOTlcIixcIkZvbnRTZXR0aW5nc1wiOntcIiRpZFwiOlwiMzAwXCIsXCJGb250U2l6ZVwiOjExLFwiRm9udE5hbWVcIjpcIkNhbGlicmlcIixcIklzQm9sZFwiOmZhbHNlLFwiSXNJdGFsaWNcIjpmYWxzZSxcIklzVW5kZXJsaW5lZFwiOmZhbHNlfSxcIkZvcmVncm91bmRcIjp7XCIkaWRcIjpcIjMwMVwiLFwiQ29sb3JcIjp7XCIkaWRcIjpcIjMwMlwiLFwiQVwiOjI1NSxcIlJcIjoyNTUsXCJHXCI6MjU1LFwiQlwiOjI1NX19LFwiSG9yaXpvbnRhbEFsaWdubWVudFwiOjEsXCJJc1Zpc2libGVcIjp0cnVlfSxcIlJlY3RhbmdsZVN0eWxlXCI6e1wiJGlkXCI6XCIzMDNcIixcIk1hcmdpblwiOntcIiRpZFwiOlwiMzA0XCIsXCJUb3BcIjowLjAsXCJMZWZ0XCI6MC4wLFwiUmlnaHRcIjowLjAsXCJCb3R0b21cIjowLjB9LFwiUGFkZGluZ1wiOntcIiRpZFwiOlwiMzA1XCIsXCJUb3BcIjowLjAsXCJMZWZ0XCI6MC4wLFwiUmlnaHRcIjowLjAsXCJCb3R0b21cIjowLjB9LFwiQmFja2dyb3VuZFwiOntcIiRpZFwiOlwiMzA2XCIsXCJDb2xvclwiOntcIiRpZFwiOlwiMzA3XCIsXCJBXCI6MjU1LFwiUlwiOjIzMyxcIkdcIjoxMTMsXCJCXCI6NTB9fSxcIklzVmlzaWJsZVwiOnRydWUsXCJXaWR0aFwiOjAuMCxcIkhlaWdodFwiOjAuMCxcIkJvcmRlclN0eWxlXCI6e1wiJGlkXCI6XCIzMDhcIixcIkxpbmVTdHlsZVwiOntcIiRpZFwiOlwiMzA5XCIsXCJMaW5lQ29sb3JcIjp7XCIkaWRcIjpcIjMxMFwiLFwiQ29sb3JcIjp7XCIkaWRcIjpcIjMxMVwiLFwiQVwiOjI1NSxcIlJcIjoyNTUsXCJHXCI6MjU1LFwiQlwiOjI1NX19LFwiTGluZVdlaWdodFwiOjAuMCxcIkxpbmVUeXBlXCI6MH0sXCJJc1Zpc2libGVcIjpmYWxzZX19fSxcIkJhY2tncm91bmRTdHlsZVwiOntcIiRpZFwiOlwiMzEyXCIsXCJNYXJnaW5cIjp7XCIkaWRcIjpcIjMxM1wiLFwiVG9wXCI6MC4wLFwiTGVmdFwiOjAuMCxcIlJpZ2h0XCI6MC4wLFwiQm90dG9tXCI6MC4wfSxcIlBhZGRpbmdcIjp7XCIkaWRcIjpcIjMxNFwiLFwiVG9wXCI6MC4wLFwiTGVmdFwiOjAuMCxcIlJpZ2h0XCI6MC4wLFwiQm90dG9tXCI6MC4wfSxcIkJhY2tncm91bmRcIjp7XCIkaWRcIjpcIjMxNVwiLFwiQ29sb3JcIjp7XCIkaWRcIjpcIjMxNlwiLFwiQVwiOjUxLFwiUlwiOjIwMCxcIkdcIjoyMDAsXCJCXCI6MjAwfX0sXCJJc1Zpc2libGVcIjp0cnVlLFwiV2lkdGhcIjowLjAsXCJIZWlnaHRcIjowLjAsXCJCb3JkZXJTdHlsZVwiOntcIiRpZFwiOlwiMzE3XCIsXCJMaW5lU3R5bGVcIjp7XCIkaWRcIjpcIjMxOFwiLFwiTGluZUNvbG9yXCI6e1wiJGlkXCI6XCIzMTlcIixcIkNvbG9yXCI6e1wiJGlkXCI6XCIzMjBcIixcIkFcIjoyNTUsXCJSXCI6MjM0LFwiR1wiOjIyLFwiQlwiOjMwfX0sXCJMaW5lV2VpZ2h0XCI6Mi4wLFwiTGluZVR5cGVcIjowfSxcIklzVmlzaWJsZVwiOmZhbHNlfX0sXCJJc0Fib3ZlVGltZWJhbmRcIjpmYWxzZSxcIlNwYWNpbmdcIjozLFwiRGVmYXVsdFN3aW1sYW5lQWN0aXZpdHlTdHlsZVwiOntcIiRpZFwiOlwiMzIxXCIsXCJIZWFkZXJTdHlsZVwiOntcIiRpZFwiOlwiMzIyXCIsXCJUZXh0U3R5bGVcIjp7XCIkaWRcIjpcIjMyM1wiLFwiRm9udFNldHRpbmdzXCI6e1wiJGlkXCI6XCIzMjRcIixcIkZvbnRTaXplXCI6MTEsXCJGb250TmFtZVwiOlwiQ2FsaWJyaVwiLFwiSXNCb2xkXCI6ZmFsc2UsXCJJc0l0YWxpY1wiOmZhbHNlLFwiSXNVbmRlcmxpbmVkXCI6ZmFsc2V9LFwiRm9yZWdyb3VuZFwiOntcIiRpZFwiOlwiMzI1XCIsXCJDb2xvclwiOntcIiRpZFwiOlwiMzI2XCIsXCJBXCI6MjU1LFwiUlwiOjAsXCJHXCI6MCxcIkJcIjowfX0sXCJIb3Jpem9udGFsQWxpZ25tZW50XCI6MCxcIklzVmlzaWJsZVwiOnRydWV9LFwiUmVjdGFuZ2xlU3R5bGVcIjp7XCIkaWRcIjpcIjMyN1wiLFwiTWFyZ2luXCI6e1wiJGlkXCI6XCIzMjhcIixcIlRvcFwiOjAuMCxcIkxlZnRcIjowLjAsXCJSaWdodFwiOjAuMCxcIkJvdHRvbVwiOjAuMH0sXCJQYWRkaW5nXCI6e1wiJGlkXCI6XCIzMjlcIixcIlRvcFwiOjAuMCxcIkxlZnRcIjowLjAsXCJSaWdodFwiOjAuMCxcIkJvdHRvbVwiOjAuMH0sXCJCYWNrZ3JvdW5kXCI6e1wiJGlkXCI6XCIzMzBcIixcIkNvbG9yXCI6e1wiJGlkXCI6XCIzMzFcIixcIkFcIjo2MyxcIlJcIjoyMzMsXCJHXCI6MTEzLFwiQlwiOjUwfX0sXCJJc1Zpc2libGVcIjp0cnVlLFwiV2lkdGhcIjowLjAsXCJIZWlnaHRcIjowLjAsXCJCb3JkZXJTdHlsZVwiOntcIiRpZFwiOlwiMzMyXCIsXCJMaW5lU3R5bGVcIjp7XCIkaWRcIjpcIjMzM1wiLFwiTGluZUNvbG9yXCI6e1wiJGlkXCI6XCIzMzRcIixcIkNvbG9yXCI6e1wiJGlkXCI6XCIzMzVcIixcIkFcIjoyNTUsXCJSXCI6MjU1LFwiR1wiOjI1NSxcIkJcIjoyNTV9fSxcIkxpbmVXZWlnaHRcIjowLjAsXCJMaW5lVHlwZVwiOjB9LFwiSXNWaXNpYmxlXCI6ZmFsc2V9fX0sXCJCYWNrZ3JvdW5kU3R5bGVcIjp7XCIkaWRcIjpcIjMzNlwiLFwiTWFyZ2luXCI6e1wiJGlkXCI6XCIzMzdcIixcIlRvcFwiOjAuMCxcIkxlZnRcIjowLjAsXCJSaWdodFwiOjAuMCxcIkJvdHRvbVwiOjAuMH0sXCJQYWRkaW5nXCI6e1wiJGlkXCI6XCIzMzhcIixcIlRvcFwiOjAuMCxcIkxlZnRcIjowLjAsXCJSaWdodFwiOjAuMCxcIkJvdHRvbVwiOjAuMH0sXCJCYWNrZ3JvdW5kXCI6e1wiJGlkXCI6XCIzMzlcIixcIkNvbG9yXCI6e1wiJGlkXCI6XCIzNDBcIixcIkFcIjo1MSxcIlJcIjoyMDAsXCJHXCI6MjAwLFwiQlwiOjIwMH19LFwiSXNWaXNpYmxlXCI6dHJ1ZSxcIldpZHRoXCI6MC4wLFwiSGVpZ2h0XCI6MC4wLFwiQm9yZGVyU3R5bGVcIjp7XCIkaWRcIjpcIjM0MVwiLFwiTGluZVN0eWxlXCI6e1wiJGlkXCI6XCIzNDJcIixcIkxpbmVDb2xvclwiOntcIiRpZFwiOlwiMzQzXCIsXCJDb2xvclwiOntcIiRpZFwiOlwiMzQ0XCIsXCJBXCI6MjU1LFwiUlwiOjIzNCxcIkdcIjoyMixcIkJcIjozMH19LFwiTGluZVdlaWdodFwiOjIuMCxcIkxpbmVUeXBlXCI6MH0sXCJJc1Zpc2libGVcIjpmYWxzZX19fSxcIkRlZmF1bHRTd2ltbGFuZU1pbGVzdG9uZVN0eWxlXCI6e1wiJGlkXCI6XCIzNDVcIixcIlRpdGxlUG9zaXRpb25cIjowLFwiRGF0ZVBvc2l0aW9uXCI6MixcIlZhcmlhbmNlUG9zaXRpb25cIjoyLFwiU2hhcGVUeXBlXCI6MSxcIlNoYXBlU2l6ZVwiOjAsXCJTcGFjaW5nXCI6NSxcIlNoYXBlU3R5bGVcIjp7XCIkaWRcIjpcIjM0NlwiLFwiTWFyZ2luXCI6e1wiJGlkXCI6XCIzNDdcIixcIlRvcFwiOjAuMCxcIkxlZnRcIjowLjAsXCJSaWdodFwiOjAuMCxcIkJvdHRvbVwiOjAuMH0sXCJQYWRkaW5nXCI6e1wiJGlkXCI6XCIzNDhcIixcIlRvcFwiOjAuMCxcIkxlZnRcIjowLjAsXCJSaWdodFwiOjAuMCxcIkJvdHRvbVwiOjAuMH0sXCJCYWNrZ3JvdW5kXCI6e1wiJGlkXCI6XCIzNDlcIixcIkNvbG9yXCI6e1wiJGlkXCI6XCIzNTBcIixcIkFcIjoyNTUsXCJSXCI6MjMzLFwiR1wiOjExMyxcIkJcIjo1MH19LFwiSXNWaXNpYmxlXCI6dHJ1ZSxcIldpZHRoXCI6MTIuMCxcIkhlaWdodFwiOjE0LjAsXCJCb3JkZXJTdHlsZVwiOntcIiRpZFwiOlwiMzUxXCIsXCJMaW5lU3R5bGVcIjp7XCIkaWRcIjpcIjM1MlwiLFwiTGluZUNvbG9yXCI6e1wiJGlkXCI6XCIzNTNcIixcIkNvbG9yXCI6e1wiJGlkXCI6XCIzNTRcIixcIkFcIjoyNTUsXCJSXCI6MjM0LFwiR1wiOjIyLFwiQlwiOjMwfX0sXCJMaW5lV2VpZ2h0XCI6Mi4wLFwiTGluZVR5cGVcIjowfSxcIklzVmlzaWJsZVwiOmZhbHNlfX0sXCJUaXRsZVN0eWxlXCI6e1wiJGlkXCI6XCIzNTVcIixcIkZvbnRTZXR0aW5nc1wiOntcIiRpZFwiOlwiMzU2XCIsXCJGb250U2l6ZVwiOjExLFwiRm9udE5hbWVcIjpcIkNhbGlicmlcIixcIklzQm9sZFwiOmZhbHNlLFwiSXNJdGFsaWNcIjpmYWxzZSxcIklzVW5kZXJsaW5lZFwiOmZhbHNlfSxcIkZvcmVncm91bmRcIjp7XCIkaWRcIjpcIjM1N1wiLFwiQ29sb3JcIjp7XCIkaWRcIjpcIjM1OFwiLFwiQVwiOjI1NSxcIlJcIjowLFwiR1wiOjAsXCJCXCI6MH19LFwiSG9yaXpvbnRhbEFsaWdubWVudFwiOjIsXCJJc1Zpc2libGVcIjp0cnVlfSxcIkRhdGVTdHlsZVwiOntcIiRpZFwiOlwiMzU5XCIsXCJGb250U2V0dGluZ3NcIjp7XCIkaWRcIjpcIjM2MFwiLFwiRm9udFNpemVcIjoxMCxcIkZvbnROYW1lXCI6XCJDYWxpYnJpXCIsXCJJc0JvbGRcIjpmYWxzZSxcIklzSXRhbGljXCI6ZmFsc2UsXCJJc1VuZGVybGluZWRcIjpmYWxzZX0sXCJGb3JlZ3JvdW5kXCI6e1wiJGlkXCI6XCIzNjFcIixcIkNvbG9yXCI6e1wiJGlkXCI6XCIzNjJcIixcIkFcIjoyNTUsXCJSXCI6MTQsXCJHXCI6NDAsXCJCXCI6NjV9fSxcIkhvcml6b250YWxBbGlnbm1lbnRcIjowLFwiSXNWaXNpYmxlXCI6dHJ1ZX0sXCJEYXRlRm9ybWF0XCI6e1wiJGlkXCI6XCIzNjN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zY0XCIsXCJGb3JtYXRcIjowLFwiSXNWaXNpYmxlXCI6ZmFsc2UsXCJMYXN0S25vd25WaXNpYmlsaXR5U3RhdGVcIjpmYWxzZX0sXCJWYXJpYW5jZVN0eWxlXCI6e1wiJGlkXCI6XCIzNjVcIixcIlZhcmlhbmNlVGV4dFN0eWxlXCI6e1wiJGlkXCI6XCIzNjZcIixcIkZvbnRTZXR0aW5nc1wiOntcIiRpZFwiOlwiMzY3XCIsXCJGb250U2l6ZVwiOjEwLFwiRm9udE5hbWVcIjpcIkNhbGlicmlcIixcIklzQm9sZFwiOmZhbHNlLFwiSXNJdGFsaWNcIjpmYWxzZSxcIklzVW5kZXJsaW5lZFwiOmZhbHNlfSxcIkZvcmVncm91bmRcIjp7XCIkaWRcIjpcIjM2OFwiLFwiQ29sb3JcIjp7XCIkaWRcIjpcIjM2OVwiLFwiQVwiOjI1NSxcIlJcIjowLFwiR1wiOjAsXCJCXCI6MH19LFwiSG9yaXpvbnRhbEFsaWdubWVudFwiOjAsXCJJc1Zpc2libGVcIjp0cnVlfX19LFwiRGVmYXVsdFN3aW1sYW5lVGFza1N0eWxlXCI6e1wiJGlkXCI6XCIzNzBcIixcIlNoYXBlXCI6MSxcIlNoYXBlVGhpY2tuZXNzXCI6MCxcIkR1cmF0aW9uRm9ybWF0XCI6MCxcIlBlcmNlbnRhZ2VDb21wbGV0ZVRleHRTdHlsZVwiOntcIiRpZFwiOlwiMzcxXCIsXCJGb250U2V0dGluZ3NcIjp7XCIkaWRcIjpcIjM3MlwiLFwiRm9udFNpemVcIjoxMCxcIkZvbnROYW1lXCI6XCJDYWxpYnJpXCIsXCJJc0JvbGRcIjpmYWxzZSxcIklzSXRhbGljXCI6ZmFsc2UsXCJJc1VuZGVybGluZWRcIjpmYWxzZX0sXCJGb3JlZ3JvdW5kXCI6e1wiJGlkXCI6XCIzNzNcIixcIkNvbG9yXCI6e1wiJGlkXCI6XCIzNzRcIixcIkFcIjoyNTUsXCJSXCI6MjMyLFwiR1wiOjIzMixcIkJcIjoyMzJ9fSxcIkhvcml6b250YWxBbGlnbm1lbnRcIjoxLFwiSXNWaXNpYmxlXCI6dHJ1ZX0sXCJQZXJjZW50YWdlQ29tcGxldGVIaWdobGlnaHRTdHlsZVwiOntcIiRpZFwiOlwiMzc1XCIsXCJCYWNrZ3JvdW5kXCI6e1wiJGlkXCI6XCIzNzZcIixcIkNvbG9yXCI6e1wiJGlkXCI6XCIzNzdcIixcIkFcIjo4OSxcIlJcIjowLFwiR1wiOjAsXCJCXCI6MH19fSxcIkR1cmF0aW9uU3R5bGVcIjp7XCIkaWRcIjpcIjM3OFwiLFwiRm9udFNldHRpbmdzXCI6e1wiJGlkXCI6XCIzNzlcIixcIkZvbnRTaXplXCI6MTAsXCJGb250TmFtZVwiOlwiQ2FsaWJyaVwiLFwiSXNCb2xkXCI6ZmFsc2UsXCJJc0l0YWxpY1wiOmZhbHNlLFwiSXNVbmRlcmxpbmVkXCI6ZmFsc2V9LFwiRm9yZWdyb3VuZFwiOntcIiRpZFwiOlwiMzgwXCIsXCJDb2xvclwiOntcIiRpZFwiOlwiMzgxXCIsXCJBXCI6MjU1LFwiUlwiOjIzNyxcIkdcIjoxMjUsXCJCXCI6NDl9fSxcIkhvcml6b250YWxBbGlnbm1lbnRcIjowLFwiSXNWaXNpYmxlXCI6ZmFsc2V9LFwiTWFyZ2luXCI6e1wiJGlkXCI6XCIzODJcIixcIlRvcFwiOjAuMCxcIkxlZnRcIjowLjAsXCJSaWdodFwiOjAuMCxcIkJvdHRvbVwiOjAuMH0sXCJTdGFydERhdGVQb3NpdGlvblwiOjMsXCJFbmREYXRlUG9zaXRpb25cIjozLFwiVGl0bGVQb3NpdGlvblwiOjQsXCJEdXJhdGlvblBvc2l0aW9uXCI6MCxcIlBlcmNlbnRhZ2VDb21wbGV0ZWRQb3NpdGlvblwiOjIsXCJWYXJpYW5jZVBvc2l0aW9uXCI6MixcIlNwYWNpbmdcIjozLFwiQmFzZWxpbmVTdHlsZVwiOntcIiRpZFwiOlwiMzgzXCIsXCJCYXNlbGluZVNoYXBlU3R5bGVcIjp7XCIkaWRcIjpcIjM4NFwiLFwiTWFyZ2luXCI6e1wiJGlkXCI6XCIzODVcIixcIlRvcFwiOjAuMCxcIkxlZnRcIjowLjAsXCJSaWdodFwiOjAuMCxcIkJvdHRvbVwiOjAuMH0sXCJQYWRkaW5nXCI6e1wiJGlkXCI6XCIzODZcIixcIlRvcFwiOjAuMCxcIkxlZnRcIjowLjAsXCJSaWdodFwiOjAuMCxcIkJvdHRvbVwiOjAuMH0sXCJCYWNrZ3JvdW5kXCI6e1wiJGlkXCI6XCIzODdcIixcIkNvbG9yXCI6e1wiJGlkXCI6XCIzODhcIixcIkFcIjoxNTMsXCJSXCI6MCxcIkdcIjowLFwiQlwiOjB9fSxcIklzVmlzaWJsZVwiOmZhbHNlLFwiV2lkdGhcIjowLjAsXCJIZWlnaHRcIjowLjAsXCJCb3JkZXJTdHlsZVwiOntcIiRpZFwiOlwiMzg5XCIsXCJMaW5lU3R5bGVcIjp7XCIkaWRcIjpcIjM5MFwiLFwiTGluZUNvbG9yXCI6e1wiJGlkXCI6XCIzOTFcIixcIkNvbG9yXCI6e1wiJGlkXCI6XCIzOTJcIixcIkFcIjoyNTUsXCJSXCI6MjU1LFwiR1wiOjAsXCJCXCI6MH19LFwiTGluZVdlaWdodFwiOjIuMCxcIkxpbmVUeXBlXCI6MH0sXCJJc1Zpc2libGVcIjpmYWxzZX19fSxcIlNoYXBlU3R5bGVcIjp7XCIkaWRcIjpcIjM5M1wiLFwiTWFyZ2luXCI6e1wiJGlkXCI6XCIzOTRcIixcIlRvcFwiOjAuMCxcIkxlZnRcIjo0LjAsXCJSaWdodFwiOjQuMCxcIkJvdHRvbVwiOjAuMH0sXCJQYWRkaW5nXCI6e1wiJGlkXCI6XCIzOTVcIixcIlRvcFwiOjAuMCxcIkxlZnRcIjowLjAsXCJSaWdodFwiOjAuMCxcIkJvdHRvbVwiOjAuMH0sXCJCYWNrZ3JvdW5kXCI6e1wiJGlkXCI6XCIzOTZcIixcIkNvbG9yXCI6e1wiJGlkXCI6XCIzOTdcIixcIkFcIjoyNTUsXCJSXCI6MjMzLFwiR1wiOjExMyxcIkJcIjo1MH19LFwiSXNWaXNpYmxlXCI6dHJ1ZSxcIldpZHRoXCI6MC4wLFwiSGVpZ2h0XCI6MTAuMCxcIkJvcmRlclN0eWxlXCI6e1wiJGlkXCI6XCIzOThcIixcIkxpbmVTdHlsZVwiOntcIiRpZFwiOlwiMzk5XCIsXCJMaW5lQ29sb3JcIjp7XCIkaWRcIjpcIjQwMFwiLFwiQ29sb3JcIjp7XCIkaWRcIjpcIjQwMVwiLFwiQVwiOjI1NSxcIlJcIjoyMzQsXCJHXCI6MjIsXCJCXCI6MzB9fSxcIkxpbmVXZWlnaHRcIjoyLjAsXCJMaW5lVHlwZVwiOjB9LFwiSXNWaXNpYmxlXCI6ZmFsc2V9fSxcIlRpdGxlU3R5bGVcIjp7XCIkaWRcIjpcIjQwMlwiLFwiRm9udFNldHRpbmdzXCI6e1wiJGlkXCI6XCI0MDNcIixcIkZvbnRTaXplXCI6MTEsXCJGb250TmFtZVwiOlwiQ2FsaWJyaVwiLFwiSXNCb2xkXCI6ZmFsc2UsXCJJc0l0YWxpY1wiOmZhbHNlLFwiSXNVbmRlcmxpbmVkXCI6ZmFsc2V9LFwiRm9yZWdyb3VuZFwiOntcIiRpZFwiOlwiNDA0XCIsXCJDb2xvclwiOntcIiRpZFwiOlwiNDA1XCIsXCJBXCI6MjU1LFwiUlwiOjAsXCJHXCI6MCxcIkJcIjowfX0sXCJIb3Jpem9udGFsQWxpZ25tZW50XCI6MCxcIklzVmlzaWJsZVwiOnRydWV9LFwiRGF0ZVN0eWxlXCI6e1wiJGlkXCI6XCI0MDZcIixcIkZvbnRTZXR0aW5nc1wiOntcIiRpZFwiOlwiNDA3XCIsXCJGb250U2l6ZVwiOjEwLFwiRm9udE5hbWVcIjpcIkNhbGlicmlcIixcIklzQm9sZFwiOmZhbHNlLFwiSXNJdGFsaWNcIjpmYWxzZSxcIklzVW5kZXJsaW5lZFwiOmZhbHNlfSxcIkZvcmVncm91bmRcIjp7XCIkaWRcIjpcIjQwOFwiLFwiQ29sb3JcIjp7XCIkaWRcIjpcIjQwOVwiLFwiQVwiOjI1NSxcIlJcIjoxNCxcIkdcIjo0MCxcIkJcIjo2NX19LFwiSG9yaXpvbnRhbEFsaWdubWVudFwiOjIsXCJJc1Zpc2libGVcIjp0cnVlfSxcIkRhdGVGb3JtYXRcIjp7XCIkaWRcIjpcIjQxM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MTFcIixcIkZvcm1hdFwiOjAsXCJJc1Zpc2libGVcIjpmYWxzZSxcIkxhc3RLbm93blZpc2liaWxpdHlTdGF0ZVwiOmZhbHNlfSxcIlZhcmlhbmNlU3R5bGVcIjp7XCIkaWRcIjpcIjQxMlwiLFwiVmFyaWFuY2VUZXh0U3R5bGVcIjp7XCIkaWRcIjpcIjQxM1wiLFwiRm9udFNldHRpbmdzXCI6e1wiJGlkXCI6XCI0MTRcIixcIkZvbnRTaXplXCI6MTAsXCJGb250TmFtZVwiOlwiQ2FsaWJyaVwiLFwiSXNCb2xkXCI6ZmFsc2UsXCJJc0l0YWxpY1wiOmZhbHNlLFwiSXNVbmRlcmxpbmVkXCI6ZmFsc2V9LFwiRm9yZWdyb3VuZFwiOntcIiRpZFwiOlwiNDE1XCIsXCJDb2xvclwiOntcIiRpZFwiOlwiNDE2XCIsXCJBXCI6MjU1LFwiUlwiOjAsXCJHXCI6MCxcIkJcIjowfX0sXCJIb3Jpem9udGFsQWxpZ25tZW50XCI6MCxcIklzVmlzaWJsZVwiOnRydWV9fX0sXCJEZWZhdWx0U3dpbWxhbmVNb3RTdHlsZVwiOntcIiRpZFwiOlwiNDE3XCIsXCJTaGFwZVwiOjEsXCJTaGFwZVNpemVcIjowLFwiRGV0YWlsc1NwYWNpbmdcIjowLjAsXCJQYWRkaW5nXCI6e1wiJGlkXCI6XCI0MThcIixcIlRvcFwiOjUuMCxcIkxlZnRcIjozLjAsXCJSaWdodFwiOjAuMCxcIkJvdHRvbVwiOjIuMH0sXCJQb3NpdGlvbk9uVGFza1wiOjEsXCJTaGFwZVN0eWxlXCI6e1wiJGlkXCI6XCI0MTlcIixcIk1hcmdpblwiOntcIiRpZFwiOlwiNDIwXCIsXCJUb3BcIjowLjAsXCJMZWZ0XCI6MC4wLFwiUmlnaHRcIjowLjAsXCJCb3R0b21cIjowLjB9LFwiUGFkZGluZ1wiOntcIiRpZFwiOlwiNDIxXCIsXCJUb3BcIjowLjAsXCJMZWZ0XCI6MC4wLFwiUmlnaHRcIjowLjAsXCJCb3R0b21cIjowLjB9LFwiQmFja2dyb3VuZFwiOntcIiRpZFwiOlwiNDIyXCIsXCJDb2xvclwiOntcIiRpZFwiOlwiNDIzXCIsXCJBXCI6MjU1LFwiUlwiOjEyOCxcIkdcIjo1MyxcIkJcIjoxNH19LFwiSXNWaXNpYmxlXCI6dHJ1ZSxcIldpZHRoXCI6MTIuMCxcIkhlaWdodFwiOjE0LjAsXCJCb3JkZXJTdHlsZVwiOntcIiRpZFwiOlwiNDI0XCIsXCJMaW5lU3R5bGVcIjp7XCIkaWRcIjpcIjQyNVwiLFwiTGluZUNvbG9yXCI6e1wiJGlkXCI6XCI0MjZcIixcIkNvbG9yXCI6e1wiJGlkXCI6XCI0MjdcIixcIkFcIjoyNTUsXCJSXCI6MjU1LFwiR1wiOjI1NSxcIkJcIjoyNTV9fSxcIkxpbmVXZWlnaHRcIjowLjAsXCJMaW5lVHlwZVwiOjB9LFwiSXNWaXNpYmxlXCI6ZmFsc2V9fSxcIlRpdGxlU3R5bGVcIjp7XCIkaWRcIjpcIjQyOFwiLFwiRm9udFNldHRpbmdzXCI6e1wiJGlkXCI6XCI0MjlcIixcIkZvbnRTaXplXCI6MTEsXCJGb250TmFtZVwiOlwiQ2FsaWJyaVwiLFwiSXNCb2xkXCI6ZmFsc2UsXCJJc0l0YWxpY1wiOmZhbHNlLFwiSXNVbmRlcmxpbmVkXCI6ZmFsc2V9LFwiRm9yZWdyb3VuZFwiOntcIiRpZFwiOlwiNDMwXCIsXCJDb2xvclwiOntcIiRpZFwiOlwiNDMxXCIsXCJBXCI6MjU1LFwiUlwiOjAsXCJHXCI6MCxcIkJcIjowfX0sXCJIb3Jpem9udGFsQWxpZ25tZW50XCI6MSxcIklzVmlzaWJsZVwiOnRydWV9LFwiRGF0ZVN0eWxlXCI6e1wiJGlkXCI6XCI0MzJcIixcIkZvbnRTZXR0aW5nc1wiOntcIiRpZFwiOlwiNDMzXCIsXCJGb250U2l6ZVwiOjEwLFwiRm9udE5hbWVcIjpcIkNhbGlicmlcIixcIklzQm9sZFwiOmZhbHNlLFwiSXNJdGFsaWNcIjpmYWxzZSxcIklzVW5kZXJsaW5lZFwiOmZhbHNlfSxcIkZvcmVncm91bmRcIjp7XCIkaWRcIjpcIjQzNFwiLFwiQ29sb3JcIjp7XCIkaWRcIjpcIjQzNVwiLFwiQVwiOjI1NSxcIlJcIjoxNCxcIkdcIjo0MCxcIkJcIjo2NX19LFwiSG9yaXpvbnRhbEFsaWdubWVudFwiOjEsXCJJc1Zpc2libGVcIjp0cnVlfSxcIkRhdGVGb3JtYXRcIjp7XCIkaWRcIjpcIjQzN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MzdcIixcIkZvcm1hdFwiOjAsXCJJc1Zpc2libGVcIjpmYWxzZSxcIkxhc3RLbm93blZpc2liaWxpdHlTdGF0ZVwiOmZhbHNlfSxcIlZhcmlhbmNlU3R5bGVcIjp7XCIkaWRcIjpcIjQzOFwiLFwiVmFyaWFuY2VUZXh0U3R5bGVcIjp7XCIkaWRcIjpcIjQzOVwiLFwiRm9udFNldHRpbmdzXCI6e1wiJGlkXCI6XCI0NDBcIixcIkZvbnRTaXplXCI6MTAsXCJGb250TmFtZVwiOlwiQ2FsaWJyaVwiLFwiSXNCb2xkXCI6ZmFsc2UsXCJJc0l0YWxpY1wiOmZhbHNlLFwiSXNVbmRlcmxpbmVkXCI6ZmFsc2V9LFwiRm9yZWdyb3VuZFwiOntcIiRpZFwiOlwiNDQxXCIsXCJDb2xvclwiOntcIiRpZFwiOlwiNDQyXCIsXCJBXCI6MjU1LFwiUlwiOjAsXCJHXCI6MCxcIkJcIjowfX0sXCJIb3Jpem9udGFsQWxpZ25tZW50XCI6MCxcIklzVmlzaWJsZVwiOnRydWV9fX19LHtcIiRpZFwiOlwiNDQzXCIsXCJTdHlsZUlkXCI6XCJiMjRmODA0NS1mNjliLTRhNDMtODI5Zi1hNTY1MDNmZGNkNjlcIixcIk5hbWVcIjpcIlN3aW1sYW5lIFN0eWxlIDNcIixcIkhlYWRlclN0eWxlXCI6e1wiJGlkXCI6XCI0NDRcIixcIlRleHRTdHlsZVwiOntcIiRpZFwiOlwiNDQ1XCIsXCJGb250U2V0dGluZ3NcIjp7XCIkaWRcIjpcIjQ0NlwiLFwiRm9udFNpemVcIjoxMSxcIkZvbnROYW1lXCI6XCJDYWxpYnJpXCIsXCJJc0JvbGRcIjpmYWxzZSxcIklzSXRhbGljXCI6ZmFsc2UsXCJJc1VuZGVybGluZWRcIjpmYWxzZX0sXCJGb3JlZ3JvdW5kXCI6e1wiJGlkXCI6XCI0NDdcIixcIkNvbG9yXCI6e1wiJGlkXCI6XCI0NDhcIixcIkFcIjoyNTUsXCJSXCI6MjU1LFwiR1wiOjI1NSxcIkJcIjoyNTV9fSxcIkhvcml6b250YWxBbGlnbm1lbnRcIjoxLFwiSXNWaXNpYmxlXCI6dHJ1ZX0sXCJSZWN0YW5nbGVTdHlsZVwiOntcIiRpZFwiOlwiNDQ5XCIsXCJNYXJnaW5cIjp7XCIkaWRcIjpcIjQ1MFwiLFwiVG9wXCI6MC4wLFwiTGVmdFwiOjAuMCxcIlJpZ2h0XCI6MC4wLFwiQm90dG9tXCI6MC4wfSxcIlBhZGRpbmdcIjp7XCIkaWRcIjpcIjQ1MVwiLFwiVG9wXCI6MC4wLFwiTGVmdFwiOjAuMCxcIlJpZ2h0XCI6MC4wLFwiQm90dG9tXCI6MC4wfSxcIkJhY2tncm91bmRcIjp7XCIkaWRcIjpcIjQ1MlwiLFwiQ29sb3JcIjp7XCIkaWRcIjpcIjQ1M1wiLFwiQVwiOjI1NSxcIlJcIjoyNSxcIkdcIjoxMDcsXCJCXCI6MzZ9fSxcIklzVmlzaWJsZVwiOnRydWUsXCJXaWR0aFwiOjAuMCxcIkhlaWdodFwiOjAuMCxcIkJvcmRlclN0eWxlXCI6e1wiJGlkXCI6XCI0NTRcIixcIkxpbmVTdHlsZVwiOntcIiRpZFwiOlwiNDU1XCIsXCJMaW5lQ29sb3JcIjp7XCIkaWRcIjpcIjQ1NlwiLFwiQ29sb3JcIjp7XCIkaWRcIjpcIjQ1N1wiLFwiQVwiOjI1NSxcIlJcIjoyNTUsXCJHXCI6MjU1LFwiQlwiOjI1NX19LFwiTGluZVdlaWdodFwiOjAuMCxcIkxpbmVUeXBlXCI6MH0sXCJJc1Zpc2libGVcIjpmYWxzZX19fSxcIkJhY2tncm91bmRTdHlsZVwiOntcIiRpZFwiOlwiNDU4XCIsXCJNYXJnaW5cIjp7XCIkaWRcIjpcIjQ1OVwiLFwiVG9wXCI6MC4wLFwiTGVmdFwiOjAuMCxcIlJpZ2h0XCI6MC4wLFwiQm90dG9tXCI6MC4wfSxcIlBhZGRpbmdcIjp7XCIkaWRcIjpcIjQ2MFwiLFwiVG9wXCI6MC4wLFwiTGVmdFwiOjAuMCxcIlJpZ2h0XCI6MC4wLFwiQm90dG9tXCI6MC4wfSxcIkJhY2tncm91bmRcIjp7XCIkaWRcIjpcIjQ2MVwiLFwiQ29sb3JcIjp7XCIkaWRcIjpcIjQ2MlwiLFwiQVwiOjUxLFwiUlwiOjIwMCxcIkdcIjoyMDAsXCJCXCI6MjAwfX0sXCJJc1Zpc2libGVcIjp0cnVlLFwiV2lkdGhcIjowLjAsXCJIZWlnaHRcIjowLjAsXCJCb3JkZXJTdHlsZVwiOntcIiRpZFwiOlwiNDYzXCIsXCJMaW5lU3R5bGVcIjp7XCIkaWRcIjpcIjQ2NFwiLFwiTGluZUNvbG9yXCI6e1wiJGlkXCI6XCI0NjVcIixcIkNvbG9yXCI6e1wiJGlkXCI6XCI0NjZcIixcIkFcIjoyNTUsXCJSXCI6MjM0LFwiR1wiOjIyLFwiQlwiOjMwfX0sXCJMaW5lV2VpZ2h0XCI6Mi4wLFwiTGluZVR5cGVcIjowfSxcIklzVmlzaWJsZVwiOmZhbHNlfX0sXCJJc0Fib3ZlVGltZWJhbmRcIjpmYWxzZSxcIlNwYWNpbmdcIjozLFwiRGVmYXVsdFN3aW1sYW5lQWN0aXZpdHlTdHlsZVwiOntcIiRpZFwiOlwiNDY3XCIsXCJIZWFkZXJTdHlsZVwiOntcIiRpZFwiOlwiNDY4XCIsXCJUZXh0U3R5bGVcIjp7XCIkaWRcIjpcIjQ2OVwiLFwiRm9udFNldHRpbmdzXCI6e1wiJGlkXCI6XCI0NzBcIixcIkZvbnRTaXplXCI6MTEsXCJGb250TmFtZVwiOlwiQ2FsaWJyaVwiLFwiSXNCb2xkXCI6ZmFsc2UsXCJJc0l0YWxpY1wiOmZhbHNlLFwiSXNVbmRlcmxpbmVkXCI6ZmFsc2V9LFwiRm9yZWdyb3VuZFwiOntcIiRpZFwiOlwiNDcxXCIsXCJDb2xvclwiOntcIiRpZFwiOlwiNDcyXCIsXCJBXCI6MjU1LFwiUlwiOjAsXCJHXCI6MCxcIkJcIjowfX0sXCJIb3Jpem9udGFsQWxpZ25tZW50XCI6MCxcIklzVmlzaWJsZVwiOnRydWV9LFwiUmVjdGFuZ2xlU3R5bGVcIjp7XCIkaWRcIjpcIjQ3M1wiLFwiTWFyZ2luXCI6e1wiJGlkXCI6XCI0NzRcIixcIlRvcFwiOjAuMCxcIkxlZnRcIjowLjAsXCJSaWdodFwiOjAuMCxcIkJvdHRvbVwiOjAuMH0sXCJQYWRkaW5nXCI6e1wiJGlkXCI6XCI0NzVcIixcIlRvcFwiOjAuMCxcIkxlZnRcIjowLjAsXCJSaWdodFwiOjAuMCxcIkJvdHRvbVwiOjAuMH0sXCJCYWNrZ3JvdW5kXCI6e1wiJGlkXCI6XCI0NzZcIixcIkNvbG9yXCI6e1wiJGlkXCI6XCI0NzdcIixcIkFcIjo2MyxcIlJcIjoyNSxcIkdcIjoxMDcsXCJCXCI6MzZ9fSxcIklzVmlzaWJsZVwiOnRydWUsXCJXaWR0aFwiOjAuMCxcIkhlaWdodFwiOjAuMCxcIkJvcmRlclN0eWxlXCI6e1wiJGlkXCI6XCI0NzhcIixcIkxpbmVTdHlsZVwiOntcIiRpZFwiOlwiNDc5XCIsXCJMaW5lQ29sb3JcIjp7XCIkaWRcIjpcIjQ4MFwiLFwiQ29sb3JcIjp7XCIkaWRcIjpcIjQ4MVwiLFwiQVwiOjI1NSxcIlJcIjoyNTUsXCJHXCI6MjU1LFwiQlwiOjI1NX19LFwiTGluZVdlaWdodFwiOjAuMCxcIkxpbmVUeXBlXCI6MH0sXCJJc1Zpc2libGVcIjpmYWxzZX19fSxcIkJhY2tncm91bmRTdHlsZVwiOntcIiRpZFwiOlwiNDgyXCIsXCJNYXJnaW5cIjp7XCIkaWRcIjpcIjQ4M1wiLFwiVG9wXCI6MC4wLFwiTGVmdFwiOjAuMCxcIlJpZ2h0XCI6MC4wLFwiQm90dG9tXCI6MC4wfSxcIlBhZGRpbmdcIjp7XCIkaWRcIjpcIjQ4NFwiLFwiVG9wXCI6MC4wLFwiTGVmdFwiOjAuMCxcIlJpZ2h0XCI6MC4wLFwiQm90dG9tXCI6MC4wfSxcIkJhY2tncm91bmRcIjp7XCIkaWRcIjpcIjQ4NVwiLFwiQ29sb3JcIjp7XCIkaWRcIjpcIjQ4NlwiLFwiQVwiOjUxLFwiUlwiOjIwMCxcIkdcIjoyMDAsXCJCXCI6MjAwfX0sXCJJc1Zpc2libGVcIjp0cnVlLFwiV2lkdGhcIjowLjAsXCJIZWlnaHRcIjowLjAsXCJCb3JkZXJTdHlsZVwiOntcIiRpZFwiOlwiNDg3XCIsXCJMaW5lU3R5bGVcIjp7XCIkaWRcIjpcIjQ4OFwiLFwiTGluZUNvbG9yXCI6e1wiJGlkXCI6XCI0ODlcIixcIkNvbG9yXCI6e1wiJGlkXCI6XCI0OTBcIixcIkFcIjoyNTUsXCJSXCI6MjM0LFwiR1wiOjIyLFwiQlwiOjMwfX0sXCJMaW5lV2VpZ2h0XCI6Mi4wLFwiTGluZVR5cGVcIjowfSxcIklzVmlzaWJsZVwiOmZhbHNlfX19LFwiRGVmYXVsdFN3aW1sYW5lTWlsZXN0b25lU3R5bGVcIjp7XCIkaWRcIjpcIjQ5MVwiLFwiVGl0bGVQb3NpdGlvblwiOjAsXCJEYXRlUG9zaXRpb25cIjoyLFwiVmFyaWFuY2VQb3NpdGlvblwiOjIsXCJTaGFwZVR5cGVcIjoxLFwiU2hhcGVTaXplXCI6MCxcIlNwYWNpbmdcIjo1LFwiU2hhcGVTdHlsZVwiOntcIiRpZFwiOlwiNDkyXCIsXCJNYXJnaW5cIjp7XCIkaWRcIjpcIjQ5M1wiLFwiVG9wXCI6MC4wLFwiTGVmdFwiOjAuMCxcIlJpZ2h0XCI6MC4wLFwiQm90dG9tXCI6MC4wfSxcIlBhZGRpbmdcIjp7XCIkaWRcIjpcIjQ5NFwiLFwiVG9wXCI6MC4wLFwiTGVmdFwiOjAuMCxcIlJpZ2h0XCI6MC4wLFwiQm90dG9tXCI6MC4wfSxcIkJhY2tncm91bmRcIjp7XCIkaWRcIjpcIjQ5NVwiLFwiQ29sb3JcIjp7XCIkaWRcIjpcIjQ5NlwiLFwiQVwiOjI1NSxcIlJcIjoyNSxcIkdcIjoxMDcsXCJCXCI6MzZ9fSxcIklzVmlzaWJsZVwiOnRydWUsXCJXaWR0aFwiOjEyLjAsXCJIZWlnaHRcIjoxNC4wLFwiQm9yZGVyU3R5bGVcIjp7XCIkaWRcIjpcIjQ5N1wiLFwiTGluZVN0eWxlXCI6e1wiJGlkXCI6XCI0OThcIixcIkxpbmVDb2xvclwiOntcIiRpZFwiOlwiNDk5XCIsXCJDb2xvclwiOntcIiRpZFwiOlwiNTAwXCIsXCJBXCI6MjU1LFwiUlwiOjIzNCxcIkdcIjoyMixcIkJcIjozMH19LFwiTGluZVdlaWdodFwiOjIuMCxcIkxpbmVUeXBlXCI6MH0sXCJJc1Zpc2libGVcIjpmYWxzZX19LFwiVGl0bGVTdHlsZVwiOntcIiRpZFwiOlwiNTAxXCIsXCJGb250U2V0dGluZ3NcIjp7XCIkaWRcIjpcIjUwMlwiLFwiRm9udFNpemVcIjoxMSxcIkZvbnROYW1lXCI6XCJDYWxpYnJpXCIsXCJJc0JvbGRcIjpmYWxzZSxcIklzSXRhbGljXCI6ZmFsc2UsXCJJc1VuZGVybGluZWRcIjpmYWxzZX0sXCJGb3JlZ3JvdW5kXCI6e1wiJGlkXCI6XCI1MDNcIixcIkNvbG9yXCI6e1wiJGlkXCI6XCI1MDRcIixcIkFcIjoyNTUsXCJSXCI6MCxcIkdcIjowLFwiQlwiOjB9fSxcIkhvcml6b250YWxBbGlnbm1lbnRcIjoyLFwiSXNWaXNpYmxlXCI6dHJ1ZX0sXCJEYXRlU3R5bGVcIjp7XCIkaWRcIjpcIjUwNVwiLFwiRm9udFNldHRpbmdzXCI6e1wiJGlkXCI6XCI1MDZcIixcIkZvbnRTaXplXCI6MTAsXCJGb250TmFtZVwiOlwiQ2FsaWJyaVwiLFwiSXNCb2xkXCI6ZmFsc2UsXCJJc0l0YWxpY1wiOmZhbHNlLFwiSXNVbmRlcmxpbmVkXCI6ZmFsc2V9LFwiRm9yZWdyb3VuZFwiOntcIiRpZFwiOlwiNTA3XCIsXCJDb2xvclwiOntcIiRpZFwiOlwiNTA4XCIsXCJBXCI6MjU1LFwiUlwiOjE0LFwiR1wiOjQwLFwiQlwiOjY1fX0sXCJIb3Jpem9udGFsQWxpZ25tZW50XCI6MCxcIklzVmlzaWJsZVwiOnRydWV9LFwiRGF0ZUZvcm1hdFwiOntcIiRpZFwiOlwiNTA5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xMFwiLFwiRm9ybWF0XCI6MCxcIklzVmlzaWJsZVwiOmZhbHNlLFwiTGFzdEtub3duVmlzaWJpbGl0eVN0YXRlXCI6ZmFsc2V9LFwiVmFyaWFuY2VTdHlsZVwiOntcIiRpZFwiOlwiNTExXCIsXCJWYXJpYW5jZVRleHRTdHlsZVwiOntcIiRpZFwiOlwiNTEyXCIsXCJGb250U2V0dGluZ3NcIjp7XCIkaWRcIjpcIjUxM1wiLFwiRm9udFNpemVcIjoxMCxcIkZvbnROYW1lXCI6XCJDYWxpYnJpXCIsXCJJc0JvbGRcIjpmYWxzZSxcIklzSXRhbGljXCI6ZmFsc2UsXCJJc1VuZGVybGluZWRcIjpmYWxzZX0sXCJGb3JlZ3JvdW5kXCI6e1wiJGlkXCI6XCI1MTRcIixcIkNvbG9yXCI6e1wiJGlkXCI6XCI1MTVcIixcIkFcIjoyNTUsXCJSXCI6MCxcIkdcIjowLFwiQlwiOjB9fSxcIkhvcml6b250YWxBbGlnbm1lbnRcIjowLFwiSXNWaXNpYmxlXCI6dHJ1ZX19fSxcIkRlZmF1bHRTd2ltbGFuZVRhc2tTdHlsZVwiOntcIiRpZFwiOlwiNTE2XCIsXCJTaGFwZVwiOjEsXCJTaGFwZVRoaWNrbmVzc1wiOjAsXCJEdXJhdGlvbkZvcm1hdFwiOjAsXCJQZXJjZW50YWdlQ29tcGxldGVUZXh0U3R5bGVcIjp7XCIkaWRcIjpcIjUxN1wiLFwiRm9udFNldHRpbmdzXCI6e1wiJGlkXCI6XCI1MThcIixcIkZvbnRTaXplXCI6MTAsXCJGb250TmFtZVwiOlwiQ2FsaWJyaVwiLFwiSXNCb2xkXCI6ZmFsc2UsXCJJc0l0YWxpY1wiOmZhbHNlLFwiSXNVbmRlcmxpbmVkXCI6ZmFsc2V9LFwiRm9yZWdyb3VuZFwiOntcIiRpZFwiOlwiNTE5XCIsXCJDb2xvclwiOntcIiRpZFwiOlwiNTIwXCIsXCJBXCI6MjU1LFwiUlwiOjIzMixcIkdcIjoyMzIsXCJCXCI6MjMyfX0sXCJIb3Jpem9udGFsQWxpZ25tZW50XCI6MSxcIklzVmlzaWJsZVwiOnRydWV9LFwiUGVyY2VudGFnZUNvbXBsZXRlSGlnaGxpZ2h0U3R5bGVcIjp7XCIkaWRcIjpcIjUyMVwiLFwiQmFja2dyb3VuZFwiOntcIiRpZFwiOlwiNTIyXCIsXCJDb2xvclwiOntcIiRpZFwiOlwiNTIzXCIsXCJBXCI6ODksXCJSXCI6MCxcIkdcIjowLFwiQlwiOjB9fX0sXCJEdXJhdGlvblN0eWxlXCI6e1wiJGlkXCI6XCI1MjRcIixcIkZvbnRTZXR0aW5nc1wiOntcIiRpZFwiOlwiNTI1XCIsXCJGb250U2l6ZVwiOjEwLFwiRm9udE5hbWVcIjpcIkNhbGlicmlcIixcIklzQm9sZFwiOmZhbHNlLFwiSXNJdGFsaWNcIjpmYWxzZSxcIklzVW5kZXJsaW5lZFwiOmZhbHNlfSxcIkZvcmVncm91bmRcIjp7XCIkaWRcIjpcIjUyNlwiLFwiQ29sb3JcIjp7XCIkaWRcIjpcIjUyN1wiLFwiQVwiOjI1NSxcIlJcIjoyMzcsXCJHXCI6MTI1LFwiQlwiOjQ5fX0sXCJIb3Jpem9udGFsQWxpZ25tZW50XCI6MCxcIklzVmlzaWJsZVwiOmZhbHNlfSxcIk1hcmdpblwiOntcIiRpZFwiOlwiNTI4XCIsXCJUb3BcIjowLjAsXCJMZWZ0XCI6MC4wLFwiUmlnaHRcIjowLjAsXCJCb3R0b21cIjowLjB9LFwiU3RhcnREYXRlUG9zaXRpb25cIjozLFwiRW5kRGF0ZVBvc2l0aW9uXCI6MyxcIlRpdGxlUG9zaXRpb25cIjo0LFwiRHVyYXRpb25Qb3NpdGlvblwiOjAsXCJQZXJjZW50YWdlQ29tcGxldGVkUG9zaXRpb25cIjoyLFwiVmFyaWFuY2VQb3NpdGlvblwiOjIsXCJTcGFjaW5nXCI6MyxcIkJhc2VsaW5lU3R5bGVcIjp7XCIkaWRcIjpcIjUyOVwiLFwiQmFzZWxpbmVTaGFwZVN0eWxlXCI6e1wiJGlkXCI6XCI1MzBcIixcIk1hcmdpblwiOntcIiRpZFwiOlwiNTMxXCIsXCJUb3BcIjowLjAsXCJMZWZ0XCI6MC4wLFwiUmlnaHRcIjowLjAsXCJCb3R0b21cIjowLjB9LFwiUGFkZGluZ1wiOntcIiRpZFwiOlwiNTMyXCIsXCJUb3BcIjowLjAsXCJMZWZ0XCI6MC4wLFwiUmlnaHRcIjowLjAsXCJCb3R0b21cIjowLjB9LFwiQmFja2dyb3VuZFwiOntcIiRpZFwiOlwiNTMzXCIsXCJDb2xvclwiOntcIiRpZFwiOlwiNTM0XCIsXCJBXCI6MTUzLFwiUlwiOjAsXCJHXCI6MCxcIkJcIjowfX0sXCJJc1Zpc2libGVcIjpmYWxzZSxcIldpZHRoXCI6MC4wLFwiSGVpZ2h0XCI6MC4wLFwiQm9yZGVyU3R5bGVcIjp7XCIkaWRcIjpcIjUzNVwiLFwiTGluZVN0eWxlXCI6e1wiJGlkXCI6XCI1MzZcIixcIkxpbmVDb2xvclwiOntcIiRpZFwiOlwiNTM3XCIsXCJDb2xvclwiOntcIiRpZFwiOlwiNTM4XCIsXCJBXCI6MjU1LFwiUlwiOjI1NSxcIkdcIjowLFwiQlwiOjB9fSxcIkxpbmVXZWlnaHRcIjoyLjAsXCJMaW5lVHlwZVwiOjB9LFwiSXNWaXNpYmxlXCI6ZmFsc2V9fX0sXCJTaGFwZVN0eWxlXCI6e1wiJGlkXCI6XCI1MzlcIixcIk1hcmdpblwiOntcIiRpZFwiOlwiNTQwXCIsXCJUb3BcIjowLjAsXCJMZWZ0XCI6NC4wLFwiUmlnaHRcIjo0LjAsXCJCb3R0b21cIjowLjB9LFwiUGFkZGluZ1wiOntcIiRpZFwiOlwiNTQxXCIsXCJUb3BcIjowLjAsXCJMZWZ0XCI6MC4wLFwiUmlnaHRcIjowLjAsXCJCb3R0b21cIjowLjB9LFwiQmFja2dyb3VuZFwiOntcIiRpZFwiOlwiNTQyXCIsXCJDb2xvclwiOntcIiRpZFwiOlwiNTQzXCIsXCJBXCI6MjU1LFwiUlwiOjI1LFwiR1wiOjEwNyxcIkJcIjozNn19LFwiSXNWaXNpYmxlXCI6dHJ1ZSxcIldpZHRoXCI6MC4wLFwiSGVpZ2h0XCI6MTAuMCxcIkJvcmRlclN0eWxlXCI6e1wiJGlkXCI6XCI1NDRcIixcIkxpbmVTdHlsZVwiOntcIiRpZFwiOlwiNTQ1XCIsXCJMaW5lQ29sb3JcIjp7XCIkaWRcIjpcIjU0NlwiLFwiQ29sb3JcIjp7XCIkaWRcIjpcIjU0N1wiLFwiQVwiOjI1NSxcIlJcIjoyMzQsXCJHXCI6MjIsXCJCXCI6MzB9fSxcIkxpbmVXZWlnaHRcIjoyLjAsXCJMaW5lVHlwZVwiOjB9LFwiSXNWaXNpYmxlXCI6ZmFsc2V9fSxcIlRpdGxlU3R5bGVcIjp7XCIkaWRcIjpcIjU0OFwiLFwiRm9udFNldHRpbmdzXCI6e1wiJGlkXCI6XCI1NDlcIixcIkZvbnRTaXplXCI6MTEsXCJGb250TmFtZVwiOlwiQ2FsaWJyaVwiLFwiSXNCb2xkXCI6ZmFsc2UsXCJJc0l0YWxpY1wiOmZhbHNlLFwiSXNVbmRlcmxpbmVkXCI6ZmFsc2V9LFwiRm9yZWdyb3VuZFwiOntcIiRpZFwiOlwiNTUwXCIsXCJDb2xvclwiOntcIiRpZFwiOlwiNTUxXCIsXCJBXCI6MjU1LFwiUlwiOjAsXCJHXCI6MCxcIkJcIjowfX0sXCJIb3Jpem9udGFsQWxpZ25tZW50XCI6MCxcIklzVmlzaWJsZVwiOnRydWV9LFwiRGF0ZVN0eWxlXCI6e1wiJGlkXCI6XCI1NTJcIixcIkZvbnRTZXR0aW5nc1wiOntcIiRpZFwiOlwiNTUzXCIsXCJGb250U2l6ZVwiOjEwLFwiRm9udE5hbWVcIjpcIkNhbGlicmlcIixcIklzQm9sZFwiOmZhbHNlLFwiSXNJdGFsaWNcIjpmYWxzZSxcIklzVW5kZXJsaW5lZFwiOmZhbHNlfSxcIkZvcmVncm91bmRcIjp7XCIkaWRcIjpcIjU1NFwiLFwiQ29sb3JcIjp7XCIkaWRcIjpcIjU1NVwiLFwiQVwiOjI1NSxcIlJcIjoxNCxcIkdcIjo0MCxcIkJcIjo2NX19LFwiSG9yaXpvbnRhbEFsaWdubWVudFwiOjIsXCJJc1Zpc2libGVcIjp0cnVlfSxcIkRhdGVGb3JtYXRcIjp7XCIkaWRcIjpcIjU1N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NTdcIixcIkZvcm1hdFwiOjAsXCJJc1Zpc2libGVcIjpmYWxzZSxcIkxhc3RLbm93blZpc2liaWxpdHlTdGF0ZVwiOmZhbHNlfSxcIlZhcmlhbmNlU3R5bGVcIjp7XCIkaWRcIjpcIjU1OFwiLFwiVmFyaWFuY2VUZXh0U3R5bGVcIjp7XCIkaWRcIjpcIjU1OVwiLFwiRm9udFNldHRpbmdzXCI6e1wiJGlkXCI6XCI1NjBcIixcIkZvbnRTaXplXCI6MTAsXCJGb250TmFtZVwiOlwiQ2FsaWJyaVwiLFwiSXNCb2xkXCI6ZmFsc2UsXCJJc0l0YWxpY1wiOmZhbHNlLFwiSXNVbmRlcmxpbmVkXCI6ZmFsc2V9LFwiRm9yZWdyb3VuZFwiOntcIiRpZFwiOlwiNTYxXCIsXCJDb2xvclwiOntcIiRpZFwiOlwiNTYyXCIsXCJBXCI6MjU1LFwiUlwiOjAsXCJHXCI6MCxcIkJcIjowfX0sXCJIb3Jpem9udGFsQWxpZ25tZW50XCI6MCxcIklzVmlzaWJsZVwiOnRydWV9fX0sXCJEZWZhdWx0U3dpbWxhbmVNb3RTdHlsZVwiOntcIiRpZFwiOlwiNTYzXCIsXCJTaGFwZVwiOjEsXCJTaGFwZVNpemVcIjowLFwiRGV0YWlsc1NwYWNpbmdcIjowLjAsXCJQYWRkaW5nXCI6e1wiJGlkXCI6XCI1NjRcIixcIlRvcFwiOjUuMCxcIkxlZnRcIjozLjAsXCJSaWdodFwiOjAuMCxcIkJvdHRvbVwiOjIuMH0sXCJQb3NpdGlvbk9uVGFza1wiOjEsXCJTaGFwZVN0eWxlXCI6e1wiJGlkXCI6XCI1NjVcIixcIk1hcmdpblwiOntcIiRpZFwiOlwiNTY2XCIsXCJUb3BcIjowLjAsXCJMZWZ0XCI6MC4wLFwiUmlnaHRcIjowLjAsXCJCb3R0b21cIjowLjB9LFwiUGFkZGluZ1wiOntcIiRpZFwiOlwiNTY3XCIsXCJUb3BcIjowLjAsXCJMZWZ0XCI6MC4wLFwiUmlnaHRcIjowLjAsXCJCb3R0b21cIjowLjB9LFwiQmFja2dyb3VuZFwiOntcIiRpZFwiOlwiNTY4XCIsXCJDb2xvclwiOntcIiRpZFwiOlwiNTY5XCIsXCJBXCI6MjU1LFwiUlwiOjEzLFwiR1wiOjUzLFwiQlwiOjE4fX0sXCJJc1Zpc2libGVcIjp0cnVlLFwiV2lkdGhcIjoxMi4wLFwiSGVpZ2h0XCI6MTQuMCxcIkJvcmRlclN0eWxlXCI6e1wiJGlkXCI6XCI1NzBcIixcIkxpbmVTdHlsZVwiOntcIiRpZFwiOlwiNTcxXCIsXCJMaW5lQ29sb3JcIjp7XCIkaWRcIjpcIjU3MlwiLFwiQ29sb3JcIjp7XCIkaWRcIjpcIjU3M1wiLFwiQVwiOjI1NSxcIlJcIjoyNTUsXCJHXCI6MjU1LFwiQlwiOjI1NX19LFwiTGluZVdlaWdodFwiOjAuMCxcIkxpbmVUeXBlXCI6MH0sXCJJc1Zpc2libGVcIjpmYWxzZX19LFwiVGl0bGVTdHlsZVwiOntcIiRpZFwiOlwiNTc0XCIsXCJGb250U2V0dGluZ3NcIjp7XCIkaWRcIjpcIjU3NVwiLFwiRm9udFNpemVcIjoxMSxcIkZvbnROYW1lXCI6XCJDYWxpYnJpXCIsXCJJc0JvbGRcIjpmYWxzZSxcIklzSXRhbGljXCI6ZmFsc2UsXCJJc1VuZGVybGluZWRcIjpmYWxzZX0sXCJGb3JlZ3JvdW5kXCI6e1wiJGlkXCI6XCI1NzZcIixcIkNvbG9yXCI6e1wiJGlkXCI6XCI1NzdcIixcIkFcIjoyNTUsXCJSXCI6MCxcIkdcIjowLFwiQlwiOjB9fSxcIkhvcml6b250YWxBbGlnbm1lbnRcIjoxLFwiSXNWaXNpYmxlXCI6dHJ1ZX0sXCJEYXRlU3R5bGVcIjp7XCIkaWRcIjpcIjU3OFwiLFwiRm9udFNldHRpbmdzXCI6e1wiJGlkXCI6XCI1NzlcIixcIkZvbnRTaXplXCI6MTAsXCJGb250TmFtZVwiOlwiQ2FsaWJyaVwiLFwiSXNCb2xkXCI6ZmFsc2UsXCJJc0l0YWxpY1wiOmZhbHNlLFwiSXNVbmRlcmxpbmVkXCI6ZmFsc2V9LFwiRm9yZWdyb3VuZFwiOntcIiRpZFwiOlwiNTgwXCIsXCJDb2xvclwiOntcIiRpZFwiOlwiNTgxXCIsXCJBXCI6MjU1LFwiUlwiOjE0LFwiR1wiOjQwLFwiQlwiOjY1fX0sXCJIb3Jpem9udGFsQWxpZ25tZW50XCI6MSxcIklzVmlzaWJsZVwiOnRydWV9LFwiRGF0ZUZvcm1hdFwiOntcIiRpZFwiOlwiNTg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4M1wiLFwiRm9ybWF0XCI6MCxcIklzVmlzaWJsZVwiOmZhbHNlLFwiTGFzdEtub3duVmlzaWJpbGl0eVN0YXRlXCI6ZmFsc2V9LFwiVmFyaWFuY2VTdHlsZVwiOntcIiRpZFwiOlwiNTg0XCIsXCJWYXJpYW5jZVRleHRTdHlsZVwiOntcIiRpZFwiOlwiNTg1XCIsXCJGb250U2V0dGluZ3NcIjp7XCIkaWRcIjpcIjU4NlwiLFwiRm9udFNpemVcIjoxMCxcIkZvbnROYW1lXCI6XCJDYWxpYnJpXCIsXCJJc0JvbGRcIjpmYWxzZSxcIklzSXRhbGljXCI6ZmFsc2UsXCJJc1VuZGVybGluZWRcIjpmYWxzZX0sXCJGb3JlZ3JvdW5kXCI6e1wiJGlkXCI6XCI1ODdcIixcIkNvbG9yXCI6e1wiJGlkXCI6XCI1ODhcIixcIkFcIjoyNTUsXCJSXCI6MCxcIkdcIjowLFwiQlwiOjB9fSxcIkhvcml6b250YWxBbGlnbm1lbnRcIjowLFwiSXNWaXNpYmxlXCI6dHJ1ZX19fX0se1wiJGlkXCI6XCI1ODlcIixcIlN0eWxlSWRcIjpcIjA3MDJkZWE4LWMxMTQtNGQ3MS1iZTQwLWNkMzA2MmM0Njk3MFwiLFwiTmFtZVwiOlwiU3dpbWxhbmUgU3R5bGUgNFwiLFwiSGVhZGVyU3R5bGVcIjp7XCIkaWRcIjpcIjU5MFwiLFwiVGV4dFN0eWxlXCI6e1wiJGlkXCI6XCI1OTFcIixcIkZvbnRTZXR0aW5nc1wiOntcIiRpZFwiOlwiNTkyXCIsXCJGb250U2l6ZVwiOjExLFwiRm9udE5hbWVcIjpcIkNhbGlicmlcIixcIklzQm9sZFwiOmZhbHNlLFwiSXNJdGFsaWNcIjpmYWxzZSxcIklzVW5kZXJsaW5lZFwiOmZhbHNlfSxcIkZvcmVncm91bmRcIjp7XCIkaWRcIjpcIjU5M1wiLFwiQ29sb3JcIjp7XCIkaWRcIjpcIjU5NFwiLFwiQVwiOjI1NSxcIlJcIjoyNTUsXCJHXCI6MjU1LFwiQlwiOjI1NX19LFwiSG9yaXpvbnRhbEFsaWdubWVudFwiOjAsXCJJc1Zpc2libGVcIjp0cnVlfSxcIlJlY3RhbmdsZVN0eWxlXCI6e1wiJGlkXCI6XCI1OTVcIixcIk1hcmdpblwiOntcIiRpZFwiOlwiNTk2XCIsXCJUb3BcIjowLjAsXCJMZWZ0XCI6MC4wLFwiUmlnaHRcIjowLjAsXCJCb3R0b21cIjowLjB9LFwiUGFkZGluZ1wiOntcIiRpZFwiOlwiNTk3XCIsXCJUb3BcIjowLjAsXCJMZWZ0XCI6MC4wLFwiUmlnaHRcIjowLjAsXCJCb3R0b21cIjowLjB9LFwiQmFja2dyb3VuZFwiOntcIiRpZFwiOlwiNTk4XCIsXCJDb2xvclwiOntcIiRpZFwiOlwiNTk5XCIsXCJBXCI6MjU1LFwiUlwiOjE1LFwiR1wiOjE1OCxcIkJcIjoyMTN9fSxcIklzVmlzaWJsZVwiOnRydWUsXCJXaWR0aFwiOjAuMCxcIkhlaWdodFwiOjAuMCxcIkJvcmRlclN0eWxlXCI6e1wiJGlkXCI6XCI2MDBcIixcIkxpbmVTdHlsZVwiOntcIiRpZFwiOlwiNjAxXCIsXCJMaW5lQ29sb3JcIjp7XCIkaWRcIjpcIjYwMlwiLFwiQ29sb3JcIjp7XCIkaWRcIjpcIjYwM1wiLFwiQVwiOjI1NSxcIlJcIjoyNTUsXCJHXCI6MjU1LFwiQlwiOjI1NX19LFwiTGluZVdlaWdodFwiOjAuMCxcIkxpbmVUeXBlXCI6MH0sXCJJc1Zpc2libGVcIjpmYWxzZX19fSxcIkJhY2tncm91bmRTdHlsZVwiOntcIiRpZFwiOlwiNjA0XCIsXCJNYXJnaW5cIjp7XCIkaWRcIjpcIjYwNVwiLFwiVG9wXCI6MC4wLFwiTGVmdFwiOjAuMCxcIlJpZ2h0XCI6MC4wLFwiQm90dG9tXCI6MC4wfSxcIlBhZGRpbmdcIjp7XCIkaWRcIjpcIjYwNlwiLFwiVG9wXCI6MC4wLFwiTGVmdFwiOjAuMCxcIlJpZ2h0XCI6MC4wLFwiQm90dG9tXCI6MC4wfSxcIkJhY2tncm91bmRcIjp7XCIkaWRcIjpcIjYwN1wiLFwiQ29sb3JcIjp7XCIkaWRcIjpcIjYwOFwiLFwiQVwiOjUxLFwiUlwiOjIwMCxcIkdcIjoyMDAsXCJCXCI6MjAwfX0sXCJJc1Zpc2libGVcIjp0cnVlLFwiV2lkdGhcIjowLjAsXCJIZWlnaHRcIjowLjAsXCJCb3JkZXJTdHlsZVwiOntcIiRpZFwiOlwiNjA5XCIsXCJMaW5lU3R5bGVcIjp7XCIkaWRcIjpcIjYxMFwiLFwiTGluZUNvbG9yXCI6e1wiJGlkXCI6XCI2MTFcIixcIkNvbG9yXCI6e1wiJGlkXCI6XCI2MTJcIixcIkFcIjoyNTUsXCJSXCI6MjM0LFwiR1wiOjIyLFwiQlwiOjMwfX0sXCJMaW5lV2VpZ2h0XCI6Mi4wLFwiTGluZVR5cGVcIjowfSxcIklzVmlzaWJsZVwiOmZhbHNlfX0sXCJJc0Fib3ZlVGltZWJhbmRcIjpmYWxzZSxcIlNwYWNpbmdcIjozLFwiRGVmYXVsdFN3aW1sYW5lQWN0aXZpdHlTdHlsZVwiOntcIiRpZFwiOlwiNjEzXCIsXCJIZWFkZXJTdHlsZVwiOntcIiRpZFwiOlwiNjE0XCIsXCJUZXh0U3R5bGVcIjp7XCIkaWRcIjpcIjYxNVwiLFwiRm9udFNldHRpbmdzXCI6e1wiJGlkXCI6XCI2MTZcIixcIkZvbnRTaXplXCI6MTEsXCJGb250TmFtZVwiOlwiQ2FsaWJyaVwiLFwiSXNCb2xkXCI6ZmFsc2UsXCJJc0l0YWxpY1wiOmZhbHNlLFwiSXNVbmRlcmxpbmVkXCI6ZmFsc2V9LFwiRm9yZWdyb3VuZFwiOntcIiRpZFwiOlwiNjE3XCIsXCJDb2xvclwiOntcIiRpZFwiOlwiNjE4XCIsXCJBXCI6MjU1LFwiUlwiOjAsXCJHXCI6MCxcIkJcIjowfX0sXCJIb3Jpem9udGFsQWxpZ25tZW50XCI6MCxcIklzVmlzaWJsZVwiOnRydWV9LFwiUmVjdGFuZ2xlU3R5bGVcIjp7XCIkaWRcIjpcIjYxOVwiLFwiTWFyZ2luXCI6e1wiJGlkXCI6XCI2MjBcIixcIlRvcFwiOjAuMCxcIkxlZnRcIjowLjAsXCJSaWdodFwiOjAuMCxcIkJvdHRvbVwiOjAuMH0sXCJQYWRkaW5nXCI6e1wiJGlkXCI6XCI2MjFcIixcIlRvcFwiOjAuMCxcIkxlZnRcIjowLjAsXCJSaWdodFwiOjAuMCxcIkJvdHRvbVwiOjAuMH0sXCJCYWNrZ3JvdW5kXCI6e1wiJGlkXCI6XCI2MjJcIixcIkNvbG9yXCI6e1wiJGlkXCI6XCI2MjNcIixcIkFcIjoxMjcsXCJSXCI6MTUsXCJHXCI6MTU4LFwiQlwiOjIxM319LFwiSXNWaXNpYmxlXCI6dHJ1ZSxcIldpZHRoXCI6MC4wLFwiSGVpZ2h0XCI6MC4wLFwiQm9yZGVyU3R5bGVcIjp7XCIkaWRcIjpcIjYyNFwiLFwiTGluZVN0eWxlXCI6e1wiJGlkXCI6XCI2MjVcIixcIkxpbmVDb2xvclwiOntcIiRpZFwiOlwiNjI2XCIsXCJDb2xvclwiOntcIiRpZFwiOlwiNjI3XCIsXCJBXCI6MjU1LFwiUlwiOjI1NSxcIkdcIjowLFwiQlwiOjB9fSxcIkxpbmVXZWlnaHRcIjowLjAsXCJMaW5lVHlwZVwiOjB9LFwiSXNWaXNpYmxlXCI6ZmFsc2V9fX0sXCJCYWNrZ3JvdW5kU3R5bGVcIjp7XCIkaWRcIjpcIjYyOFwiLFwiTWFyZ2luXCI6e1wiJGlkXCI6XCI2MjlcIixcIlRvcFwiOjAuMCxcIkxlZnRcIjowLjAsXCJSaWdodFwiOjAuMCxcIkJvdHRvbVwiOjAuMH0sXCJQYWRkaW5nXCI6e1wiJGlkXCI6XCI2MzBcIixcIlRvcFwiOjAuMCxcIkxlZnRcIjowLjAsXCJSaWdodFwiOjAuMCxcIkJvdHRvbVwiOjAuMH0sXCJCYWNrZ3JvdW5kXCI6e1wiJGlkXCI6XCI2MzFcIixcIkNvbG9yXCI6e1wiJGlkXCI6XCI2MzJcIixcIkFcIjo1MSxcIlJcIjoyMDAsXCJHXCI6MjAwLFwiQlwiOjIwMH19LFwiSXNWaXNpYmxlXCI6dHJ1ZSxcIldpZHRoXCI6MC4wLFwiSGVpZ2h0XCI6MC4wLFwiQm9yZGVyU3R5bGVcIjp7XCIkaWRcIjpcIjYzM1wiLFwiTGluZVN0eWxlXCI6e1wiJGlkXCI6XCI2MzRcIixcIkxpbmVDb2xvclwiOntcIiRpZFwiOlwiNjM1XCIsXCJDb2xvclwiOntcIiRpZFwiOlwiNjM2XCIsXCJBXCI6MjU1LFwiUlwiOjIzNCxcIkdcIjoyMixcIkJcIjozMH19LFwiTGluZVdlaWdodFwiOjIuMCxcIkxpbmVUeXBlXCI6MH0sXCJJc1Zpc2libGVcIjpmYWxzZX19fSxcIkRlZmF1bHRTd2ltbGFuZU1pbGVzdG9uZVN0eWxlXCI6e1wiJGlkXCI6XCI2MzdcIixcIlRpdGxlUG9zaXRpb25cIjowLFwiRGF0ZVBvc2l0aW9uXCI6MixcIlZhcmlhbmNlUG9zaXRpb25cIjoyLFwiU2hhcGVUeXBlXCI6MSxcIlNoYXBlU2l6ZVwiOjAsXCJTcGFjaW5nXCI6NSxcIlNoYXBlU3R5bGVcIjp7XCIkaWRcIjpcIjYzOFwiLFwiTWFyZ2luXCI6e1wiJGlkXCI6XCI2MzlcIixcIlRvcFwiOjAuMCxcIkxlZnRcIjowLjAsXCJSaWdodFwiOjAuMCxcIkJvdHRvbVwiOjAuMH0sXCJQYWRkaW5nXCI6e1wiJGlkXCI6XCI2NDBcIixcIlRvcFwiOjAuMCxcIkxlZnRcIjowLjAsXCJSaWdodFwiOjAuMCxcIkJvdHRvbVwiOjAuMH0sXCJCYWNrZ3JvdW5kXCI6e1wiJGlkXCI6XCI2NDFcIixcIkNvbG9yXCI6e1wiJGlkXCI6XCI2NDJcIixcIkFcIjoyNTUsXCJSXCI6MTUsXCJHXCI6MTU4LFwiQlwiOjIxM319LFwiSXNWaXNpYmxlXCI6dHJ1ZSxcIldpZHRoXCI6MTIuMCxcIkhlaWdodFwiOjE0LjAsXCJCb3JkZXJTdHlsZVwiOntcIiRpZFwiOlwiNjQzXCIsXCJMaW5lU3R5bGVcIjp7XCIkaWRcIjpcIjY0NFwiLFwiTGluZUNvbG9yXCI6e1wiJGlkXCI6XCI2NDVcIixcIkNvbG9yXCI6e1wiJGlkXCI6XCI2NDZcIixcIkFcIjoyNTUsXCJSXCI6MjM0LFwiR1wiOjIyLFwiQlwiOjMwfX0sXCJMaW5lV2VpZ2h0XCI6Mi4wLFwiTGluZVR5cGVcIjowfSxcIklzVmlzaWJsZVwiOmZhbHNlfX0sXCJUaXRsZVN0eWxlXCI6e1wiJGlkXCI6XCI2NDdcIixcIkZvbnRTZXR0aW5nc1wiOntcIiRpZFwiOlwiNjQ4XCIsXCJGb250U2l6ZVwiOjExLFwiRm9udE5hbWVcIjpcIkNhbGlicmlcIixcIklzQm9sZFwiOmZhbHNlLFwiSXNJdGFsaWNcIjpmYWxzZSxcIklzVW5kZXJsaW5lZFwiOmZhbHNlfSxcIkZvcmVncm91bmRcIjp7XCIkaWRcIjpcIjY0OVwiLFwiQ29sb3JcIjp7XCIkaWRcIjpcIjY1MFwiLFwiQVwiOjI1NSxcIlJcIjowLFwiR1wiOjAsXCJCXCI6MH19LFwiSG9yaXpvbnRhbEFsaWdubWVudFwiOjIsXCJJc1Zpc2libGVcIjp0cnVlfSxcIkRhdGVTdHlsZVwiOntcIiRpZFwiOlwiNjUxXCIsXCJGb250U2V0dGluZ3NcIjp7XCIkaWRcIjpcIjY1MlwiLFwiRm9udFNpemVcIjoxMCxcIkZvbnROYW1lXCI6XCJDYWxpYnJpXCIsXCJJc0JvbGRcIjpmYWxzZSxcIklzSXRhbGljXCI6ZmFsc2UsXCJJc1VuZGVybGluZWRcIjpmYWxzZX0sXCJGb3JlZ3JvdW5kXCI6e1wiJGlkXCI6XCI2NTNcIixcIkNvbG9yXCI6e1wiJGlkXCI6XCI2NTRcIixcIkFcIjoyNTUsXCJSXCI6MTQsXCJHXCI6NDAsXCJCXCI6NjV9fSxcIkhvcml6b250YWxBbGlnbm1lbnRcIjowLFwiSXNWaXNpYmxlXCI6dHJ1ZX0sXCJEYXRlRm9ybWF0XCI6e1wiJGlkXCI6XCI2NTV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jU2XCIsXCJGb3JtYXRcIjowLFwiSXNWaXNpYmxlXCI6ZmFsc2UsXCJMYXN0S25vd25WaXNpYmlsaXR5U3RhdGVcIjpmYWxzZX0sXCJWYXJpYW5jZVN0eWxlXCI6e1wiJGlkXCI6XCI2NTdcIixcIlZhcmlhbmNlVGV4dFN0eWxlXCI6e1wiJGlkXCI6XCI2NThcIixcIkZvbnRTZXR0aW5nc1wiOntcIiRpZFwiOlwiNjU5XCIsXCJGb250U2l6ZVwiOjEwLFwiRm9udE5hbWVcIjpcIkNhbGlicmlcIixcIklzQm9sZFwiOmZhbHNlLFwiSXNJdGFsaWNcIjpmYWxzZSxcIklzVW5kZXJsaW5lZFwiOmZhbHNlfSxcIkZvcmVncm91bmRcIjp7XCIkaWRcIjpcIjY2MFwiLFwiQ29sb3JcIjp7XCIkaWRcIjpcIjY2MVwiLFwiQVwiOjI1NSxcIlJcIjowLFwiR1wiOjAsXCJCXCI6MH19LFwiSG9yaXpvbnRhbEFsaWdubWVudFwiOjAsXCJJc1Zpc2libGVcIjp0cnVlfX19LFwiRGVmYXVsdFN3aW1sYW5lVGFza1N0eWxlXCI6e1wiJGlkXCI6XCI2NjJcIixcIlNoYXBlXCI6MSxcIlNoYXBlVGhpY2tuZXNzXCI6MCxcIkR1cmF0aW9uRm9ybWF0XCI6MCxcIlBlcmNlbnRhZ2VDb21wbGV0ZVRleHRTdHlsZVwiOntcIiRpZFwiOlwiNjYzXCIsXCJGb250U2V0dGluZ3NcIjp7XCIkaWRcIjpcIjY2NFwiLFwiRm9udFNpemVcIjoxMCxcIkZvbnROYW1lXCI6XCJDYWxpYnJpXCIsXCJJc0JvbGRcIjpmYWxzZSxcIklzSXRhbGljXCI6ZmFsc2UsXCJJc1VuZGVybGluZWRcIjpmYWxzZX0sXCJGb3JlZ3JvdW5kXCI6e1wiJGlkXCI6XCI2NjVcIixcIkNvbG9yXCI6e1wiJGlkXCI6XCI2NjZcIixcIkFcIjoyNTUsXCJSXCI6MjMyLFwiR1wiOjIzMixcIkJcIjoyMzJ9fSxcIkhvcml6b250YWxBbGlnbm1lbnRcIjoxLFwiSXNWaXNpYmxlXCI6dHJ1ZX0sXCJQZXJjZW50YWdlQ29tcGxldGVIaWdobGlnaHRTdHlsZVwiOntcIiRpZFwiOlwiNjY3XCIsXCJCYWNrZ3JvdW5kXCI6e1wiJGlkXCI6XCI2NjhcIixcIkNvbG9yXCI6e1wiJGlkXCI6XCI2NjlcIixcIkFcIjo4OSxcIlJcIjowLFwiR1wiOjAsXCJCXCI6MH19fSxcIkR1cmF0aW9uU3R5bGVcIjp7XCIkaWRcIjpcIjY3MFwiLFwiRm9udFNldHRpbmdzXCI6e1wiJGlkXCI6XCI2NzFcIixcIkZvbnRTaXplXCI6MTAsXCJGb250TmFtZVwiOlwiQ2FsaWJyaVwiLFwiSXNCb2xkXCI6ZmFsc2UsXCJJc0l0YWxpY1wiOmZhbHNlLFwiSXNVbmRlcmxpbmVkXCI6ZmFsc2V9LFwiRm9yZWdyb3VuZFwiOntcIiRpZFwiOlwiNjcyXCIsXCJDb2xvclwiOntcIiRpZFwiOlwiNjczXCIsXCJBXCI6MjU1LFwiUlwiOjIzNyxcIkdcIjoxMjUsXCJCXCI6NDl9fSxcIkhvcml6b250YWxBbGlnbm1lbnRcIjowLFwiSXNWaXNpYmxlXCI6ZmFsc2V9LFwiTWFyZ2luXCI6e1wiJGlkXCI6XCI2NzRcIixcIlRvcFwiOjAuMCxcIkxlZnRcIjowLjAsXCJSaWdodFwiOjAuMCxcIkJvdHRvbVwiOjAuMH0sXCJTdGFydERhdGVQb3NpdGlvblwiOjMsXCJFbmREYXRlUG9zaXRpb25cIjozLFwiVGl0bGVQb3NpdGlvblwiOjQsXCJEdXJhdGlvblBvc2l0aW9uXCI6MCxcIlBlcmNlbnRhZ2VDb21wbGV0ZWRQb3NpdGlvblwiOjIsXCJWYXJpYW5jZVBvc2l0aW9uXCI6MixcIlNwYWNpbmdcIjozLFwiQmFzZWxpbmVTdHlsZVwiOntcIiRpZFwiOlwiNjc1XCIsXCJCYXNlbGluZVNoYXBlU3R5bGVcIjp7XCIkaWRcIjpcIjY3NlwiLFwiTWFyZ2luXCI6e1wiJGlkXCI6XCI2NzdcIixcIlRvcFwiOjAuMCxcIkxlZnRcIjowLjAsXCJSaWdodFwiOjAuMCxcIkJvdHRvbVwiOjAuMH0sXCJQYWRkaW5nXCI6e1wiJGlkXCI6XCI2NzhcIixcIlRvcFwiOjAuMCxcIkxlZnRcIjowLjAsXCJSaWdodFwiOjAuMCxcIkJvdHRvbVwiOjAuMH0sXCJCYWNrZ3JvdW5kXCI6e1wiJGlkXCI6XCI2NzlcIixcIkNvbG9yXCI6e1wiJGlkXCI6XCI2ODBcIixcIkFcIjoxNTMsXCJSXCI6MCxcIkdcIjowLFwiQlwiOjB9fSxcIklzVmlzaWJsZVwiOmZhbHNlLFwiV2lkdGhcIjowLjAsXCJIZWlnaHRcIjowLjAsXCJCb3JkZXJTdHlsZVwiOntcIiRpZFwiOlwiNjgxXCIsXCJMaW5lU3R5bGVcIjp7XCIkaWRcIjpcIjY4MlwiLFwiTGluZUNvbG9yXCI6e1wiJGlkXCI6XCI2ODNcIixcIkNvbG9yXCI6e1wiJGlkXCI6XCI2ODRcIixcIkFcIjoyNTUsXCJSXCI6MjU1LFwiR1wiOjAsXCJCXCI6MH19LFwiTGluZVdlaWdodFwiOjIuMCxcIkxpbmVUeXBlXCI6MH0sXCJJc1Zpc2libGVcIjpmYWxzZX19fSxcIlNoYXBlU3R5bGVcIjp7XCIkaWRcIjpcIjY4NVwiLFwiTWFyZ2luXCI6e1wiJGlkXCI6XCI2ODZcIixcIlRvcFwiOjAuMCxcIkxlZnRcIjo0LjAsXCJSaWdodFwiOjQuMCxcIkJvdHRvbVwiOjAuMH0sXCJQYWRkaW5nXCI6e1wiJGlkXCI6XCI2ODdcIixcIlRvcFwiOjAuMCxcIkxlZnRcIjowLjAsXCJSaWdodFwiOjAuMCxcIkJvdHRvbVwiOjAuMH0sXCJCYWNrZ3JvdW5kXCI6e1wiJGlkXCI6XCI2ODhcIixcIkNvbG9yXCI6e1wiJGlkXCI6XCI2ODlcIixcIkFcIjoyNTUsXCJSXCI6MTUsXCJHXCI6MTU4LFwiQlwiOjIxM319LFwiSXNWaXNpYmxlXCI6dHJ1ZSxcIldpZHRoXCI6MC4wLFwiSGVpZ2h0XCI6MTAuMCxcIkJvcmRlclN0eWxlXCI6e1wiJGlkXCI6XCI2OTBcIixcIkxpbmVTdHlsZVwiOntcIiRpZFwiOlwiNjkxXCIsXCJMaW5lQ29sb3JcIjp7XCIkaWRcIjpcIjY5MlwiLFwiQ29sb3JcIjp7XCIkaWRcIjpcIjY5M1wiLFwiQVwiOjI1NSxcIlJcIjoyMzQsXCJHXCI6MjIsXCJCXCI6MzB9fSxcIkxpbmVXZWlnaHRcIjoyLjAsXCJMaW5lVHlwZVwiOjB9LFwiSXNWaXNpYmxlXCI6ZmFsc2V9fSxcIlRpdGxlU3R5bGVcIjp7XCIkaWRcIjpcIjY5NFwiLFwiRm9udFNldHRpbmdzXCI6e1wiJGlkXCI6XCI2OTVcIixcIkZvbnRTaXplXCI6MTEsXCJGb250TmFtZVwiOlwiQ2FsaWJyaVwiLFwiSXNCb2xkXCI6ZmFsc2UsXCJJc0l0YWxpY1wiOmZhbHNlLFwiSXNVbmRlcmxpbmVkXCI6ZmFsc2V9LFwiRm9yZWdyb3VuZFwiOntcIiRpZFwiOlwiNjk2XCIsXCJDb2xvclwiOntcIiRpZFwiOlwiNjk3XCIsXCJBXCI6MjU1LFwiUlwiOjAsXCJHXCI6MCxcIkJcIjowfX0sXCJIb3Jpem9udGFsQWxpZ25tZW50XCI6MCxcIklzVmlzaWJsZVwiOnRydWV9LFwiRGF0ZVN0eWxlXCI6e1wiJGlkXCI6XCI2OThcIixcIkZvbnRTZXR0aW5nc1wiOntcIiRpZFwiOlwiNjk5XCIsXCJGb250U2l6ZVwiOjEwLFwiRm9udE5hbWVcIjpcIkNhbGlicmlcIixcIklzQm9sZFwiOmZhbHNlLFwiSXNJdGFsaWNcIjpmYWxzZSxcIklzVW5kZXJsaW5lZFwiOmZhbHNlfSxcIkZvcmVncm91bmRcIjp7XCIkaWRcIjpcIjcwMFwiLFwiQ29sb3JcIjp7XCIkaWRcIjpcIjcwMVwiLFwiQVwiOjI1NSxcIlJcIjoxNCxcIkdcIjo0MCxcIkJcIjo2NX19LFwiSG9yaXpvbnRhbEFsaWdubWVudFwiOjIsXCJJc1Zpc2libGVcIjp0cnVlfSxcIkRhdGVGb3JtYXRcIjp7XCIkaWRcIjpcIjcw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DNcIixcIkZvcm1hdFwiOjAsXCJJc1Zpc2libGVcIjpmYWxzZSxcIkxhc3RLbm93blZpc2liaWxpdHlTdGF0ZVwiOmZhbHNlfSxcIlZhcmlhbmNlU3R5bGVcIjp7XCIkaWRcIjpcIjcwNFwiLFwiVmFyaWFuY2VUZXh0U3R5bGVcIjp7XCIkaWRcIjpcIjcwNVwiLFwiRm9udFNldHRpbmdzXCI6e1wiJGlkXCI6XCI3MDZcIixcIkZvbnRTaXplXCI6MTAsXCJGb250TmFtZVwiOlwiQ2FsaWJyaVwiLFwiSXNCb2xkXCI6ZmFsc2UsXCJJc0l0YWxpY1wiOmZhbHNlLFwiSXNVbmRlcmxpbmVkXCI6ZmFsc2V9LFwiRm9yZWdyb3VuZFwiOntcIiRpZFwiOlwiNzA3XCIsXCJDb2xvclwiOntcIiRpZFwiOlwiNzA4XCIsXCJBXCI6MjU1LFwiUlwiOjAsXCJHXCI6MCxcIkJcIjowfX0sXCJIb3Jpem9udGFsQWxpZ25tZW50XCI6MCxcIklzVmlzaWJsZVwiOnRydWV9fX0sXCJEZWZhdWx0U3dpbWxhbmVNb3RTdHlsZVwiOntcIiRpZFwiOlwiNzA5XCIsXCJTaGFwZVwiOjEsXCJTaGFwZVNpemVcIjowLFwiRGV0YWlsc1NwYWNpbmdcIjowLjAsXCJQYWRkaW5nXCI6e1wiJGlkXCI6XCI3MTBcIixcIlRvcFwiOjUuMCxcIkxlZnRcIjozLjAsXCJSaWdodFwiOjAuMCxcIkJvdHRvbVwiOjIuMH0sXCJQb3NpdGlvbk9uVGFza1wiOjEsXCJTaGFwZVN0eWxlXCI6e1wiJGlkXCI6XCI3MTFcIixcIk1hcmdpblwiOntcIiRpZFwiOlwiNzEyXCIsXCJUb3BcIjowLjAsXCJMZWZ0XCI6MC4wLFwiUmlnaHRcIjowLjAsXCJCb3R0b21cIjowLjB9LFwiUGFkZGluZ1wiOntcIiRpZFwiOlwiNzEzXCIsXCJUb3BcIjowLjAsXCJMZWZ0XCI6MC4wLFwiUmlnaHRcIjowLjAsXCJCb3R0b21cIjowLjB9LFwiQmFja2dyb3VuZFwiOntcIiRpZFwiOlwiNzE0XCIsXCJDb2xvclwiOntcIiRpZFwiOlwiNzE1XCIsXCJBXCI6MjU1LFwiUlwiOjExLFwiR1wiOjExOCxcIkJcIjoxNTl9fSxcIklzVmlzaWJsZVwiOnRydWUsXCJXaWR0aFwiOjEyLjAsXCJIZWlnaHRcIjoxNC4wLFwiQm9yZGVyU3R5bGVcIjp7XCIkaWRcIjpcIjcxNlwiLFwiTGluZVN0eWxlXCI6e1wiJGlkXCI6XCI3MTdcIixcIkxpbmVDb2xvclwiOntcIiRpZFwiOlwiNzE4XCIsXCJDb2xvclwiOntcIiRpZFwiOlwiNzE5XCIsXCJBXCI6MjU1LFwiUlwiOjI1NSxcIkdcIjowLFwiQlwiOjB9fSxcIkxpbmVXZWlnaHRcIjowLjAsXCJMaW5lVHlwZVwiOjB9LFwiSXNWaXNpYmxlXCI6ZmFsc2V9fSxcIlRpdGxlU3R5bGVcIjp7XCIkaWRcIjpcIjcyMFwiLFwiRm9udFNldHRpbmdzXCI6e1wiJGlkXCI6XCI3MjFcIixcIkZvbnRTaXplXCI6MTEsXCJGb250TmFtZVwiOlwiQ2FsaWJyaVwiLFwiSXNCb2xkXCI6ZmFsc2UsXCJJc0l0YWxpY1wiOmZhbHNlLFwiSXNVbmRlcmxpbmVkXCI6ZmFsc2V9LFwiRm9yZWdyb3VuZFwiOntcIiRpZFwiOlwiNzIyXCIsXCJDb2xvclwiOntcIiRpZFwiOlwiNzIzXCIsXCJBXCI6MjU1LFwiUlwiOjAsXCJHXCI6MCxcIkJcIjowfX0sXCJIb3Jpem9udGFsQWxpZ25tZW50XCI6MSxcIklzVmlzaWJsZVwiOnRydWV9LFwiRGF0ZVN0eWxlXCI6e1wiJGlkXCI6XCI3MjRcIixcIkZvbnRTZXR0aW5nc1wiOntcIiRpZFwiOlwiNzI1XCIsXCJGb250U2l6ZVwiOjEwLFwiRm9udE5hbWVcIjpcIkNhbGlicmlcIixcIklzQm9sZFwiOmZhbHNlLFwiSXNJdGFsaWNcIjpmYWxzZSxcIklzVW5kZXJsaW5lZFwiOmZhbHNlfSxcIkZvcmVncm91bmRcIjp7XCIkaWRcIjpcIjcyNlwiLFwiQ29sb3JcIjp7XCIkaWRcIjpcIjcyN1wiLFwiQVwiOjI1NSxcIlJcIjoxNCxcIkdcIjo0MCxcIkJcIjo2NX19LFwiSG9yaXpvbnRhbEFsaWdubWVudFwiOjEsXCJJc1Zpc2libGVcIjp0cnVlfSxcIkRhdGVGb3JtYXRcIjp7XCIkaWRcIjpcIjcyO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jlcIixcIkZvcm1hdFwiOjAsXCJJc1Zpc2libGVcIjpmYWxzZSxcIkxhc3RLbm93blZpc2liaWxpdHlTdGF0ZVwiOmZhbHNlfSxcIlZhcmlhbmNlU3R5bGVcIjp7XCIkaWRcIjpcIjczMFwiLFwiVmFyaWFuY2VUZXh0U3R5bGVcIjp7XCIkaWRcIjpcIjczMVwiLFwiRm9udFNldHRpbmdzXCI6e1wiJGlkXCI6XCI3MzJcIixcIkZvbnRTaXplXCI6MTAsXCJGb250TmFtZVwiOlwiQ2FsaWJyaVwiLFwiSXNCb2xkXCI6ZmFsc2UsXCJJc0l0YWxpY1wiOmZhbHNlLFwiSXNVbmRlcmxpbmVkXCI6ZmFsc2V9LFwiRm9yZWdyb3VuZFwiOntcIiRpZFwiOlwiNzMzXCIsXCJDb2xvclwiOntcIiRpZFwiOlwiNzM0XCIsXCJBXCI6MjU1LFwiUlwiOjAsXCJHXCI6MCxcIkJcIjowfX0sXCJIb3Jpem9udGFsQWxpZ25tZW50XCI6MCxcIklzVmlzaWJsZVwiOnRydWV9fX19XSxcIkdyaWRsaW5lUGFuZWxTdHlsZVwiOntcIiRpZFwiOlwiNzM1XCIsXCJHcmlkbGluZVN0eWxlXCI6e1wiJGlkXCI6XCI3MzZcIixcIkxpbmVDb2xvclwiOntcIiRpZFwiOlwiNzM3XCIsXCJDb2xvclwiOntcIiRpZFwiOlwiNzM4XCIsXCJBXCI6MzgsXCJSXCI6OTEsXCJHXCI6MTU1LFwiQlwiOjIxM319LFwiTGluZVdlaWdodFwiOjEuMCxcIkxpbmVUeXBlXCI6MH0sXCJJc1Zpc2libGVcIjp0cnVlfSxcIkFjdGl2aXR5TGluZVBhbmVsU3R5bGVcIjp7XCIkaWRcIjpcIjczOVwiLFwiQWN0aXZpdHlMaW5lU3R5bGVcIjp7XCIkaWRcIjpcIjc0MFwiLFwiTGluZUNvbG9yXCI6e1wiJGlkXCI6XCI3NDFcIixcIkNvbG9yXCI6e1wiJGlkXCI6XCI3NDJcIixcIkFcIjozOCxcIlJcIjo2OCxcIkdcIjoxMTQsXCJCXCI6MTk2fX0sXCJMaW5lV2VpZ2h0XCI6MS4wLFwiTGluZVR5cGVcIjowfSxcIklzVmlzaWJsZVwiOnRydWV9LFwiRGVmYXVsdERlcGVuZGVuY3lTdHlsZVwiOntcIiRpZFwiOlwiNzQzXCIsXCJMaW5lU3R5bGVcIjp7XCIkaWRcIjpcIjc0NFwiLFwiTGluZUNvbG9yXCI6e1wiJGlkXCI6XCI3NDVcIixcIkNvbG9yXCI6e1wiJGlkXCI6XCI3NDZcIixcIkFcIjoyNTUsXCJSXCI6MCxcIkdcIjowLFwiQlwiOjB9fSxcIkxpbmVXZWlnaHRcIjoxLjAsXCJMaW5lVHlwZVwiOjB9LFwiRW5kQXJyb3doZWFkTGluZVN0eWxlXCI6e1wiJGlkXCI6XCI3NDdcIixcIktpbmRcIjoxLFwiV2lkdGhcIjoxLFwiTGVuZ3RoXCI6MH0sXCJCcmluZ1RvRnJvbnRcIjpmYWxzZSxcIlJhZGl1c1wiOjMuMH0sXCJDcml0aWNhbFBhdGhTdHlsZVwiOntcIiRpZFwiOlwiNzQ4XCIsXCJDcml0aWNhbFBhdGhTdHlsZU9wdGlvbnNcIjozMCxcIkxpbmVTdHlsZVwiOntcIiRpZFwiOlwiNzQ5XCIsXCJMaW5lQ29sb3JcIjp7XCIkaWRcIjpcIjc1MFwiLFwiQ29sb3JcIjp7XCIkaWRcIjpcIjc1MVwiLFwiQVwiOjI1NSxcIlJcIjoyMjIsXCJHXCI6NTAsXCJCXCI6NTB9fSxcIkxpbmVXZWlnaHRcIjoxLjAsXCJMaW5lVHlwZVwiOjB9LFwiVGl0bGVGb3JlZ3JvdW5kXCI6e1wiJGlkXCI6XCI3NTJcIixcIkNvbG9yXCI6e1wiJGlkXCI6XCI3NTNcIixcIkFcIjoyNTUsXCJSXCI6MTc2LFwiR1wiOjE5LFwiQlwiOjI1fX0sXCJTaGFwZXNCYWNrZ3JvdW5kXCI6e1wiJGlkXCI6XCI3NTRcIixcIkNvbG9yXCI6e1wiJGlkXCI6XCI3NTVcIixcIkFcIjoyNTUsXCJSXCI6MjUzLFwiR1wiOjIwMyxcIkJcIjoyMDh9fSxcIlNoYXBlc0JvcmRlclN0eWxlXCI6e1wiJGlkXCI6XCI3NTZcIixcIkxpbmVDb2xvclwiOntcIiRpZFwiOlwiNzU3XCIsXCJDb2xvclwiOntcIiRpZFwiOlwiNzU4XCIsXCJBXCI6MjU1LFwiUlwiOjIzNCxcIkdcIjoyMixcIkJcIjozMH19LFwiTGluZVdlaWdodFwiOjIuMCxcIkxpbmVUeXBlXCI6MH19LFwiUGFuZWxzU3BhY2luZ0RlZmluaXRpb25cIjp7XCIkaWRcIjpcIjc1OVwiLFwiU3BhY2luZ0Fib3ZlVGltZWJhbmRcIjozLFwiU3BhY2luZ0JlbG93VGltZWJhbmRcIjozLFwiU3BhY2luZ0Fib3ZlQmV0d2VlblN3aW1sYW5lc0FuZFRhc2tzXCI6NSxcIlNwYWNpbmdCZWxvd0JldHdlZW5Td2ltbGFuZXNBbmRUYXNrc1wiOjV9LFwiQ29uZGl0aW9uYWxGb3JtYXR0aW5nXCI6e1wiJGlkXCI6XCI3NjBcIixcIlB2QUZvcm1hdHRpbmdcIjp7XCIkaWRcIjpcIjc2MVwiLFwiRGVsYXlUYXNrU3R5bGVcIjp7XCIkaWRcIjpcIjc2MlwiLFwiU3R5bGVPcHRpb25zXCI6MjQsXCJUaXRsZUZvcmVncm91bmRcIjp7XCIkaWRcIjpcIjc2M1wiLFwiQ29sb3JcIjp7XCIkaWRcIjpcIjc2NFwiLFwiQVwiOjI1NSxcIlJcIjoxNzUsXCJHXCI6MCxcIkJcIjowfX0sXCJBY3R1YWxTaGFwZXNCYWNrZ3JvdW5kXCI6e1wiJGlkXCI6XCI3NjVcIixcIkNvbG9yXCI6e1wiJGlkXCI6XCI3NjZcIixcIkFcIjo2MixcIlJcIjoyNTUsXCJHXCI6MCxcIkJcIjowfX0sXCJBY3R1YWxTaGFwZXNCb3JkZXJTdHlsZVwiOntcIiRpZFwiOlwiNzY3XCIsXCJMaW5lQ29sb3JcIjp7XCIkaWRcIjpcIjc2OFwiLFwiQ29sb3JcIjp7XCIkaWRcIjpcIjc2OVwiLFwiQVwiOjE2MyxcIlJcIjoyNTUsXCJHXCI6MCxcIkJcIjowfX0sXCJMaW5lV2VpZ2h0XCI6My4wLFwiTGluZVR5cGVcIjowfSxcIkJhc2VsaW5lU2hhcGVzQmFja2dyb3VuZFwiOntcIiRpZFwiOlwiNzcwXCIsXCJDb2xvclwiOntcIiRpZFwiOlwiNzcxXCIsXCJBXCI6MTg0LFwiUlwiOjI1NSxcIkdcIjowLFwiQlwiOjB9fSxcIlZhcmlhbmNlRm9yZWdyb3VuZFwiOntcIiRpZFwiOlwiNzcyXCIsXCJDb2xvclwiOntcIiRpZFwiOlwiNzczXCIsXCJBXCI6MjU1LFwiUlwiOjE3NSxcIkdcIjowLFwiQlwiOjB9fX0sXCJEZWxheU1pbGVzdG9uZVN0eWxlXCI6e1wiJGlkXCI6XCI3NzRcIixcIlN0eWxlT3B0aW9uc1wiOjE4LFwiVGl0bGVGb3JlZ3JvdW5kXCI6e1wiJGlkXCI6XCI3NzVcIixcIkNvbG9yXCI6e1wiJGlkXCI6XCI3NzZcIixcIkFcIjoyNTUsXCJSXCI6MTc1LFwiR1wiOjAsXCJCXCI6MH19LFwiQWN0dWFsU2hhcGVzQmFja2dyb3VuZFwiOntcIiRpZFwiOlwiNzc3XCIsXCJDb2xvclwiOntcIiRpZFwiOlwiNzc4XCIsXCJBXCI6MjU1LFwiUlwiOjIyMixcIkdcIjo4MCxcIkJcIjo1MH19LFwiQWN0dWFsU2hhcGVzQm9yZGVyU3R5bGVcIjp7XCIkaWRcIjpcIjc3OVwiLFwiTGluZUNvbG9yXCI6e1wiJGlkXCI6XCI3ODBcIixcIkNvbG9yXCI6e1wiJGlkXCI6XCI3ODFcIixcIkFcIjoxNjMsXCJSXCI6MjU1LFwiR1wiOjAsXCJCXCI6MH19LFwiTGluZVdlaWdodFwiOjMuMCxcIkxpbmVUeXBlXCI6MH0sXCJCYXNlbGluZVNoYXBlc0JhY2tncm91bmRcIjp7XCIkaWRcIjpcIjc4MlwiLFwiQ29sb3JcIjp7XCIkaWRcIjpcIjc4M1wiLFwiQVwiOjE4NCxcIlJcIjoyNTUsXCJHXCI6MCxcIkJcIjowfX0sXCJWYXJpYW5jZUZvcmVncm91bmRcIjp7XCIkaWRcIjpcIjc4NFwiLFwiQ29sb3JcIjp7XCIkaWRcIjpcIjc4NVwiLFwiQVwiOjI1NSxcIlJcIjoxNzUsXCJHXCI6MCxcIkJcIjowfX19LFwiQWR2YW5jZVRhc2tTdHlsZVwiOntcIiRpZFwiOlwiNzg2XCIsXCJTdHlsZU9wdGlvbnNcIjoyNCxcIlRpdGxlRm9yZWdyb3VuZFwiOntcIiRpZFwiOlwiNzg3XCIsXCJDb2xvclwiOntcIiRpZFwiOlwiNzg4XCIsXCJBXCI6MjU1LFwiUlwiOjAsXCJHXCI6MTEwLFwiQlwiOjB9fSxcIkFjdHVhbFNoYXBlc0JhY2tncm91bmRcIjp7XCIkaWRcIjpcIjc4OVwiLFwiQ29sb3JcIjp7XCIkaWRcIjpcIjc5MFwiLFwiQVwiOjYxLFwiUlwiOjAsXCJHXCI6MTI4LFwiQlwiOjB9fSxcIkFjdHVhbFNoYXBlc0JvcmRlclN0eWxlXCI6e1wiJGlkXCI6XCI3OTFcIixcIkxpbmVDb2xvclwiOntcIiRpZFwiOlwiNzkyXCIsXCJDb2xvclwiOntcIiRpZFwiOlwiNzkzXCIsXCJBXCI6MTYzLFwiUlwiOjAsXCJHXCI6MTI4LFwiQlwiOjB9fSxcIkxpbmVXZWlnaHRcIjozLjAsXCJMaW5lVHlwZVwiOjB9LFwiQmFzZWxpbmVTaGFwZXNCYWNrZ3JvdW5kXCI6e1wiJGlkXCI6XCI3OTRcIixcIkNvbG9yXCI6e1wiJGlkXCI6XCI3OTVcIixcIkFcIjoxODQsXCJSXCI6MCxcIkdcIjoxMjgsXCJCXCI6MH19LFwiVmFyaWFuY2VGb3JlZ3JvdW5kXCI6e1wiJGlkXCI6XCI3OTZcIixcIkNvbG9yXCI6e1wiJGlkXCI6XCI3OTdcIixcIkFcIjoyNTUsXCJSXCI6MCxcIkdcIjoxMTAsXCJCXCI6MH19fSxcIkFkdmFuY2VNaWxlc3RvbmVTdHlsZVwiOntcIiRpZFwiOlwiNzk4XCIsXCJTdHlsZU9wdGlvbnNcIjoxOCxcIlRpdGxlRm9yZWdyb3VuZFwiOntcIiRpZFwiOlwiNzk5XCIsXCJDb2xvclwiOntcIiRpZFwiOlwiODAwXCIsXCJBXCI6MjU1LFwiUlwiOjAsXCJHXCI6MTEwLFwiQlwiOjB9fSxcIkFjdHVhbFNoYXBlc0JhY2tncm91bmRcIjp7XCIkaWRcIjpcIjgwMVwiLFwiQ29sb3JcIjp7XCIkaWRcIjpcIjgwMlwiLFwiQVwiOjI1NSxcIlJcIjoyMCxcIkdcIjoxMDAsXCJCXCI6MH19LFwiQWN0dWFsU2hhcGVzQm9yZGVyU3R5bGVcIjp7XCIkaWRcIjpcIjgwM1wiLFwiTGluZUNvbG9yXCI6e1wiJGlkXCI6XCI4MDRcIixcIkNvbG9yXCI6e1wiJGlkXCI6XCI4MDVcIixcIkFcIjoxNjMsXCJSXCI6MCxcIkdcIjoxMjgsXCJCXCI6MH19LFwiTGluZVdlaWdodFwiOjMuMCxcIkxpbmVUeXBlXCI6MH0sXCJCYXNlbGluZVNoYXBlc0JhY2tncm91bmRcIjp7XCIkaWRcIjpcIjgwNlwiLFwiQ29sb3JcIjp7XCIkaWRcIjpcIjgwN1wiLFwiQVwiOjE4NCxcIlJcIjowLFwiR1wiOjEyOCxcIkJcIjowfX0sXCJWYXJpYW5jZUZvcmVncm91bmRcIjp7XCIkaWRcIjpcIjgwOFwiLFwiQ29sb3JcIjp7XCIkaWRcIjpcIjgwOVwiLFwiQVwiOjI1NSxcIlJcIjowLFwiR1wiOjExMCxcIkJcIjowfX19fX0sXCJfc2VsZWN0ZWRUaGVtZVByZXNldENvbG9yc1wiOntcIiRpZFwiOlwiODEwXCIsXCJUZXh0TGlnaHRcIjp7XCIkaWRcIjpcIjgxMVwiLFwiQVwiOjI1NSxcIlJcIjoyNTUsXCJHXCI6MjU1LFwiQlwiOjI1NX0sXCJUZXh0RGFya1wiOntcIiRpZFwiOlwiODEyXCIsXCJBXCI6MjU1LFwiUlwiOjAsXCJHXCI6MCxcIkJcIjowfSxcIkFjY2VudDFcIjp7XCIkaWRcIjpcIjgxM1wiLFwiQVwiOjI1NSxcIlJcIjoyMzIsXCJHXCI6MjMyLFwiQlwiOjIzMn0sXCJBY2NlbnQyXCI6e1wiJGlkXCI6XCI4MTRcIixcIkFcIjoyNTUsXCJSXCI6MTQsXCJHXCI6NDAsXCJCXCI6NjV9LFwiQWNjZW50M1wiOntcIiRpZFwiOlwiODE1XCIsXCJBXCI6MjU1LFwiUlwiOjIxLFwiR1wiOjk2LFwiQlwiOjEzMH0sXCJBY2NlbnQ0XCI6e1wiJGlkXCI6XCI4MTZcIixcIkFcIjoyNTUsXCJSXCI6MjMzLFwiR1wiOjExMyxcIkJcIjo1MH0sXCJBY2NlbnQ1XCI6e1wiJGlkXCI6XCI4MTdcIixcIkFcIjoyNTUsXCJSXCI6MjUsXCJHXCI6MTA3LFwiQlwiOjM2fSxcIkFjY2VudDZcIjp7XCIkaWRcIjpcIjgxOFwiLFwiQVwiOjI1NSxcIlJcIjoxNSxcIkdcIjoxNTgsXCJCXCI6MjEzfSxcIkFjY2VudDdcIjp7XCIkaWRcIjpcIjgxOVwiLFwiQVwiOjI1NSxcIlJcIjoxNjAsXCJHXCI6NDMsXCJCXCI6MTQ3fSxcIkFjY2VudDhcIjp7XCIkaWRcIjpcIjgyMFwiLFwiQVwiOjI1NSxcIlJcIjo3OCxcIkdcIjoxNjcsXCJCXCI6NDZ9fSxcIl9jdXN0b21QcmVzZXRDb2xvcnNcIjp7XCIkaWRcIjpcIjgyMVwifX19IiwiUmVjZW50Q29sb3JzQ29sbGVjdGlvbiI6IltcIiNGRjRFQTcyRVwiLFwiI0ZGRkVCQTBBXCIsXCIjRkYwRjlFRDVcIl0ifSwiU2V0dGluZ3MiOnsiJGlkIjoiMTk5NiIsIkltcGFPcHRpb25zIjp7IiRpZCI6IjE5OTciLCJMZWZ0VG9SaWdodCI6ZmFsc2UsIlBheWxvYWRPcHRpb25zIjoy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ZmFsc2UsIkltcG9ydFR5cGUiOjAsIkZpbGVQYXRoIjpudWxsLCJUaW1lQ29uZmlndXJhdGlvbiI6eyIkaWQiOiIxOTk4IiwiVXNlVGltZSI6ZmFsc2UsIldvcmtEYXlTdGFydCI6IjAwOjAwOjAwIiwiV29ya0RheUVuZCI6IjIzOjU5OjAwIn0sIkxhc3RVc2VkVGVtcGxhdGVJZCI6IjAwMDAwMDAwLTAwMDAtMDAwMC0wMDAwLTAwMDAwMDAwMDAwMCIsIkxhc3RVc2VkVGhlbWVEZXRhaWxzIjp7IiRpZCI6IjE5OTkiLCJJZCI6IjA0ODcxNWIwLWQ1NzgtNGMyZi1hMzI2LTg4MThiZTI0NzI0OSIsIlRpdGxlIjoiQmFzZWxpbmUiLCJDYXRlZ29yeSI6MX0sIkZpcnN0V2Vla09mWWVhciI6MCwiUGxhY2VNaWxlc3RvbmVBdFRoZUJlZ2lubmluZ09mVGhlRGF5IjpmYWxzZSwiRGVwZW5kZW5jeVNjaGVkdWxpbmdTZXR0aW5ncyI6eyIkaWQiOiIyMDAwIiwiRGVwZW5kZW5jaWVzU2NoZWR1bGluZ01vZGVTZXR0aW5nIjoiRmxleGlibGUiLCJEZXBlbmRlbmNpZXNQcmV2aW91c1NjaGVkdWxpbmdNb2RlIjoiRmxleGlibGUiLCJPbkJyZWFraW5nRmxleGlibGVTY2hlZHVsaW5nTW9kZVNldHRpbmciOiJBc2tFdmVyeXRpbWUiLCJPbkJyZWFraW5nU3RyaWN0U2NoZWR1bGluZ01vZGVTZXR0aW5nIjoiQXNrRXZlcnl0aW1lIn0sIkRlcGVuZGVuY3lNb2R1bGVFbmFibGVkIjp0cnVlLCJQbGFubmVkTW9kdWxlRW5hYmxlZCI6ZmFsc2UsIk9sZEZpeGVkSW50ZXJ2YWxzUmVuZGVyaW5nU3RyYXRlZ3lVc2VkQmVmb3JlIjpmYWxzZSwiRGVwZW5kZW5jaWVzIjp7Il9kZXBlbmRlbmNpZXMiOltdfX0="/>
  <p:tag name="__MASTER" val="__part_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1030</TotalTime>
  <Words>1013</Words>
  <Application>Microsoft Office PowerPoint</Application>
  <PresentationFormat>Widescreen</PresentationFormat>
  <Paragraphs>217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ADLaM Display</vt:lpstr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¿Que es UniPost?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DOUGLAS . RAMIREZ RAMIREZ</dc:creator>
  <cp:lastModifiedBy>DOUGLAS . RAMIREZ RAMIREZ</cp:lastModifiedBy>
  <cp:revision>41</cp:revision>
  <dcterms:created xsi:type="dcterms:W3CDTF">2025-10-25T11:28:49Z</dcterms:created>
  <dcterms:modified xsi:type="dcterms:W3CDTF">2025-12-05T02:41:23Z</dcterms:modified>
</cp:coreProperties>
</file>